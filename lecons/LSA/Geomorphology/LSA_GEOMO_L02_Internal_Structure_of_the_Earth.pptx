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notesMasterIdLst>
    <p:notesMasterId r:id="rId6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 Internal Structure of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2: Understanding and managing physical landscapes, geomorphological processes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Development of the Earth's Structure, and the sub-topic is The Origin and Earth's Structure. The key notions we shall use today are: endogenesis, exogenesis, discontinuity, lithosphere, rock cycle. At the end, you should be able to do this: learners are able to describe the layers of the Earth and explain how internal and external forces shape the landscape.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 Origin of the Earth. The question was: Draw the geologic time scale in your exercise book and write one event for each era.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Precambrian: first bacteria and oldest rocks. Palaeozoic: trilobites and first forests. Mesozoic: dinosaurs and break-up of Pangaea. Cenozoic: mammals, man and the Himalayas.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layers of the Earth and the main discontinuities. Number 2: explain the rock cycle. Number 3: distinguish internal (endogenic) and external (exogenic) forces.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Earth formed about 4.6 billion years ago. Rocks are igneous, sedimentary or metamorphic.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After an earthquake is felt in the South-West Region, a student asks why the ground can shake and why Mount Cameroon erupts. Another student says that the inside of the Earth is empty.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Students do not know what the inside of the Earth is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Is the inside of the Earth empty?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No. It is made of solid and liquid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do scientists know this?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study earthquake waves that pass through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understand the forces that shape our landscape and the rocks we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structure of the Earth and the forces that build and wear down the landscape.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layers of the Earth.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layers from the surface to the centre.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Crust, mantle, outer core and inner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discontinuities: the boundaries between the layers.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the name of the boundary between the crust and the mantle?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Mohorovičić discontinuity (Moho).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rock cycle.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can an igneous rock become a sedimentary rock?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weathered and eroded; the pieces form layers that harden.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volcanic eruption.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This force comes from inside the Earth. Is it an internal or an external force?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An internal (endogenic) force. It builds up the relief.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gully cut by rain water.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Rain water wears the land down. Is this an internal or an external force?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An external (exogenic) force. It wears down the relief.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Lithosphere and Rock cycle.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Landform.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Layers of the Earth and their Properties. The Earth is made up of the following layers. On this slide we have Crust.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Layers of the Earth and their Properties. On this slide we have Mantle.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Layers of the Earth and their Properties. On this slide we have Core.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layers of the Earth.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Rock Material Cycle. Rocks change from one type to another as follows. On this slide we have Igneous rocks.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Rock Material Cycle. On this slide we have Sedimentary rocks.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Rock Material Cycle. On this slide we have Metamorphic rocks.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rock cycle.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Forces and Categories of Landforms. The landscape is shaped by two groups of forces. On this slide we have Internal (endogenic) forces.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Forces and Categories of Landforms. On this slide we have External (exogenic) forces.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Forces and Categories of Landforms. On this slide we have Categories of landforms.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a discontinuity and name one.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boundary between two layers of the Earth, for example the Moho.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internal and one external force.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volcanism (internal); erosion by rivers (external).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Moho; number 2, endogenic (internal); number 3,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Look at a map of the world. Why do the coasts of Africa and South America look like pieces of a puzzle? Write two sentences.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1: Early Theories of Crustal Movements.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 INTERNAL STRUCTURE OF THE EARTH</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 Internal Structure of the Earth</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Internal Structure of the Earth</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2: Understanding and managing physical landscapes, geomorphological processes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Development of the Earth's Structure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Origin and Earth's Structure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 Internal Structure of the Earth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Endogenesis, exogenesis, discontinuity, lithosphere, rock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Layers of the Earth; the rock cycle; internal and external forces; categories of landforms.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layers of the Earth and explain how internal and external forces shape the landscape.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 Origin of the Earth):</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geologic time scale in your exercise book and write one event for each era.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Precambrian: first bacteria and oldest rocks. Palaeozoic: trilobites and first forests. Mesozoic: dinosaurs and break-up of Pangaea. Cenozoic: mammals, man and the Himalayas.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layers of the Earth and the main discontinuities.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rock cycle.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internal (endogenic) and external (exogenic) forces.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Earth formed about 4.6 billion years ago.</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Rocks are igneous, sedimentary or metamorphic.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After an earthquake is felt in the South-West Region, a student asks why the ground can shake and why Mount Cameroon erupts. Another student says that the inside of the Earth is empty.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Students do not know what the inside of the Earth is like.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the inside of the Earth empty?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It is made of solid and liquid layers.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scientists know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study earthquake waves that pass through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Understand the forces that shape our landscape and the rocks we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structure of the Earth and the forces that build and wear down the landscape.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LAYERS OF THE EARTH</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earth_laye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layers of the Earth.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LAYERS OF THE EARTH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layers from the surface to the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LAYERS OF THE EARTH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Crust, mantle, outer core and inner core.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LAYERS OF THE EARTH</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earth_disc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Discontinuities: the boundaries between the layers.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LAYERS OF THE EARTH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name of the boundary between the crust and the mantle?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LAYERS OF THE EARTH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Mohorovičić discontinuity (Moho).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ROCK CYCLE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rock_cyc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rock cycle.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ROCK CYCLE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an igneous rock become a sedimentary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ROCK CYCLE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weathered and eroded; the pieces form layers that harden.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INTERNAL FORCES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erupti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volcanic eruption.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INTERNAL FORCES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force comes from inside the Earth. Is it an internal or an external force?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INTERNAL FORCES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internal (endogenic) force. It builds up the relief.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EXTERNAL FORCES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gull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gully cut by rain water.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EXTERNAL FORCES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water wears the land down. Is this an internal or an external force?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EXTERNAL FORCES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external (exogenic) force. It wears down the relief.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Development of the Earth's Structure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Origin and Earth's Structure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Internal Structure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Lithosphere: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rigid outer shell of the Earth, made of the crust and the upper mantle.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Rock cycle: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continuous change of rocks from one type to another.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Landform: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natural shape of the Earth's surface, such as a mountain or a valley.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Layers of the Earth and their Properties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Earth is made up of the following layers: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Crust: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thin outer layer, 5–10 km thick under the oceans (sima, basalt) and 30–70 km under continents (sial, granite). It is separated from the mantle by the Moho.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Layers of the Earth and their Properties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Mantle: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about 2,900 km thick and made of hot, dense rock. Its upper part (asthenosphere) is partly molten and flows slowly, carrying the plates.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Layers of the Earth and their Properties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made of iron and nickel. The outer core is liquid and creates the Earth's magnetic field, while the inner core is solid.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Layers of the Earth and their Properties</a:t>
            </a:r>
            <a:endParaRPr lang="en-US" sz="3600" dirty="0"/>
          </a:p>
        </p:txBody>
      </p:sp>
      <p:pic>
        <p:nvPicPr>
          <p:cNvPr id="4" name="Image 0" descr="/home/claude/f4/img/v2/earth_laye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layers of the Earth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Rock Material Cycle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Rocks change from one type to another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Igneous rocks: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form when magma cools, like granite and basalt. Weathering breaks them into sediments.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Rock Material Cycle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Sedimentary rocks: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form when sediments are deposited, compacted and cemented, like sandstone and limestone. Heat and pressure can change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Rock Material Cycle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Metamorphic rocks: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form when rocks are changed by heat and pressure, like marble and gneiss. If they melt, they become magma again.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Rock Material Cycle</a:t>
            </a:r>
            <a:endParaRPr lang="en-US" sz="3600" dirty="0"/>
          </a:p>
        </p:txBody>
      </p:sp>
      <p:pic>
        <p:nvPicPr>
          <p:cNvPr id="4" name="Image 0" descr="/home/claude/f4/img/v2/rock_cyc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rock cycle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Forces and Categories of Landforms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landscape is shaped by two groups of forces: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Internal (endogenic) forces: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come from inside the Earth: plate movements, folding, faulting, volcanism and earthquakes. They build up the relief.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Forces and Categories of Landforms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External (exogenic) forces: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come from the sun and gravity: weathering, mass wasting and erosion by rivers, wind, waves and ice. They wear the relief down.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Forces and Categories of Landforms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Categories of landforms: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Major landforms are continents, ocean basins, mountain ranges and plains. Minor landforms are small features such as valleys, waterfalls and dunes.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 discontinuity and name 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boundary between two layers of the Earth, for example the Moho.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internal and one external force.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Volcanism (internal); erosion by rivers (external).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boundary between crust and mantle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Forces from inside the Earth are ______ forces.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inner core is solid because of great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a map of the world. Why do the coasts of Africa and South America look like pieces of a puzzle? Write two sentences.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1: Early Theories of Crustal Movements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Crust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L'écorce terrestre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Mantle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manteau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noyau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Discontinuity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discontinuité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Rock cycle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cycle des roches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Landform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modelé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Development of the Earth's Structure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 Internal Structure of the Earth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layers of the Earth and the main discontinuities. Explain the rock cycle. Distinguish internal (endogenic) and external (exogenic) forces.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layers of the Earth and explain how internal and external forces shape the landscape.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Layers of the Earth and their Properties; The Rock Material Cycle; Forces and Categories of Landforms.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Look at a map of the world. Why do the coasts of Africa and South America look like pieces of a puzzle? Write two sentences.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four circles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write the three discontinuities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four boxes of the rock cycle.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mention Mount Cameroon.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the gullies beside the roads after a storm.</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2 (Geomorphology).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“Happy Anniversary Hawaii” by U.S. Geological Survey, CC0 1.0, via Flickr (https://www.flickr.com/photos/27784370@N05/14802198589)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“Soil erosion in the central Mexican Highlands” by CIMMYT, CC BY-NC-SA 2.0, via Flickr (https://www.flickr.com/photos/44760652@N05/6244930288)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60</Slides>
  <Notes>60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60</vt:i4>
      </vt:variant>
    </vt:vector>
  </HeadingPairs>
  <TitlesOfParts>
    <vt:vector size="6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2026-09-27T09:33:04Z</dcterms:created>
  <dcterms:modified xsi:type="dcterms:W3CDTF">2026-09-27T09:33:04Z</dcterms:modified>
</cp:coreProperties>
</file>