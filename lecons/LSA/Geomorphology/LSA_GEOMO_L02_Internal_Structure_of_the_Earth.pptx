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Internal Structure of the Earth.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four circles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three discontinuities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four boxes of the rock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Mount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gullies beside the roads after a storm.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Moho 2. endogenic (internal) 3. pressure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Structure of the Earth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Origin and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Internal Structure of the Earth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Endogenesis, exogenesis, discontinuity, lithosphere, rock cycle.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 of the Earth; the rock cycle; internal and external forces; categories of landforms.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layers of the Earth and explain how internal and external forces shape the landscape.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layers of the Earth and the main discontinuities.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rock cycle.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internal (endogenic) and external (exogenic) forces.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formed about 4.6 billion years ago.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Rocks are igneous, sedimentary or metamorphic.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an earthquake is felt in the South-West Region, a student asks why the ground can shake and why Mount Cameroon erupts. Another student says that the inside of the Earth is empty.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Students do not know what the inside of the Earth is like.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inside of the Earth empty?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It is made of solid and liquid layers.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scientists know this?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study earthquake waves that pass through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structure of the Earth and the forces that build and wear down the landscape.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arth_laye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layers of the Earth.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layers from the surface to the centre.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Crust, mantle, outer core and inner core.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earth_dis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Discontinuities: the boundaries between the layers.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name of the boundary between the crust and the mantle?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Mohorovičić discontinuity (Moho).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ROCK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ock_cyc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rock cycle.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ROCK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an igneous rock become a sedimentary rock?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ROCK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weathered and eroded; the pieces form layers that harden.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erup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volcanic eruption.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force comes from inside the Earth. Is it an internal or an external force?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internal (endogenic) force. It builds up the relief.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gully cut by rain water.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water wears the land down. Is this an internal or an external force?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external (exogenic) force. It wears down the relief.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Internal Structure of the Earth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Origin and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Internal Structure of the Earth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Lithosphere: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rigid outer part of the Earth: the crust and the top of the mantle.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Discontinuity: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boundary between two layers of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Endogenic forces: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forces from inside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Exogenic forces: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forces acting on the surface of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Layers of the Earth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crust: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thin, solid outer layer, 5 to 70 km thick. The Moho separates it from the mantle.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The mantle: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about 2,900 km thick and made of very hot rock. Its upper part (asthenosphere) is soft and flows slowly.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Layers of the Earth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The core: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outer core is liquid iron and nickel. The inner core is solid because of the enormous pressure.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Layers of the Earth (3/3)</a:t>
            </a:r>
            <a:endParaRPr lang="en-US" sz="3600" dirty="0"/>
          </a:p>
        </p:txBody>
      </p:sp>
      <p:pic>
        <p:nvPicPr>
          <p:cNvPr id="13" name="Image 0" descr="/home/claude/f4/img/v2/earth_dis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layers and the discontinuities.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Rock Cycle and Forces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rock cycle: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change slowly from one type to another. Magma forms igneous rocks, which can become sedimentary and then metamorphic rocks.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Internal forces: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Volcanism, folding and faulting come from inside the Earth. They build up the relief.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Rock Cycle and Forces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External forces: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and erosion by water, wind, waves and ice act on the surface. They wear down the relief.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Landforms: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Major landforms are continents, ocean basins and mountain ranges. Minor landforms are hills, valleys and beaches.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a discontinuity and name one.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boundary between two layers of the Earth, for example the Moho.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internal and one external force.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Volcanism (internal); erosion by rivers (external).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boundary between crust and mantle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Forces from inside the Earth are ______ forces.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inner core is solid because of great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a map of the world. Why do the coasts of Africa and South America look like pieces of a puzzle? Write two sentences.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1: Early Theories of Crustal Movements.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L'écorce terrestre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manteau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noyau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Discontinuity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discontinuité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 cycle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cycle des roches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modelé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Internal Structure of the Earth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layers of the Earth and the main discontinuities. Explain the rock cycle. Distinguish internal (endogenic) and external (exogenic) forces.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layers of the Earth and explain how internal and external forces shape the landscape.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Lithosphere, Discontinuity, Endogenic forces, Exogenic forces; II. Layers of the Earth: The crust, The mantle, The core; III. Rock Cycle and Forces: The rock cycle, Internal forces, External forces, Landforms.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a map of the world. Why do the coasts of Africa and South America look like pieces of a puzzle? Write two sentences.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“Happy Anniversary Hawaii” by U.S. Geological Survey, CC0 1.0, via Flickr (https://www.flickr.com/photos/27784370@N05/14802198589)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2026-09-26T11:43:24Z</dcterms:created>
  <dcterms:modified xsi:type="dcterms:W3CDTF">2026-09-26T11:43:24Z</dcterms:modified>
</cp:coreProperties>
</file>