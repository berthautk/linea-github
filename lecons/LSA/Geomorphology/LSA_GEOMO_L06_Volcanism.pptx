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6: Volcanism.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volcano and mark magma and lava.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solid, liquid and gas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alternating layers of ash and lava.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crater lakes of Cameroon (Barombi Mbo, Nyos).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basalt plateaux of the Western Highlands.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lava 2. caldera 3. shield (basic lava)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Volcanism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Crustal Processes and their Effect on the Land Surface and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Volcanicity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Volcanism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Volcanicity, lava, magma, cones, crater, caldera.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process; products; types of cones and why they differ; the life cycle of a volcano.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volcanic landforms and explain why they differ.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process of volcanism.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products of volcanoes.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different types of volcanic cones and depressions.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Magma rises at plate margins and hot spots.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Cameroon is an active volcano.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2000, lava from Mount Cameroon flowed towards the road near Bakingili. Some visitors are surprised that the mountain has gentle slopes, while pictures of Mount Fuji show a steep cone.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visitors do not know why volcanoes have different shapes.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came out of Mount Cameroon in 2000?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decides the shape of a volcano?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type of lava and the type of eruption.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volcanoes form and why their landforms differ.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AND PROCESS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sa_pahoeho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flow of hot lava.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AND PROCESS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magma and lava?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 AND PROCESS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is melted rock underground; lava is magma that reaches the surface.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 AND PRODUCTS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volcan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parts of a volcano.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 AND PRODUCTS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products of a volcano.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 AND PRODUCTS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Lava, ash (pyroclasts) and gases.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may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Mayon Volcano, Philippines: a steep cone of ash and lava.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cone has layers of ash and lava. What type of cone is it?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strato-volcano (composite cone).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DEPRESSIONS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cra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large lake inside an old volcano.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DEPRESSIONS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a crater and a caldera?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DEPRESSIONS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crater is a small hollow at the top; a caldera is a huge hollow after a collapse.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LAVA PLATEAUX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basa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 of basalt from old lava.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LAVA PLATEAUX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flows of runny lava can cover a large area. What landform do they form?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LAVA PLATEAUX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lava plateau.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Volcanism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Crustal Processes and their Effect on the Land Surface and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Volcanicity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6: Volcanism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Volcanism: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magma from inside the Earth to the surface.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magma that reaches the surface.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Caldera: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very large depression formed when a volcano collapses.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 and Products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Process: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rises through the crust and erupts through a vent. It can erupt gently or explode.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Products: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Volcanoes give lava, ash, bombs and gases. The type of magma (basic or acid) controls the eruption.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Process and Products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Life cycle: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volcano can be active, dormant or extinct. Mount Cameroon is active.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Volcanic Landforms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Basic lava cones: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Runny lava forms wide cones with gentle slopes. Example: Mauna Loa.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Acid lava cones: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Thick lava forms steep domes (cumulo-domes). They are small and steep.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Volcanic Landforms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Ash cones and composite cones: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Ash forms steep cinder cones. Layers of ash and lava form strato-volcanoes like Fuji and Mount Cameroon.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Depressions and plateaux: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Craters and calderas are hollows at the top. Many lava flows form lava plateaux.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Volcanic Landforms (3/3)</a:t>
            </a:r>
            <a:endParaRPr lang="en-US" sz="3600" dirty="0"/>
          </a:p>
        </p:txBody>
      </p:sp>
      <p:pic>
        <p:nvPicPr>
          <p:cNvPr id="13" name="Image 0" descr="/home/claude/f4/img/v2/volcan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volcano and its parts.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magma and lava?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is underground; lava is on the surface.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a composite cone steep and layered?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built of alternating layers of ash and lava.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on the surface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huge hollow after a collapse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Runny lava forms ______ volcanoes with gentle slopes.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an adult what people grow around Buea and Limbe, and why the soils are good.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7: Volcanoes and Man.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volcan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cendre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cratère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Caldera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caldeira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cône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Crustal Processes and their Effect on the Land Surface and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Volcanism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process of volcanism. Describe the products of volcanoes. Explain the different types of volcanic cones and depressions.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volcanic landforms and explain why they differ.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Volcanism, Lava, Caldera; II. Process and Products: Process, Products, Life cycle; III. Volcanic Landforms: Basic lava cones, Acid lava cones, Ash cones and composite cones, Depressions and plateaux.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an adult what people grow around Buea and Limbe, and why the soils are good.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“Pahoehoe Lava Flow” by graysky., CC BY-NC-SA 2.0, via Flickr (https://www.flickr.com/photos/20021588@N00/540223861)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“Mayon Volcano, Albay, Luzon, Philippines” by Ray in Manila, CC BY 2.0, via Flickr (https://www.flickr.com/photos/21186555@N07/20591774278)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“Taal Lake and Volcano, Tagaytay, Philippines” by Ray in Manila, CC BY 2.0, via Flickr (https://www.flickr.com/photos/21186555@N07/28260012661)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“Snapshot, Daguoye Columnar Basalt, Penghu, Taiwan, 隨拍, 池東大菓葉玄武岩, 大菓葉柱狀” by bryan..., CC BY-SA 2.0, via Flickr (https://www.flickr.com/photos/91049143@N00/52316527525)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2026-09-27T04:25:32Z</dcterms:created>
  <dcterms:modified xsi:type="dcterms:W3CDTF">2026-09-27T04:25:32Z</dcterms:modified>
</cp:coreProperties>
</file>