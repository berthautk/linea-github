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volcanicity, lava, magma, cones, crater, caldera. At the end, you should be able to do this: learners are able to identify volcanic landforms and explain why they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Collect information about Mount Cameroon: its height and the years of its recent eruptions.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about 4,040 m high, the highest mountain in West and Central Africa. Recent eruptions: 1959, 1982, 1999 and 2000.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process of volcanism. Number 2: describe the products of volcanoes. Number 3: explain the different types of volcanic cones and depressions.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plate margins and hot spots.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2000, lava from Mount Cameroon flowed towards the road near Bakingili. Some visitors are surprised that the mountain has gentle slopes, while pictures of Mount Fuji show a steep cone.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visitors do not know why volcanoes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decides the shape of a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type of lava and the type of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in Cameroon and understand how they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volcanoes form and why their landforms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flow of hot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melted rock underground; lava is magma that reaches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products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(pyroclasts)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mayon Volcano, Philippines: a steep cone of ash and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cone has layers of ash and lava. What type of cone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strato-volcano (composite cone).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lake inside an old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a small hollow at the top; a caldera is a huge hollow after a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columns of basalt from old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Many flows of runny lava can cover a large area. What landform do they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lava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Process and Cycle. Volcanism can be understood as follows. On this slide we have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Process and Cycle.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Process and Cycle. On this slide we have Life cycle of a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Volcanoes. Volcanoes produce the following materials. On this slide we have Lava and Pyroclasts.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Volcanoes. On this slide we have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Landforms. The type of landform depends on the lava and the eruption. On this slide we have Basic lava cones.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Landforms. On this slide we have Acid lava cones (cumulo-domes) and Ash and cinder cones.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Landforms. On this slide we have Composite (strato) cones.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Plateaux and Depressions. Other volcanic landforms include. On this slide we have Lava plateaux.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Plateaux and Depressions. On this slide we have Craters and calderas.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magma and lava?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magma is underground; lava is on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composite cone steep and layered?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built of alternating layers of ash and lava.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caldera; number 3, shield (basic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what people grow around Buea and Limbe, and why the soils are good.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Volcanism</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lava, magma, cones, crater, caldera.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process; products; types of cones and why they differ; the life cycle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volcanic landforms and explain why they differ.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information about Mount Cameroon: its height and the years of its recent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about 4,040 m high, the highest mountain in West and Central Africa. Recent eruptions: 1959, 1982,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 of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types of volcanic cones and depressions.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plate margins and hot spots.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2000, lava from Mount Cameroon flowed towards the road near Bakingili. Some visitors are surprised that the mountain has gentle slopes, while pictures of Mount Fuji show a steep cone.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visitors do not know why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decides the shape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type of lava and the type of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in Cameroon and understand how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volcanoes form and why their landforms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 of hot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melted rock underground; lava is magma that reaches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y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Mayon Volcano, Philippines: a steep cone of ash and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cone has layers of ash and lava. What type of cone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strato-volcano (composite cone).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lake inside an old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a small hollow at the top; a caldera is a huge hollow after a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basa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Columns of basalt from old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flows of runny lava can cover a large area. What landform do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lava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magma and gases from inside the Earth reach the surface or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forms in the mantle, rises because it is lighter and collects in a magma chamber. It escapes through a vent when gas pressure is high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cycle of a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volcano is active when it erupts often, dormant when it is sleeping, and extinct when it will not erupt again. Mount Cameroon is active, Mount Manengouba is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structure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produce the following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at the surface; basic lava is runny, while acid lava is thick. Pahoehoe and aa are types of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solid fragments: ash, lapilli and volcanic bombs. They fall around the volcano and build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release water vapour, carbon dioxide and sulphur gases. These gases can be deadly, as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 of landform depends on the lava and the eruption: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lava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lava forms wide cones with gentle slopes (shield volcanoes). Mauna Loa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cones (cumulo-domes):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lava forms steep, dome-shaped cones. The lava does not flow far.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Pyroclasts pile up into small, steep, concave cones. Many exist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(strato)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ash and lava build large, symmetrical cones. Mount Cameroon and Mount Fuji are composite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pic>
        <p:nvPicPr>
          <p:cNvPr id="4" name="Image 0" descr="/home/claude/f4/img/v2/lsa_may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Plateaux and Depressions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volcanic landforms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flows of runny lava from fissures cover large areas. The Deccan plateau and parts of the Adamawa and Bamenda plateaux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Plateaux and Depressions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Craters and calderas: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the small hollow at the top of the vent. A caldera is a much larger hollow formed when the top collapses; it may contain a lake like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underground; lava is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composite cone steep and layered?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built of alternating layers of ash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huge hollow after a collapse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Runny lava forms ______ volcanoes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what people grow around Buea and Limbe, and why the soils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Caldera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caldeira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cône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process of volcanism. Describe the products of volcanoes. Explain the different types of volcanic cones and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volcanic landforms and explain why they differ.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Process and Cycle; Products of Volcanoes; Volcanic Landforms; Plateaux and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what people grow around Buea and Limbe, and why the soils are good.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and mark magma and lava.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solid, liquid and gas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alternating layers of ash and lava.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crater lakes of Cameroon (Barombi Mbo, Nyos).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basalt plateaux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2026-09-27T09:33:08Z</dcterms:created>
  <dcterms:modified xsi:type="dcterms:W3CDTF">2026-09-27T09:33:08Z</dcterms:modified>
</cp:coreProperties>
</file>