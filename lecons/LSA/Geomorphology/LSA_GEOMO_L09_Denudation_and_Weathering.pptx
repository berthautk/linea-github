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9: Denudation and Weathering.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four words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slope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example of the granite rock.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rusty nail.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road cracked by roots.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denudation 2. aggradation 3. exfoliation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Denudation and Weathering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Denudation and 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Denudation, weathering, slope, degradation, aggradation.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classification of denudation; slopes and the slope system; weathering types and agents.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the processes that wear down slopes and the types of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denudation and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slopes and the slope system.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types of weathering and their processes.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forces wear down the relief.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Rocks break down over time.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Garoua, Yaya sees that a big granite rock is peeling in thin layers, while an old metal gate in town has turned red and crumbles.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Yaya does not know why the rock and the gate are breaking.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breaking the rock?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Heating and cooling (physical weathering).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breaking the gate?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and air (chemical change, like oxidation).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slopes and rocks are slowly worn down.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DENUDATION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denuda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processes of denudation.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DENUDATION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processes of denudation in order.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DENUDATION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Weathering, erosion, transport and deposition.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SLOPES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lope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slope as a system.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SLOPES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inputs and outputs of a slope system?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SLOPES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rain, sun heat, weathered rock. Outputs: soil and rock that reach the foot and the rivers.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PHYSICAL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exfolia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heating by day, cooling at night.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PHYSICAL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granite peel off in hot dry areas?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PHYSICAL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expands by day and contracts at night until the outer layer breaks (exfoliation).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CHEMICAL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Rusty metal.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CHEMICAL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and oxygen attack iron. What is this process called in rocks?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CHEMICAL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Oxidation (a type of chemical weathering).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BIOLOGICAL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roo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breaking rocks.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BIOLOGICAL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plants weather rocks?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BIOLOGICAL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widen cracks and plants release acids.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Denudation and Weathering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9: Denudation and Weathering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Denudation: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wearing down of the land by weathering, mass movement and erosion.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breakdown of rocks in their place by weather and living things.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Degradation: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lowering of the land by removal of material.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Aggradation: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building up of the land by deposition.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Slopes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Meaning and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slope is an inclined surface of the land. Slopes can be convex, concave, straight or free faces (cliffs).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slope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 are rain, heat and weathered rock. Material moves downslope and leaves at the foot into rivers.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Slopes (2/2)</a:t>
            </a:r>
            <a:endParaRPr lang="en-US" sz="3600" dirty="0"/>
          </a:p>
        </p:txBody>
      </p:sp>
      <p:pic>
        <p:nvPicPr>
          <p:cNvPr id="13" name="Image 0" descr="/home/claude/f4/img/v2/slope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slope system.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Weathering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Physical (mechanical):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break into pieces without changing their minerals. Processes include exfoliation, frost action and salt crystallisation.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Chemical: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Water, oxygen and acids change the minerals of rocks. Processes include oxidation, hydrolysis, carbonation and solution.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Weathering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Biological: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and animals break rocks. Roots widen cracks and burrowing animals expose rocks.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weathering and erosion.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breaks rocks in place; erosion removes and carries material.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process of each type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Exfoliation (physical), oxidation (chemical), root action (biological).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wearing down of the land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up of the land by deposition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Peeling of rock by heating and cooling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rocks in the dry North and in the wet South of Cameroon. Where are they more deeply weathered? Why?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10: Intensity and Types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L'altération / la météorisation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(dénudation)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Exfoliation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desquamation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dépôt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9: Denudation and Weathering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denudation and weathering. Describe slopes and the slope system. Explain the types of weathering and their processes.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the processes that wear down slopes and the types of weathering.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Denudation, Weathering, Degradation, Aggradation; II. Slopes: Meaning and types, The slope system; III. Types of Weathering: Physical (mechanical), Chemical, Biological.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rocks in the dry North and in the wet South of Cameroon. Where are they more deeply weathered? Why?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1 and 3 are animations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“Lock down!” by ViNo Gv, CC BY 2.0, via Flickr (https://www.flickr.com/photos/38217093@N03/20143584561)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“Stones 'n' Roots” by erix!, CC BY 2.0, via Flickr (https://www.flickr.com/photos/68387408@N00/55692423)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2026-09-27T04:25:33Z</dcterms:created>
  <dcterms:modified xsi:type="dcterms:W3CDTF">2026-09-27T04:25:33Z</dcterms:modified>
</cp:coreProperties>
</file>