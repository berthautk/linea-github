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Denudation and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denudation, weathering, slope, degradation, aggradation. At the end, you should be able to do this: learners are able to identify the processes that wear down slopes and the types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Earthquakes and Man. The question was: Look at an old wall or a big rock near your home. Describe how it is breaking.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Elders near Buea may remember tremors during the eruptions of 1982 and 1999. In Garoua, earthquakes are rarely felt because it is far from active margins.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and weathering. Number 2: describe slopes and the slope system. Number 3: explain the types of weathering and their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External forces wear down the relief. Rocks break down over time.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Yaya sees that a big granite rock is peeling in thin layers, while an old metal gate in town has turned red and crumbles.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why the rock and the gate are 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breaking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Heating and cooling (physical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breaking the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and air (chemical change, like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rocks break down to form soils and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slopes and rocks are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processes of denudation in order.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 erosion, transport and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slope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inputs and outputs of a slope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sun heat, weathered rock. Outputs: soil and rock that reach the foot and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heating by day, cooling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granite peel off in hot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by day and contracts at night until the outer layer breaks (exfoliation).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rusty metal.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Water and oxygen attack iron. What is this process called in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 (a type of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breaking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plants weather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Roots widen cracks and plants release acids.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Denudation. Denudation can be understood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Denudation.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Slopes. Slopes can be studied as follows. On this slide we have Meaning and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Slopes. On this slide we have The slope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slope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Weathering and its Types. Weathering is the breakdown of rocks in place; it is of three types. On this slide we have Mechanical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its Types. On this slide we have Chemical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its Types. On this slide we have Biological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weathering and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breaks rocks in place; erosion removes and carries material.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process of each type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exfoliation (physical), oxidation (chemical), root action (biological).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denudation; number 2, aggradation; number 3, exfoliation.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rocks in the dry North and in the wet South of Cameroon. Where are they more deeply weathered?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Intensity and Factors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DENUDATION AND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gif"/><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 and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Denudation and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weathering, slope, degradation, aggradation.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denudation; slopes and the slope system; weathering types and agents.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processes that wear down slopes and the types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Earthquakes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wall or a big rock near your home. Describe how it is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Elders near Buea may remember tremors during the eruptions of 1982 and 1999. In Garoua, earthquakes are rarely felt because it is far from active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 and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slopes and the slope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types of weathering and their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External forces wear down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break down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Yaya sees that a big granite rock is peeling in thin layers, while an old metal gate in town has turned red and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why the rock and the gate are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Heating and cooling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breaking the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air (chemical change, like 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rocks break down to form soils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slopes and rocks are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 in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slope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inputs and outputs of a slope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sun heat, weathered rock. Outputs: soil and rock that reach the foot and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by day and contracts at night until the outer layer breaks (exfoliation).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metal.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oxygen attack iron. What is this process called in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(a type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breaking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plants weather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widen cracks and plants release acids.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Denudation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down and lowering of the land surface by external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 includes weathering (breaking rocks in place), mass wasting (movement by gravity), erosion (removal by agents) and transport. Deposition ends the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Slopes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slope is an inclined surface of the land. Slopes can be convex, concave, straight (rectilinear) or free faces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slope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rain, sun energy and weathered material from above. Processes are weathering and mass movement, and outputs are material moved downslope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slope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is the breakdown of rocks in place; it is of three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into pieces without chemical change. Processes are exfoliation by heating and cooling, frost shattering and salt crystallisation.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minerals are changed by water, oxygen and acids. Processes are oxidation (rust), hydrolysis of feldspar, carbonation of limestone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break rocks. Roots widen cracks, and lichens and termites produce acids and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weathering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breaks rocks in place; erosion removes and carries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process of each type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(physical), oxidation (chemical), root action (biological).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down of the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Building up of the land by deposition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Peeling of rock by heating and cooling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rocks in the dry North and in the wet South of Cameroon. Where are they more deeply weathered?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(dénudation)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Denudation and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and weathering. Describe slopes and the slope system. Explain the types of weathering and their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processes that wear down slopes and the types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Denudation; Slopes; Weathering and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rocks in the dry North and in the wet South of Cameroon. Where are they more deeply weathered?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four words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slope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example of the granite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a road cracked by roots.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2026-09-27T10:07:58Z</dcterms:created>
  <dcterms:modified xsi:type="dcterms:W3CDTF">2026-09-27T10:07:58Z</dcterms:modified>
</cp:coreProperties>
</file>