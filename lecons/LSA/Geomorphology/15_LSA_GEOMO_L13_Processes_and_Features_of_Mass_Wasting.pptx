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Processes and Features of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soil creep, solifluction, landslide, slump, mudflow, debris flow, rockfall, scree (talus), afforestation, retaining wall, terracing, zoning. At the end, you should be able to do this: learners are able to describe the types of mass movements, explain their impacts and propose measures to control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Mass Wasting (Movement). The question was: Name one slow mass movement.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Soil creep or solifluction.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slow mass movements. Number 2: describe fast mass movements and their features. Number 3: explain the impacts of mass wasting. Number 4: propose solutions to control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is the main trigger of mass wasting. Creep is slow and falls are fast. The angle of repose limits stable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the peak of the rainy season, you pass a steep road cutting near the high banks of the Benue. A large section of soil and rock that was stable in the dry season has collapsed, leaving a fresh scar on the slope. A small tree at the edge now leans at a strange angle. You ask: "What force made this part of the slope fall suddenly, can it also happen slowly, and how can we prevent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types of mass movements and how to control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very slow movement that tilts trees over years?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creep.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sudden collapse after heavy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fast mass movement such as a landslide or a slump.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keep drains clear on slopes near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lives, houses and roads from landslides and bank collapses.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solifluction lobes.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solifluction?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slow flow of waterlogged soil over impermeable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slump.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slump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Along a curved surface, with the block rotating backwards.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scree at the foot of a cliff.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pile of rocks at the foot of a cliff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Scree (talus).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landslide scar.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impact of mass wasting on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Deaths, destroyed houses and farms, blocked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terraced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terraces reduce mass wasting?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the slope angle and slow down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Solifluction.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Slumping, Subsidence and Scree (talus).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Slow Mass Movements. The slow mass movements are the following. Copy the point on Soil creep on the left, then draw the diagram on the right: soil creep.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Solifluction on the left, then draw the diagram on the right: solifluction lobes.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Fast Mass Movements. The fast mass movements are the following. Copy the point on Landslides and slumps on the left, then draw the diagram on the right: a slump.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Rockfalls on the left, then draw the diagram on the right: scree.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Mudflows and debris flows on the left, then draw the diagram on the right: a mudflow.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Fast Mass Movements. Copy the point on Subsidence: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Man. Mass wasting has the following impacts on man. Copy the point on Loss of life on the left, then draw the diagram on the right: a landslide scar.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Man. Copy the point on Destruction of property: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Man. Copy the point on Damage to infrastructure: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the Environment. Mass wasting has the following impacts on the environment. Copy the point on Scars on the landscape: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Environment. Copy the point on Damming of rivers: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Environment. Copy the point on Destruction of habitats: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Mass wasting is controlled by the following measures. Copy the point on Afforestation on the left, then draw the diagram on the right: solutions to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Drainage of slopes: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Retaining walls and terracing on the left, then draw the diagram on the right: terraces.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Copy the point on Land-use planning and warning: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soil creep from a landslide.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creep is a very slow, continuous movement of soil; a landslide is a sudden, rapid movement of a large mass.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control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afforestation, drainage, retaining walls, terracing, zoning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slump; number 2, scree (talus); number 3, afforestation.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work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Erosional Processes and the Fluvial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PROCESSES AND FEATURES OF MASS WASTING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Processes and Features of Mass Wasting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Processes and Features of Mass Wasting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creep, solifluction, landslide, slump, mudflow, debris flow, rockfall, scree (talus), afforestation, retaining wall, terracing, zoning.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Slow mass movements (creep, solifluction); fast mass movements (landslides, slumps, mudflows, rockfalls); impacts on man and the environment; control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types of mass movements, explain their impacts and propose measures to control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Mass Wasting (Movement)):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slow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 or solifluction.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slow mass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fast mass movements and their features.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control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is the main trigger of mass wasting.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Creep is slow and falls are fast.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angle of repose limits stable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peak of the rainy season, you pass a steep road cutting near the high banks of the Benue.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section of soil and rock that was stable in the dry season has collapsed, leaving a fresh scar on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tree at the edge now leans at a strange angle.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force made this part of the slope fall suddenly, can it also happen slowly, and how can we prevent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types of mass movements and how to control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very slow movement that tilts trees over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sudden collapse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fast mass movement such as a landslide or a slump.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keep drains clear on slopes near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lives, houses and roads from landslides and bank collapses.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lifl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Solifluction lobes.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solifluction?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flow of waterlogged soil over impermeable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lum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slump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a curved surface, with the block rotating backwards.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Scree at the foot of a cliff.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pile of rocks at the foot of a cliff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Scree (talus).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ands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 scar.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impact of mass wasting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destroyed houses and farms, blocked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reduce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the slope angle and slow down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Solifluction: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flow of waterlogged soil over impermeable or frozen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Slumping: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sliding of a mass of material along a curved surface, with a backward rotation.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sinking of the ground surface into a hollow below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Scree (talus):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pile of rock fragments at the foot of a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slow mass movements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Soil creep: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Soil creep is the very slow downhill movement of soil, a few centimetres a year, caused by wetting and drying or heating and cooling. It is shown by tilted poles, curved tree trunks and cracked walls and roads.</a:t>
            </a:r>
            <a:endParaRPr lang="en-US" sz="3000" dirty="0"/>
          </a:p>
        </p:txBody>
      </p:sp>
      <p:pic>
        <p:nvPicPr>
          <p:cNvPr id="5" name="Image 0" descr="/home/claude/f4/img/v2/creep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creep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Solifluction: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Solifluction is the slow flow of waterlogged soil over frozen ground or impermeable clay. It forms tongue-shaped lobes on slopes, especially in cold regions when the top layer thaws.</a:t>
            </a:r>
            <a:endParaRPr lang="en-US" sz="3600" dirty="0"/>
          </a:p>
        </p:txBody>
      </p:sp>
      <p:pic>
        <p:nvPicPr>
          <p:cNvPr id="5" name="Image 0" descr="/home/claude/f4/img/v2/lsa_soliflucti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solifluction lobes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fast mass movements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Landslides and slumps: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a landslide, a mass of rock or soil slides rapidly down a slope over a flat surface. In a slump, it slides along a curved surface and rotates backwards, as on the banks of the Benue after heavy rain.</a:t>
            </a:r>
            <a:endParaRPr lang="en-US" sz="3000" dirty="0"/>
          </a:p>
        </p:txBody>
      </p:sp>
      <p:pic>
        <p:nvPicPr>
          <p:cNvPr id="5" name="Image 0" descr="/home/claude/f4/img/v2/lsa_slump.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Rockfalls: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Blocks of rock loosened by weathering fall freely from steep cliffs. They pile up at the foot of the cliff and form scree.</a:t>
            </a:r>
            <a:endParaRPr lang="en-US" sz="3600" dirty="0"/>
          </a:p>
        </p:txBody>
      </p:sp>
      <p:pic>
        <p:nvPicPr>
          <p:cNvPr id="5" name="Image 0" descr="/home/claude/f4/img/v2/lsa_scre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scree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Mudflows and debris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After heavy rain, a mixture of water, soil and rocks rushes down valleys like wet concrete. They are very destructive and can travel several kilometres.</a:t>
            </a:r>
            <a:endParaRPr lang="en-US" sz="3600" dirty="0"/>
          </a:p>
        </p:txBody>
      </p:sp>
      <p:pic>
        <p:nvPicPr>
          <p:cNvPr id="5" name="Image 0" descr="/home/claude/f4/img/v2/lsa_laha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mudflow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sinks vertically into a hollow below it, such as a cave in limestone or an old mine. Pumping too much groundwater can also make the land sink, as in parts of Mexico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Impacts on Man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Mass wasting has the following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Fast movements bury people in their houses, often at night. The landslide at Gouache, in Bafoussam, killed more than 40 people in October 2019.</a:t>
            </a:r>
            <a:endParaRPr lang="en-US" sz="3200" dirty="0"/>
          </a:p>
        </p:txBody>
      </p:sp>
      <p:pic>
        <p:nvPicPr>
          <p:cNvPr id="6" name="Image 0" descr="/home/claude/f4/img/v2/lsa_landsca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 scar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Impacts on Man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farms and livestock are destroyed or buried. Many families lose their homes and their means of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Impacts on Man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Damage to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railways, bridges and pipes are cut or blocked. Their repair and the cleaning of debris cost large sums of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Impacts on the Environment</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wasting has the following impacts on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Scars on the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Landslides leave bare scars on the slopes and piles of debris at their foot. The soil is lost and takes a long time to form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Impacts on the Environment</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Damming of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Debris can block a river and form a temporary lake upstream. When the dam breaks, it causes sudden floods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Mass Wasting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Impacts on the Environment</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habitats: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and grasslands are destroyed, and animals lose their homes. The sediments also pollute rivers and harm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Mass wasting is controlled by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Afforestation: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Planting trees and grass binds the soil with their roots and reduces the water that enters it. It is the cheapest way to stabilise slopes.</a:t>
            </a:r>
            <a:endParaRPr lang="en-US" sz="3600" dirty="0"/>
          </a:p>
        </p:txBody>
      </p:sp>
      <p:pic>
        <p:nvPicPr>
          <p:cNvPr id="5" name="Image 0" descr="/home/claude/f4/img/v2/geo2_mw_solution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solutions to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of 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Channels and pipes remove excess water from slopes before it soaks in. This keeps the soil dry and heavy slopes lighter.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Retaining walls and terracing: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Strong walls at the foot of slopes hold back soil and rock, and wire nets stop falling rocks. Terraces, as in the Mandara Mountains, reduce the angle of slopes and slow runoff.</a:t>
            </a:r>
            <a:endParaRPr lang="en-US" sz="3600" dirty="0"/>
          </a:p>
        </p:txBody>
      </p:sp>
      <p:pic>
        <p:nvPicPr>
          <p:cNvPr id="5" name="Image 0" descr="/home/claude/f4/img/v2/f4_terrace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terraces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Maps show the high-risk zones, and laws forbid building on them. Monitoring of cracks and rainfall allows people to be evacuated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soil creep from a landslide.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creep is a very slow, continuous movement of soil; a landslide is a sudden, rapid movement of a large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control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Afforestation, drainage, retaining walls, terracing, zoning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slide along a curved surface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 fragments at the foot of a cliff form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on slopes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work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wasting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creep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reptation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coulée de boue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Retaining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mur de soutènement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cultures en terrasses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Processes and Features of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slow mass movements. Describe fast mass movements and their features. Explain the impacts of mass wasting. Propose solutions to control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types of mass movements, explain their impacts and propose measures to control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Slow Mass Movements; Fast Mass Movements; Impacts on Man; Impacts on the Environment;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work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waterlogged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curved slip surface.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pour gravel into a pile.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impacts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terraces in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“Opal Hills” by Dru!, CC BY-NC 2.0, via Flickr (https://www.flickr.com/photos/36543076@N00/17159561341)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“Holderness landslides 026” by Madingley, CC BY-NC 2.0, via Flickr (https://www.flickr.com/photos/26004680@N00/256596582)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“Hillsides scarred by landslides caused by cloudbursts, Rudraprayag, Ut” by ICIMOD.Gallery, CC BY-NC 2.0, via Flickr (https://www.flickr.com/photos/127267759@N06/16051008426)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(Mudflows and debris flows): “Lahar (mudflow) remnants from Mount Ruapehu” by Wade Tregaskis, CC BY-NC 2.0, via Flickr (https://www.flickr.com/photos/7725552@N06/502073245)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2026-09-29T12:18:37Z</dcterms:created>
  <dcterms:modified xsi:type="dcterms:W3CDTF">2026-09-29T12:18:37Z</dcterms:modified>
</cp:coreProperties>
</file>