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Processes and Features of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Mass Movements. The key notions we shall use today are: soil creep, solifluction, landslide, slump, mudflow, debris flow, rockfall, scree (talus), afforestation, retaining wall, terracing, zoning. At the end, you should be able to do this: learners are able to describe the types of mass movements, explain their impacts and propose measures to control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Mass Wasting (Movement). The question was: Name one slow mass movement.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Soil creep or solifluction.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slow mass movements. Number 2: describe fast mass movements and their features. Number 3: explain the impacts of mass wasting. Number 4: propose solutions to control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is the main trigger of mass wasting. Creep is slow and falls are fast. The angle of repose limits stable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the peak of the rainy season, you pass a steep road cutting near the high banks of the Benue. A large section of soil and rock that was stable in the dry season has collapsed, leaving a fresh scar on the slope. A small tree at the edge now leans at a strange angle. You ask: "What force made this part of the slope fall suddenly, can it also happen slowly, and how can we prevent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types of mass movements and how to control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very slow movement that tilts trees over years?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creep.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sudden collapse after heavy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fast mass movement such as a landslide or a slump.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keep drains clear on slopes near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lives, houses and roads from landslides and bank collapses.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solifluction lobes.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solifluction?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slow flow of waterlogged soil over impermeable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slump.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 slump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Along a curved surface, with the block rotating backwards.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scree at the foot of a cliff.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pile of rocks at the foot of a cliff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Scree (talus).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landslide scar.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impact of mass wasting on man.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Deaths, destroyed houses and farms, blocked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terraced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terraces reduce mass wasting?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reduce the slope angle and slow down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Solifluction and Landslide.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Slump and Scree (talus).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Slow Mass Movements. The slow mass movements are the following. Copy the point on Soil creep on the left, then draw the diagram on the right: soil creep.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Solifluction on the left, then draw the diagram on the right: solifluction lobes.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Fast Mass Movements. The fast mass movements are the following. Copy the point on Landslides on the left, then draw the diagram on the right: a landslide.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Slumps on the left, then draw the diagram on the right: a slump.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Mudflows and debris flows on the left, then draw the diagram on the right: a mudflow.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Rockfalls on the left, then draw the diagram on the right: scree.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Mass Wasting. Mass wasting has the following impacts. On this slide we have On man.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Mass Wasting. On this slide we have On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a landslide scar.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Control Mass Wasting. Mass wasting is controlled by the following measures. Copy the point on Afforestation on the left, then draw the diagram on the right: controlling mass wasting.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Control Mass Wasting. On this slide we have Drainage and Retaining walls.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Terracing on the left, then draw the diagram on the right: terraced slopes.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Control Mass Wasting. On this slide we have Land-use zoning.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soil creep from a landslide.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 creep is a very slow, continuous movement of soil; a landslide is a sudden, rapid movement of a large mass.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control mass wasting.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afforestation, drainage, retaining walls, terracing, zoning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slump; number 2, scree (talus); number 3, afforestation.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work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Erosional Processes and the Fluvial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PROCESSES AND FEATURES OF MASS WASTING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Processes and Features of Mass Wasting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Processes and Features of Mass Wasting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creep, solifluction, landslide, slump, mudflow, debris flow, rockfall, scree (talus), afforestation, retaining wall, terracing, zoning.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Slow mass movements (creep, solifluction); fast mass movements (landslides, slumps, mudflows, rockfalls); impacts on man and the environment; control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types of mass movements, explain their impacts and propose measures to control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Mass Wasting (Movement)):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slow mass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creep or solifluction.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slow mass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fast mass movements and their features.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control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is the main trigger of mass wasting.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Creep is slow and falls are fast.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angle of repose limits stable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peak of the rainy season, you pass a steep road cutting near the high banks of the Benue.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section of soil and rock that was stable in the dry season has collapsed, leaving a fresh scar on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tree at the edge now leans at a strange angle.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force made this part of the slope fall suddenly, can it also happen slowly, and how can we prevent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types of mass movements and how to control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very slow movement that tilts trees over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sudden collapse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fast mass movement such as a landslide or a slump.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keep drains clear on slopes near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lives, houses and roads from landslides and bank collapses.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lifl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Solifluction lobes.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solifluction?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slow flow of waterlogged soil over impermeable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lum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slump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a curved surface, with the block rotating backwards.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Scree at the foot of a cliff.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pile of rocks at the foot of a cliff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Scree (talus).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landsc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 scar.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impact of mass wasting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destroyed houses and farms, blocked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reduce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the slope angle and slow down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Mass Movements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Processes and Features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Solifluction: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flow of waterlogged soil over impermeable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rapid movement of a mass of rock or soil down a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Slump: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slide along a curved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Scree (talus):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pile of rock fragments at the foot of a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slow mass movements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creep: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slow downhill movement of soil, a few centimetres a year, shown by tilted poles and cracked roads.</a:t>
            </a:r>
            <a:endParaRPr lang="en-US" sz="3600" dirty="0"/>
          </a:p>
        </p:txBody>
      </p:sp>
      <p:pic>
        <p:nvPicPr>
          <p:cNvPr id="5" name="Image 0" descr="/home/claude/f4/img/v2/creep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 creep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Solifluction: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Waterlogged soil flows slowly over frozen ground or impermeable clay.</a:t>
            </a:r>
            <a:endParaRPr lang="en-US" sz="3600" dirty="0"/>
          </a:p>
        </p:txBody>
      </p:sp>
      <p:pic>
        <p:nvPicPr>
          <p:cNvPr id="5" name="Image 0" descr="/home/claude/f4/img/v2/lsa_solifluc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solifluction lobes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fast mass movements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Landslides: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large block of rock or soil moves rapidly down a slope.</a:t>
            </a:r>
            <a:endParaRPr lang="en-US" sz="3600" dirty="0"/>
          </a:p>
        </p:txBody>
      </p:sp>
      <p:pic>
        <p:nvPicPr>
          <p:cNvPr id="5" name="Image 0" descr="/home/claude/f4/img/v2/f4_landslid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Slumps: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Material slides along a curved surface and rotates, as on the banks of the Benue after heavy rain.</a:t>
            </a:r>
            <a:endParaRPr lang="en-US" sz="3600" dirty="0"/>
          </a:p>
        </p:txBody>
      </p:sp>
      <p:pic>
        <p:nvPicPr>
          <p:cNvPr id="5" name="Image 0" descr="/home/claude/f4/img/v2/lsa_slum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Mudflows and debris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soil and rock move like wet concrete in hilly areas after heavy rain.</a:t>
            </a:r>
            <a:endParaRPr lang="en-US" sz="3600" dirty="0"/>
          </a:p>
        </p:txBody>
      </p:sp>
      <p:pic>
        <p:nvPicPr>
          <p:cNvPr id="5" name="Image 0" descr="/home/claude/f4/img/v2/lsa_lah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mudflow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Rockfalls: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Rocks fall freely from a steep cliff and pile up as scree at its foot.</a:t>
            </a:r>
            <a:endParaRPr lang="en-US" sz="3600" dirty="0"/>
          </a:p>
        </p:txBody>
      </p:sp>
      <p:pic>
        <p:nvPicPr>
          <p:cNvPr id="5" name="Image 0" descr="/home/claude/f4/img/v2/lsa_scr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scree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wasting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man: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Loss of life and injuries.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Destruction of houses and farms.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Damage to roads, railways and bridges.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 costs of repair and cleaning.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Bare scars on slopes.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dammed by debris, causing floods upstream.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Destruction of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landslide at Gouache (Bafoussam) in 2019 killed more than 40 people.</a:t>
            </a:r>
            <a:endParaRPr lang="en-US" sz="3600" dirty="0"/>
          </a:p>
        </p:txBody>
      </p:sp>
      <p:pic>
        <p:nvPicPr>
          <p:cNvPr id="5" name="Image 0" descr="/home/claude/f4/img/v2/lsa_landsc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 scar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to Control Mass Wasting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Mass wasting is controlled by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Afforestation: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and grass bind the soil with their roots.</a:t>
            </a:r>
            <a:endParaRPr lang="en-US" sz="3600" dirty="0"/>
          </a:p>
        </p:txBody>
      </p:sp>
      <p:pic>
        <p:nvPicPr>
          <p:cNvPr id="5" name="Image 0" descr="/home/claude/f4/img/v2/geo2_mw_solution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controlling mass wasting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to Control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Channels and pipes remove excess water from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Retaining walls: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walls at the foot of slopes hold back soil and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to Control Mass Wasting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Terracing: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Steps cut into slopes reduce the angle and slow runoff, as in the Mandara Mountains.</a:t>
            </a:r>
            <a:endParaRPr lang="en-US" sz="3600" dirty="0"/>
          </a:p>
        </p:txBody>
      </p:sp>
      <p:pic>
        <p:nvPicPr>
          <p:cNvPr id="5" name="Image 0" descr="/home/claude/f4/img/v2/f4_terrac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terraced slopes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to Control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zoning: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Laws forbid building in high-risk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soil creep from a landslide.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creep is a very slow, continuous movement of soil; a landslide is a sudden, rapid movement of a large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control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Afforestation, drainage, retaining walls, terracing, zoning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slide along a curved surface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 fragments at the foot of a cliff form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on slopes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work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Mass wasting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 de 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creep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reptation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coulée de boue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Retaining wall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mur de soutènement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Terracing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cultures en terrasses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Processes and Features of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slow mass movements. Describe fast mass movements and their features. Explain the impacts of mass wasting. Propose solutions to control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types of mass movements, explain their impacts and propose measures to control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Slow Mass Movements; Fast Mass Movements; Impacts of Mass Wasting; Solutions to Control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work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waterlogged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curved slip surface.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pour gravel into a pile.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impacts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terraces in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“Opal Hills” by Dru!, CC BY-NC 2.0, via Flickr (https://www.flickr.com/photos/36543076@N00/17159561341)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“Holderness landslides 026” by Madingley, CC BY-NC 2.0, via Flickr (https://www.flickr.com/photos/26004680@N00/256596582)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“Hillsides scarred by landslides caused by cloudbursts, Rudraprayag, Ut” by ICIMOD.Gallery, CC BY-NC 2.0, via Flickr (https://www.flickr.com/photos/127267759@N06/16051008426)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(Landslides):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(Mudflows and debris flows): “Lahar (mudflow) remnants from Mount Ruapehu” by Wade Tregaskis, CC BY-NC 2.0, via Flickr (https://www.flickr.com/photos/7725552@N06/502073245)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2026-09-28T22:07:45Z</dcterms:created>
  <dcterms:modified xsi:type="dcterms:W3CDTF">2026-09-28T22:07:45Z</dcterms:modified>
</cp:coreProperties>
</file>