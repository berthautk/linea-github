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soil creep, solifluction, landslide, slump, mudflow, debris flow, rockfall, scree (talus), afforestation, retaining wall, terracing, zoning. At the end, you should be able to do this: learners are able to describe the types of mass movements, explain their impacts and propose measures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Name one slow mass movement.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creep or solifluction.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slow mass movements. Number 2: describe fast mass movements and their features. Number 3: explain the impacts of mass wasting. Number 4: propose solutions to control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is the main trigger of mass wasting. Creep is slow and falls are fast. The angle of repose limits stable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peak of the rainy season, you pass a steep road cutting near the high banks of the Benue. A large section of soil and rock that was stable in the dry season has collapsed, leaving a fresh scar on the slope. A small tree at the edge now leans at a strange angle. You ask: "What force made this part of the slope fall suddenly, can it also happen slowly, and how can we prevent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of mass movements and how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very slow movement that tilts trees over years?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creep.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sudden collapse after heavy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fast mass movement such as a landslide or a slump.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keep drains clear on slopes near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houses and roads from landslides and bank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solifluction lobes.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solifluction?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slow flow of waterlogged soil over impermeable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slump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a curved surface, with the block rotating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scree at the foot of a cliff.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pile of rocks at the foot of a cliff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Scree (talus).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landslide scar.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impact of mass wasting on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Deaths, destroyed houses and farms, blocked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the slope angle and slow down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Solifluction.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Slumping, Subsidence and Scree (talus).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slow mass movements are the following. Copy the point on Soil creep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Solifluction on the left, then draw the diagram on the right: solifluction lobes.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fast mass movements are the following. Copy the point on Landslides and slumps on the left, then draw the diagram on the right: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Rockfalls on the left, then draw the diagram on the right: scree.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Mudflows and debris flows on the left, then draw the diagram on the right: a mudflow.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Fast Mass Movements. Copy the point on Subsidence: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Man. Mass wasting has the following impacts on man. Copy the point on Loss of life on the left, then draw the diagram on the right: a landslide scar.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Man. Copy the point on Destruction of property: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Man. Copy the point on Damage to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Environment. Mass wasting has the following impacts on the environment. Copy the point on Scars on the landscape: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Environment. Copy the point on Damming of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Environment. Copy the point on Destruction of habitats: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Mass wasting is controlled by the following measures. Copy the point on Afforestation on the left, then draw the diagram on the right: solutions to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Drainage of slopes: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Retaining walls and terracing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Land-use planning and warning: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creep from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creep is a very slow, continuous movement of soil; a landslide is a sudden, rapid movement of a large mass.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control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afforestation, drainage, retaining walls, terracing, zoning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slump; number 2, scree (talus); number 3, afforestation.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work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creep, solifluction, landslide, slump, mudflow, debris flow, rockfall, scree (talus), afforestation, retaining wall, terracing, zoning.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mass movements (creep, solifluction); fast mass movements (landslides, slumps, mudflows, rockfalls); impacts on man and the environment;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or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 and their features.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is the main trigger of mass wasting.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Creep is slow and falls are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angle of repose limits 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peak of the rainy season, you pass a steep road cutting near the high banks of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section of soil and rock that was stable in the dry season has collapsed, leaving a fresh scar on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tree at the edge now leans at a strange angle.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 made this part of the slope fall suddenly, can it also happen slowly, and how can we prevent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of mass movements and how to control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very slow movement that tilts trees over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sudden collapse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mass movement such as a landslide or a slump.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keep drains clear on slopes near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houses and roads from landslides and bank collapses.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Solifluction lobes.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flow of waterlogged soil over impermeable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slump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a curved surface, with the block rotating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at the foot of a cliff.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pile of rocks at the foot of a cliff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Scree (talus).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scar.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impact of mass wasting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destroyed houses and farms, blocked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slope angle and slow down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impermeable or frozen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Slumping: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sliding of a mass of material along a curved surface, with a backward rotation.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the ground surface into a hollow below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Scree (talus):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pile of rock fragments at the foot of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slow mass movements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Soil creep is the very slow downhill movement of soil, a few centimetres a year, caused by wetting and drying or heating and cooling. It is shown by tilted poles, curved tree trunks and cracked walls and roads.</a:t>
            </a:r>
            <a:endParaRPr lang="en-US" sz="3000" dirty="0"/>
          </a:p>
        </p:txBody>
      </p:sp>
      <p:pic>
        <p:nvPicPr>
          <p:cNvPr id="5" name="Image 0" descr="/home/claude/f4/img/v2/creep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Solifluction is the slow flow of waterlogged soil over frozen ground or impermeable clay. It forms tongue-shaped lobes on slopes, especially in cold regions when the top layer thaws.</a:t>
            </a:r>
            <a:endParaRPr lang="en-US" sz="3600" dirty="0"/>
          </a:p>
        </p:txBody>
      </p:sp>
      <p:pic>
        <p:nvPicPr>
          <p:cNvPr id="5" name="Image 0" descr="/home/claude/f4/img/v2/lsa_solifluc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solifluction lobes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fast mass movements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Landslides and slumps: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a landslide, a mass of rock or soil slides rapidly down a slope over a flat surface. In a slump, it slides along a curved surface and rotates backwards, as on the banks of the Benue after heavy rain.</a:t>
            </a:r>
            <a:endParaRPr lang="en-US" sz="3000" dirty="0"/>
          </a:p>
        </p:txBody>
      </p:sp>
      <p:pic>
        <p:nvPicPr>
          <p:cNvPr id="5" name="Image 0" descr="/home/claude/f4/img/v2/lsa_slump.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Blocks of rock loosened by weathering fall freely from steep cliffs. They pile up at the foot of the cliff and form scree.</a:t>
            </a:r>
            <a:endParaRPr lang="en-US" sz="3600" dirty="0"/>
          </a:p>
        </p:txBody>
      </p:sp>
      <p:pic>
        <p:nvPicPr>
          <p:cNvPr id="5" name="Image 0" descr="/home/claude/f4/img/v2/lsa_scr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Mudflows and debris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After heavy rain, a mixture of water, soil and rocks rushes down valleys like wet concrete. They are very destructive and can travel several kilometres.</a:t>
            </a:r>
            <a:endParaRPr lang="en-US" sz="3600" dirty="0"/>
          </a:p>
        </p:txBody>
      </p:sp>
      <p:pic>
        <p:nvPicPr>
          <p:cNvPr id="5" name="Image 0" descr="/home/claude/f4/img/v2/lsa_laha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sinks vertically into a hollow below it, such as a cave in limestone or an old mine. Pumping too much groundwater can also make the land sink, as in parts of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Impacts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has the following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Fast movements bury people in their houses, often at night. The landslide at Gouache, in Bafoussam, killed more than 40 people in October 2019.</a:t>
            </a:r>
            <a:endParaRPr lang="en-US" sz="3200" dirty="0"/>
          </a:p>
        </p:txBody>
      </p:sp>
      <p:pic>
        <p:nvPicPr>
          <p:cNvPr id="6" name="Image 0" descr="/home/claude/f4/img/v2/lsa_landsca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 scar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farms and livestock are destroyed or buried. Many families lose their homes and their means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railways, bridges and pipes are cut or blocked. Their repair and the cleaning of debris cost large sums of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has the following impacts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Scars on the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leave bare scars on the slopes and piles of debris at their foot. The soil is lost and takes a long time to form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Damming of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Debris can block a river and form a temporary lake upstream. When the dam breaks, it causes sudden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habitats: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grasslands are destroyed, and animals lose their homes. The sediments also pollute rivers and harm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Mass wasting is controlled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Planting trees and grass binds the soil with their roots and reduces the water that enters it. It is the cheapest way to stabilise slopes.</a:t>
            </a:r>
            <a:endParaRPr lang="en-US" sz="3600" dirty="0"/>
          </a:p>
        </p:txBody>
      </p:sp>
      <p:pic>
        <p:nvPicPr>
          <p:cNvPr id="5" name="Image 0" descr="/home/claude/f4/img/v2/geo2_mw_solution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solutions to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of 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Channels and pipes remove excess water from slopes before it soaks in. This keeps the soil dry and heavy slopes lighter.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Retaining walls and terracing: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walls at the foot of slopes hold back soil and rock, and wire nets stop falling rocks. Terraces, as in the Mandara Mountains, reduce the angle of slopes and slow runoff.</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the high-risk zones, and laws forbid building on them. Monitoring of cracks and rainfall allows people to be evacuated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creep from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is a very slow, continuous movement of soil; a landslide is a sudden, rapid movement of a large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Afforestation, drainage, retaining walls, terracing, zoning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slide along a curved surface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fragments at the foot of a cliff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on slopes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cultures en terrasses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and their features. Explain the impacts of mass wasting. Propose solutions to control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on Man; Impacts on the Environment;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work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waterlogged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curved slip surface.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gravel into a pile.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impacts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(Mudflows and debris flows):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2026-09-29T11:25:59Z</dcterms:created>
  <dcterms:modified xsi:type="dcterms:W3CDTF">2026-09-29T11:25:59Z</dcterms:modified>
</cp:coreProperties>
</file>