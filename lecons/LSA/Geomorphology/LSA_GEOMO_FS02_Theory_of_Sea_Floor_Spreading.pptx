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2: Theory of Sea-Floor Spreading.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ridge with arrows going left and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hot wax dropped into cold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Iceland on the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matching stripes on both sides of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the features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mid-ocean ridges 2. pillow 3. Atlantic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FURTHER STUDY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Sea-Floor Spreading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Development of the Earth's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Earth Structure and Resultant Landforms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2: Theory of Sea-Floor Spreading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Sea-floor spreading, mid-ocean ridge, magnetic striping, pillow lava.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theory says; mid-oceanic eruptions as a cause; evidence and effects on ocean relief.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new ocean floor is created and give evidence for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theory of sea-floor spreading.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mid-ocean ridges.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evidence of sea-floor spreading.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Wegener said that continents drift.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could not explain what moves them.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1960s, ships studying the Atlantic Ocean found a long chain of underwater mountains. The rocks there were very young, while rocks far from the ridge were older.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Scientists wanted to explain why the rocks near the ridge are young.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the youngest rocks?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mid-ocean ridge.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this suggest?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ocean floor is made at the ridge and moves away.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oceans grow and why continents move apart.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THEORY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eafloo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new rock forms at the ridge and moves away.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THEORY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new ocean floor made?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THEORY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mid-ocean ridge, where magma rises and cools.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MID-OCEAN ERUPTIONS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pil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Pillow lava: lava that cooled under water.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MID-OCEAN ERUPTIONS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pillow lava form?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MID-OCEAN ERUPTIONS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 erupts under the sea and cools very quickly into round shapes.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MID-OCEAN ERUPTIONS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surts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Heimaey, Iceland: the young volcano Eldfell (1973) beside the town.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MID-OCEAN ERUPTIONS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Iceland lies on the Mid-Atlantic Ridge. Why are there so many volcanoes there?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MID-OCEAN ERUPTIONS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rises where the plates move apart.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seafloor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Magnetic stripes on each side of the ridge.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stripes are the same on both sides of the ridge. What does this prove?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floor was formed at the ridge and spread out equally on both sides.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 ON RELIEF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thingvelli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crack in the ground in Iceland.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 ON RELIEF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features does spreading create on the ocean floor?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 ON RELIEF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Ridges, rift valleys, volcanic islands and wide ocean basins.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Theory of Sea-Floor Spreading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Development of the Earth's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Theories of Earth Structure and Resultant Landforms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2: Theory of Sea-Floor Spreading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Sea-floor spreading: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creation of new ocean floor at mid-ocean ridges and its movement away from them.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Mid-ocean ridge: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long underwater mountain chain where plates move apart.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Theory (Hess, 1962)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What it says: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rises at mid-ocean ridges and forms new crust. The new crust moves away on both sides, so the ocean becomes wider.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Cause: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Mid-ocean volcanic eruptions push out new rock. Convection currents in the mantle carry the floor away.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Evidence and Effects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Age of rocks: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are youngest at the ridge and older towards the continents. Ocean sediments are thin near the ridge.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Magnetic stripes: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record the magnetic field when they cool. The pattern of stripes is the same on both sides of the ridge.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Evidence and Effects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Effects on relief: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Spreading forms ridges, rift valleys and volcanic islands such as Iceland. It widens oceans like the Atlantic.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Evidence and Effects (3/3)</a:t>
            </a:r>
            <a:endParaRPr lang="en-US" sz="3600" dirty="0"/>
          </a:p>
        </p:txBody>
      </p:sp>
      <p:pic>
        <p:nvPicPr>
          <p:cNvPr id="13" name="Image 0" descr="/home/claude/f4/img/v2/seafloor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ridge and the stripes.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new ocean floor made?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mid-ocean ridges.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pieces of evidence for sea-floor spreading.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are youngest at the ridge; magnetic stripes are symmetrical.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ocean floor forms at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 cooled under water forms ______ lava.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Iceland lies on the Mid-______ Ridge.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countries that often have earthquakes or volcanoes. Find them on a map.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3: The Theory of Plate Tectonics.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Sea-floor spreading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L'expansion des fonds océaniques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dorsale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stripe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bande magnétique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 lava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lave en coussin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L'île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 floor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plancher océanique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Development of the Earth's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2: Theory of Sea-Floor Spreading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theory of sea-floor spreading. Explain the role of mid-ocean ridges. Give evidence of sea-floor spreading.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new ocean floor is created and give evidence for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Sea-floor spreading, Mid-ocean ridge; II. The Theory (Hess, 1962): What it says, Cause; III. Evidence and Effects: Age of rocks, Magnetic stripes, Effects on relief.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three countries that often have earthquakes or volcanoes. Find them on a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“expl1536” by NOAA Photo Library, CC BY 2.0, via Flickr (https://www.flickr.com/photos/51647007@N08/9664185645)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“Iceland's Vestmannaeyjar the town that held back an erupting lava flow” by moonjazz, CC BY-SA 2.0, via Flickr (https://www.flickr.com/photos/8398907@N02/21228033348)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“Silfra Fissure” by Daveography.ca, CC BY-NC-SA 2.0, via Flickr (https://www.flickr.com/photos/71482738@N00/32857247053)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2026-09-27T04:25:32Z</dcterms:created>
  <dcterms:modified xsi:type="dcterms:W3CDTF">2026-09-27T04:25:32Z</dcterms:modified>
</cp:coreProperties>
</file>