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Further Study 2: Theory of Sea-Floor Spreading.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2: Understanding and managing physical landscapes, geomorphological processes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Development of the Earth's Structure, and the sub-topic is Theories of Earth Structure and Resultant Landforms. The key notions we shall use today are: sea-floor spreading, mid-ocean ridge, magnetic striping, pillow lava. At the end, you should be able to do this: learners are able to explain how new ocean floor is created and give evidence for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Further Study 1: Early Theories of Crustal Movements. The question was: Find the Mid-Atlantic Ridge on a map of the ocean floor in your atlas. Describe its position in one sentence.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Mid-Atlantic Ridge is an underwater mountain chain running north–south in the middle of the Atlantic Ocean, from Iceland to the South Atlantic.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state the theory of sea-floor spreading. Number 2: explain the role of mid-ocean ridges. Number 3: give evidence of sea-floor spreading.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Wegener said that continents drift. He could not explain what moves them.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the 1960s, ships studying the Atlantic Ocean found a long chain of underwater mountains. The rocks there were very young, while rocks far from the ridge were older.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Scientists wanted to explain why the rocks near the ridge are young.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Where are the youngest rocks?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At the mid-ocean ridge.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does this suggest?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New ocean floor is made at the ridge and moves 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understand how the ocean floor is created and how it causes earthquakes and volcanoes.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how oceans grow and why continents move apart.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animation: animation: new rock forms at the ridge and moves away.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Where is new ocean floor made?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At the mid-ocean ridge, where magma rises and cools.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pillow lava: lava that cooled under water.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How does pillow lava form?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Lava erupts under the sea and cools very quickly into round shapes.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heimaey, Iceland: the young volcano Eldfell (1973) beside the town.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Iceland lies on the Mid-Atlantic Ridge. Why are there so many volcanoes there?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Magma rises where the plates move apart.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magnetic stripes on each side of the ridge.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The stripes are the same on both sides of the ridge. What does this prove?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floor was formed at the ridge and spread out equally on both sides.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crack in the ground in Iceland.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features does spreading create on the ocean floor?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Ridges, rift valleys, volcanic islands and wide ocean basins.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Theory of Sea-Floor Spreading. Harry Hess (1962) explained crustal motion as follows. On this slide we have Creation of new crust.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Theory of Sea-Floor Spreading. On this slide we have Destruction of old crust.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sea-floor spreading.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Mid-Oceanic Volcanic Eruptions. Eruptions at the ridges cause spreading. On this slide we have Gentle eruptions.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Mid-Oceanic Volcanic Eruptions. On this slide we have Cause of spreading.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Evidence and Effects on Relief. Spreading is proved and shapes the ocean floor as follows. On this slide we have Palaeomagnetic stripes.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Evidence and Effects on Relief. On this slide we have Age of rocks and sediments.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Evidence and Effects on Relief. On this slide we have Effects on relief.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Where is new ocean floor made?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at mid-ocean ridges.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pieces of evidence for sea-floor spreading.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rocks are youngest at the ridge; magnetic stripes are symmetrical.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mid-ocean ridges; number 2, pillow; number 3, Atlantic.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three countries that often have earthquakes or volcanoes. Find them on a map.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 Theory of Plate Tectonics.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FURTHER STUDY 2: THEORY OF SEA-FLOOR SPREADING</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gif"/><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gif"/><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Further Study 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Theory of Sea-Floor Spreading</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2: Understanding and managing physical landscapes, geomorphological processes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Development of the Earth's Structure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Theories of Earth Structure and Resultant Landforms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Further Study 2: Theory of Sea-Floor Spreading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Sea-floor spreading, mid-ocean ridge, magnetic striping, pillow lava.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What the theory says; mid-oceanic eruptions as a cause; evidence and effects on ocean relief.</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how new ocean floor is created and give evidence for it.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(Further Study 1: Early Theories of Crustal Movements):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Find the Mid-Atlantic Ridge on a map of the ocean floor in your atlas. Describe its position in one sentence.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Mid-Atlantic Ridge is an underwater mountain chain running north–south in the middle of the Atlantic Ocean, from Iceland to the South Atlantic.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State the theory of sea-floor spreading.</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role of mid-ocean ridges.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evidence of sea-floor spreading.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Wegener said that continents drift.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He could not explain what moves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1960s, ships studying the Atlantic Ocean found a long chain of underwater mountains. The rocks there were very young, while rocks far from the ridge were older.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Scientists wanted to explain why the rocks near the ridge are young.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are the youngest rocks?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the mid-ocean ridge.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this suggest?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New ocean floor is made at the ridge and moves away.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Understand how the ocean floor is created and how it causes earthquakes and volcanoes.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how oceans grow and why continents move apart.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THEORY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seafloor.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new rock forms at the ridge and moves away.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THEORY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is new ocean floor made?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THEORY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the mid-ocean ridge, where magma rises and cools.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MID-OCEANIC ERUPTIONS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lsa_pillow.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Pillow lava: lava that cooled under water.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MID-OCEANIC ERUPTIONS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pillow lava form?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MID-OCEANIC ERUPTIONS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Lava erupts under the sea and cools very quickly into round shapes.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MID-OCEANIC ERUPTIONS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surtsey.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Heimaey, Iceland: the young volcano Eldfell (1973) beside the town.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MID-OCEANIC ERUPTIONS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Iceland lies on the Mid-Atlantic Ridge. Why are there so many volcanoes there?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MID-OCEANIC ERUPTIONS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Magma rises where the plates move apart.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EVIDENCE OF SPREADING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seafloor_last.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Magnetic stripes on each side of the ridge.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EVIDENCE OF SPREADING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stripes are the same on both sides of the ridge. What does this prove?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EVIDENCE OF SPREADING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floor was formed at the ridge and spread out equally on both sides.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EFFECTS ON OCEAN RELIEF</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4_thingvelli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crack in the ground in Iceland.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EFFECTS ON OCEAN RELIEF</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features does spreading create on the ocean floor?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EFFECTS ON OCEAN RELIEF</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Ridges, rift valleys, volcanic islands and wide ocean basins.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Development of the Earth's Structure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Theories of Earth Structure and Resultant Landforms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2: Theory of Sea-Floor Spreading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Theory of Sea-Floor Spreading</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Harry Hess (1962) explained crustal motion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Creation of new crust: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Magma rises at mid-ocean ridges and forms new oceanic crust. The new crust pushes the older crust away on both sides.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Theory of Sea-Floor Spreading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Destruction of old crust: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oceanic crust moves like a conveyor belt and sinks back into the mantle at ocean trenches. So the Earth does not grow bigger.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Theory of Sea-Floor Spreading</a:t>
            </a:r>
            <a:endParaRPr lang="en-US" sz="3600" dirty="0"/>
          </a:p>
        </p:txBody>
      </p:sp>
      <p:pic>
        <p:nvPicPr>
          <p:cNvPr id="4" name="Image 0" descr="/home/claude/f4/img/v2/seafloor.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sea-floor spreading</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Mid-Oceanic Volcanic Eruptions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Eruptions at the ridges cause spreading: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Gentle eruptions: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Runny basalt lava erupts quietly along the ridge and forms pillow lava under water. Iceland is a part of the ridge above sea level.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Mid-Oceanic Volcanic Eruptions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Cause of spreading: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Rising magma and convection currents in the mantle pull the plates apart. The Atlantic widens by about 2–5 cm a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Evidence and Effects on Relief</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Spreading is proved and shapes the ocean floor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Palaeomagnetic stripes: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Rocks record the Earth's magnetic field, which reverses from time to time. The stripes are the same on both sides of the ridge, showing symmetrical spreading.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Evidence and Effects on Relief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Age of rocks and sediments: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youngest rocks are at the ridge and they get older towards the continents. Sediments are thin at the ridge and thick far from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Evidence and Effects on Relief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Effects on relief: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Spreading creates mid-ocean ridges, rift valleys, transform faults and volcanic islands. At trenches, deep ocean trenches form.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is new ocean floor made?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mid-ocean ridges.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pieces of evidence for sea-floor spreading.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Rocks are youngest at the ridge; magnetic stripes are symmetrical.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New ocean floor forms at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Lava cooled under water forms ______ lava.</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Iceland lies on the Mid-______ Ridge.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countries that often have earthquakes or volcanoes. Find them on a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 Theory of Plate Tectonics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Sea-floor spreading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L'expansion des fonds océaniques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Ridge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dorsale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Magnetic stripe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bande magnétique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Pillow lava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lave en coussin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Island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L'île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Ocean floor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plancher océanique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Development of the Earth's Structure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Further Study 2: Theory of Sea-Floor Spreading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State the theory of sea-floor spreading. Explain the role of mid-ocean ridges. Give evidence of sea-floor spreading.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how new ocean floor is created and give evidence for it.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Theory of Sea-Floor Spreading; Mid-Oceanic Volcanic Eruptions; Evidence and Effects on Relief.</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three countries that often have earthquakes or volcanoes. Find them on a map.</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1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a ridge with arrows going left and right.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hot wax dropped into cold water.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find Iceland on the atlas.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draw matching stripes on both sides of a line.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list the features on the board.</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2 (Geomorphology).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“expl1536” by NOAA Photo Library, CC BY 2.0, via Flickr (https://www.flickr.com/photos/51647007@N08/9664185645)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“Iceland's Vestmannaeyjar the town that held back an erupting lava flow” by moonjazz, CC BY-SA 2.0, via Flickr (https://www.flickr.com/photos/8398907@N02/21228033348)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“Silfra Fissure” by Daveography.ca, CC BY-NC-SA 2.0, via Flickr (https://www.flickr.com/photos/71482738@N00/32857247053)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2026-09-27T10:07:56Z</dcterms:created>
  <dcterms:modified xsi:type="dcterms:W3CDTF">2026-09-27T10:07:56Z</dcterms:modified>
</cp:coreProperties>
</file>