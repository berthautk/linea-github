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notesMasterIdLst>
    <p:notesMasterId r:id="rId7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notesMaster" Target="notesMasters/notesMaster1.xml"/><Relationship Id="rId73" Type="http://schemas.openxmlformats.org/officeDocument/2006/relationships/presProps" Target="presProps.xml"/><Relationship Id="rId74" Type="http://schemas.openxmlformats.org/officeDocument/2006/relationships/viewProps" Target="viewProps.xml"/><Relationship Id="rId75" Type="http://schemas.openxmlformats.org/officeDocument/2006/relationships/theme" Target="theme/theme1.xml"/><Relationship Id="rId7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14: Erosional Processes and the Fluvial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Erosion and Depositional Processes and Landforms. The key notions we shall use today are: river system, input, output, hydraulic action, abrasion, attrition, solution, traction, saltation, suspension, load, deposition. At the end, you should be able to do this: learners are able to explain how a river erodes, carries and deposits material, using the Benue as an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Processes and Features of Mass Wasting. The question was: Name the three types of work of a river.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Erosion, transportation and deposition.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describe the river as an open system. Number 2: explain the four processes of river erosion. Number 3: explain the four methods of transportation. Number 4: explain why and where a river deposits its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Erosion removes weathered material. The Benue flows past Garoua. The Benue has sandbanks in the dry season.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rainy season, you stand on the bridge of Garoua and look at the Benue: it is wide, fast and brown, carrying soil, branches and debris. In the dry season, from the same place, the river is low, slow and clearer, and huge sandbanks appear where deep water flowed before. You ask: "Where did all the brown mud go, and where did this new sand come from?"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how a river erodes, carries and deposits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river doing in the rainy season?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Eroding its banks and transporting a large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sandbanks appear in the dry season?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river slows down, loses energy and deposits its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river banks with vegetation and avoid building on unstable banks.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changing channel of the Benue, which affects farming, fishing and navigation.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an open 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one input of a river 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Rainwater (or sediments from the slopes).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four processes of erosion.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abrasion from attrition.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Abrasion: the load scrapes the bed and banks; attrition: stones hit each other and become smaller and rounder.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four ways of carrying the load.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method carries the largest amount of load?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Suspension.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muddy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Benue brown in the rainy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carries a lot of silt and clay in suspension.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animation: animation: the load settles.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material is deposited first?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heaviest (boulders and pebbles).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Erosion and Transportation.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Deposition, Competence and Capacity.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Processes of River Erosion. A river erodes its bed and banks by the following processes. Copy the point on Hydraulic action on the left, then draw the diagram on the right: river erosion.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Processes of River Erosion. Copy the point on Abrasion (corrasion):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Processes of River Erosion. Copy the point on Attrition: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Processes of River Erosion. Copy the point on Solution (corrosion):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River Erosion. A river erodes in the following directions. Copy the point on Vertical erosion: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River Erosion. Copy the point on Lateral erosion: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River Erosion. Copy the point on Headward erosion: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Sources and Types of Load. The load of a river has the following sources and is carried in the following ways. Copy the point on Sources of load: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Traction and saltation (bed load) on the left, then draw the diagram on the right: the methods of transport.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Suspension on the left, then draw the diagram on the right: a muddy river.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Sources and Types of Load. Copy the point on Solution: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Hjulström Graph. The Hjulström graph explains erosion, transport and deposition as follows. Copy the point on The graph on the left, then draw the diagram on the right: the Hjulström 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Hjulström Graph. Copy the point on Transport and deposition: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Hjulström Graph. Copy the point on Competence and capacity: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Deposition. A river deposits its load in the following conditions. Copy the point on Loss of velocity on the left, then draw the diagram on the right: the load of a river.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Deposition. Copy the point on Decrease in discharge: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Deposition. Copy the point on Increase in load: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River as a System and its Functions. The river works as a system and has the following functions. Copy the point on Inputs on the left, then draw the diagram on the right: the river as a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River as a System and its Functions. Copy the point on Processes in the channel: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River as a System and its Functions. Copy the point on Outputs: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River as a System and its Functions. Copy the point on Functions in the natural environment: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abrasion from attrition.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abrasion is the scraping of the bed and banks by the load; attrition is the collision of stones that makes them smaller and rounder.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conditions for river deposition.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fall in water volume, entry into flat land, entry into a lake or the sea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traction; number 2, suspension; number 3, sandbanks.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three courses of a river.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15: River Action on its Long Profile.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14: EROSIONAL PROCESSES AND THE FLUVIAL SYSTEM</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gif"/><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Erosional Processes and the Fluvial System</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Erosion and Depositional Processes and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14: Erosional Processes and the Fluvial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River system, input, output, hydraulic action, abrasion, attrition, solution, traction, saltation, suspension, load, deposition.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river as a system; river erosion (four processes); transportation (four methods); deposition and its conditions.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a river erodes, carries and deposits material, using the Benue as an example.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Processes and Features of Mass Wasting):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work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Erosion, transportation and deposition.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river as an open system.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four processes of river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four methods of transportation.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and where a river deposits its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Erosion removes weathered material.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Benue flows past Garoua.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Benue has sandbanks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rainy season, you stand on the bridge of Garoua and look at the Benue: it is wide, fast and brown, carrying soil, branches and debris.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dry season, from the same place, the river is low, slow and clearer, and huge sandbanks appear where deep water flowed before.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"Where did all the brown mud go, and where did this new sand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how a river erodes, carries and deposits material.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river doing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Eroding its banks and transporting a large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sandbanks appear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slows down, loses energy and deposits its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river banks with vegetation and avoid building on unstable banks.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changing channel of the Benue, which affects farming, fishing and navigation.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RIVER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open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open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RIVER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input of a river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RIVER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Rainwater (or sediments from the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iver_eros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four processes of erosion.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abrasion from attrition.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Abrasion: the load scrapes the bed and banks; attrition: stones hit each other and become smaller and rounder.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TRANSPORTATION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geo2_transport.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Four ways of carrying the load.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TRANSPORTATION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method carries the largest amount of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TRANSPORTATION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Suspension.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TRANSPORTATION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muddyriv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muddy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TRANSPORTATION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Benue brown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TRANSPORTATION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carries a lot of silt and clay in suspension.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DEPOSITION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oad.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load settles.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material is deposited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heaviest (boulders and pebbles).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Erosion and Depositional Processes and Landforms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14: Erosional Processes and the Fluvial System</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wearing away and removal of material by rivers, wind, ice or waves.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eroded material by a river, wind, ice or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dropping of the load when a river loses energy.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Competence: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size of the largest particle that a river can carry.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Capacity: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total amount of load that a river can carry.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Erosion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Processes of River Erosion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A river erodes its bed and banks by the following processes: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Hydraulic action: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force of the moving water hits the bed and banks and compresses air in cracks. When the water retreats, the air expands suddenly and breaks pieces off.</a:t>
            </a:r>
            <a:endParaRPr lang="en-US" sz="3200" dirty="0"/>
          </a:p>
        </p:txBody>
      </p:sp>
      <p:pic>
        <p:nvPicPr>
          <p:cNvPr id="6" name="Image 0" descr="/home/claude/f4/img/v2/river_erosion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river erosion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Erosion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Processes of River Erosion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Abrasion (corrasion):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stones and sand carried by the river scrape and grind the bed and banks like sandpaper. It is the main process of erosion in most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Erosion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Processes of River Erosion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Attrition: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stones carried by the river knock against each other and break into smaller, rounder pieces. It does not erode the channel but reduces the size of the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Erosion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Processes of River Erosion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 (corrosion):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water, which is slightly acidic, dissolves soluble rocks such as limestone. The dissolved minerals are then carried away invisibly.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Erosion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Types of River Erosion</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river erodes in the following directions: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Vertical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cuts down into its bed and deepens its valley. It dominates in the upper course, where the gradient is steep.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Erosion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Types of River Erosion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Lateral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erodes its banks sideways and widens its valley. It dominates in the middle and lower courses, where the river meanders.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Erosion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Types of River Erosion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Headward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erodes backwards at its source and lengthens its valley upstream. It can lead to river capture, when a river takes the headwaters of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Transportation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Sources and Types of Load</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load of a river has the following sources and is carried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Sources of load: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load comes from the erosion of the bed and banks and from material brought from the valley slopes by mass movement and runoff. Tributaries and wind also add material.</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Transportation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Sources and Types of Load</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Traction and saltation (bed load):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The largest boulders roll along the bed (traction), and pebbles and sand bounce along it (saltation). This bed load moves only when the river is in flood.</a:t>
            </a:r>
            <a:endParaRPr lang="en-US" sz="3400" dirty="0"/>
          </a:p>
        </p:txBody>
      </p:sp>
      <p:pic>
        <p:nvPicPr>
          <p:cNvPr id="6" name="Image 0" descr="/home/claude/f4/img/v2/geo2_transport.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methods of transport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Transportation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Sources and Types of Load</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Suspension: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Fine silt and clay are carried within the water, which makes it brown. It is the largest part of the load of most rivers, like the Benue in the rainy season.</a:t>
            </a:r>
            <a:endParaRPr lang="en-US" sz="3600" dirty="0"/>
          </a:p>
        </p:txBody>
      </p:sp>
      <p:pic>
        <p:nvPicPr>
          <p:cNvPr id="6" name="Image 0" descr="/home/claude/f4/img/v2/f4_muddyriver.jpg">    </p:cNvPr>
          <p:cNvPicPr>
            <a:picLocks noChangeAspect="1"/>
          </p:cNvPicPr>
          <p:nvPr/>
        </p:nvPicPr>
        <p:blipFill>
          <a:blip r:embed="rId1"/>
          <a:stretch>
            <a:fillRect/>
          </a:stretch>
        </p:blipFill>
        <p:spPr>
          <a:xfrm>
            <a:off x="6537960" y="2399413"/>
            <a:ext cx="5470855" cy="3037581"/>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muddy river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Transportation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Sources and Types of Load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Dissolved minerals are carried invisibly in the water. They come mainly from the chemical weathering of rocks in the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Transportation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Hjulström Graph</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Hjulström graph explains erosion, transport and deposition as follows: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The graph: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It shows the velocity needed to erode, transport and deposit particles of different sizes. Sand is the easiest to erode, while clay needs a high velocity because its particles stick together.</a:t>
            </a:r>
            <a:endParaRPr lang="en-US" sz="2800" dirty="0"/>
          </a:p>
        </p:txBody>
      </p:sp>
      <p:pic>
        <p:nvPicPr>
          <p:cNvPr id="6" name="Image 0" descr="/home/claude/f4/img/v2/hjulstrom_big.png">    </p:cNvPr>
          <p:cNvPicPr>
            <a:picLocks noChangeAspect="1"/>
          </p:cNvPicPr>
          <p:nvPr/>
        </p:nvPicPr>
        <p:blipFill>
          <a:blip r:embed="rId1"/>
          <a:stretch>
            <a:fillRect/>
          </a:stretch>
        </p:blipFill>
        <p:spPr>
          <a:xfrm>
            <a:off x="6537960" y="2678713"/>
            <a:ext cx="5470855" cy="2478981"/>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Hjulström graph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Transportation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Hjulström Graph</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and deposition: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Once eroded, particles can be carried at lower velocities than those needed to erode them. When the velocity falls below the settling velocity, the particles are deposited, the largest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Transportation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Hjulström Graph</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Competence and capacity: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competence is the size of the largest particle the river can carry, and the capacity is the total load it can carry. Both increase greatly with velocity and discharge, so a river in flood carries huge boulders.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Deposition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A river deposits its load in the following conditions: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Loss of velocity: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Deposition happens when the river slows down, on the inside of bends, on flat land or where it enters a lake or the sea. The heaviest material is dropped first and the finest last.</a:t>
            </a:r>
            <a:endParaRPr lang="en-US" sz="3200" dirty="0"/>
          </a:p>
        </p:txBody>
      </p:sp>
      <p:pic>
        <p:nvPicPr>
          <p:cNvPr id="5" name="Image 0" descr="/home/claude/f4/img/v2/load_mid.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load of a river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Deposition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Decrease in discharge: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dry season, the volume of water falls and the river can no longer carry its load. The Benue then leaves large sandbanks in its bed at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Deposition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Increase in load: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a river receives more load than it can carry, after a landslide or from a tributary, it drops the excess. It then builds bars and islands in its channel.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River as a System and its Functions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river works as a system and has the following functions: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Inputs: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Rainwater, springs, tributaries and sediments from the valley slopes enter the river. The energy of the system comes from the height of the land.</a:t>
            </a:r>
            <a:endParaRPr lang="en-US" sz="3400" dirty="0"/>
          </a:p>
        </p:txBody>
      </p:sp>
      <p:pic>
        <p:nvPicPr>
          <p:cNvPr id="5" name="Image 0" descr="/home/claude/f4/img/v2/open_system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river as a system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River as a System and its Functions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Processes in the channel: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uses its energy to erode, transport and deposit material. In doing so, it shapes valleys, waterfalls, meanders and floodplains.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River as a System and its Functions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and sediments leave the system into a larger river, a lake or the sea. For example, the Benue flows into the Niger, which carries the water to the Gulf of Guinea.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River as a System and its Functions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Functions in the natural 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drain the land and carry water and nutrients to plains and seas. They create fertile floodplains and provide habitats for fish, birds and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abrasion from attrition.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Abrasion is the scraping of the bed and banks by the load; attrition is the collision of stones that makes them smaller and rounder.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conditions for river deposition.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Fall in water volume, entry into flat land, entry into a lake or the sea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rolling of boulders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Silt carried in the water moves by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Benue leaves ______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courses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River Action on its Long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Transportation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transport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Deposition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dépôt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River load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charge du fleuve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River bank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berge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Sandbank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banc de 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14: Erosional Processes and the Fluvial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river as an open system. Explain the four processes of river erosion. Explain the four methods of transportation. Explain why and where a river deposits its load.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a river erodes, carries and deposits material, using the Benue as an example.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Processes of River Erosion; Types of River Erosion; Sources and Types of Load; The Hjulström Graph; Deposition; The River as a System and its Functions.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three courses of a river.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5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inputs, stores and outputs.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rub two stones together.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shake a bottle with water, sand and soil.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rainy and dry seasons.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let the shaken bottle settle.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“Parana River Floodplain, Northern Argentina (NASA, International Space” by NASA's Marshall Space Flight Center, CC BY-NC 2.0, via nasa (https://www.flickr.com/photos/28634332@N05/5684050889)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70</Slides>
  <Notes>70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70</vt:i4>
      </vt:variant>
    </vt:vector>
  </HeadingPairs>
  <TitlesOfParts>
    <vt:vector size="7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2026-10-06T05:43:57Z</dcterms:created>
  <dcterms:modified xsi:type="dcterms:W3CDTF">2026-10-06T05:43:57Z</dcterms:modified>
</cp:coreProperties>
</file>