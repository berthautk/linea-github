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river system, input, output, hydraulic action, abrasion, attrition, solution, traction, saltation, suspension, load, deposition. At the end, you should be able to do this: learners are able to explain how a river erodes, carries and deposits material, using the Benue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Name the three types of work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Erosion, transportation and deposition.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river as an open system. Number 2: explain the four processes of river erosion. Number 3: explain the four methods of transportation. Number 4: explain why and where a river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Erosion removes weathered material. The Benue flows past Garoua. The Benue has sandbanks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stand on the bridge of Garoua and look at the Benue: it is wide, fast and brown, carrying soil, branches and debris. In the dry season, from the same place, the river is low, slow and clearer, and huge sandbanks appear where deep water flowed before. You ask: "Where did all the brown mud go, and where did this new sand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erodes, carries and deposits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river doing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Eroding its banks and transporting a large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sandbanks appear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slows down, loses energy and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with vegetation and avoid building on unstable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changing channel of the Benue, which affects farming, fishing and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input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sediments from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processes of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abrasion from attrition.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Abrasion: the load scrapes the bed and banks; attrition: stones hit each other and become smaller and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of carrying the load.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method carries the largest amount of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Benue brown in the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a lot of silt and clay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load settles.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material is deposited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heaviest (boulders and pebbles).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River system and Load.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River as a System. The river works as a system as follows. Copy the point on Inputs on the left, then draw the diagram on the right: an open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On this slide we have Processes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River Erosion. A river erodes its bed and banks by the following processes. Copy the point on Hydraulic action on the left, then draw the diagram on the right: the four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River Erosion. On this slide we have Abrasion (corrasion),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River Transportation. A river carries its load by the following methods. Copy the point on Traction on the left, then draw the diagram on the right: four ways of carrying the load.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River Transportation. On this slide we have Saltation.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Suspension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River Transportation. On this slide we have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River Deposition. A river deposits its load in the following conditions. Copy the point on Loss of energy on the left, then draw the diagram on the right: the load settles.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River Deposition. On this slide we have Less water, Flat land and Lakes and seas.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abrasion from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abrasion is the scraping of the bed and banks by the load; attrition is the collision of stones that makes them smaller and rounder.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conditions for river deposition.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 in water volume, entry into flat land, entry into a lake or the sea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suspension; number 3, sandbanks.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system, input, output, hydraulic action, abrasion, attrition, solution, traction, saltation, suspension, load, deposition.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river as a system; river erosion (four processes); transportation (four methods); deposition and its conditions.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transportation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river as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methods of transportation.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and where a river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removes weathered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past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has sandbanks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stand on the bridge of Garoua and look at the Benue: it is wide, fast and brown, carrying soil, branches and debris.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from the same place, the river is low, slow and clearer, and huge sandbanks appear where deep water flowed before.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"Where did all the brown mud go, and where did this new sand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erodes, carries and deposits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river doing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Eroding its banks and transporting a large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sandbanks appear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slows down, loses energy and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with vegetation and avoid building on unstable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changing channel of the Benue, which affects farming, fishing and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sediments from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the load scrapes the bed and banks; attrition: stones hit each other and become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transpor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of carrying the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carries the largest amount of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brown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 lot of silt and clay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load settles.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material is deposited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heaviest (boulders and pebbles).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river seen as an open system with inputs, processes and outputs.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a river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River as a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river works as a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Rainwater, springs and sediments from the valley slopes enter the river.</a:t>
            </a:r>
            <a:endParaRPr lang="en-US" sz="3600" dirty="0"/>
          </a:p>
        </p:txBody>
      </p:sp>
      <p:pic>
        <p:nvPicPr>
          <p:cNvPr id="5" name="Image 0" descr="/home/claude/f4/img/v2/open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open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River as a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transports and deposits.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sediments flow out into a larger river, a lake or the sea; the Benue flows into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River Erosion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erodes its bed and banks by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force of the water hits the bed and banks and compresses air in cracks, breaking pieces off.</a:t>
            </a:r>
            <a:endParaRPr lang="en-US" sz="3200" dirty="0"/>
          </a:p>
        </p:txBody>
      </p:sp>
      <p:pic>
        <p:nvPicPr>
          <p:cNvPr id="5" name="Image 0" descr="/home/claude/f4/img/v2/river_eros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River Erosion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load scrapes and grinds the bed and banks like sandpaper.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knock against each 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dissolves soluble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River Transportation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river carries its load by the following methods: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largest boulders roll along the bed.</a:t>
            </a:r>
            <a:endParaRPr lang="en-US" sz="3600" dirty="0"/>
          </a:p>
        </p:txBody>
      </p:sp>
      <p:pic>
        <p:nvPicPr>
          <p:cNvPr id="5" name="Image 0" descr="/home/claude/f4/img/v2/geo2_transpor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four ways of carrying the load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River Transportation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pebbles and sand bounce along the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River Transportation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Silt and clay are carried within the water, making it brown; this is the largest part of the load.</a:t>
            </a:r>
            <a:endParaRPr lang="en-US" sz="3600" dirty="0"/>
          </a:p>
        </p:txBody>
      </p:sp>
      <p:pic>
        <p:nvPicPr>
          <p:cNvPr id="5" name="Image 0" descr="/home/claude/f4/img/v2/f4_muddyriv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River Transportation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River Deposition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river deposits its load in the following conditions: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Deposition happens when velocity falls, and the heaviest material is dropped first.</a:t>
            </a:r>
            <a:endParaRPr lang="en-US" sz="3600" dirty="0"/>
          </a:p>
        </p:txBody>
      </p:sp>
      <p:pic>
        <p:nvPicPr>
          <p:cNvPr id="5" name="Image 0" descr="/home/claude/f4/img/v2/load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load settles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River Deposition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falls in the dry season, so the Benue leaves sandbanks.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Flat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enters a gentle plain and slows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Lakes and seas: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enters still water, as the Benue enters the Lagdo reservoir.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is the scraping of the bed and banks by the load; attrition is the collision of stones that makes them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river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 in water volume, entry into flat land, entry into a lake or the sea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rolling of boulders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Silt carried in the water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leaves ______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 du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river as an open system. Explain the four processes of river erosion. Explain the four methods of transportation. Explain why and where a river deposits its load.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River as a System; River Erosion; River Transportation; River Deposition.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inputs, stores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shake a bottle with water, sand and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the shaken bottle settle.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2026-09-29T03:12:50Z</dcterms:created>
  <dcterms:modified xsi:type="dcterms:W3CDTF">2026-09-29T03:12:50Z</dcterms:modified>
</cp:coreProperties>
</file>