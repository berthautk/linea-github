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14: Erosional Processes and the Fluvial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Denudational Processes on Slopes, and the sub-topic is Erosion and Depositional Processes and Landforms. The key notions we shall use today are: river system, input, output, hydraulic action, abrasion, attrition, solution, traction, saltation, suspension, load, deposition. At the end, you should be able to do this: learners are able to explain how a river erodes, carries and deposits material, using the Benue as an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13: Processes and Features of Mass Wasting. The question was: Name the three types of work of a river.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Erosion, transportation and deposition.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describe the river as an open system. Number 2: explain the four processes of river erosion. Number 3: explain the four methods of transportation. Number 4: explain why and where a river deposits its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Erosion removes weathered material. The Benue flows past Garoua. The Benue has sandbanks in the dry season.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rainy season, you stand on the bridge of Garoua and look at the Benue: it is wide, fast and brown, carrying soil, branches and debris. In the dry season, from the same place, the river is low, slow and clearer, and huge sandbanks appear where deep water flowed before. You ask: "Where did all the brown mud go, and where did this new sand come from?"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how a river erodes, carries and deposits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river doing in the rainy season?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Eroding its banks and transporting a large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sandbanks appear in the dry season?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river slows down, loses energy and deposits its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river banks with vegetation and avoid building on unstable banks.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changing channel of the Benue, which affects farming, fishing and navigation.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an open 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one input of a river 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Rainwater (or sediments from the slopes).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four processes of erosion.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abrasion from attrition.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Abrasion: the load scrapes the bed and banks; attrition: stones hit each other and become smaller and rounder.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four ways of carrying the load.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method carries the largest amount of load?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Suspension.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muddy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Benue brown in the rainy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carries a lot of silt and clay in suspension.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animation: animation: the load settles.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material is deposited first?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heaviest (boulders and pebbles).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River system and Load.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Deposition.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River as a System. The river works as a system as follows. Copy the point on Inputs on the left, then draw the diagram on the right: an open 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River as a System. On this slide we have Processes and Outputs.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River Erosion. A river erodes its bed and banks by the following processes. Copy the point on Hydraulic action on the left, then draw the diagram on the right: the four processes.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River Erosion. On this slide we have Abrasion (corrasion), Attrition and Solution (corrosion).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River Transportation. A river carries its load by the following methods. Copy the point on Traction on the left, then draw the diagram on the right: four ways of carrying the load.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River Transportation. On this slide we have Saltation.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Suspension on the left, then draw the diagram on the right: a muddy river.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River Transportation. On this slide we have Solution.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River Deposition. A river deposits its load in the following conditions. Copy the point on Loss of energy on the left, then draw the diagram on the right: the load settles.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River Deposition. On this slide we have Less water, Flat land and Lakes and seas.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abrasion from attrition.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abrasion is the scraping of the bed and banks by the load; attrition is the collision of stones that makes them smaller and rounder.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conditions for river deposition.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fall in water volume, entry into flat land, entry into a lake or the sea (any two).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traction; number 2, suspension; number 3, sandbanks.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three courses of a river.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15: River Action on its Long Profile.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14: EROSIONAL PROCESSES AND THE FLUVIAL SYSTEM</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gif"/><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Erosional Processes and the Fluvial System</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Denudational Processes on Slopes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Erosion and Depositional Processes and Landforms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14: Erosional Processes and the Fluvial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River system, input, output, hydraulic action, abrasion, attrition, solution, traction, saltation, suspension, load, deposition.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river as a system; river erosion (four processes); transportation (four methods); deposition and its conditions.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a river erodes, carries and deposits material, using the Benue as an example.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13: Processes and Features of Mass Wasting):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types of work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Erosion, transportation and deposition.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river as an open system.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four processes of river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four methods of transportation.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and where a river deposits its load.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Erosion removes weathered material.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Benue flows past Garoua.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Benue has sandbanks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rainy season, you stand on the bridge of Garoua and look at the Benue: it is wide, fast and brown, carrying soil, branches and debris.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dry season, from the same place, the river is low, slow and clearer, and huge sandbanks appear where deep water flowed before.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"Where did all the brown mud go, and where did this new sand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how a river erodes, carries and deposits material.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river doing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Eroding its banks and transporting a large load.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sandbanks appear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slows down, loses energy and deposits its load.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river banks with vegetation and avoid building on unstable banks.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changing channel of the Benue, which affects farming, fishing and navigation.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RIVER SYSTEM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open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open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RIVER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input of a river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RIVER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Rainwater (or sediments from the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EROSION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river_eros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processes of erosion.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abrasion from attrition.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Abrasion: the load scrapes the bed and banks; attrition: stones hit each other and become smaller and rounder.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TRANSPORTATION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geo2_transpor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Four ways of carrying the load.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TRANSPORTATION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method carries the largest amount of load?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TRANSPORTATION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Suspension.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TRANSPORTATION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muddyriv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muddy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TRANSPORTATION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Benue brown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TRANSPORTATION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carries a lot of silt and clay in suspension.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DEPOSITION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oad.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load settles.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DEPOSITION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material is deposited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DEPOSITION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heaviest (boulders and pebbles).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Denudational Processes on Slopes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Erosion and Depositional Processes and Landforms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14: Erosional Processes and the Fluvial System</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River system: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river seen as an open system with inputs, processes and outputs.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Load: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material carried by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Deposition: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dropping of the load when a river loses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River as a System</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river works as a system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Inputs: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Rainwater, springs and sediments from the valley slopes enter the river.</a:t>
            </a:r>
            <a:endParaRPr lang="en-US" sz="3600" dirty="0"/>
          </a:p>
        </p:txBody>
      </p:sp>
      <p:pic>
        <p:nvPicPr>
          <p:cNvPr id="5" name="Image 0" descr="/home/claude/f4/img/v2/open_system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open system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River as a System</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Processes: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erodes, transports and deposits.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and sediments flow out into a larger river, a lake or the sea; the Benue flows into the Niger.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River Erosion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A river erodes its bed and banks by the following processes: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Hydraulic action: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force of the water hits the bed and banks and compresses air in cracks, breaking pieces off.</a:t>
            </a:r>
            <a:endParaRPr lang="en-US" sz="3200" dirty="0"/>
          </a:p>
        </p:txBody>
      </p:sp>
      <p:pic>
        <p:nvPicPr>
          <p:cNvPr id="5" name="Image 0" descr="/home/claude/f4/img/v2/river_erosion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four processes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River Erosion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Abrasion (corrasion):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load scrapes and grinds the bed and banks like sandpaper.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Attrition: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Stones carried by the river knock against each other and become smaller and rounder.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 (corrosion):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dissolves soluble rocks such as limestone.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River Transportation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A river carries its load by the following methods: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Traction: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largest boulders roll along the bed.</a:t>
            </a:r>
            <a:endParaRPr lang="en-US" sz="3600" dirty="0"/>
          </a:p>
        </p:txBody>
      </p:sp>
      <p:pic>
        <p:nvPicPr>
          <p:cNvPr id="5" name="Image 0" descr="/home/claude/f4/img/v2/geo2_transport.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four ways of carrying the load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River Transportation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Saltation: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pebbles and sand bounce along the bed.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River Transportation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Suspension: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Silt and clay are carried within the water, making it brown; this is the largest part of the load.</a:t>
            </a:r>
            <a:endParaRPr lang="en-US" sz="3600" dirty="0"/>
          </a:p>
        </p:txBody>
      </p:sp>
      <p:pic>
        <p:nvPicPr>
          <p:cNvPr id="5" name="Image 0" descr="/home/claude/f4/img/v2/f4_muddyriver.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muddy river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River Transportation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Dissolved minerals are carried invisibly.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River Deposition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A river deposits its load in the following conditions: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Loss of energy: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Deposition happens when velocity falls, and the heaviest material is dropped first.</a:t>
            </a:r>
            <a:endParaRPr lang="en-US" sz="3600" dirty="0"/>
          </a:p>
        </p:txBody>
      </p:sp>
      <p:pic>
        <p:nvPicPr>
          <p:cNvPr id="5" name="Image 0" descr="/home/claude/f4/img/v2/load_mid.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load settles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River Deposition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Less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volume falls in the dry season, so the Benue leaves sandbanks.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Flat land: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enters a gentle plain and slows down.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Lakes and seas: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enters still water, as the Benue enters the Lagdo reservoir.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abrasion from attrition.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Abrasion is the scraping of the bed and banks by the load; attrition is the collision of stones that makes them smaller and rounder.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conditions for river deposition.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Fall in water volume, entry into flat land, entry into a lake or the sea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rolling of boulders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Silt carried in the water moves by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Benue leaves ______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courses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River Action on its Long Profile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Transportation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Deposition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dépôt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River load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charge du fleuve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River bank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berge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Sandbank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banc de 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Denudational Processes on Slopes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14: Erosional Processes and the Fluvial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river as an open system. Explain the four processes of river erosion. Explain the four methods of transportation. Explain why and where a river deposits its load.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a river erodes, carries and deposits material, using the Benue as an example.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River as a System; River Erosion; River Transportation; River Deposition.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three courses of a river.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5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inputs, stores and outputs.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rub two stones together.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shake a bottle with water, sand and soil.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rainy and dry seasons.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let the shaken bottle settle.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Geomorphology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“Parana River Floodplain, Northern Argentina (NASA, International Space” by NASA's Marshall Space Flight Center, CC BY-NC 2.0, via nasa (https://www.flickr.com/photos/28634332@N05/5684050889)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2026-09-28T22:07:45Z</dcterms:created>
  <dcterms:modified xsi:type="dcterms:W3CDTF">2026-09-28T22:07:45Z</dcterms:modified>
</cp:coreProperties>
</file>