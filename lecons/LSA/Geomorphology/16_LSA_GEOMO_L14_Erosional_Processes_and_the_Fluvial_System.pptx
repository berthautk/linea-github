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river system, input, output, hydraulic action, abrasion, attrition, solution, traction, saltation, suspension, load, deposition. At the end, you should be able to do this: learners are able to explain how a river erodes, carries and deposits material, using the Benue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Name the three types of work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Erosion, transportation and deposition.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river as an open system. Number 2: explain the four processes of river erosion. Number 3: explain the four methods of transportation. Number 4: explain why and where a river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Erosion removes weathered material. The Benue flows past Garoua. The Benue has sandbanks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stand on the bridge of Garoua and look at the Benue: it is wide, fast and brown, carrying soil, branches and debris. In the dry season, from the same place, the river is low, slow and clearer, and huge sandbanks appear where deep water flowed before. You ask: "Where did all the brown mud go, and where did this new sand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erodes, carries and deposits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river doing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Eroding its banks and transporting a large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sandbanks appear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slows down, loses energy and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with vegetation and avoid building on unstable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changing channel of the Benue, which affects farming, fishing and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input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sediments from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processes of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abrasion from attrition.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Abrasion: the load scrapes the bed and banks; attrition: stones hit each other and become smaller and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of carrying the load.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method carries the largest amount of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Benue brown in the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a lot of silt and clay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load settles.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material is deposited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heaviest (boulders and pebbles).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Erosion and Transportation.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Deposition, Competence and Capacity.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River Erosion. A river erodes its bed and banks by the following processes. Copy the point on Hydraulic action on the left, then draw the diagram on the right: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Abrasion (corrasion):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Attrition: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Solution (corrosion):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River Erosion. A river erodes in the following directions. Copy the point on Vertical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Erosion. Copy the point on Lateral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Erosion. Copy the point on Headward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Types of Load. The load of a river has the following sources and is carried in the following ways. Copy the point on Sources of load: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Traction and saltation (bed load) on the left, then draw the diagram on the right: the methods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Suspension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and Types of Load. Copy the point on Solution: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Hjulström Graph. The Hjulström graph explains erosion, transport and deposition as follows. Copy the point on The graph on the left, then draw the diagram on the right: the Hjulström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Hjulström Graph. Copy the point on Transport and deposition: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Hjulström Graph. Copy the point on Competence and capacity: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 river deposits its load in the following conditions. Copy the point on Loss of velocity on the left, then draw the diagram on the right: the load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Copy the point on Decrease in discharge: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Copy the point on Increase in load: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River as a System and its Functions. The river works as a system and has the following functions. Copy the point on Inputs on the left, then draw the diagram on the right: the river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Processes in the channel: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Outputs: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Functions in the natural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abrasion from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abrasion is the scraping of the bed and banks by the load; attrition is the collision of stones that makes them smaller and rounder.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conditions for river deposition.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 in water volume, entry into flat land, entry into a lake or the sea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suspension; number 3, sandbanks.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system, input, output, hydraulic action, abrasion, attrition, solution, traction, saltation, suspension, load, deposition.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river as a system; river erosion (four processes); transportation (four methods); deposition and its conditions.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transportation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river as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methods of transportation.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and where a river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removes weathered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past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has sandbanks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stand on the bridge of Garoua and look at the Benue: it is wide, fast and brown, carrying soil, branches and debris.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from the same place, the river is low, slow and clearer, and huge sandbanks appear where deep water flowed before.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"Where did all the brown mud go, and where did this new sand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erodes, carries and deposits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river doing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Eroding its banks and transporting a large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sandbanks appear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slows down, loses energy and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with vegetation and avoid building on unstable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changing channel of the Benue, which affects farming, fishing and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sediments from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the load scrapes the bed and banks; attrition: stones hit each other and become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transpor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of carrying the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carries the largest amount of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brown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 lot of silt and clay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load settles.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material is deposited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heaviest (boulders and pebbles).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material by rivers, wind, ice or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eroded material by a river, wind, ice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a river loses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largest particle that a river can carry.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amount of load that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Processes of River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erodes its bed and banks by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force of the moving water hits the bed and banks and compresses air in cracks. When the water retreats, the air expands suddenly and breaks pieces off.</a:t>
            </a:r>
            <a:endParaRPr lang="en-US" sz="3200" dirty="0"/>
          </a:p>
        </p:txBody>
      </p:sp>
      <p:pic>
        <p:nvPicPr>
          <p:cNvPr id="6" name="Image 0" descr="/home/claude/f4/img/v2/river_eros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stones and sand carried by the river scrape and grind the bed and banks like sandpaper. It is the main process of erosion in most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stones carried by the river knock against each other and break into smaller, rounder pieces. It does not erode the channel but reduces the size of the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which is slightly acidic, dissolves soluble rocks such as limestone. The dissolved minerals are then carried away invisibly.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river erodes in the following directions: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and deepens its valley. It dominates in the upper course, where the gradient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its banks sideways and widens its valley. It dominates in the middle and lower courses, where the river 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Headward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backwards at its source and lengthens its valley upstream. It can lead to river capture, when a river takes the headwaters of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Sources and Types of Load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load of a river has the following sources and is carried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Sources of load: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load comes from the erosion of the bed and banks and from material brought from the valley slopes by mass movement and runoff. Tributaries and wind also add material.</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Sources and Types of Load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Traction and saltation (bed load):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largest boulders roll along the bed (traction), and pebbles and sand bounce along it (saltation). This bed load moves only when the river is in flood.</a:t>
            </a:r>
            <a:endParaRPr lang="en-US" sz="3400" dirty="0"/>
          </a:p>
        </p:txBody>
      </p:sp>
      <p:pic>
        <p:nvPicPr>
          <p:cNvPr id="6" name="Image 0" descr="/home/claude/f4/img/v2/geo2_transpor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methods of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Sources and Types of Load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Fine silt and clay are carried within the water, which makes it brown. It is the largest part of the load of most rivers, like the Benue in the rainy season.</a:t>
            </a:r>
            <a:endParaRPr lang="en-US" sz="3600" dirty="0"/>
          </a:p>
        </p:txBody>
      </p:sp>
      <p:pic>
        <p:nvPicPr>
          <p:cNvPr id="6" name="Image 0" descr="/home/claude/f4/img/v2/f4_muddyriver.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Sources and Types of Load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 They come mainly from the chemical weathering of rocks in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Hjulström Graph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Hjulström graph explains erosion, transport and deposition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graph: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shows the velocity needed to erode, transport and deposit particles of different sizes. Sand is the easiest to erode, while clay needs a high velocity because its particles stick together.</a:t>
            </a:r>
            <a:endParaRPr lang="en-US" sz="2800" dirty="0"/>
          </a:p>
        </p:txBody>
      </p:sp>
      <p:pic>
        <p:nvPicPr>
          <p:cNvPr id="6" name="Image 0" descr="/home/claude/f4/img/v2/hjulstrom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Hjulström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Hjulström Graph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Once eroded, particles can be carried at lower velocities than those needed to erode them. When the velocity falls below the settling velocity, the particles are deposited, the largest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Hjulström Graph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and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competence is the size of the largest particle the river can carry, and the capacity is the total load it can carry. Both increase greatly with velocity and discharge, so a river in flood carries huge boulders.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deposits its load in the following conditions: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Loss of velocity: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Deposition happens when the river slows down, on the inside of bends, on flat land or where it enters a lake or the sea. The heaviest material is dropped first and the finest last.</a:t>
            </a:r>
            <a:endParaRPr lang="en-US" sz="3200" dirty="0"/>
          </a:p>
        </p:txBody>
      </p:sp>
      <p:pic>
        <p:nvPicPr>
          <p:cNvPr id="5" name="Image 0" descr="/home/claude/f4/img/v2/load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load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Decrease in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volume of water falls and the river can no longer carry its load. The Benue then leaves large sandbanks in its bed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Increase in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river receives more load than it can carry, after a landslide or from a tributary, it drops the excess. It then builds bars and islands in its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river works as a system and has the following functions: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Rainwater, springs, tributaries and sediments from the valley slopes enter the river. The energy of the system comes from the height of the land.</a:t>
            </a:r>
            <a:endParaRPr lang="en-US" sz="3400" dirty="0"/>
          </a:p>
        </p:txBody>
      </p:sp>
      <p:pic>
        <p:nvPicPr>
          <p:cNvPr id="5" name="Image 0" descr="/home/claude/f4/img/v2/open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 as a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in the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uses its energy to erode, transport and deposit material. In doing so, it shapes valleys, waterfalls, meanders and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sediments leave the system into a larger river, a lake or the sea. For example, the Benue flows into the Niger, which carries the water to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in the 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drain the land and carry water and nutrients to plains and seas. They create fertile floodplains and provide habitats for fish, birds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is the scraping of the bed and banks by the load; attrition is the collision of stones that makes them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river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 in water volume, entry into flat land, entry into a lake or the sea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rolling of boulders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Silt carried in the water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leaves ______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 du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river as an open system. Explain the four processes of river erosion. Explain the four methods of transportation. Explain why and where a river deposits its load.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Processes of River Erosion; Types of River Erosion; Sources and Types of Load; The Hjulström Graph; Deposition; The River as a System and its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inputs, stores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shake a bottle with water, sand and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the shaken bottle settle.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2026-09-29T11:26:00Z</dcterms:created>
  <dcterms:modified xsi:type="dcterms:W3CDTF">2026-09-29T11:26:00Z</dcterms:modified>
</cp:coreProperties>
</file>