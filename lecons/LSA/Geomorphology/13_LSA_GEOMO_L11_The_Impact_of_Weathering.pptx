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Impact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regolith, soil, bauxite, laterite, resource. At the end, you should be able to do this: learners are able to explain the positive and negative impacts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Intensity and Factors of Weathering. The question was: List three useful materials that come from weathered rock (for example sand, clay, laterite).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Useful materials from weathered rock: sand for building, clay for bricks and pottery, laterite for roads, and bauxite for aluminium.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products of weathering used as resources. Number 2: explain the effects of weathering on the landscape. Number 3: explain the effects of weathering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strong in hot, wet climates. It produces a regolith.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Minim-Martap in the Adamawa, a company plans to mine bauxite formed by weathering. In the same region, heavy rains cause landslides on weathered slopes.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 brings both riches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resource comes from weathering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Bauxite (aluminium 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comes from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Landslides on weathered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products of weathering sustainably and protect buildings from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use the products of weathering and reduce its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help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Weathered rock forms soil, which supports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Bauxite forms by deep chemical weathering. What metal is made from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laterite, a red weathered material used for roads and bricks.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building materials that come from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gravel, clay and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landslide on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landslides happen on deeply weathered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weak weathered material slides when it is wet and heavy.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stone statue.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weathering damage buildings and monuments?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salts and heat crack and dissolve the 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Weathering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Weathering as Resources. Weathering products have the following economic importance.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Resources. On this slide we have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Resources. On this slide we have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the Landscape. Weathering shapes the landscape as follows. On this slide we have Landforms.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On this slide we have Slope instability.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Man. Weathering affects man in the following ways. On this slide we have Positive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Man. On this slide we have Negative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formed by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and bauxite (also laterite, clay).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negative effect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landslides on weathered slopes.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bauxite; number 2, laterite; number 3, landslides.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for signs of soil moving down a slope near your home (leaning posts, cracks). Write what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Mass Wasting (Movement).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IMPACT OF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Impact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Regolith, soil, bauxite, laterite,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Products of weathering as resources and their economic importance; effects on the landscape and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positive and negative impacts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Intensity and Factors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useful materials that come from weathered rock (for example sand, clay,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Useful materials from weathered rock: sand for building, clay for bricks and pottery, laterite for roads, and bauxite for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products of weathering used as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weathering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weathering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strong in hot, wet climates.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produces a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Minim-Martap in the Adamawa, a company plans to mine bauxite formed by weathering. In the same region, heavy rains cause landslides on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brings both riches and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resource comes from weathering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(aluminium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comes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Landslides on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products of weathering sustainably and protect buildings from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use the products of weathering and reduce its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help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rock forms soil, which supports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MINERALS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MINERALS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forms by deep chemical weathering. What metal is made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MINERALS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BUILDING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Laterite, a red weathered material used for roads and bricks.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BUILDING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building materials that come from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 AS RESOURCES: BUILDING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gravel, clay and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 on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happen on deeply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ON THE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weak weathered material slides when it is wet and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eathere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stone statue.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damage buildings and monuments?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salts and heat crack and dissolve the 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materials produced by the breakdown of rocks, such as regolith, rock fragments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products have the following economic importance: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the mineral part of soil, which supports farming and forests. Deep tropical soils support cocoa, coffee and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chemical weathering concentrates bauxite (Minim-Martap, Fongo-Tongo) and iron ore. These are important resources for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gravel, clay and laterite are used for roads, bricks and houses. Kaolin is used for pottery and paper.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shapes the landscape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inselbergs, tors, scree slopes and karst features. In the North, granite domes stand above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instability: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regolith on steep slopes becomes unstable when wet. This causes landslides, as in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affects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soils, minerals and building materials. It also creates tourist landscapes such as the Rhumsiki peaks.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buildings, monuments and roads, and loosens slopes. Laterite crusts (hardpans)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formed by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and bauxite (also laterite,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Landslides on weathered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hard red iron-rich layer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Weathered slopes can cause ______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for signs of soil moving down a slope near your home (leaning posts, cracks). Write what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products of weathering used as resources. Explain the effects of weathering on the landscape. Explain the effects of weathering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positive and negative impacts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Products of Weathering as Resources; Effects of Weathering on the Landscape; Effects of Weathering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for signs of soil moving down a slope near your home (leaning posts, cracks). Write what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hole and show the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an aluminium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what materials are used to build houses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landslides in the West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an old damaged wall.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“Moisturise Daily (Statue at Palladio's Teatro Olimpico), Vicenza” by flatworldsedge, CC BY-SA 2.0, via Flickr (https://www.flickr.com/photos/53196512@N07/5624073650)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2026-09-27T10:31:31Z</dcterms:created>
  <dcterms:modified xsi:type="dcterms:W3CDTF">2026-09-27T10:31:31Z</dcterms:modified>
</cp:coreProperties>
</file>