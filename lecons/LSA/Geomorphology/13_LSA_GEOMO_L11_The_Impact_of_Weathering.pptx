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Impact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regolith, soil, humus, construction materials, residual ores, bauxite, inselberg, leaching. At the end, you should be able to do this: learners are able to explain the value of weathering products and the damage weathering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Intensity and Factors of Weathering. The question was: Define regolith.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Regolith is the layer of loose, weathered material covering the solid bedrock.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regolith and soil. Number 2: explain the economic importance of weathering products. Number 3: explain the positive effects of weathering. Number 4: explain its negative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controls weathering. Oxidation gives red soils. The North grows cotton, millet and sorghum.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help your family prepare a millet field near Garoua. As you dig, you feel the soft soil that will feed the crops. On the way home, you see cracks in the wall of an old building and potholes in the tarred road. You think: the same natural force that makes good soil for our farms also destroys the walls and roads we build. You ask: "How can weathering be both useful and harmful?"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positive and negative impacts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layer of loose weathered material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Regolith; its upper part is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harmful effect of weathering.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damages buildings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farm soils from erosion and maintain buildings and roads regularly.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the importance of weathering for farming, building and mining, and the costs it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lies at the bottom of the soil profile?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hard rock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bauxite.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metal is made from bauxite?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soil the most important product of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supports all farming and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landscape near Rhumsiki.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weathered landscapes help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attract tourists.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weathered old wall.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negative effect of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Damage to buildings and roads, landslides or leaching of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Regolith.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Soil, Inselberg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Weathering as a Resource. The products of weathering have the following economic importance. Copy the point on Soil for agriculture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Weathering as a Resource. Copy the point on Construction materials: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 ores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Weathering as a Resource. Copy the point on Groundwater storage: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Weathering on the Landscape. Weathering shapes the landscape in the following ways. Copy the point on Inselbergs and tors on the left, then draw the diagram on the right: an inselberg.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Rounded boulders and domes on the left, then draw the diagram on the right: the landscape of Rhumsiki.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the Landscape. Copy the point on Karst landscapes: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the Landscape. Copy the point on Deep regolith and laterite: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Weathering on Man. Weathering affects man in the following ways. Copy the point on Farming and tourism: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Damage to structures on the left, then draw the diagram on the right: a weathered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Weathering on Man. Copy the point on Slope hazards: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Loss of soil fertility on the left, then draw the diagram on the right: the impacts of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economic uses of weathering products.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soils for farming, sand and gravel for building, clay for bricks, bauxite ore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positive and one negative effect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positive: soil formation; negative: damage to buildings and roads.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regolith; number 2, bauxite; number 3,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mass wasting.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Mass Wasting (Movement).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THE IMPACT OF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Impact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Regolith, soil, humus, construction materials, residual ores, bauxite, inselberg, leaching.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Products of weathering as a resource (regolith, soil, materials, ores); positive and negative effects of weathering on the landscape and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value of weathering products and the damage weathering causes.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Intensity and Factors of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Regolith is the layer of loose, weathered material covering the solid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regolith and soil.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importance of weathering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effects of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negative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controls weathering.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Oxidation gives red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grows cotton, millet and sorghum.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help your family prepare a millet field near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you dig, you feel the soft soil that will feed the crops.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way home, you see cracks in the wall of an old building and potholes in the tarred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think: the same natural force that makes good soil for our farms also destroys the walls and roads we build.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can weathering be both useful and harmful?"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positive and negative impacts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layer of loose weathered material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Regolith; its upper part is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harmful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damages buildings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farm soils from erosion and maintain buildings and roads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the importance of weathering for farming, building and mining, and the costs it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lies at the bottom of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hard rock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Bauxite.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metal is made from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soil the most important product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supports all farming 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Landscape near Rhumsiki.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weathered landscapes help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POSITIVE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NEGATIVE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ldw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weathered old wall.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NEGATIVE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NEGATIVE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Damage to buildings and roads, landslides or leaching of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Regolith: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loose, weathered rock, gravel, sand and clay covering the bedrock.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part of the regolith, mixed with water, air and humus, which supports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Inselberg: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isolated hill of hard rock rising steeply from a plain.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of nutrients down the soil, out of reach of plant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products of weathering have the following economic importance:</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Soil for agriculture: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Weathering produces the regolith, whose upper part becomes soil, the basis of all farming. In the North, cotton, millet, sorghum and groundnuts are grown on soils formed by the weathering of rocks.</a:t>
            </a:r>
            <a:endParaRPr lang="en-US" sz="3000" dirty="0"/>
          </a:p>
        </p:txBody>
      </p:sp>
      <p:pic>
        <p:nvPicPr>
          <p:cNvPr id="5" name="Image 0" descr="/home/claude/f4/img/v2/f2t_cotton_field.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Construction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produces sand, gravel and clay. Sand and gravel are used to make concrete and roads, and clay is used to make bricks, tiles and pottery.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Mineral ores: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Chemical weathering removes unwanted minerals and concentrates useful ones, such as bauxite and iron ore. The bauxite deposits of Minim-Martap in the Adamawa and Fongo-Tongo in the West formed in this way.</a:t>
            </a:r>
            <a:endParaRPr lang="en-US" sz="3400" dirty="0"/>
          </a:p>
        </p:txBody>
      </p:sp>
      <p:pic>
        <p:nvPicPr>
          <p:cNvPr id="5" name="Image 0" descr="/home/claude/f4/img/v2/lsa_bauxit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Products of Weathering as a Resource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Groundwater storage: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thick regolith is porous and stores rainwater like a sponge. It feeds the wells and boreholes that supply water to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Weathering shapes the landscape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Inselbergs and tors: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Deep weathering attacks the jointed rock, and the weathered material is later removed, leaving hard blocks standing above the plain. These form inselbergs and piles of boulders called tors, common around Garoua and in the Mandara Mountains.</a:t>
            </a:r>
            <a:endParaRPr lang="en-US" sz="2800" dirty="0"/>
          </a:p>
        </p:txBody>
      </p:sp>
      <p:pic>
        <p:nvPicPr>
          <p:cNvPr id="5" name="Image 0" descr="/home/claude/f4/img/inselberg.jpg">    </p:cNvPr>
          <p:cNvPicPr>
            <a:picLocks noChangeAspect="1"/>
          </p:cNvPicPr>
          <p:nvPr/>
        </p:nvPicPr>
        <p:blipFill>
          <a:blip r:embed="rId1"/>
          <a:stretch>
            <a:fillRect/>
          </a:stretch>
        </p:blipFill>
        <p:spPr>
          <a:xfrm>
            <a:off x="6537960" y="2391454"/>
            <a:ext cx="5470855" cy="305350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inselberg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Rounded boulders and domes: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Exfoliation and pressure release remove curved sheets of rock. They give rounded boulders and large bare domes of granite.</a:t>
            </a:r>
            <a:endParaRPr lang="en-US" sz="3600" dirty="0"/>
          </a:p>
        </p:txBody>
      </p:sp>
      <p:pic>
        <p:nvPicPr>
          <p:cNvPr id="5" name="Image 0" descr="/home/claude/f4/img/v2/lsa_mandara.jpg">    </p:cNvPr>
          <p:cNvPicPr>
            <a:picLocks noChangeAspect="1"/>
          </p:cNvPicPr>
          <p:nvPr/>
        </p:nvPicPr>
        <p:blipFill>
          <a:blip r:embed="rId1"/>
          <a:stretch>
            <a:fillRect/>
          </a:stretch>
        </p:blipFill>
        <p:spPr>
          <a:xfrm>
            <a:off x="6537960" y="3196949"/>
            <a:ext cx="5470855" cy="144251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landscape of Rhumsiki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Karst landscapes: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solution of limestone forms caves, sinkholes and bare rock pavements. Rivers may disappear underground in these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Weathering on the Landscape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Deep regolith and laterite: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regions, weathering can reach tens of metres deep. Iron oxides can harden into laterite crusts that form flat-topped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Weathering affects man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creates the soils that feed the population. Its landforms, such as the inselbergs and volcanic necks of Rhumsiki, attract tourists and bring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Damage to structures: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cracks walls, makes potholes in roads and weakens bridges and monuments. Their repair costs a lot of money every year.</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weathered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hazards: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Deeply weathered rock on steep slopes becomes weak and unstable. It favours landslides and rockfalls, as in the Western Highlands during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Weathering on Man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soil fertility: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hot, wet regions, intense weathering and leaching wash the nutrients out of the soil. Laterite crusts also form hard layers that are difficult to cultivate.</a:t>
            </a:r>
            <a:endParaRPr lang="en-US" sz="3600" dirty="0"/>
          </a:p>
        </p:txBody>
      </p:sp>
      <p:pic>
        <p:nvPicPr>
          <p:cNvPr id="5" name="Image 0" descr="/home/claude/f4/img/v2/geo2_wimpac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impacts of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uses of weathering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for farming, sand and gravel for building, clay for bricks, bauxite ore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effect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soil formation; negative: damage to buildings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loose layer above the bedrock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Aluminium comes from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washing of nutrients down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Mass Wasting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Regolith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régolithe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Landscape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paysage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Impact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regolith and soil. Explain the economic importance of weathering products. Explain the positive effects of weathering. Explain its negative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value of weathering products and the damage weathering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Products of Weathering as a Resource; Effects of Weathering on the Landscape; Effects of Weathering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soil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the bauxite of Minim-Martap.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crops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look for cracks on the school walls.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2026-10-06T05:43:56Z</dcterms:created>
  <dcterms:modified xsi:type="dcterms:W3CDTF">2026-10-06T05:43:56Z</dcterms:modified>
</cp:coreProperties>
</file>