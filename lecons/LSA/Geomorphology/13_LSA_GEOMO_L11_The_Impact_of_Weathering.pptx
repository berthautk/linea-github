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Impact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regolith, soil, humus, construction materials, residual ores, bauxite, inselberg, leaching. At the end, you should be able to do this: learners are able to explain the value of weathering products and the damage weathering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Intensity and Factors of Weathering. The question was: Define regolith.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Regolith is the layer of loose, weathered material covering the solid bedrock.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regolith and soil. Number 2: explain the economic importance of weathering products. Number 3: explain the positive effects of weathering. Number 4: explain its negative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weathering. Oxidation gives red soils. The North grows cotton, millet and sorghum.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family prepare a millet field near Garoua. As you dig, you feel the soft soil that will feed the crops. On the way home, you see cracks in the wall of an old building and potholes in the tarred road. You think: the same natural force that makes good soil for our farms also destroys the walls and roads we build. You ask: "How can weathering be both useful and harmful?"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positive and negative impacts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layer of loose weathered material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Regolith; its upper part is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harmful effect of weathering.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buildings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farm soils from erosion and maintain buildings and roads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the importance of weathering for farming, building and mining, and the costs it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lies at the bottom of the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hard rock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metal is made from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soil the most important product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supports all farming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landscape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weathered landscapes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effect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Damage to buildings and roads, landslides or leaching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Regolith.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Soil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Weathering as a Resource. The products of weathering are useful resources as follows. Copy the point on Regolith on the left, then draw the diagram on the right: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for agriculture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On this slide we have Construction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 ores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Effects. Weathering has the following positive effects. On this slide we have Creation of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Landscapes on the left, then draw the diagram on the right: landscape near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Effects. On this slide we have Groundwater.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Effects. Weathering has the following negative effects. Copy the point on Damage to structures on the left, then draw the diagram on the right: a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Effects. On this slide we have Hazards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economic uses of weathering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soils for farming, sand and gravel for building, clay for bricks, bauxite ore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effect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soil formation; negative: damage to buildings and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bauxite;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mass wasting.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Mass Wasting (Movement).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IMPACT OF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Impact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Regolith, soil, humus, construction materials, residual ores, bauxite, inselberg,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Products of weathering as a resource (regolith, soil, materials, ores); positive and negative effects of weathering on the landscape and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Intensity and Factors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is the layer of loose, weathered material covering the solid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regolith and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importance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effects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grows cotton, millet and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family prepare a millet field near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dig, you feel the soft soil that will feed the crops.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way home, you see cracks in the wall of an old building and potholes in the tarred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the same natural force that makes good soil for our farms also destroys the walls and roads we build.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weathering be both useful and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positive and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layer of loose weathered material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its upper part is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harmful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farm soils from erosion and maintain buildings and roads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the importance of weathering for farming, building and mining, and the costs it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lies at the bottom of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hard rock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metal is made from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the most important product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supports all farming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Landscape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weathered landscapes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Damage to buildings and roads, landslides or leaching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rock, gravel, sand and clay covering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part of the regolith, mixed with water, air and humus, which supports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nutrients down the soil, out of reach of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products of weathering are useful resources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few centimetres to hundreds of metres thick.</a:t>
            </a:r>
            <a:endParaRPr lang="en-US" sz="3600" dirty="0"/>
          </a:p>
        </p:txBody>
      </p:sp>
      <p:pic>
        <p:nvPicPr>
          <p:cNvPr id="5" name="Image 0" descr="/home/claude/f4/img/v2/soil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soil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for agriculture: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North grows cotton, millet, sorghum and groundnuts on soils made by weathering.</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gravel make concrete and roads, and clay makes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Mineral ores: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Chemical weathering removes unwanted minerals and concentrates bauxite and iron, like the bauxite of Minim-Martap and Fongo-Tongo.</a:t>
            </a:r>
            <a:endParaRPr lang="en-US" sz="3600" dirty="0"/>
          </a:p>
        </p:txBody>
      </p:sp>
      <p:pic>
        <p:nvPicPr>
          <p:cNvPr id="5"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Effects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has the following positive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Creation of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important benefit, the basis of farming and land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and Man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Positive Effects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Landscapes: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carves inselbergs, domes and arches that attract tourists, like the landscapes of Rhumsiki.</a:t>
            </a:r>
            <a:endParaRPr lang="en-US" sz="3600" dirty="0"/>
          </a:p>
        </p:txBody>
      </p:sp>
      <p:pic>
        <p:nvPicPr>
          <p:cNvPr id="6" name="Image 0" descr="/home/claude/f4/img/v2/lsa_mandara.jpg">    </p:cNvPr>
          <p:cNvPicPr>
            <a:picLocks noChangeAspect="1"/>
          </p:cNvPicPr>
          <p:nvPr/>
        </p:nvPicPr>
        <p:blipFill>
          <a:blip r:embed="rId1"/>
          <a:stretch>
            <a:fillRect/>
          </a:stretch>
        </p:blipFill>
        <p:spPr>
          <a:xfrm>
            <a:off x="5349240" y="3040233"/>
            <a:ext cx="6659575" cy="175594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landscape near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Effects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regolith stores rainwater like a sponge, which feeds wells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and Man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Negative Effects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Weathering has the following negative effects: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Damage to structures: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cracks walls, makes potholes and weakens bridges and monuments, which are costly to repair.</a:t>
            </a:r>
            <a:endParaRPr lang="en-US" sz="3000" dirty="0"/>
          </a:p>
        </p:txBody>
      </p:sp>
      <p:pic>
        <p:nvPicPr>
          <p:cNvPr id="6"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and Man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rocks on steep slopes cause landslides and rockfalls.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nutrients deep into the soil and reduces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uses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for farming, sand and gravel for building, clay for bricks, bauxite ore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soil formation; negative: damage to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loose layer above the bedrock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comes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nutrients down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Landscape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 and soil. Explain the economic importance of weathering products. Explain the positive effects of weathering. Explain its negative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Products of Weathering as a Resource; Positive Effects; Negative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soil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the bauxite of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look for cracks on the school walls.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2026-09-28T22:07:45Z</dcterms:created>
  <dcterms:modified xsi:type="dcterms:W3CDTF">2026-09-28T22:07:45Z</dcterms:modified>
</cp:coreProperties>
</file>