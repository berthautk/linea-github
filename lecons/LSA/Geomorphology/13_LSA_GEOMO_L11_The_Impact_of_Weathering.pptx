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The Impact of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Denudational Processes on Slopes, and the sub-topic is Weathering. The key notions we shall use today are: regolith, soil, humus, construction materials, residual ores, bauxite, inselberg, leaching. At the end, you should be able to do this: learners are able to explain the value of weathering products and the damage weathering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Intensity and Factors of Weathering. The question was: Define regolith.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Regolith is the layer of loose, weathered material covering the solid bedrock.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regolith and soil. Number 2: explain the economic importance of weathering products. Number 3: explain the positive effects of weathering. Number 4: explain its negative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Climate controls weathering. Oxidation gives red soils. The North grows cotton, millet and sorghum.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 help your family prepare a millet field near Garoua. As you dig, you feel the soft soil that will feed the crops. On the way home, you see cracks in the wall of an old building and potholes in the tarred road. You think: the same natural force that makes good soil for our farms also destroys the walls and roads we build. You ask: "How can weathering be both useful and harmful?"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understand the positive and negative impacts of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layer of loose weathered material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Regolith; its upper part is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harmful effect of weathering.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damages buildings and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farm soils from erosion and maintain buildings and roads regularly.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shows the importance of weathering for farming, building and mining, and the costs it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soil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lies at the bottom of the soil profile?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hard rock (bedrock).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bauxite.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metal is made from bauxite?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Aluminium.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cotton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soil the most important product of weathering?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supports all farming and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landscape near Rhumsiki.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weathered landscapes help the economy?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attract tourists.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weathered old wall.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negative effect of weathering.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Damage to buildings and roads, landslides or leaching of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Regolith.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Soil and Leaching.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Products of Weathering as a Resource. The products of weathering are useful resources as follows. Copy the point on Regolith on the left, then draw the diagram on the right: a soil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Soil for agriculture on the left, then draw the diagram on the right: a cotton field.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Products of Weathering as a Resource. On this slide we have Construction materials.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Mineral ores on the left, then draw the diagram on the right: bauxite.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Positive Effects. Weathering has the following positive effects. On this slide we have Creation of soil.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Landscapes on the left, then draw the diagram on the right: landscape near Rhumsiki.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Positive Effects. On this slide we have Groundwater.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Negative Effects. Weathering has the following negative effects. Copy the point on Damage to structures on the left, then draw the diagram on the right: a weathered wall.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Effects. On this slide we have Hazards and Leaching.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economic uses of weathering products.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soils for farming, sand and gravel for building, clay for bricks, bauxite ore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positive and one negative effect of weathering.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positive: soil formation; negative: damage to buildings and roads.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regolith; number 2, bauxite; number 3, leaching.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mass wasting.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Mass Wasting (Movement).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THE IMPACT OF WEATHERING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Impact of Weathering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Denudational Processes on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The Impact of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Regolith, soil, humus, construction materials, residual ores, bauxite, inselberg, leaching.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Products of weathering as a resource (regolith, soil, materials, ores); positive and negative effects of weathering on the landscape and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value of weathering products and the damage weathering causes.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Intensity and Factors of Weathering):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regolith.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Regolith is the layer of loose, weathered material covering the solid bedrock.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regolith and soil.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economic importance of weathering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positive effects of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negative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Climate controls weathering.</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Oxidation gives red soils.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North grows cotton, millet and sorghum.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help your family prepare a millet field near Garoua.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 you dig, you feel the soft soil that will feed the crops.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way home, you see cracks in the wall of an old building and potholes in the tarred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think: the same natural force that makes good soil for our farms also destroys the walls and roads we build.</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"How can weathering be both useful and harmful?"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understand the positive and negative impacts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layer of loose weathered material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Regolith; its upper part is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harmful effect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damages buildings and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farm soils from erosion and maintain buildings and roads regularly.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shows the importance of weathering for farming, building and mining, and the costs it causes.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lies at the bottom of the soil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hard rock (bedrock).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baux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Bauxite.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metal is made from bauxite?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PRODUCTS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Aluminium.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otton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cotton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soil the most important product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supports all farming and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mandara.jpg">    </p:cNvPr>
          <p:cNvPicPr>
            <a:picLocks noChangeAspect="1"/>
          </p:cNvPicPr>
          <p:nvPr/>
        </p:nvPicPr>
        <p:blipFill>
          <a:blip r:embed="rId1"/>
          <a:stretch>
            <a:fillRect/>
          </a:stretch>
        </p:blipFill>
        <p:spPr>
          <a:xfrm>
            <a:off x="274320" y="2383231"/>
            <a:ext cx="11643055" cy="3069946"/>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Landscape near Rhumsiki.</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weathered landscapes help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attract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NEGATIVE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oldwa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weathered old wall.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NEGATIVE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negative effect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NEGATIVE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Damage to buildings and roads, landslides or leaching of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Denudational Processes on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The Impact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Regolith: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layer of loose, weathered rock, gravel, sand and clay covering the bedrock.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upper part of the regolith, mixed with water, air and humus, which supports plants.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Leaching: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washing of nutrients down the soil, out of reach of plant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Products of Weathering as a Resource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products of weathering are useful resources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Regolith: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 few centimetres to hundreds of metres thick.</a:t>
            </a:r>
            <a:endParaRPr lang="en-US" sz="3600" dirty="0"/>
          </a:p>
        </p:txBody>
      </p:sp>
      <p:pic>
        <p:nvPicPr>
          <p:cNvPr id="5" name="Image 0" descr="/home/claude/f4/img/v2/soil_profil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soil profile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Products of Weathering as a Resource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Soil for agriculture: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North grows cotton, millet, sorghum and groundnuts on soils made by weathering.</a:t>
            </a:r>
            <a:endParaRPr lang="en-US" sz="3600" dirty="0"/>
          </a:p>
        </p:txBody>
      </p:sp>
      <p:pic>
        <p:nvPicPr>
          <p:cNvPr id="5" name="Image 0" descr="/home/claude/f4/img/v2/f2t_cotton_fiel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cotton field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Products of Weathering as a Resource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Construction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and gravel make concrete and roads, and clay makes bricks.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Products of Weathering as a Resource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Mineral ores: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Chemical weathering removes unwanted minerals and concentrates bauxite and iron, like the bauxite of Minim-Martap and Fongo-Tongo.</a:t>
            </a:r>
            <a:endParaRPr lang="en-US" sz="3600" dirty="0"/>
          </a:p>
        </p:txBody>
      </p:sp>
      <p:pic>
        <p:nvPicPr>
          <p:cNvPr id="5" name="Image 0" descr="/home/claude/f4/img/v2/lsa_bauxit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bauxite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Weathering on the Landscape and Man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Positive Effects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Weathering has the following positive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Creation of 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most important benefit, the basis of farming and land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Weathering on the Landscape and Man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Positive Effects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Landscapes: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Weathering carves inselbergs, domes and arches that attract tourists, like the landscapes of Rhumsiki.</a:t>
            </a:r>
            <a:endParaRPr lang="en-US" sz="3600" dirty="0"/>
          </a:p>
        </p:txBody>
      </p:sp>
      <p:pic>
        <p:nvPicPr>
          <p:cNvPr id="6" name="Image 0" descr="/home/claude/f4/img/v2/lsa_mandara.jpg">    </p:cNvPr>
          <p:cNvPicPr>
            <a:picLocks noChangeAspect="1"/>
          </p:cNvPicPr>
          <p:nvPr/>
        </p:nvPicPr>
        <p:blipFill>
          <a:blip r:embed="rId1"/>
          <a:stretch>
            <a:fillRect/>
          </a:stretch>
        </p:blipFill>
        <p:spPr>
          <a:xfrm>
            <a:off x="5349240" y="3040233"/>
            <a:ext cx="6659575" cy="175594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landscape near Rhumsiki</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Weathering on the Landscape and Man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Positive Effects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Groundwater: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regolith stores rainwater like a sponge, which feeds wells and boreholes.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Weathering on the Landscape and Man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Negative Effects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Weathering has the following negative effects: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Damage to structures: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It cracks walls, makes potholes and weakens bridges and monuments, which are costly to repair.</a:t>
            </a:r>
            <a:endParaRPr lang="en-US" sz="3000" dirty="0"/>
          </a:p>
        </p:txBody>
      </p:sp>
      <p:pic>
        <p:nvPicPr>
          <p:cNvPr id="6" name="Image 0" descr="/home/claude/f4/img/v2/f4_oldwall.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weathered wall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Weathering on the Landscape and Man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Negative Effects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Hazards: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Weathered rocks on steep slopes cause landslides and rockfalls.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Leaching: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washes nutrients deep into the soil and reduces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economic uses of weathering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for farming, sand and gravel for building, clay for bricks, bauxite ore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and one negative effect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soil formation; negative: damage to buildings and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loose layer above the bedrock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Aluminium comes from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washing of nutrients down the soil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Mass Wasting (Movement)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Regolith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régolithe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Landscape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paysage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lessivage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Denudational Processes on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The Impact of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regolith and soil. Explain the economic importance of weathering products. Explain the positive effects of weathering. Explain its negative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value of weathering products and the damage weathering causes.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Products of Weathering as a Resource; Positive Effects; Negative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mass wasting.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soil profile.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the bauxite of Minim-Martap.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crops of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Rhumsiki.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look for cracks on the school walls.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“Bauxite mine near Itea, Greece” by Jason-Morrison, CC BY-NC 2.0, via Flickr (https://www.flickr.com/photos/8998833@N07/929316608)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“Cotton Fields, U.S. 65, Tensas Parish, Louisiana (4)” by Ken Lund, CC BY-SA 2.0, via Flickr (https://www.flickr.com/photos/75683070@N00/3934873451)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“Rhumsiki peak, North Cameroon” by krishna.naudin, CC BY-SA 2.0, via Flickr (https://www.flickr.com/photos/141297921@N05/25989204581)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“Cracked wall” by árticotropical, CC BY 2.0, via Flickr (https://www.flickr.com/photos/8581973@N02/521943309)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2026-09-29T03:12:49Z</dcterms:created>
  <dcterms:modified xsi:type="dcterms:W3CDTF">2026-09-29T03:12:49Z</dcterms:modified>
</cp:coreProperties>
</file>