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humus, construction materials, residual ores, bauxite, inselberg, leaching. At the end, you should be able to do this: learners are able to explain the value of weathering products and the damage weathering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Define regolith.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Regolith is the layer of loose, weathered material covering the solid bedrock.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regolith and soil. Number 2: explain the economic importance of weathering products. Number 3: explain the positive effects of weathering. Number 4: explain its negative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weathering. Oxidation gives red soils. The North grows cotton, millet and sorghum.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family prepare a millet field near Garoua. As you dig, you feel the soft soil that will feed the crops. On the way home, you see cracks in the wall of an old building and potholes in the tarred road. You think: the same natural force that makes good soil for our farms also destroys the walls and roads we build. You ask: "How can weathering be both useful and harmful?"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layer of loose weathered material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Regolith; its upper part is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harmful effect of weathering.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buildings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farm soils from erosion and maintain buildings and roads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the importance of weathering for farming, building and mining, and the costs it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lies at the bottom of the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hard rock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metal is made from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soil the most important product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supports all farming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landscape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weathered landscapes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effect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Damage to buildings and roads, landslides or leaching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Regolith.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Soil, Inselberg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a Resource. The products of weathering have the following economic importance. Copy the point on Soil for agriculture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Construction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 ores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Groundwater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the Landscape. Weathering shapes the landscape in the following ways. Copy the point on Inselbergs and tors on the left, then draw the diagram on the right: an inselberg.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Rounded boulders and domes on the left, then draw the diagram on the right: the landscape of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Karst landscapes: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Deep regolith and laterite: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Man. Weathering affects man in the following ways. Copy the point on Farming and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structures on the left, then draw the diagram on the right: a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Man. Copy the point on Slope hazards: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Loss of soil fertility on the left, then draw the diagram on the right: the impacts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economic uses of weathering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soils for farming, sand and gravel for building, clay for bricks, bauxite ore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soil formation; negative: damage to buildings and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bauxite;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mass wasting.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humus, construction materials, residual ores, bauxite, inselberg,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a resource (regolith, soil, materials, ores); positive and negative effects of weathering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is the layer of loose, weathered material covering the solid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regolith and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importance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effects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grows cotton, millet and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family prepare a millet field near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dig, you feel the soft soil that will feed the crops.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way home, you see cracks in the wall of an old building and potholes in the tarred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the same natural force that makes good soil for our farms also destroys the walls and roads we build.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weathering be both useful and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positive and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layer of loose weathered material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its upper part is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harmful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farm soils from erosion and maintain buildings and roads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the importance of weathering for farming, building and mining, and the costs it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lies at the bottom of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hard rock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metal is made from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the most important product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supports all farming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Landscape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weathered landscapes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Damage to buildings and roads, landslides or leaching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rock, gravel, sand and clay covering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part of the regolith, mixed with water, air and humus, which supports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hill of hard rock rising steeply from a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nutrients down the soil, out of reach of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products of weathering have the following economic importance: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for agriculture: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Weathering produces the regolith, whose upper part becomes soil, the basis of all farming. In the North, cotton, millet, sorghum and groundnuts are grown on soils formed by the weathering of rocks.</a:t>
            </a:r>
            <a:endParaRPr lang="en-US" sz="3000" dirty="0"/>
          </a:p>
        </p:txBody>
      </p:sp>
      <p:pic>
        <p:nvPicPr>
          <p:cNvPr id="5" name="Image 0" descr="/home/claude/f4/img/v2/f2t_cotton_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and clay. Sand and gravel are used to make concrete and roads, and clay is used to make bricks, tiles and pottery.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Mineral ores: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Chemical weathering removes unwanted minerals and concentrates useful ones, such as bauxite and iron ore. The bauxite deposits of Minim-Martap in the Adamawa and Fongo-Tongo in the West formed in this way.</a:t>
            </a:r>
            <a:endParaRPr lang="en-US" sz="3400" dirty="0"/>
          </a:p>
        </p:txBody>
      </p:sp>
      <p:pic>
        <p:nvPicPr>
          <p:cNvPr id="5" name="Image 0" descr="/home/claude/f4/img/v2/lsa_bauxit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Groundwater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regolith is porous and stores rainwater like a sponge. It feeds the wells and boreholes that supply water to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Weathering shapes the landscape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Inselbergs and tors: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Deep weathering attacks the jointed rock, and the weathered material is later removed, leaving hard blocks standing above the plain. These form inselbergs and piles of boulders called tors, common around Garoua and in the Mandara Mountains.</a:t>
            </a:r>
            <a:endParaRPr lang="en-US" sz="2800" dirty="0"/>
          </a:p>
        </p:txBody>
      </p:sp>
      <p:pic>
        <p:nvPicPr>
          <p:cNvPr id="5" name="Image 0" descr="/home/claude/f4/img/inselberg.jpg">    </p:cNvPr>
          <p:cNvPicPr>
            <a:picLocks noChangeAspect="1"/>
          </p:cNvPicPr>
          <p:nvPr/>
        </p:nvPicPr>
        <p:blipFill>
          <a:blip r:embed="rId1"/>
          <a:stretch>
            <a:fillRect/>
          </a:stretch>
        </p:blipFill>
        <p:spPr>
          <a:xfrm>
            <a:off x="6537960" y="2391454"/>
            <a:ext cx="5470855" cy="305350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inselberg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Rounded boulders and domes: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Exfoliation and pressure release remove curved sheets of rock. They give rounded boulders and large bare domes of granite.</a:t>
            </a:r>
            <a:endParaRPr lang="en-US" sz="36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landscape of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Karst landscapes: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solution of limestone forms caves, sinkholes and bare rock pavements. Rivers may disappear underground in these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regolith and laterite: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regions, weathering can reach tens of metres deep. Iron oxides can harden into laterite crusts that form flat-topped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affects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creates the soils that feed the population. Its landforms, such as the inselbergs and volcanic necks of Rhumsiki, attract tourists and bring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structures: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makes potholes in roads and weakens bridges and monuments. Their repair costs a lot of money every year.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hazards: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Deeply weathered rock on steep slopes becomes weak and unstable. It favours landslides and rockfalls, as in the Western Highlands during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hot, wet regions, intense weathering and leaching wash the nutrients out of the soil. Laterite crusts also form hard layers that are difficult to cultivate.</a:t>
            </a:r>
            <a:endParaRPr lang="en-US" sz="3600" dirty="0"/>
          </a:p>
        </p:txBody>
      </p:sp>
      <p:pic>
        <p:nvPicPr>
          <p:cNvPr id="5" name="Image 0" descr="/home/claude/f4/img/v2/geo2_wimpac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impacts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uses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for farming, sand and gravel for building, clay for bricks, bauxite ore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soil formation; negative: damage to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loose layer above the bedrock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comes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nutrients down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Landscape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 and soil. Explain the economic importance of weathering products. Explain the positive effects of weathering. Explain its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a Resource; Effects of Weathering on the Landscape;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soil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the bauxite of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look for cracks on the school walls.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2026-09-29T11:25:58Z</dcterms:created>
  <dcterms:modified xsi:type="dcterms:W3CDTF">2026-09-29T11:25:58Z</dcterms:modified>
</cp:coreProperties>
</file>