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Earthquakes and 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drop a stone in water: waves spread in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zigzag line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the Pacific Ring of Fire.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Morocco earthquake of 2023.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tsunamis of 2004 (Indian Ocean) and 2011 (Japan).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focus 2. tsunami 3. seismograph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 and Man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Seismic Activity (Earthquakes)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Earthquakes and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Earthquake, focus, epicentre, seismic waves, tsunami, isostatic recovery.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nature; distribution; causes; effects; mitigation.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earthquakes and propose ways to reduce their damage.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earthquake, the focus and the epicentre.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and distribution of earthquakes.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their effects and measures of mitigation.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earthquakes occur at plate margins.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 can cause earthquakes.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September 2023, an earthquake in the Atlas Mountains of Morocco destroyed villages of stone and mud houses. Nearly 3,000 people died.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earthquake killed many people.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so many die?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houses collapsed on them.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such deaths be reduced?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building stronger houses and preparing people.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earthquakes and to protect people from them.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quak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seismic waves from the focus.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focus? What is the epicentre?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focus is the starting point underground; the epicentre is the point on the surface above it.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seismograp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232" y="1691640"/>
            <a:ext cx="815048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seismograph drum.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instrument records earthquakes? Which scale measures their energy?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seismograph; the Richter (magnitude) scale.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CAUSES AND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l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 margins of the world.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CAUSES AND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most earthquakes happen? Name one area of Cameroon where they are felt.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CAUSES AND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plate margins; in Cameroon, around Mount Cameroon and the volcanic line.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quakedam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Buildings destroyed by an earthquake.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an earthquake on people.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Houses collapse and people die; roads and water pipes are cut.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tsunam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Damage caused by a tsunami.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earthquake under the sea can cause a giant wave.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tsunami.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Earthquakes and Man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Crustal Processes and their Effect on the Land Surface and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Seismic Activity (Earthquakes)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Earthquakes and Man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Earthquake: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sudden shaking of the ground caused by the release of energy in the crust.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Focus: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point underground where the earthquake starts.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Epicentre: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point on the surface directly above the focus.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Tsunami: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giant sea wave caused by an earthquake under the sea.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and Distribution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Seismic waves: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spreads from the focus as P, S and surface waves. The seismograph records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Richter scale measures the energy (magnitude). The Mercalli scale measures the damage (intensity).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and Distribution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earthquakes occur at plate margins, such as the Pacific Ring of Fire. In Cameroon, small earthquakes occur along the Cameroon Volcanic Line.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and Distribution (3/3)</a:t>
            </a:r>
            <a:endParaRPr lang="en-US" sz="3600" dirty="0"/>
          </a:p>
        </p:txBody>
      </p:sp>
      <p:pic>
        <p:nvPicPr>
          <p:cNvPr id="13" name="Image 0" descr="/home/claude/f4/img/v2/quake_m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focus and the epicentre.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Causes, Effects and Mitigation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 movements along faults are the main cause. Volcanic eruptions and isostatic recovery also cause earthquakes.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Buildings collapse, landslides and tsunamis occur, and fires break out. Many people die or lose their homes.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Causes, Effects and Mitigation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Mitigation: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Countries build earthquake-resistant buildings and teach safety drills. Warning systems and land-use planning also reduce damage.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epicentre?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point on the surface directly above the focus.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reduce earthquake damage.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Earthquake-resistant buildings; safety drills and warnings.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point where an earthquake starts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giant wave caused by an earthquake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Earthquakes are recorded by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an old wall or a big rock near your home. Describe how it is breaking.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Denudation and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Earthquake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séisme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Epicentre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L'épicentre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Seismic wave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L'onde sismique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Tsunami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tsunami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magnitude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Earthquakes and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an earthquake, the focus and the epicentre. Explain the causes and distribution of earthquakes. Describe their effects and measures of mitigation.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earthquakes and propose ways to reduce their damage.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Earthquake, Focus, Epicentre, Tsunami; II. Nature and Distribution: Seismic waves, Measurement, Distribution; III. Causes, Effects and Mitigation: Causes, Effects, Mitigation.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an old wall or a big rock near your home. Describe how it is breaking.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“Recording drum from Golitsyn seismograph” by Galitzin, Boris; Masing, Hugo, CC BY-NC-SA 4.0, via sciencemuseum (https://collection.sciencemuseumgroup.org.uk/objects/co8647018/recording-drum-from-golitsyn-seismograph)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“Collapsed buildings in earthquake-hit Chautara, Nepal” by DFID - UK Department for International Development, CC BY 2.0, via Flickr (https://www.flickr.com/photos/14214150@N02/16693413433)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“Tsunami damage” by robertodevido, CC BY-NC-ND 2.0, via Flickr (https://www.flickr.com/photos/63082042@N00/5531541425)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2026-09-27T04:25:33Z</dcterms:created>
  <dcterms:modified xsi:type="dcterms:W3CDTF">2026-09-27T04:25:33Z</dcterms:modified>
</cp:coreProperties>
</file>