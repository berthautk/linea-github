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Erosional Processes and the Fluvial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erosion, transportation, deposition, competence, capacity, Hjulström. At the end, you should be able to do this: learners are able to explain how rivers erode, carry and deposit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Processes and Features of Mass Wasting. The question was: Observe the Benue or a stream after rain. What does the water carry? Write three things.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After rain, the river carries mud (suspended load), sand and pebbles rolling on the bed (bed load), and dissolved minerals (solution); also leaves and rubbish.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processes of river erosion. Number 2: describe how rivers carry their load. Number 3: interpret the Hjulström graph and describe the river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Denudation includes erosion, transport and deposition. Running water is the main agent of erosion.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the Benue at Garoua is brown and fast and carries mud, sand and branches. In March, the water is clear and slow, and sandbanks appear.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the river carries more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river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Mud, sand and branches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there sandbanks in March?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slow water drops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river processes to manage rivers and prevent erosion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work of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processes of river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processes of river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Hydraulic action, abrasion, attrition and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how a river carries its load.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ways a river carries its load.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Traction, saltation, suspension and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Hjulström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clay difficult to erode although it is very small?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Clay particles stick together, so a high velocity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river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When does a river deposit its load?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its speed or volume falls, for example on flat land or at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drainage basin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the inputs and outputs of a river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load from slopes. Outputs: water and sediment to the sea,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Erosion and Competence.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Capacity.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Processes. Rivers erode by the following processes. On this slide we have Hydraulic action and Abrasion (corrasion).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Processes. On this slide we have Attrition and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processes of river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Transportation. The load of a river is transported as follows. On this slide we have Sources and types of load.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Transportation. On this slide we have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Transportation. On this slide we have The Hjulström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Hjulström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 and the River as a System. Deposition and the fluvial system can be summarised as follows. On this slide we have Deposition.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and the River as a System. On this slide we have The river as a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and the River as a System. On this slide we have Functions of rivers.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competence and capacity.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competence is the largest particle carried; capacity is the total load.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types of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traction, saltation, suspension, solution.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traction; number 2, saltation; number 3,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long profile of a river and mark the upper, middle and lower courses.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River Action on its Long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EROSIONAL PROCESSES AND THE FLUVIAL SYSTEM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 Erosional Processes and the Fluvial System</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Erosional Processes and the Fluvial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Erosional Processes and the Fluvial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transportation, deposition, competence, capacity, Hjulström.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Processes of erosion and transport; types of load; the Hjulström graph; the river as a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rivers erode, carry and deposit material.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Processes and Features of Mass Wasting):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Benue or a stream after rain. What does the water carry? Write three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rain, the river carries mud (suspended load), sand and pebbles rolling on the bed (bed load), and dissolved minerals (solution); also leaves and rubbish.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river erosion.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rivers carry their load.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Hjulström graph and describe the river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Denudation includes erosion, transport and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Running water is the main agent of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the Benue at Garoua is brown and fast and carries mud, sand and branches. In March, the water is clear and slow, and sandbanks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the river carries more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river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 sand and branches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sandbanks in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slow water drops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river processes to manage rivers and prevent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work of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EROSIONAL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processes of river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 OF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a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how a river carries its load.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 OF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ways a river carries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 OF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Traction, saltation, suspension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HJULSTRÖM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julstro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Hjulström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HJULSTRÖM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clay difficult to erode although it is very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HJULSTRÖM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particles stick together, so a high velocity is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a river deposit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its speed or volume falls, for example on flat land or at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RIVER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drainage basin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RIVER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inputs and outputs of a river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RIVER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load from slopes. Outputs: water and sediment to the sea,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removal of rock and soil by agents such as rivers, wind, waves and ice.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size of the largest particle a river can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amount of load a river can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Rivers erode by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water pushes into cracks and breaks rocks. It is strongest at waterfalls and in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scrape the bed and banks. It deepens and widens the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and 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attrition, stones hit each other and become smaller and rounder. In solution, water dissolves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processes of river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load of a river is transported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and types of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Load comes from weathering, mass movement and bank erosion. It is carried as bed load, suspended load and dissolved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stones roll (traction), smaller ones bounce (saltation), fine clay floats (suspension) and minerals are dissolved (solution). Speed decides which process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Hjulström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velocity needed to erode, transport and deposit particles of each size. Clay is hard to erode because it sticks together, but once moving it stays in 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pic>
        <p:nvPicPr>
          <p:cNvPr id="4" name="Image 0" descr="/home/claude/f4/img/v2/hjulstro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Hjulström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the River as a System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Deposition and the fluvial system can be summarised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deposits its load when its velocity falls, for example on the inside of bends, in lakes and at its mouth. Heavy materials are dropped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the River as a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river as a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precipitation, load and energy; processes in the channel are erosion, transport and deposition. Outputs are water, sediment and energy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the River as a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of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shape valleys, floodplains and deltas. They also support ecosystems, recharge groundwater and supply fertile silt.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competence and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Competence is the largest particle carried; capacity is the total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types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Traction, saltation, suspension,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Stones rolled on the bed move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Sand bouncing on the bed moves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total load a river can carry is its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long profile of a river and mark the upper, middle and lower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Erosional Processes and the Fluvial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processes of river erosion. Describe how rivers carry their load. Interpret the Hjulström graph and describe the river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rivers erode, carry and deposit material.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Erosional Processes; Transportation; Deposition and the River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long profile of a river and mark the upper, middle and lower courses.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four processes with one example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shake sand and water in a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dry clay and loose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sandbanks of the Benue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three boxes with arrows.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2026-09-27T09:33:11Z</dcterms:created>
  <dcterms:modified xsi:type="dcterms:W3CDTF">2026-09-27T09:33:11Z</dcterms:modified>
</cp:coreProperties>
</file>