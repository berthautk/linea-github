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erosion, transportation, deposition, competence, capacity, Hjulström. At the end, you should be able to do this: learners are able to explain how rivers erode, carry and deposit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Observe the Benue or a stream after rain. What does the water carry? Write three things.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rain, the river carries mud (suspended load), sand and pebbles rolling on the bed (bed load), and dissolved minerals (solution); also leaves and rubbish.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processes of river erosion. Number 2: describe how rivers carry their load. Number 3: interpret the Hjulström graph and describe the river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erosion, transport and deposition. Running water is the main agent of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the Benue at Garoua is brown and fast and carries mud, sand and branches. In March, the water is clear and slow, and sandbanks appear.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the river carries more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river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Mud, sand and branches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sandbanks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slow water drops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river processes to manage rivers and prevent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processes of river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river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Hydraulic action, abrasion, attrition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ways a river carries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Traction, saltation, suspension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Hjulström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clay difficult to erode although it is very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particles stick together, so a high velocity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does a river deposit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its speed or volume falls, for example on flat land or at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drainage basin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inputs and outputs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load from slopes. Outputs: water and sediment to the sea,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Competence.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Rivers erode by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On this slide we have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Transportation. The load of a river is transported as follows. On this slide we have Sources and types of load.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The Hjulström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the River as a System. Deposition and the fluvial system can be summarised as follows. On this slide we have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The river as a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Functions of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competence and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competence is the largest particle carried; capacity is the total load.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types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traction, saltation, suspension, solution.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saltation; number 3,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river and mark the upper, middle and lower courses.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transportation, deposition, competence, capacity, Hjulström.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of erosion and transport; types of load; the Hjulström graph; the river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river carries mud (suspended load), sand and pebbles rolling on the bed (bed load), and dissolved minerals (solution); also leaves and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river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rivers carry their load.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Hjulström graph and describe the river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erosion, transport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main agent of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Benue at Garoua is brown and fast and carries mud, sand and branches. In March, the water is clear and slow, and sandbanks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river carries more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river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sand and branches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sandbanks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water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river processes to manage rivers and prevent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ways a river carries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clay difficult to erode although it is very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particles stick together, so a high velocity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river deposit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its speed or volume falls, for example on flat land or at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load from slopes. Outputs: water and sediment to the sea,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agents such as rivers, wind, waves and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erode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water pushes into cracks and breaks rocks. It is strongest at waterfalls and in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the bed and banks. It deepens and widens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and 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attrition, stones hit each other and become smaller and rounder. In solution, water dissolves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load of a river is transported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types of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Load comes from weathering, mass movement and bank erosion. It is carried as bed load, suspended load and dissolved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stones roll (traction), smaller ones bounce (saltation), fine clay floats (suspension) and minerals are dissolved (solution). Speed decides which process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Hjulström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each size. Clay is hard to erode because it sticks together, but once moving it stays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and the fluvial system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deposits its load when its velocity falls, for example on the inside of bends, in lakes and at its mouth. Heavy materials are dropped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river as a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precipitation, load and energy; processes in the channel are erosion, transport and deposition. Outputs are water, sediment and energy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shape valleys, floodplains and deltas. They also support ecosystems, recharge groundwater and supply fertile silt.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competence and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Competence is the largest particle carried; capacity is the total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rolled on the bed move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bouncing on the bed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load a river can carry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river and mark 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processes of river erosion. Describe how rivers carry their load. Interpret the Hjulström graph and describe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Transportation; Deposition and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river and mark the upper, middle and lower courses.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processes with one example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shake sand and water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dry clay and loose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sandbanks of the Benue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three boxes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2026-09-27T10:07:59Z</dcterms:created>
  <dcterms:modified xsi:type="dcterms:W3CDTF">2026-09-27T10:07:59Z</dcterms:modified>
</cp:coreProperties>
</file>