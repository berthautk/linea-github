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14: Erosional Processes and the Fluvial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four processes with one example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shake sand and water in a bottle.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dry clay and loose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sandbanks of the Benue in the dry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boxes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traction 2. saltation 3. capacity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Erosional Processes and the Fluvial System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 and Depositional Processes and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Erosional Processes and the Fluvial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Erosion, transportation, deposition, competence, capacity, Hjulström.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Processes of erosion and transport; types of load; the Hjulström graph; the river as a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rivers erode, carry and deposit material.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processes of river erosion.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rivers carry their load.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Hjulström graph and describe the river as a system.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Denudation includes erosion, transport and deposition.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water is the main agent of erosion.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August, the Benue at Garoua is brown and fast and carries mud, sand and branches. In March, the water is clear and slow, and sandbanks appear.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want to know why the river carries more in August.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river carry?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Mud, sand and branches (its load).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sandbanks in March?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slow water drops its load.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work of rivers.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iver_eros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processes of river erosion.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processes of river erosion.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Hydraulic action, abrasion, attrition and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oad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how a river carries its load.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ways a river carries its load.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Traction, saltation, suspension and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HJULSTRÖM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hjulstro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Hjulström graph.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HJULSTRÖM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clay difficult to erode although it is very small?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HJULSTRÖM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particles stick together, so a high velocity is needed.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muddyri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muddy river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does a river deposit its load?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its speed or volume falls, for example on flat land or at the sea.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THE RIVER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open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drainage basin as a system.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THE RIVER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inputs and outputs of a river system?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THE RIVER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Inputs: rain, load from slopes. Outputs: water and sediment to the sea,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Erosional Processes and the Fluvial System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Erosion and Depositional Processes and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14: Erosional Processes and the Fluvial System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wearing away and removal of rock and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Competence: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largest particle a river can carry.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Capacity: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total load a river can carry.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Erosion and Transport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Erosion processes: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Hydraulic action, abrasion, attrition and solution wear the bed and banks. Vertical erosion deepens and lateral erosion widens the valley.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Transport: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 stones roll by traction and sand bounces by saltation. Fine clay is carried in suspension and minerals in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Erosion and Transport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Hjulström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shows the velocities for erosion, transport and deposition. Sand is the easiest to erode; clay needs high speed because it is cohesive.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Erosion and Transport (3/3)</a:t>
            </a:r>
            <a:endParaRPr lang="en-US" sz="3600" dirty="0"/>
          </a:p>
        </p:txBody>
      </p:sp>
      <p:pic>
        <p:nvPicPr>
          <p:cNvPr id="13" name="Image 0" descr="/home/claude/f4/img/v2/hjulstro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Hjulström graph.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Deposition and the River System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Deposition: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drops its load when it loses speed or volume. Coarse material is dropped first and fine material last.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The river as a 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 are rain and load from slopes. Outputs are water and sediment to the sea, and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Deposition and the River System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Functions: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erode, transport and deposit material. They shape valleys, floodplains and deltas.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competence and capacity.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Competence is the largest particle carried; capacity is the total load.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types of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Traction, saltation, suspension,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Stones rolled on the bed move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bouncing on the bed moves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total load a river can carry is its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long profile of a river and mark the upper, middle and lower courses.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15: River Action on its Long Profile.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saltation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dépôt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basin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bassin versant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Erosional Processes and the Fluvial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processes of river erosion. Describe how rivers carry their load. Interpret the Hjulström graph and describe the river as a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rivers erode, carry and deposit material.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Erosion, Competence, Capacity; II. Erosion and Transport: Erosion processes, Transport, The Hjulström graph; III. Deposition and the River System: Deposition, The river as a system, Functions.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long profile of a river and mark the upper, middle and lower courses.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“Parana River Floodplain, Northern Argentina (NASA, International Space” by NASA's Marshall Space Flight Center, CC BY-NC 2.0, via nasa (https://www.flickr.com/photos/28634332@N05/5684050889)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2026-09-27T04:25:33Z</dcterms:created>
  <dcterms:modified xsi:type="dcterms:W3CDTF">2026-09-27T04:25:33Z</dcterms:modified>
</cp:coreProperties>
</file>