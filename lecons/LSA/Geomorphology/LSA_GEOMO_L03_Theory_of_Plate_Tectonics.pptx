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plates, plate margins, convection currents. At the end, you should be able to do this: learners are able to locate the main plates and explain why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three countries that often have earthquakes or volcanoes. Find them on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Japan, Indonesia and Chile often have earthquakes and volcanoes. They lie on the Pacific "Ring of Fire" where plates collide.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principles of plate tectonics. Number 2: identify the three types of plate margins. Number 3: explain the causes of plate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proposed continental drift. Hess explained sea-floor spreading.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She learns that Mount Cameroon is also active, but that Garoua rarely feels earthquakes.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wants to know why some places have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most of them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safer?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from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distribution of volcanoes and earthquakes to reduce disaster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theory that explains earthquakes, volcanoes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(blue star: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Name two other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 Others: Eurasian, Pacific, South American.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moves the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 caused by heat from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types of plate margins.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Constructive (apart), destructive (together), conservative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(USA).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Here two plates slide past each other. What happens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earthquakes, but no volcanoes: a conservative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Kilimanjaro, a volcano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volcanoes and earthquakes found in bands around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follow the plate margins, where plates interact.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and Main Principles. The theory of plate tectonics can be summarised as follows. On this slide we have Genesis.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and Main Principles. On this slide we have Principles.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Processes. There are three types of plate margins. On this slide we have Constructive (divergent)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Destructive (convergent)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Motions. Plates move because of the following forces. On this slide we have Convection currents.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Motions. On this slide we have Ridge push and slab pull.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moves the plates?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mid-Atlantic Ridge (constructive), Andes (destructive), San Andreas (conservative).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constructive; number 3,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picture of the East African Rift Valley. Describe its shape in two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gif"/><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 convection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plate margins and processes; causes of plate motion.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Indonesia and Chile often have earthquakes and volcanoes. They lie on the Pacific "Ring of Fire" where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types of plate margins.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plate motion.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proposed continental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Hess explained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She learns that Mount Cameroon is also active, but that Garoua rarely feels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why some places have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of them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safer?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distribution of volcanoes and earthquakes to reduce disaster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theory that explains earthquakes, volcanoes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 (blue star: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 Name two other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 Others: Eurasian, Pacific, South American.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caused by heat from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(apart), destructive (together), conservative (side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 (USA).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Here two plates slide past each other. What happens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earthquakes, but no volcanoes: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Kilimanjaro, a volcano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and earthquakes found in bands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plate margins, where plates interact.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rigid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plate tectonics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continental drift and sea-floor spreading were combined into one theory. It explained where mountains, volcanoes and earthquakes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lithosphere is divided into about 7 major and many minor plates, such as the African, Eurasian and Pacific plates. They move a few centimetres a year, and most activity happens at their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types of plate margins: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is formed, as at the Mid-Atlantic Ridge and the East African Rift. Eruptions are gentle and earthquakes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towards each other and one sinks under the other (subduction), or they collide. Explosive volcanoes, deep earthquakes and fold mountains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without creating or destroying crust. Strong earthquakes occur, as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plate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Plates move because of the following forces: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the core makes the mantle rock rise, spread and sink in slow currents. These currents drag the plates above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and 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crust at the ridges pushes the plates away. The heavy sinking plate at a trench pulls the rest of the plate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Mid-Atlantic Ridge (constructive), Andes (destructive), San Andreas (conservative).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form a ______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sliding past each other form a ______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picture of the East African Rift Valley. Describe its shape in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principles of plate tectonics. Identify the three types of plate margins. Explain the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and Main Principles; Plate Margins and Processes; Causes of Plate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picture of the East African Rift Valley. Describe its shape in two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world with a few plate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moving in a pot on the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together and side by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your two hands against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Pacific "Ring of Fire"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2026-09-27T10:07:56Z</dcterms:created>
  <dcterms:modified xsi:type="dcterms:W3CDTF">2026-09-27T10:07:56Z</dcterms:modified>
</cp:coreProperties>
</file>