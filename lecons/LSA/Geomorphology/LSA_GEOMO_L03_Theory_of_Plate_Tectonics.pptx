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3: Theory of Plate Tectonics.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world with a few plate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water moving in a pot on the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move two books apart, together and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rub your two hands against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the Pacific "Ring of Fire" on a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African 2. constructive 3. conservative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Plate Tectonics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Development of the Earth's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Earth Structure and Resultant Landforms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Theory of Plate Tectonics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tectonics, plates, plate margins, convection currents.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Genesis and principles; plate margins and processes; causes of plate motion.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the main plates and explain why they move.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main principles of plate tectonics.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types of plate margins.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of plate motion.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Wegener proposed continental drift.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 explained sea-floor spreading.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television, Mariam sees an earthquake in Japan and a volcano in Italy. She learns that Mount Cameroon is also active, but that Garoua rarely feels earthquakes.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Mariam wants to know why some places have earthquakes and volcanoes.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most of them happen?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edges of the plates.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Garoua safer?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far from plate margins.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theory that explains earthquakes, volcanoes and mountains.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PLATES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lat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plates of the Earth (blue star: Cameroon).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PLATES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which plate is Cameroon? Name two other plates.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PLATES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African Plate. Others: Eurasian, Pacific, South American.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 OF MOTION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mantle_convec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convection currents in the mantle.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 OF MOTION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moves the plates?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 OF MOTION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 currents in the mantle, caused by heat from the core.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margin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plates move apart and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types of plate margins.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Constructive (apart), destructive (together), conservative (side by side).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sanandre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San Andreas Fault (USA).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Here two plates slide past each other. What happens there?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earthquakes, but no volcanoes: a conservative margin.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PRINCIPLES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kilimanja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Kilimanjaro, a volcano in East Africa.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PRINCIPLES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volcanoes and earthquakes found in bands around the world?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PRINCIPLES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follow the plate margins, where plates interact.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Theory of Plate Tectonics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Development of the Earth's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Theories of Earth Structure and Resultant Landforms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Theory of Plate Tectonics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tectonics: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theory that the lithosphere is divided into plates that move.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rigid slab of the lithosphere.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margin: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boundary where two plates meet.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Genesis and Principles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Genesis: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theory combined continental drift and sea-floor spreading in the 1960s. It explains the global pattern of earthquakes, volcanoes and mountains.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Principles: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7 major plates and many small ones. They move a few centimetres per year and interact at their margins.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Genesis and Principles (2/2)</a:t>
            </a:r>
            <a:endParaRPr lang="en-US" sz="3600" dirty="0"/>
          </a:p>
        </p:txBody>
      </p:sp>
      <p:pic>
        <p:nvPicPr>
          <p:cNvPr id="13" name="Image 0" descr="/home/claude/f4/img/v2/plat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main plates.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Margins and Causes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Constructive margins: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move apart and new crust forms. Example: the Mid-Atlantic Ridge.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Destructive margins: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move together and one sinks. This forms trenches, fold mountains and explosive volcanoes.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Margins and Causes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Conservative margins: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slide past each other. Crust is neither made nor destroyed, but earthquakes are common.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Causes: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 currents in the mantle carry the plates. Ridge push and slab pull also help.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moves the plates?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 currents in the mantle.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example of each type of margin.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Mid-Atlantic Ridge (constructive), Andes (destructive), San Andreas (conservative).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is on the ______ Plate.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moving apart form a ______ margin.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sliding past each other form a ______ margin.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 picture of the East African Rift Valley. Describe its shape in two sentences.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4: Landforms at Constructive Margins.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margin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limite de plaque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Convection current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courant de convection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dorsale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Development of the Earth's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Theory of Plate Tectonics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main principles of plate tectonics. Identify the three types of plate margins. Explain the causes of plate motion.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the main plates and explain why they move.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Plate tectonics, Plate, Plate margin; II. Genesis and Principles: Genesis, Principles; III. Margins and Causes: Constructive margins, Destructive margins, Conservative margins, Causes.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 picture of the East African Rift Valley. Describe its shape in two sentences.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2 and 3 are animations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“faultfind_48” by dsearls, CC BY-SA 2.0, via Flickr (https://www.flickr.com/photos/52614599@N00/15392616)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“Kilimanjaro” by ian 1602, CC BY-NC 2.0, via Flickr (https://www.flickr.com/photos/98181641@N00/2179855841)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2026-09-26T11:43:24Z</dcterms:created>
  <dcterms:modified xsi:type="dcterms:W3CDTF">2026-09-26T11:43:24Z</dcterms:modified>
</cp:coreProperties>
</file>