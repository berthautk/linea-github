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1: Early Theories of Crustal Movements.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put a piece of wood in water and press it down, then release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cut out the two continents from a paper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the animal could not swim across an ocean.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marks left by glaciers on rocks.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plates on a world sketch.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Pangaea 2. Laurasia 3. Gondwanaland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FURTHER STUDY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Theories of Crustal Movements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Early Theories of Crustal Movements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Isostasy, continental drift, Pangaea, Laurasia, Gondwanaland.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Isostasy; the theory of continental drift, its evidence, strengths and weaknesses.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early theories of crustal movement and judge their evidence.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isostasy.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theory of continental drift.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evidence, strengths and weaknesses of the theory.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crust floats on the soft upper mantle.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has changed over millions of years.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Djibrilla sees that the coast of West Africa and the coast of Brazil fit like two pieces of a puzzle. His teacher says that a German scientist had the same idea in 1912.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Djibrilla wonders if the continents were once joined.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was the scientist?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Alfred Wegener.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evidence can support the idea?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fit of the coasts, fossils and rocks.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scientists first explained the movement of continents.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ISOSTASY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sostasy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crust sinks under ice and rises when it melts.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ISOSTASY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crust rise again when the ice melts?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ISOSTASY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crust floats on the mantle; when the weight is removed, it rises (isostatic recovery).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CONTINENTAL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jigsaw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closing the Atlantic Ocean.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CONTINENTAL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fit of Africa and South America suggest?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CONTINENTAL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were once joined in one landmass (Pangaea).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foss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fossil in rock.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fossils (Mesosaurus, Glossopteris) are found in Brazil and southern Africa. What does this prove?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continents were joined when these plants and animals lived.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tr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Scratches left on rock by an old glacier (ice sheet).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Marks of old ice sheets are found in India and Africa. What does this show?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lands were once near the South Pole and have drifted.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STRENGTHS AND WEAKNESSES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pl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plates of the Earth today.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STRENGTHS AND WEAKNESSES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Wegener could not explain what moves the continents. Which later theory explained it?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STRENGTHS AND WEAKNESSES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theory of plate tectonics (mantle convection currents).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Theories of Crustal Movements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1: Early Theories of Crustal Movements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Isostasy: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balance of the crust floating on the denser mantle.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Continental drift: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slow movement of the continents across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Pangaea: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single supercontinent that existed about 250 million years ago.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Isostasy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Meaning: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Blocks of crust float on the mantle like wood on water. Thick, light crust stands high and thin, dense crust stands low.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Isostatic recovery: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a load of ice melts, the crust rises slowly. This happens today in Scandinavia and Canada.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Continental Drift (Wegener, 1912)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idea: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continents were joined in Pangaea. It split into Laurasia in the north and Gondwanaland in the south, which then broke up.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Evidence: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Coasts fit together, and the same fossils and rocks are found on both sides of the Atlantic. Marks of old ice are found in hot lands.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Continental Drift (Wegener, 1912)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Strengths: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explained the fit of the continents and the distribution of fossils. It prepared the theory of plate tectonics.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Weaknesses: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Wegener could not explain the force that moves the continents. Many scientists rejected his idea at first.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isostasy?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balance of the crust floating on the denser mantle.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pieces of evidence for continental drift.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jigsaw fit of the coasts and the same fossils on both sides of the Atlantic.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supercontinent was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northern part was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southern part was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Mid-Atlantic Ridge on a map of the ocean floor in your atlas. Describe its position in one sentence.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2: The Theory of Sea-Floor Spreading.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 drift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dérive des continents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Isostasy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L'isostasie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Supercontinent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supercontinent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preuve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Fossil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fossile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 sheet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L'inlandsis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Early Theories of Crustal Movements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isostasy. Explain the theory of continental drift. Give the evidence, strengths and weaknesses of the theory.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early theories of crustal movement and judge their evidence.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Isostasy, Continental drift, Pangaea; II. Isostasy: Meaning, Isostatic recovery; III. Continental Drift (Wegener, 1912): The idea, Evidence, Strengths, Weaknesses.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Mid-Atlantic Ridge on a map of the ocean floor in your atlas. Describe its position in one sentence.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1 and 2 are animations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“Marble Skin Fish Fossil” by Bold Frontiers, CC BY 2.0, via Flickr (https://www.flickr.com/photos/82955120@N05/14091612527)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“geoscience crowd sourcing” by subarcticmike, CC BY 2.0, via Flickr (https://www.flickr.com/photos/31856336@N03/37633979015)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2026-09-26T11:43:24Z</dcterms:created>
  <dcterms:modified xsi:type="dcterms:W3CDTF">2026-09-26T11:43:24Z</dcterms:modified>
</cp:coreProperties>
</file>