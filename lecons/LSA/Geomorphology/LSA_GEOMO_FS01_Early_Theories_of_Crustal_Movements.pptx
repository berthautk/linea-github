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Early Theories of Crustal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isostasy, continental drift, Pangaea, Laurasia, Gondwanaland. At the end, you should be able to do this: learners are able to explain the early theories of crustal movement and judge their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Internal Structure of the Earth. The question was: Look at a map of the world. Why do the coasts of Africa and South America look like pieces of a puzzle? Write two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coasts of Africa and South America look like pieces of a puzzle because they were once joined in one continent (Gondwana/Pangaea). They later drifted apart as the Atlantic Ocean opened.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isostasy. Number 2: explain the theory of continental drift. Number 3: give the evidence, strengths and weaknesses of the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floats on the soft upper mantle. The Earth has changed over millions of years.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Djibrilla sees that the coast of West Africa and the coast of Brazil fit like two pieces of a puzzle. His teacher says that a German scientist had the same idea in 1912.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wonders if the continents were once joined.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was the scientist?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Alfred Wegener.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evidence can support the idea?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fit of the coasts, fossils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scientists built theories of the moving Earth from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scientists first explained the movement of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crust sinks under ice and rises when it melts.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crust rise again when the ice melts?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crust floats on the mantle; when the weight is removed, it rises (isostatic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closing the Atlantic Ocean.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fit of Africa and South America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were once joined in one landmass (Pangaea).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fossil in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same fossils (Mesosaurus, Glossopteris) are found in Brazil and southern Africa.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continents were joined when these plants and animals lived.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scratches left on rock by an old glacier (ice sheet).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Marks of old ice sheets are found in India and Africa. What does this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These lands were once near the South Pole and have drifted.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plates of the Earth today.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Wegener could not explain what moves the continents. Which later theory explained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theory of plate tectonics (mantle convection currents).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Isostasy. Isostasy can be understood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Isostasy. On this slide we have Isostatic equilibrium.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isostasy.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Theory of Continental Drift. Wegener's theory (1912) states that. On this slide we have Splitting of landmasses.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Theory of Continental Drift. On this slide we have Drifting.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Strengths and Weaknesses. The theory is supported and criticised as follows. On this slide we have Evidence.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Strengths and Weaknesses.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Strengths and Weaknesses. On this slide we have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isostasy?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balance of the crust floating on the denser mantle.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of the coasts and the same fossils on both sides of the Atlantic.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Pangaea; number 2, Laurasia; number 3, Gondwanaland.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Mid-Atlantic Ridge on a map of the ocean floor in your atlas. Describe its position in one sentence.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Theory of Sea-Floor Spreading.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EARLY THEORIES OF CRUSTAL MOVEMENTS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 Early Theories of Crustal Movements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Early Theories of Crustal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Early Theories of Crustal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the theory of continental drift, its evidence, strengths and weaknesses.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early theories of crustal movement and judge their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Why do the coasts of Africa and South America look like pieces of a puzzle? Write two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coasts of Africa and South America look like pieces of a puzzle because they were once joined in one continent (Gondwana/Pangaea). They later drifted apart as the Atlantic Ocean opened.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isostasy.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evidence, strengths and weaknesses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floats on the soft upper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changed over millions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sees that the coast of West Africa and the coast of Brazil fit like two pieces of a puzzle. His teacher says that a German scientist had the same idea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wonders if the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was the scientist?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evidence can support the idea?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fit of the coasts, fossils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scientists built theories of the moving Earth from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scientists first explained the movement of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sostas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crust sinks under ice and rises when it melts.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crust rise again when the ice melts?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floats on the mantle; when the weight is removed, it rises (isostatic recovery).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closing the Atlantic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fit of Africa and South America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once joined in one landmass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FOSSILS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 in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FOSSILS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fossils (Mesosaurus, Glossopteris) are found in Brazil and southern Africa.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FOSSILS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were joined when these plants and animals lived.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ri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Scratches left on rock by an old glacier (ice sheet).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Marks of old ice sheets are found in India and Africa. What does this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lands were once near the South Pole and have drifted.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STRENGTHS AND WEAKNESSES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plates of the Earth today.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STRENGTHS AND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moves the continents. Which later theory explained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STRENGTHS AND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of plate tectonics (mantle convection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Isostasy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balance of the lighter crust floating on the denser mantle, like wood floating on water. Thick crust sinks deeper, like mountains with deep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equilibrium: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weight is added (ice sheets) the crust sinks; when it is removed (melting, erosion) the crust rises again. Scandinavia is still rising after the last ice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pic>
        <p:nvPicPr>
          <p:cNvPr id="4" name="Image 0" descr="/home/claude/f4/img/v2/isostas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isostasy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Theory of Continental Drift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Wegener's theory (1912) states that: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Splitting of landmasses: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300 million years ago all continents formed one super-continent, Pangaea, surrounded by the ocean Panthalassa. It split into Laurasia in the north and Gondwana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Theory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Drifting: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slowly drifted to their present positions. The Americas moved west and India moved north towards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Strengths and Weaknesses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is supported and criticised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coasts of Africa and South America fit, and the same fossils (Mesosaurus, Glossopteris) are found on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Strengths and Weaknesses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glacial striations in India and Africa and similar rocks on both sides of the Atlantic also support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explained the fit of continents, the spread of fossils and old climates. It prepared the way for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Strengths and Weaknesses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Wegener could not explain the force that moved the continents. He wrongly thought continents ploughed through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isostasy?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of the crust floating on the denser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of the coasts and the same fossils on both sides of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supercontinent was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Its northern part was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Its southern part was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Mid-Atlantic Ridge on a map of the ocean floor in your atlas. Describe its position in one sentence.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Isostasy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L'isostasie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sheet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L'inlandsis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Early Theories of Crustal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isostasy. Explain the theory of continental drift. Give the evidence, strengths and weaknesses of the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early theories of crustal movement and judge their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Isostasy; Theory of Continental Drift; Evidence, Strengths and Weaknesses.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Mid-Atlantic Ridge on a map of the ocean floor in your atlas. Describe its position in one sentence.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2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put a piece of wood in water and press it down, then release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cut out the two continents from a paper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the animal could not swim across an ocean.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marks left by glaciers on rocks.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plates on a world sketch.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“geoscience crowd sourcing” by subarcticmike, CC BY 2.0, via Flickr (https://www.flickr.com/photos/31856336@N03/37633979015)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2026-09-27T09:33:04Z</dcterms:created>
  <dcterms:modified xsi:type="dcterms:W3CDTF">2026-09-27T09:33:04Z</dcterms:modified>
</cp:coreProperties>
</file>