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Earthquakes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Seismic Activity (Earthquakes). The key notions we shall use today are: earthquake, focus, epicentre, seismic waves, tsunami, isostatic recovery. At the end, you should be able to do this: learners are able to explain earthquakes and propose ways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Volcanoes and Man. The question was: Find out if an earthquake has ever been felt in your region. Ask an elder.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Earthquakes are felt around Mount Cameroon (Buea, Limbe) and along the Cameroon Volcanic Line. Elders may remember the tremors of 1999 during the eruption.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the focus and the epicentre. Number 2: explain the causes and distribution of earthquakes. Number 3: describe their effects and measures of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earthquakes occur at plate margins. Volcanoes can cause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2023, an earthquake in the Atlas Mountains of Morocco destroyed villages of stone and mud houses. Nearly 3,000 people died.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earthquake killed many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so many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collapsed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such deaths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stronger houses and preparing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the effects of earthquakes through safe buildings and preparedness.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earthquakes and to protect people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seismic waves from the focus.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focus? What is the epicentre?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focus is the starting point underground; the epicentre is the point on the surface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drum.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instrument records earthquakes? Which scale measures their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seismograph; the Richter (magnitude)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plate margins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most earthquakes happen? Name one area of Cameroon where they are felt.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plate margins; in Cameroon, around Mount Cameroon and the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an earthquake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collapse and people die; roads and water pipes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damage caused by a tsunami.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An earthquake under the sea can cause a giant wave.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tsunami.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Earthquakes. An earthquake can be understood as follows. On this slide we have Earthquake.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On this slide we have Focus and epicentre.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On this slide we have Seismic waves and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focus, epicentre and seismic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Causes. Earthquakes are distributed and caused as follows. On this slide we have Global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Causes. On this slide we have Local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Causes. On this slide we have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as a Hazard and Mitigation. The effects and mitigation of earthquakes are. On this slide we have Effects on land and people.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as a Hazard and Mitigation. On this slide we have Measures to mitigate.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directly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reduce earthquake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earthquake-resistant buildings; safety drills and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focus; number 2, tsunami; number 3, seismograph.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an old wall or a big rock near your home. Describe how it is breaking.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Denudation and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EARTHQUAKES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gif"/><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Activity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Earthquakes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 focus, epicentre, seismic waves, tsunami, isostatic recovery.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nature; distribution; causes; effects;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propose ways to reduce their damage.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Volcanoes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if an earthquake has ever been felt in your region. Ask an elder.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are felt around Mount Cameroon (Buea, Limbe) and along the Cameroon Volcanic Line. Elders may remember the tremors of 1999 during the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the focus and the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distribution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 and measures of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earthquakes occur at plate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can cause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2023, an earthquake in the Atlas Mountains of Morocco destroyed villages of stone and mud houses. Nearly 3,000 people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 killed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so many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collapsed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such deaths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stronger houses and preparing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the effects of earthquakes through safe buildings and preparedness.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earthquakes and to protect people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seismic waves from the focus.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focus? 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starting point underground; the epicentre is the point on the surface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 drum.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records earthquakes? Which scale measures their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seismograph; the Richter (magnitude)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Plate margins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happen? Name one area of Cameroon where they are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plate margins; in Cameroon, around Mount Cameroon and the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an earthquake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collapse and people die; roads and water pipes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tsunam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caused by a tsunami.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 under the sea can cause a giant wave.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tsunami.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Seismic Activity (Earthquakes)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earthquake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 caused by the release of energy in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and 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point underground where the rocks break. The epicentre is the point on the surface directly above it, where shaking is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(P), secondary (S) and surface waves spread from the focus. They are recorded by a seismograph and measured on the Richter or moment magnitude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focus, epicentre and seismic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are distributed and caused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earthquakes occur along plate margins, especially the Pacific Ring of Fire and the Alpine–Himalayan belt. Few occur in the middle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earthquakes are felt along the Cameroon Volcanic Line, around Mount Cameroon and in Kribi–Lolodorf. They are usually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 movements at margins cause most earthquakes. Volcanic eruptions, isostatic recovery, dams and mining can also cause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and mitigation of earthquakes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land and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bridges and roads collapse, killing many people, and fires break out. Landslides and liquefaction occur, and undersea earthquakes cause tsunamis.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to mitigate: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earthquake-resistant houses and avoid building on faults and soft ground. Prepare people with drills, early warnings and emergency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reduce earthquake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Earthquake-resistant buildings; safety drills and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where an earthquake starts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giant wave caused by an earthquake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Earthquakes are recorded by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wall or a big rock near your home. Describe how it is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Seismic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L'onde sismique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Earthquakes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the focus and the epicentre. Explain the causes and distribution of earthquakes. Describe their effects and measures of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propose ways to reduce their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Nature of Earthquakes; Distribution and Causes; Earthquakes as a Hazard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an old wall or a big rock near your home. Describe how it is breaking.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Pacific Ring of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Morocco earthquake of 2023.</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the tsunamis of 2004 (Indian Ocean) and 2011 (Japan).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2026-09-27T10:31:30Z</dcterms:created>
  <dcterms:modified xsi:type="dcterms:W3CDTF">2026-09-27T10:31:30Z</dcterms:modified>
</cp:coreProperties>
</file>