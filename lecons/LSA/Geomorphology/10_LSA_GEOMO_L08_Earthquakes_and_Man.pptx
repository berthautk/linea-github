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Earthquakes and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Crustal Processes and their Effect on the Land Surface and Man, and the sub-topic is Seismic Activity (Earthquakes). The key notions we shall use today are: earthquake, focus (hypocentre), epicentre, seismic waves, seismograph, Ring of Fire, liquefaction, tsunami, mitigation. At the end, you should be able to do this: learners are able to explain the causes, distribution and effects of earthquakes and propose ways of reducing their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Volcanoes and Man. The question was: Define the epicentre of an earthquake.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epicentre is the point on the surface of the Earth directly above the focus of an earthquake.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an earthquake, the focus and the epicentre. Number 2: explain the causes of earthquakes. Number 3: describe their distribution in the world and in Cameroon. Number 4: explain their effects. Number 5: describe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Plates slide, collide or move apart at margins. The Cameroon Volcanic Line is a zone of weakness. Mount Cameroon is monitored.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One evening in Garoua, the CRTV news reports a small earth tremor felt in Bamenda. There was no major damage, but people were frightened by the sudden shaking. You have never felt such a thing in Garoua. You ask your father: "Why does the ground shake in some parts of our country but not here? What causes it, and is it dangerous?"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causes, distribution and dangers of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sudden shaking of the ground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earthquake.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Bamenda more exposed than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lies on the Cameroon Volcanic Line, a weak and active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and practise "Drop, Cover and Hold On" and build with reinforced materials in exposed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earthquakes and to reduce their effects through good building and preparedness.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focus and epicentre.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shaking usually strongest?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the epicentre, directly above the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seismograph.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seismograph record?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Seismic waves (ground vibrations).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plates and their margins.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is the most active earthquake zone?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Pacific Ring of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buildings destroyed by an earthquake.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effects of an earthquake on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Collapse of buildings, fires, injuries, deaths, homelessness (any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reducing earthquake damage.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should you do during an earthquake?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Drop, cover (under a table) and hold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Earthquake.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Focus (hypocentre), Epicentre and Seismic waves.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Nature of an Earthquake. An earthquake is presented as follows. Copy the point on Release of energy on the left, then draw the diagram on the right: focus and epicentre.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Nature of an Earthquake. On this slide we have Focus and epicentre.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Measurement on the left, then draw the diagram on the right: a seismograph.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and Distribution. The causes and distribution of earthquakes are the following. Copy the point on Plate margins on the left, then draw the diagram on the right: plates and margins.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Distribution. On this slide we have Volcanism and Isostatic adjustment.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Distribution. On this slide we have World distribution.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Cameroon on the left, then draw the diagram on the right: the Cameroon Volcanic Line.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Earthquakes as a Hazard. Earthquakes cause the following effects. On this slide we have Primary effects.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Earthquakes as a Hazard. On this slide we have Secondary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 on the left, then draw the diagram on the right: a tsunami.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to Mitigate Earthquake Effects. The effects of earthquakes are reduced by the following measures. On this slide we have Prediction and warning.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Building protection on the left, then draw the diagram on the right: damage to buildings.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Education and preparedness on the left, then draw the diagram on the right: reducing earthquake damage.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to Mitigate Earthquake Effects. On this slide we have Land-use planning.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the focus from the epicentre.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focus is where the earthquake starts inside the Earth; the epicentre is the point on the surface above 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Garoua rarely affected by earthquakes?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far from plate margins and from the Cameroon Volcanic Line.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focus (hypocentre); number 2, Ring; number 3, tsunamis.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weathering.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Denudation and Weathering.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8: EARTHQUAKES AND MAN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Earthquakes and Man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Crustal Processes and their Effect on the Land Surface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Seismic Activity (Earthquakes)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Earthquakes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Earthquake, focus (hypocentre), epicentre, seismic waves, seismograph, Ring of Fire, liquefaction, tsunami, mitigation.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nature of earthquakes; causes and distribution (world and Cameroon); earthquakes as hazards; mitigation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causes, distribution and effects of earthquakes and propose ways of reducing their damage.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Volcanoes and Man):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epicentre of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epicentre is the point on the surface of the Earth directly above the focus of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earthquake, the focus and the epicentre.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distribution in the world and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Plates slide, collide or move apart at margins.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Cameroon Volcanic Line is a zone of weakness.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monitored.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evening in Garoua, the CRTV news reports a small earth tremor felt in Bamenda.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was no major damage, but people were frightened by the sudden shaking.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have never felt such a thing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your father: "Why does the ground shake in some parts of our country but not 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it, and is it dangerous?"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causes, distribution and dangers of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sudden shaking of the ground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Bamenda more exposed than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on the Cameroon Volcanic Line, a weak and active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and practise "Drop, Cover and Hold On" and build with reinforced materials in exposed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earthquakes and to reduce their effects through good building and preparedness.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eo2_quake.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Focus and epicentre.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shaking usually strongest?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epicentre, directly above the focus.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eismograph.jpg">    </p:cNvPr>
          <p:cNvPicPr>
            <a:picLocks noChangeAspect="1"/>
          </p:cNvPicPr>
          <p:nvPr/>
        </p:nvPicPr>
        <p:blipFill>
          <a:blip r:embed="rId1"/>
          <a:stretch>
            <a:fillRect/>
          </a:stretch>
        </p:blipFill>
        <p:spPr>
          <a:xfrm>
            <a:off x="2251123" y="1783080"/>
            <a:ext cx="768945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seismograph.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seismograph record?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Seismic waves (ground vibrations).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lat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Plates and their margins.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most active earthquake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Pacific Ring of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quakedam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Buildings destroyed by an earthquake.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an earthquake 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Collapse of buildings, fires, injuries, deaths, homelessness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geo2_quake_resp.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Reducing earthquake damage.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you do during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Drop, cover (under a table) and hold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Crustal Processes and their Effect on the Land Surface and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Seismic Activity (Earthquakes)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8: Earthquakes and Man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Earthquake: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sudden, violent shaking of the ground caused by the release of energy stored in 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Focus (hypocentre):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inside the Earth where the rocks break and the earthquake starts.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Epicentre: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on the surface directly above the focus.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Seismic 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waves of energy that travel from the focus and shake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an Earthquake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An earthquake is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Release of energy: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Stress builds up in the rocks until they break suddenly, releasing energy.</a:t>
            </a:r>
            <a:endParaRPr lang="en-US" sz="3600" dirty="0"/>
          </a:p>
        </p:txBody>
      </p:sp>
      <p:pic>
        <p:nvPicPr>
          <p:cNvPr id="5" name="Image 0" descr="/home/claude/f4/img/v2/geo2_quake.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focus and epicentre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an Earthquake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Focus and epicentre: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earthquake starts at the focus, and shaking is usually strongest at the epicentre.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an Earthquake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Seismographs record the waves, and the magnitude is measured on the Richter or moment magnitude scale.</a:t>
            </a:r>
            <a:endParaRPr lang="en-US" sz="3600" dirty="0"/>
          </a:p>
        </p:txBody>
      </p:sp>
      <p:pic>
        <p:nvPicPr>
          <p:cNvPr id="5" name="Image 0" descr="/home/claude/f4/img/v2/f4_seismograph.jpg">    </p:cNvPr>
          <p:cNvPicPr>
            <a:picLocks noChangeAspect="1"/>
          </p:cNvPicPr>
          <p:nvPr/>
        </p:nvPicPr>
        <p:blipFill>
          <a:blip r:embed="rId1"/>
          <a:stretch>
            <a:fillRect/>
          </a:stretch>
        </p:blipFill>
        <p:spPr>
          <a:xfrm>
            <a:off x="5349240" y="2069045"/>
            <a:ext cx="6659575" cy="3698319"/>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seismograph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Distribution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causes and distribution of earthquakes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Plate margins: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Most earthquakes happen when plates collide, slide past or move apart.</a:t>
            </a:r>
            <a:endParaRPr lang="en-US" sz="3600" dirty="0"/>
          </a:p>
        </p:txBody>
      </p:sp>
      <p:pic>
        <p:nvPicPr>
          <p:cNvPr id="5" name="Image 0" descr="/home/claude/f4/img/v2/plates_big.png">    </p:cNvPr>
          <p:cNvPicPr>
            <a:picLocks noChangeAspect="1"/>
          </p:cNvPicPr>
          <p:nvPr/>
        </p:nvPicPr>
        <p:blipFill>
          <a:blip r:embed="rId1"/>
          <a:stretch>
            <a:fillRect/>
          </a:stretch>
        </p:blipFill>
        <p:spPr>
          <a:xfrm>
            <a:off x="5349240" y="2513450"/>
            <a:ext cx="6659575" cy="280950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plates and margins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Distribution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Moving magma under volcanoes causes small to moderate earthquakes, as around Mount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Isostatic adjustment: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rising or sinking of the crust causes minor tremors.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World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Pacific Ring of Fire is the most active zone, followed by the Alps–Himalaya belt.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Distribution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Cameroon: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Tremors are linked to the Cameroon Volcanic Line, around Mount Cameroon, Bamenda and Foumban, while Garoua is stable.</a:t>
            </a:r>
            <a:endParaRPr lang="en-US" sz="3600" dirty="0"/>
          </a:p>
        </p:txBody>
      </p:sp>
      <p:pic>
        <p:nvPicPr>
          <p:cNvPr id="5" name="Image 0" descr="/home/claude/f4/img/cameroon_volcanic_line.png">    </p:cNvPr>
          <p:cNvPicPr>
            <a:picLocks noChangeAspect="1"/>
          </p:cNvPicPr>
          <p:nvPr/>
        </p:nvPicPr>
        <p:blipFill>
          <a:blip r:embed="rId1"/>
          <a:stretch>
            <a:fillRect/>
          </a:stretch>
        </p:blipFill>
        <p:spPr>
          <a:xfrm>
            <a:off x="6021727" y="1783080"/>
            <a:ext cx="5314602" cy="427024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Cameroon Volcanic Line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Earthquakes as a Hazard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Earthquakes cause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effects: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Ground shaking, the main cause of damage.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Landslides and rockfalls in hilly areas.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Liquefaction: wet soil behaves like a liquid and buildings sink.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Earthquakes as a Hazard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effects: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Collapse of buildings, bridges and roads.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Fires from broken gas and electric lines.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Tsunamis after undersea earthquakes.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Deaths, injuries and homelessness.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Earthquakes as a Hazard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2004 Indian Ocean earthquake and tsunami killed about 230,000 people.</a:t>
            </a:r>
            <a:endParaRPr lang="en-US" sz="3600" dirty="0"/>
          </a:p>
        </p:txBody>
      </p:sp>
      <p:pic>
        <p:nvPicPr>
          <p:cNvPr id="5" name="Image 0" descr="/home/claude/f4/img/v2/lsa_tsunami.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tsunami</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Measures to Mitigate Earthquake Effects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effects of earthquakes are reduced by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Prediction and warning: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Ground movements are monitored, but exact prediction is still impossible.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Measures to Mitigate Earthquake Effects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Building protection: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Reinforced buildings and special foundations resist shaking.</a:t>
            </a:r>
            <a:endParaRPr lang="en-US" sz="3600" dirty="0"/>
          </a:p>
        </p:txBody>
      </p:sp>
      <p:pic>
        <p:nvPicPr>
          <p:cNvPr id="5" name="Image 0" descr="/home/claude/f4/img/v2/f4_quakedamage.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damage to buildings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Measures to Mitigate Earthquake Effects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Education and preparedness: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learn "Drop, Cover and Hold On", prepare emergency kits and practise evacuation.</a:t>
            </a:r>
            <a:endParaRPr lang="en-US" sz="3600" dirty="0"/>
          </a:p>
        </p:txBody>
      </p:sp>
      <p:pic>
        <p:nvPicPr>
          <p:cNvPr id="5" name="Image 0" descr="/home/claude/f4/img/v2/geo2_quake_resp.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reducing earthquake damage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Measures to Mitigate Earthquake Effects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 on loose soils and steep slopes is avoided in exposed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the focus from the epicentre.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focus is where the earthquake starts inside the Earth; the epicentre is the point on the surface above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Garoua rarely affected by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 from plate margins and from the Cameroon Volcanic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point where an earthquake starts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active earthquake zone is the Pacific ______ of Fire.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Undersea earthquakes can cause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Denudation and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Earthquake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séisme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Epicentre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L'épicentre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Focus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foyer (l'hypocentre)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Seismic waves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ondes sismiques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risque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Tsunami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tsunami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Crustal Processes and their Effect on the Land Surface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Earthquakes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earthquake, the focus and the epicentre. Explain the causes of earthquakes. Describe their distribution in the world and in Cameroon. Explain their effects. Describe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causes, distribution and effects of earthquakes and propose ways of reducing their damage.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and Nature of an Earthquake; Causes and Distribution; Earthquakes as a Hazard; Measures to Mitigate Earthquake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drop a stone in water to show waves.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seismograph.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trace the Ring of Fire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effects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practise the drill.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“Recording drum from Golitsyn seismograph” by Galitzin, Boris; Masing, Hugo, CC BY-NC-SA 4.0, via sciencemuseum (https://collection.sciencemuseumgroup.org.uk/objects/co8647018/recording-drum-from-golitsyn-seismograph)</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“Collapsed buildings in earthquake-hit Chautara, Nepal” by DFID - UK Department for International Development, CC BY 2.0, via Flickr (https://www.flickr.com/photos/14214150@N02/16693413433)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(Example): “Tsunami damage” by robertodevido, CC BY-NC-ND 2.0, via Flickr (https://www.flickr.com/photos/63082042@N00/5531541425)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2026-09-29T03:12:48Z</dcterms:created>
  <dcterms:modified xsi:type="dcterms:W3CDTF">2026-09-29T03:12:48Z</dcterms:modified>
</cp:coreProperties>
</file>