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Earthquakes and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Crustal Processes and their Effect on the Land Surface and Man, and the sub-topic is Seismic Activity (Earthquakes). The key notions we shall use today are: earthquake, focus (hypocentre), epicentre, seismic waves, seismograph, Ring of Fire, liquefaction, tsunami, mitigation. At the end, you should be able to do this: learners are able to explain the causes, distribution and effects of earthquakes and propose ways of reducing their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Volcanoes and Man. The question was: Define the epicentre of an earthquake.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epicentre is the point on the surface of the Earth directly above the focus of an earthquake.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an earthquake, the focus and the epicentre. Number 2: explain the causes of earthquakes. Number 3: describe their distribution in the world and in Cameroon. Number 4: explain their effects. Number 5: describe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Plates slide, collide or move apart at margins. The Cameroon Volcanic Line is a zone of weakness. Mount Cameroon is monitored.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in Garoua, the CRTV news reports a small earth tremor felt in Bamenda. There was no major damage, but people were frightened by the sudden shaking. You have never felt such a thing in Garoua. You ask your father: "Why does the ground shake in some parts of our country but not here? What causes it, and is it dangerous?"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causes, distribution and dangers of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sudden shaking of the ground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Bamenda more exposed than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lies on the Cameroon Volcanic Line, a weak and active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and practise "Drop, Cover and Hold On" and build with reinforced materials in exposed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earthquakes and to reduce their effects through good building and preparedness.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focus and epicentre.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shaking usually strongest?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epicentre, directly above the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seismograph.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seismograph record?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Seismic waves (ground vibrations).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plates and their margins.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is the most active earthquake zone?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Pacific Ring of Fire.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buildings destroyed by an earthquake.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effects of an earthquake on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Collapse of buildings, fires, injuries, deaths, homelessness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reducing earthquake damage.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should you do during an earthquake?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Drop, cover (under a table) and hold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Earthquake.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Focus (hypocentre) and Epicentre.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Isostatic recovery and Tsunami.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Nature of Earthquakes. An earthquake is explained as follows. Copy the point on Meaning on the left, then draw the diagram on the right: focus and epicentre.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Nature of Earthquakes. Copy the point on Focus and epicentre: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Nature of Earthquakes. Copy the point on Seismic waves: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Measurement on the left, then draw the diagram on the right: a seismograph.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of Earthquakes. Earthquakes are distributed as follows. Copy the point on The Pacific Ring of Fire on the left, then draw the diagram on the right: the plates and their margins.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Earthquakes. Copy the point on The Alpine–Himalayan belt: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Earthquakes. Copy the point on Ridges and rift valleys: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Local scale: Cameroon on the left, then draw the diagram on the right: the Cameroon Volcanic Line.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Earthquakes. Earthquakes are caused by the following processes. Copy the point on Movements at plate margins: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Earthquakes. Copy the point on Volcanism: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Earthquakes. Copy the point on Isostatic recovery: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the Land. Earthquakes have the following effects on the land. Copy the point on Ground shaking and fissures: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the Land. Copy the point on Landslides and rockfalls: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the Land. Copy the point on Liquefaction: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Tsunamis on the left, then draw the diagram on the right: a tsunami.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People. Earthquakes have the following effects on people. Copy the point on Deaths and injuries: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Destruction of buildings and infrastructure on the left, then draw the diagram on the right: earthquake damage.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People. Copy the point on Fires and diseases: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People. Copy the point on Economic losses: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to Mitigate the Effects. The effects of earthquakes are reduced by the following measures. Copy the point on Monitoring and warning: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Earthquake-resistant buildings on the left, then draw the diagram on the right: responses to earthquakes.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to Mitigate the Effects. Copy the point on Education and preparedness: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to Mitigate the Effects. Copy the point on Land-use planning: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the focus from the epicentre.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focus is where the earthquake starts inside the Earth; the epicentre is the point on the surface above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Garoua rarely affected by earthquakes?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far from plate margins and from the Cameroon Volcanic Line.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focus (hypocentre); number 2, Ring; number 3, tsunamis.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weathering.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Denudation and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EARTHQUAKES AND MAN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Earthquakes and Man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Seismic Activity (Earthquakes)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Earthquakes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Earthquake, focus (hypocentre), epicentre, seismic waves, seismograph, Ring of Fire, liquefaction, tsunami,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nature of earthquakes; causes and distribution (world and Cameroon); earthquakes as hazards; mitigation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causes, distribution and effects of earthquakes and propose ways of reducing their damage.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Volcanoes and Man):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epicentre of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epicentre is the point on the surface of the Earth directly above the focus of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earthquake, the focus and the epicentre.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distribution in the world and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Plates slide, collide or move apart at margins.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Cameroon Volcanic Line is a zone of weakness.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monitored.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in Garoua, the CRTV news reports a small earth tremor felt in Bamenda.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was no major damage, but people were frightened by the sudden shaking.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have never felt such a thing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your father: "Why does the ground shake in some parts of our country but not 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it, and is it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causes, distribution and dangers of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sudden shaking of the ground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Bamenda more exposed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on the Cameroon Volcanic Line, a weak and active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and practise "Drop, Cover and Hold On" and build with reinforced materials in exposed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earthquakes and to reduce their effects through good building and preparedness.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eo2_quak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Focus and epicentre.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shaking usually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epicentre, directly above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eismograph.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seismograph.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seismograph record?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Seismic waves (ground vibrations).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Plates and their margins.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most active earthquake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Pacific Ring of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Buildings destroyed by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an earthquake 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Collapse of buildings, fires, injuries, deaths, homelessness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eo2_quake_resp.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Reducing earthquake damage.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you do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Drop, cover (under a table) and hold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Crustal Processes and their Effect on the Land Surface and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Seismic Activity (Earthquakes)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Earthquakes and Man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violent shaking of the ground caused by the release of energy stored in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(hypocentre):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inside the Earth where the rocks break and the earthquake starts.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on the surface directly above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Isostatic recovery: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 rise of the crust after a heavy load, such as an ice sheet, has been removed.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Tsunami: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series of giant sea waves caused by an undersea earthquake, volcanic eruption or landslide.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An earthquake is explained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Rocks of the crust are slowly deformed by stress until they suddenly break or slip along a fault. The energy released spreads out as waves that make the ground shake.</a:t>
            </a:r>
            <a:endParaRPr lang="en-US" sz="3400" dirty="0"/>
          </a:p>
        </p:txBody>
      </p:sp>
      <p:pic>
        <p:nvPicPr>
          <p:cNvPr id="5" name="Image 0" descr="/home/claude/f4/img/v2/geo2_quak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focus and epicentre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and epicentre: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focus is the point underground where the rupture starts; it may be shallow (less than 70 km) or deep (up to 700 km). The epicentre is the point on the surface directly above it, where the shaking is usually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Seismic 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(P) waves are the fastest and push and pull the rocks, while secondary (S) waves shake them from side to side. Surface waves, which travel along the ground, are the slowest but cause most of the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Seismographs record the waves, and the magnitude, the energy released, is measured on the Richter or moment magnitude scale. Each step of 1 on the scale means about 32 times more energy.</a:t>
            </a:r>
            <a:endParaRPr lang="en-US" sz="3600" dirty="0"/>
          </a:p>
        </p:txBody>
      </p:sp>
      <p:pic>
        <p:nvPicPr>
          <p:cNvPr id="5" name="Image 0" descr="/home/claude/f4/img/v2/f4_seismograph.jpg">    </p:cNvPr>
          <p:cNvPicPr>
            <a:picLocks noChangeAspect="1"/>
          </p:cNvPicPr>
          <p:nvPr/>
        </p:nvPicPr>
        <p:blipFill>
          <a:blip r:embed="rId1"/>
          <a:stretch>
            <a:fillRect/>
          </a:stretch>
        </p:blipFill>
        <p:spPr>
          <a:xfrm>
            <a:off x="6537960" y="2399116"/>
            <a:ext cx="5470855" cy="3038177"/>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seismograph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Earthquakes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Earthquakes are distributed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Pacific Ring of Fire: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About 80 % of the energy of the earthquakes of the world is released around the Pacific Ocean. Japan, Chile, Indonesia and California are among the most affected places.</a:t>
            </a:r>
            <a:endParaRPr lang="en-US" sz="3200" dirty="0"/>
          </a:p>
        </p:txBody>
      </p:sp>
      <p:pic>
        <p:nvPicPr>
          <p:cNvPr id="5" name="Image 0" descr="/home/claude/f4/img/v2/plates_big.png">    </p:cNvPr>
          <p:cNvPicPr>
            <a:picLocks noChangeAspect="1"/>
          </p:cNvPicPr>
          <p:nvPr/>
        </p:nvPicPr>
        <p:blipFill>
          <a:blip r:embed="rId1"/>
          <a:stretch>
            <a:fillRect/>
          </a:stretch>
        </p:blipFill>
        <p:spPr>
          <a:xfrm>
            <a:off x="6537960" y="2764195"/>
            <a:ext cx="5470855" cy="2308017"/>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plates and their margins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Alpine–Himalayan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runs from the Mediterranean through Turkey and Iran to the Himalayas and China. Turkey, Iran and Nepal suffer frequent destructive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Ridges and rift valleys: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small, shallow earthquakes occur along the mid-ocean ridges and the East African Rift. They are frequent but usually not very destructive.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Earthquakes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Local scale: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Cameroon, tremors are linked to the Cameroon Volcanic Line, around Mount Cameroon, Kumba, Bamenda and Foumban. Northern Cameroon, around Garoua, lies on stable rocks and has very few earthquakes.</a:t>
            </a:r>
            <a:endParaRPr lang="en-US" sz="3600" dirty="0"/>
          </a:p>
        </p:txBody>
      </p:sp>
      <p:pic>
        <p:nvPicPr>
          <p:cNvPr id="5" name="Image 0" descr="/home/claude/f4/img/cameroon_volcanic_line.png">    </p:cNvPr>
          <p:cNvPicPr>
            <a:picLocks noChangeAspect="1"/>
          </p:cNvPicPr>
          <p:nvPr/>
        </p:nvPicPr>
        <p:blipFill>
          <a:blip r:embed="rId1"/>
          <a:stretch>
            <a:fillRect/>
          </a:stretch>
        </p:blipFill>
        <p:spPr>
          <a:xfrm>
            <a:off x="6616087" y="1783080"/>
            <a:ext cx="5314602" cy="427024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Cameroon Volcanic Line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Earthquakes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Earthquakes are caused by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Movements at plate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earthquakes happen where plates collide, slide past each other or move apart. The plates lock by friction, stress builds up, and the sudden slip releases the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Earthquakes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rising under a volcano breaks the rocks and causes small to moderate earthquakes. For example, the eruptions of Mount Cameroon in 1999 were preceded by earthquakes felt in Buea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Earthquakes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Isostatic recovery: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the crust rises after the melting of ice sheets, or sinks under a new load, the rocks adjust by breaking. This causes minor earthquakes, as in Scandinavia and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Effects on the Land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Earthquakes have the following effects on the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Ground shaking and fissures: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shaking opens cracks in the ground and can raise or lower blocks of land along faults. It is the main cause of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Effects on the Land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Landslides and rockfalls: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hilly and mountainous areas, shaking loosens soil and rocks, which slide down the slopes. They can block roads and rivers and bury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Effects on the Land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Liquefaction: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loose soils lose their strength and behave like a liquid during shaking. Buildings standing on them tilt or sink.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Effects on the Land</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Tsunamis: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An undersea earthquake lifts the sea floor and sets off giant waves that can cross whole oceans. They flood the coasts, as in the Indian Ocean in 2004.</a:t>
            </a:r>
            <a:endParaRPr lang="en-US" sz="3600" dirty="0"/>
          </a:p>
        </p:txBody>
      </p:sp>
      <p:pic>
        <p:nvPicPr>
          <p:cNvPr id="6" name="Image 0" descr="/home/claude/f4/img/v2/lsa_tsunami.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tsunami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 on People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Earthquakes have the following effects on people: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Deaths and injuries: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Most people are killed by the collapse of buildings, especially at night. The 2004 Indian Ocean earthquake and tsunami killed about 230,000 people in 14 countries.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Effects on People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Destruction of buildings and infrastructure: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Houses, bridges, roads, pipes and power lines are destroyed. Many people become homeless, and rescue is difficult.</a:t>
            </a:r>
            <a:endParaRPr lang="en-US" sz="3600" dirty="0"/>
          </a:p>
        </p:txBody>
      </p:sp>
      <p:pic>
        <p:nvPicPr>
          <p:cNvPr id="6" name="Image 0" descr="/home/claude/f4/img/v2/f4_quakedamage.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earthquake damage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 on People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Fires and 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Broken gas and electric lines start fires, as in San Francisco in 1906. Damaged water and sewage pipes spread diseases such as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Earthquakes as a Hazard</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 on People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losses: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shops and farms stop working, and reconstruction costs billions. Poor countries may need years to recover.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to Mitigate the Effects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effects of earthquakes are reduced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Monitoring and warning: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Seismographs and GPS monitor ground movements, although the exact time of an earthquake cannot yet be predicted. Tsunami warning systems now alert coastal populations within minutes.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to Mitigate the Effects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Earthquake-resistant buildings: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Reinforced concrete, steel frames, flexible foundations and light roofs help buildings resist shaking. Building codes make these techniques compulsory in exposed zones, as in Japan.</a:t>
            </a:r>
            <a:endParaRPr lang="en-US" sz="3400" dirty="0"/>
          </a:p>
        </p:txBody>
      </p:sp>
      <p:pic>
        <p:nvPicPr>
          <p:cNvPr id="5" name="Image 0" descr="/home/claude/f4/img/v2/geo2_quake_resp.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responses to earthquakes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to Mitigate the Effects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preparedness: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to "Drop, Cover and Hold On", prepare emergency kits and practise evacuation drills. This greatly reduces the number of victims.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to Mitigate the Effects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is avoided on active faults, loose soils and steep slopes. Hospitals, schools and fire stations are made especially strong so that they can work after a disaster.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the focus from 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focus is where the earthquake starts inside the Earth; the epicentre is the point on the surface above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Garoua rarely affected by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from plate margins and from the Cameroon Volcanic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point where an earthquake starts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active earthquake zone is the Pacific ______ of Fire.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Undersea earthquakes can cause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Denudation and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Focus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foyer (l'hypocentre)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Seismic waves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ondes sismiques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risque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Earthquakes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 the focus and the epicentre. Explain the causes of earthquakes. Describe their distribution in the world and in Cameroon. Explain their effects. Describe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causes, distribution and effects of earthquakes and propose ways of reducing their damage.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Nature of Earthquakes; Distribution of Earthquakes; Causes of Earthquakes; Effects on the Land; Effects on People; Measures to Mitigate the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drop a stone in water to show waves.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seismograph.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trace the Ring of Fire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effects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practise the drill.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“Recording drum from Golitsyn seismograph” by Galitzin, Boris; Masing, Hugo, CC BY-NC-SA 4.0, via sciencemuseum (https://collection.sciencemuseumgroup.org.uk/objects/co8647018/recording-drum-from-golitsyn-seismograph)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(Tsunamis): “Tsunami damage” by robertodevido, CC BY-NC-ND 2.0, via Flickr (https://www.flickr.com/photos/63082042@N00/5531541425)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2026-09-29T12:18:36Z</dcterms:created>
  <dcterms:modified xsi:type="dcterms:W3CDTF">2026-09-29T12:18:36Z</dcterms:modified>
</cp:coreProperties>
</file>