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destructive margin, conservative margin, folding, subduction, Benioff zone, island arc. At the end, you should be able to do this: learners are able to explain the formation of fold mountains, trenches and island arcs.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Find the Himalayas and the Andes on a map. Say which plates meet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are formed where the Indian plate collides with the Eurasian plate. The Andes are formed where the Nazca plate sinks under the South American plate.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folding and the formation of fold mountains. Number 2: explain subduction, trenches and island arcs. Number 3: describe processes at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destructive margins, plates move together. At conservative margins,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Aminatou reads that the Himalayas are still rising by a few millimetres each year and that Japan often has strong earthquakes and volcanic eruptions.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mountains rise and why Japan is so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Himalayas rising?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India is pushing into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Japan active?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plate sinks under it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zones of destructive margins and understand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highest mountains and the most dangerous zones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layers of rock are pushed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layers of rock under compression?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bend into folds: anticlines (up) and synclines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diagram: layers of rock bent into folds.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Point to an up-fold and a down-fold. What are they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up-fold is an anticline; the down-fold is a syncline.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plates formed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Indo-Australian (Indian) Plate and the Eurasian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 oceanic plate sinks under another plate.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deep earthquakes happen at a destructive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Benioff zone, along the sinking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explosive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thick, acid magma traps gas, which explodes.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Convergent (destructive) margin and Subduction.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Benioff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 Mountains and Folding. Compression at convergent margins causes folding. On this slide we have Folding.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and Folding. On this slide we have Formation of fold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anticlines and synclines.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Island Arcs and Volcanoes. Subduction produces the following features. On this slide we have Ocean trenches.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and Volcanoes. On this slide we have Island arcs.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and Volcanoes. On this slide we have Explosive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subduction at a destructive margin.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Location and Conservative Margins. Other features of these margins are. On this slide we have Earthquakes.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Location and Conservative Margins. On this slide we have Global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Location and Conservative Margins. On this slide we have Conservative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fold mountains are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together and compress sediments into folds.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Benioff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of earthquakes along a sinking plate.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syncline;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information about Mount Cameroon: its height and the years of its recent eruptions.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 conservative margin, folding, subduction, Benioff zone, island arc.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Fold mountains and folding; trenches and Benioff zones; island arcs and explosive volcanoes; tear faults.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fold mountains, trenches and island arcs.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Himalayas and the Andes on a map. Say which plates meet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are formed where the Indian plate collides with the Eurasian plate. The Andes are formed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folding and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subduction,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processes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destructive margins, plates move together.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conservative margins,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reads that the Himalayas are still rising by a few millimetres each year and that Japan often has strong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mountains rise and why Japan is so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Himalayas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is pushing into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Japan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 sinks under it (subduction).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zones of destructive margins and understand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highest mountains and the most dangerous zones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layers of rock are pushed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layers of rock under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bend into folds: anticlines (up) and synclines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lding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Diagram: layers of rock bent into folds.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Point to an up-fold and a down-fold. What are they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up-fold is an anticline; the down-fold is a syncline.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plates formed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Indo-Australian (Indian) Plate and the Eurasian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oceanic plate sinks under another plate.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deep earthquakes happen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Benioff zone, along the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thick, acid magma traps gas, which explodes.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Convergent (destructive)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towards each 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one plate under another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subducting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Compression at convergent margins causes folding: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sedimentary rock are squeezed into up-folds (anticlines) and down-folds (synclines). Strong pressure creates overfolds and nappes.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fold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in a sea between two plates are folded and raised when the plates collide. The Himalayas, Alps, Andes and Atlas are young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a:t>
            </a:r>
            <a:endParaRPr lang="en-US" sz="3600" dirty="0"/>
          </a:p>
        </p:txBody>
      </p:sp>
      <p:pic>
        <p:nvPicPr>
          <p:cNvPr id="4" name="Image 0" descr="/home/claude/f4/img/v2/folding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anticlines and synclines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Subduction produces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trenches form where the oceanic plate sinks, like the Mariana Trench (11,000 m). Earthquakes occur at increasing depth along the Benioff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oceanic plate sinks under another oceanic plate, a curved chain of volcanic islands forms. Japan and the Aleutians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of the sinking plate forms thick, acid, gas-rich magma. It erupts violently, as at Mount St Helens and Mount Pinatubo.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subduction at a destructive margin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features of these margins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intermediate and deep earthquakes occur, often very strong. They are common around 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margins surround the Pacific Ocean and run from the Alps to the Himalayas. These are the zones of greatest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by-pass each other along a tear (transform) fault. There are no volcanoes, but strong earthquakes, as in California.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fold mountains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together and compress sediments into folds.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Benioff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down-fold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one plate under another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information about Mount Cameroon: its height and the years of its recent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 plissée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Island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 insulaire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folding and the formation of fold mountains. Explain subduction, trenches and island arcs. Describe processes at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fold mountains, trenches and island arcs.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 Mountains and Folding; Trenches, Island Arcs and Volcanoes; Earthquakes, Location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information about Mount Cameroon: its height and the years of its recent eruptions.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sheet of paper or a cloth from both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anticline and a syncline.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Himalayas and the Atlas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one plate going under another.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shaking a closed bottle of soda.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2026-09-27T10:31:30Z</dcterms:created>
  <dcterms:modified xsi:type="dcterms:W3CDTF">2026-09-27T10:31:30Z</dcterms:modified>
</cp:coreProperties>
</file>