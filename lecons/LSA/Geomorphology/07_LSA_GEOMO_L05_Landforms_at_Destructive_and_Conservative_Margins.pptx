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Landforms at Destructive and Conservative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convergence, subduction, Benioff zone, fold mountain, anticline, syncline, ocean trench, island arc, transform fault. At the end, you should be able to do this: learners are able to explain the landforms and hazards of destructive and conservative margins with world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Landforms at Constructive or Divergent Margins. The question was: Name one range of fold mountains.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Himalayas, the Andes, the Alps, the Atlas or the Rockies (any 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the formation of fold mountains. Number 2: explain the formation of ocean trenches and island arcs. Number 3: explain why destructive margins have volcanoes and earthquakes. Number 4: describe conservative margins and their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At a destructive margin, plates move towards each other. The denser plate sinks by subduction. At a conservative margin, plates slide past each other.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CRTV, a reporter explains that a small tremor was felt in Buea but that Mount Cameroon is monitored. Later, a documentary shows the huge Himalayas and the great earthquakes of Japan and California. In Garoua the ground is always still. You ask: "What happens when plates crash into each other or slide past each other, and what landforms and dangers do they create?"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landforms and hazards of destructive and conservative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forms when two continental plates collide?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Fold mountains such as the Himalayas.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there no volcano on the San Andreas Fault?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Plates slide past each other, so no crust sinks and melts.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the hazard zones of the world on a map of plate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highest mountains, the deepest trenches and the most dangerous hazards on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rock layers fold.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upward fold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anticline.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Himalayas.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plates collide to form the Himalayas?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Indian (Indo-Australian) and Eurasian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subduction.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deepest trench in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Mariana Trench (about 11,000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explosive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volcanoes at destructive margins explosive?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sinking plate melts into thick, gas-rich magma.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San Andreas Fault.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causes the strong earthquakes along this fault?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Plates get stuck, stress builds up and is suddenly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Subduction and Benioff zone.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Fold mountains and Ocean trench.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Transform fault.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Fold Mountains. Fold mountains are formed as follows. Copy the point on Compression on the left, then draw the diagram on the right: folding.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Fold Mountains. On this slide we have Anticlines and synclines.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Continent–continent collision on the left, then draw the diagram on the right: the Himalayas.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Fold Mountains. On this slide we have Ocean–continent collision.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Trenches, Island Arcs, Volcanoes and Earthquakes. Destructive margins also have the following features. Copy the point on Ocean trenches on the left, then draw the diagram on the right: subduction.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Trenches, Island Arcs, Volcanoes and Earthquakes. On this slide we have Island arcs.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Explosive volcanoes on the left, then draw the diagram on the right: an explosive eruption.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Trenches, Island Arcs, Volcanoes and Earthquakes. On this slide we have Powerful earthquakes.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Conservative (Transform) Margins. Conservative margins have the following characteristics. Copy the point on Movement on the left, then draw the diagram on the right: the San Andreas Fault.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Conservative (Transform) Margins. On this slide we have Transform fault and Earthquakes.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Conservative (Transform) Margins. On this slide we have No volcanoes.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 fold mountains form at destructive margins but not at conservative margins?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destructive margins plates collide and compress rock layers; at conservative margins plates only slide past each other.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one ocean trench and the island arc near it.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Japan Trench and Japan, or the Mariana Trench and the Mariana Islands.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anticline; number 2, Mariana; number 3,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Distinguish magma from lava.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Volcanism.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5: LANDFORMS AT DESTRUCTIVE AND CONSERVATIVE MARGINS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Landforms at Destructive and Conservative Margins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Landforms at Destructive and Conservative Margins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Convergence, subduction, Benioff zone, fold mountain, anticline, syncline, ocean trench, island arc, transform fault.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Destructive margins: fold mountains, ocean trenches, island arcs, volcanoes and earthquakes; conservative margins: transform faults and earthquakes.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landforms and hazards of destructive and conservative margins with world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Landforms at Constructive or Divergent Margins):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range of fold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Himalayas, the Andes, the Alps, the Atlas or the Rockies (any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fold mountains.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ocean trenches and island arcs.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destructive margins have volcanoes and earthquakes.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conservative margins and their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At a destructive margin, plates move towards each other.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denser plate sinks by subduction.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At a conservative margin, plates slide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CRTV, a reporter explains that a small tremor was felt in Buea but that Mount Cameroon is monitored.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Later, a documentary shows the huge Himalayas and the great earthquakes of Japan and California.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the ground is always still.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happens when plates crash into each other or slide past each other, and what landforms and dangers do they create?"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landforms and hazards of destructive and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forms when two continental plates collide?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Fold mountains such as the Himalayas.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no volcano on the San Andreas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slide past each other, so no crust sinks and melts.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the hazard zones of the world on a map of plate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highest mountains, the deepest trenches and the most dangerous hazards on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olding.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rock layers fold.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upward fold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anticline.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himalay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Himalayas.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plates collide to form the Himalayas?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Indian (Indo-Australian) and Eurasian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TRENCHES AND ARCS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ubdu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Subduction.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TRENCHES AND ARCS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deepest trench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TRENCHES AND ARCS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Mariana Trench (about 11,000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thelen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explosive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volcanoes at destructive margins explosive?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sinking plate melts into thick, gas-rich magma.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CONSERVATIVE MARGINS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anandrea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 Andreas Fault.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CONSERVATIVE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the strong earthquakes along this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CONSERVATIVE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get stuck, stress builds up and is suddenly released.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Landforms at Destructive and Conservative Margins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sinking of a denser plate beneath another plate.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Benioff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sloping zone of earthquakes along a sinking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Fold mountains: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mountains formed when layers of rock are compressed and folded.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 trench: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deep, narrow depression of the ocean floor where a plate sinks.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Transform fault: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fault along which two plates slide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Fold Mountains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Fold mountains are formed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Compression: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Colliding plates squeeze layers of sedimentary rock, which buckle and fold.</a:t>
            </a:r>
            <a:endParaRPr lang="en-US" sz="3600" dirty="0"/>
          </a:p>
        </p:txBody>
      </p:sp>
      <p:pic>
        <p:nvPicPr>
          <p:cNvPr id="6" name="Image 0" descr="/home/claude/f4/img/v2/folding_last.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folding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Fold Mountains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Anticlines and synclines: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Upward folds are anticlines and downward folds are synclines.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Fold Mountains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Continent–continent collision: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Himalayas rose where the Indian plate collides with the Eurasian plate.</a:t>
            </a:r>
            <a:endParaRPr lang="en-US" sz="3600" dirty="0"/>
          </a:p>
        </p:txBody>
      </p:sp>
      <p:pic>
        <p:nvPicPr>
          <p:cNvPr id="6" name="Image 0" descr="/home/claude/f4/img/v2/lsa_himalaya.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Himalayas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Fold Mountains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Ocean–continent collision: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Andes rose where the Nazca plate sinks under the South American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Trenches, Island Arcs, Volcanoes and Earthquakes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Destructive margins also have the following features: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Ocean trenches: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 deep trench forms where an oceanic plate sinks, like the Mariana Trench (about 11,000 m deep).</a:t>
            </a:r>
            <a:endParaRPr lang="en-US" sz="3200" dirty="0"/>
          </a:p>
        </p:txBody>
      </p:sp>
      <p:pic>
        <p:nvPicPr>
          <p:cNvPr id="6" name="Image 0" descr="/home/claude/f4/img/v2/subduction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subduction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B) Trenches, Island Arcs, Volcanoes and Earthquakes</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Island arcs: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two oceanic plates meet, the sinking plate melts and magma builds a chain of volcanic islands, like Japan and the Philippines.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Trenches, Island Arcs, Volcanoes and Earthquakes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Explosive volcanoes: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melting plate gives thick, gas-rich magma and violent eruptions, like Mount St Helens.</a:t>
            </a:r>
            <a:endParaRPr lang="en-US" sz="3600" dirty="0"/>
          </a:p>
        </p:txBody>
      </p:sp>
      <p:pic>
        <p:nvPicPr>
          <p:cNvPr id="6" name="Image 0" descr="/home/claude/f4/img/v2/lsa_sthelens.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explosive eruption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B) Trenches, Island Arcs, Volcanoes and Earthquakes</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Powerful earthquakes: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Friction in the Benioff zone causes frequent, deep and strong earthquakes, as in Japan and Chile.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Conservative (Transform) Margins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Conservative margins have the following characteristics: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Movement: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Plates slide past each other, in opposite directions or at different speeds.</a:t>
            </a:r>
            <a:endParaRPr lang="en-US" sz="3600" dirty="0"/>
          </a:p>
        </p:txBody>
      </p:sp>
      <p:pic>
        <p:nvPicPr>
          <p:cNvPr id="5" name="Image 0" descr="/home/claude/f4/img/v2/f4_sanandrea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San Andreas Fault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Conservative (Transform) Margins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Transform fault: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torn and offset: rivers and roads are displaced, as along the San Andreas Fault in California.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lock by friction, stress builds up for years, and a sudden slip causes a strong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Conservative (Transform) Margins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 volcanoes: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Crust is neither made nor destroyed, so no magma is produced.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fold mountains form at destructive margins but not at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destructive margins plates collide and compress rock layers; at conservative margins plates only slide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ocean trench and the island arc near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Japan Trench and Japan, or the Mariana Trench and the Mariana Islands.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upward fold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deepest trench is the ______ Trench.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Conservative margins have earthquakes but no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magma from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Fold 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chaîne de montagnes plissées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fosse océanique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séisme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 margin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 de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Anticline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L'anticlinal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Syncline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synclinal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Landforms at Destructive and Conservative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formation of fold mountains. Explain the formation of ocean trenches and island arcs. Explain why destructive margins have volcanoes and earthquakes. Describe conservative margins and their earthquakes.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landforms and hazards of destructive and conservative margins with world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Fold Mountains; Trenches, Island Arcs, Volcanoes and Earthquakes; Conservative (Transform)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magma from lava.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push a pile of cloths to make folds.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locate the Himalayas.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trench and an island arc.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shield volcanoes.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rub two rough blocks together.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“View of the Himalaya Mountain Range” by NASA Johnson, CC BY-NC 2.0, via nasa (https://www.flickr.com/photos/29988733@N04/10678470543)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“Mount St. Helens: Eruption, May 18, 1980, from East. Photo: DNR” by Washington State Department of Natural Resources, CC BY-NC-ND 2.0, via Flickr (https://www.flickr.com/photos/35433815@N08/4607166057)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“faultfind_48” by dsearls, CC BY-SA 2.0, via Flickr (https://www.flickr.com/photos/52614599@N00/15392616)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2026-09-29T03:12:47Z</dcterms:created>
  <dcterms:modified xsi:type="dcterms:W3CDTF">2026-09-29T03:12:47Z</dcterms:modified>
</cp:coreProperties>
</file>