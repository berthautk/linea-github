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Landforms at Destructive and Conservative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Development of the Earth's Structure, and the sub-topic is Theories of Earth Structure and Resultant Landforms. The key notions we shall use today are: convergence, subduction, Benioff zone, fold mountain, anticline, syncline, ocean trench, island arc, transform fault. At the end, you should be able to do this: learners are able to explain the landforms and hazards of destructive and conservative margins with world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Landforms at Constructive or Divergent Margins. The question was: Name one range of fold mountains.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Himalayas, the Andes, the Alps, the Atlas or the Rockies (any 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the formation of fold mountains. Number 2: explain the formation of ocean trenches and island arcs. Number 3: explain why destructive margins have volcanoes and earthquakes. Number 4: describe conservative margins and their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At a destructive margin, plates move towards each other. The denser plate sinks by subduction. At a conservative margin, plates slide past each other.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CRTV, a reporter explains that a small tremor was felt in Buea but that Mount Cameroon is monitored. Later, a documentary shows the huge Himalayas and the great earthquakes of Japan and California. In Garoua the ground is always still. You ask: "What happens when plates crash into each other or slide past each other, and what landforms and dangers do they create?"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landforms and hazards of destructive and conservative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forms when two continental plates collide?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Fold mountains such as the Himalayas.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there no volcano on the San Andreas Fault?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Plates slide past each other, so no crust sinks and melts.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the hazard zones of the world on a map of plate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the highest mountains, the deepest trenches and the most dangerous hazards on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rock layers fold.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upward fold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anticline.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Himalayas.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plates collide to form the Himalayas?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Indian (Indo-Australian) and Eurasian 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subduction.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deepest trench in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Mariana Trench (about 11,000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explosive volcano.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volcanoes at destructive margins explosive?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sinking plate melts into thick, gas-rich magma.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San Andreas Fault.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causes the strong earthquakes along this fault?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Plates get stuck, stress builds up and is suddenly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Destructive (convergent) margin.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Conservative margin and Benioff zone.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Anticline and syncline and Tear (transform) fault.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Folding and Fold Mountains. Fold mountains are formed as follows. Copy the point on Compression and folding on the left, then draw the diagram on the right: folding.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Folding and Fold Mountains. Copy the point on Types of folds: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Continent against continent on the left, then draw the diagram on the right: the Himalayas.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Folding and Fold Mountains. Copy the point on Ocean against continent: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Trenches and the Benioff Zone. Subduction forms the following features. Copy the point on Ocean trenches on the left, then draw the diagram on the right: subduction.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Trenches and the Benioff Zone. Copy the point on The Benioff zone: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Island Arcs, Volcanoes and Earthquakes. Destructive margins also have the following features and activities. Copy the point on Island arcs: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Explosive volcanoes on the left, then draw the diagram on the right: mount St Helens.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Island Arcs, Volcanoes and Earthquakes. Copy the point on Powerful earthquakes: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on a Global Scale. These features and processes are located in the following zones. Copy the point on The Pacific Ring of Fire on the left, then draw the diagram on the right: the tectonic plates.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a Global Scale. Copy the point on The Alpine–Himalayan belt: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Conservative (Neutral) Margins. Conservative margins have the following processes. Copy the point on By-passing of plates on the left, then draw the diagram on the right: the San Andreas Fault.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Conservative (Neutral) Margins. Copy the point on Tear (transform) faulting: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Conservative (Neutral) Margins. Copy the point on Earthquakes: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fold mountains form at destructive margins but not at conservative margins?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destructive margins plates collide and compress rock layers; at conservative margins plates only slide past each other.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ocean trench and the island arc near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Japan Trench and Japan, or the Mariana Trench and the Mariana Islands.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anticline; number 2, Mariana; number 3, volcanoes.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Distinguish magma from lava.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Volcanism.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5: LANDFORMS AT DESTRUCTIVE AND CONSERVATIVE MARGINS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Landforms at Destructive and Conservative Margins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Development of the Earth's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Earth Structure and Resultant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Landforms at Destructive and Conservative Margins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Convergence, subduction, Benioff zone, fold mountain, anticline, syncline, ocean trench, island arc, transform fault.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Destructive margins: fold mountains, ocean trenches, island arcs, volcanoes and earthquakes; conservative margins: transform faults and earthquakes.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landforms and hazards of destructive and conservative margins with world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Landforms at Constructive or Divergent Margins):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range of fold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Himalayas, the Andes, the Alps, the Atlas or the Rockies (any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fold mountains.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of ocean trenches and island arcs.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destructive margins have volcanoes and earthquakes.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conservative margins and their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 a destructive margin, plates move towards each 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denser plate sinks by subduction.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 a conservative margin, plates slide past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CRTV, a reporter explains that a small tremor was felt in Buea but that Mount Cameroon is monitored.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Later, a documentary shows the huge Himalayas and the great earthquakes of Japan and California.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ground is always still.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happens when plates crash into each other or slide past each other, and what landforms and dangers do they create?"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landforms and hazards of destructive and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forms when two continental plates collide?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Fold mountains such as the Himalayas.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no volcano on the San Andreas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slide past each other, so no crust sinks and melts.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the hazard zones of the world on a map of plate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the highest mountains, the deepest trenches and the most dangerous hazards on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olding.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rock layers fold.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upward fold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anticline.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himalay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Himalayas.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plates collide to form the Himalayas?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FOLD MOUNTAINS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Indian (Indo-Australian) and Eurasian plates.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TRENCHES AND ARCS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ubdu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Subduction.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TRENCHES AND ARCS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deepest trench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TRENCHES AND ARCS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Mariana Trench (about 11,000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sthelen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explosive volcano.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volcanoes at destructive margins explosive?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sinking plate melts into thick, gas-rich magma.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CONSERVATIVE MARGINS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anandrea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San Andreas Fault.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CONSERVATIVE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strong earthquakes along this fault?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CONSERVATIVE MARGINS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Plates get stuck, stress builds up and is suddenly released.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Development of the Earth's Structure</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Theories of Earth Structure and Resultant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Landforms at Destructive and Conservative Margins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Destructive (convergent)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boundary where two plates move towards each other and crust is destroyed.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Conservative margin: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boundary where two plates slide past each other without creating or destroying crust.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Benioff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sloping zone of earthquakes along a sinking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Anticline and syncline: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anticline is an upward fold of rock layers and a syncline is a downward fold.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Tear (transform) fault: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fault along which two blocks slide past each other horizontally.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Folding and Fold Mountains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Fold mountains are formed as follows:</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Compression and folding: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When two plates collide, the layers of sedimentary rock between them are squeezed and bend into folds. Upward folds are called anticlines and downward folds synclines.</a:t>
            </a:r>
            <a:endParaRPr lang="en-US" sz="3000" dirty="0"/>
          </a:p>
        </p:txBody>
      </p:sp>
      <p:pic>
        <p:nvPicPr>
          <p:cNvPr id="6" name="Image 0" descr="/home/claude/f4/img/v2/folding_last.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folding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Folding and Fold Mountains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folds: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Gentle pressure forms simple, symmetrical folds, while stronger pressure forms asymmetrical and overturned folds. Very strong pressure lays the folds flat (recumbent folds) and can push them far forward as nappes, as in the Alps.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Folding and Fold Mountains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Continent against continent: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When two continental plates collide, neither sinks, so the crust is crumpled and thickened into very high mountains. The Himalayas rose where the Indian plate pushes into the Eurasian plate.</a:t>
            </a:r>
            <a:endParaRPr lang="en-US" sz="3200" dirty="0"/>
          </a:p>
        </p:txBody>
      </p:sp>
      <p:pic>
        <p:nvPicPr>
          <p:cNvPr id="6" name="Image 0" descr="/home/claude/f4/img/v2/lsa_himalaya.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Himalayas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Folding and Fold Mountains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 against continent: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an oceanic plate sinks under a continental plate, the edge of the continent is folded and uplifted. The Andes rose in this way where the Nazca plate sinks under the South American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Trenches and the Benioff Zone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Subduction forms the following features: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Ocean trenches: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Where a dense oceanic plate bends down into the mantle, a very deep, narrow trench forms on the ocean floor. The Mariana Trench in the Pacific is about 11,000 m deep, the deepest point on Earth.</a:t>
            </a:r>
            <a:endParaRPr lang="en-US" sz="2800" dirty="0"/>
          </a:p>
        </p:txBody>
      </p:sp>
      <p:pic>
        <p:nvPicPr>
          <p:cNvPr id="6" name="Image 0" descr="/home/claude/f4/img/v2/subduction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subduction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Trenches and the Benioff Zone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Benioff zone: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 the plate sinks, friction and breaking of rocks cause earthquakes along a sloping zone that goes down to about 700 km. This zone, called the Benioff zone, shows the path of the sinking plate.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Island Arcs, Volcanoes and Earthquakes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Destructive margins also have the following features and activities: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Island arcs: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When two oceanic plates meet, one sinks and melts, and the rising magma builds a curved chain of volcanic islands. Japan, the Philippines and the Aleutian Islands are island arcs.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C) Island Arcs, Volcanoes and Earthquakes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Explosive volcanoes: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melting of the sinking plate produces thick, sticky magma rich in silica and gas. It causes violent eruptions, as at Mount St Helens in 1980 and Mount Pinatubo in 1991.</a:t>
            </a:r>
            <a:endParaRPr lang="en-US" sz="3600" dirty="0"/>
          </a:p>
        </p:txBody>
      </p:sp>
      <p:pic>
        <p:nvPicPr>
          <p:cNvPr id="6" name="Image 0" descr="/home/claude/f4/img/v2/lsa_sthelens.jpg">    </p:cNvPr>
          <p:cNvPicPr>
            <a:picLocks noChangeAspect="1"/>
          </p:cNvPicPr>
          <p:nvPr/>
        </p:nvPicPr>
        <p:blipFill>
          <a:blip r:embed="rId1"/>
          <a:stretch>
            <a:fillRect/>
          </a:stretch>
        </p:blipFill>
        <p:spPr>
          <a:xfrm>
            <a:off x="6537960" y="2400897"/>
            <a:ext cx="5470855" cy="3034615"/>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Mount St Helens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Island Arcs, Volcanoes and Earthquakes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Powerful 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Earthquakes occur at all depths: shallow near the trench, intermediate and deep along the Benioff zone. The shallow ones are the strongest on Earth, like the Chile earthquake of 1960 (magnitude 9.5).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D) Location on a Global Scale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These features and processes are located in the following zones: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The Pacific Ring of Fire: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surrounds the Pacific Ocean, from the Andes to Japan and New Zealand, and contains about 75 % of the active volcanoes of the world. About 80 % of the largest earthquakes of the world occur along it.</a:t>
            </a:r>
            <a:endParaRPr lang="en-US" sz="2800" dirty="0"/>
          </a:p>
        </p:txBody>
      </p:sp>
      <p:pic>
        <p:nvPicPr>
          <p:cNvPr id="6" name="Image 0" descr="/home/claude/f4/img/v2/plates_big.png">    </p:cNvPr>
          <p:cNvPicPr>
            <a:picLocks noChangeAspect="1"/>
          </p:cNvPicPr>
          <p:nvPr/>
        </p:nvPicPr>
        <p:blipFill>
          <a:blip r:embed="rId1"/>
          <a:stretch>
            <a:fillRect/>
          </a:stretch>
        </p:blipFill>
        <p:spPr>
          <a:xfrm>
            <a:off x="6537960" y="2764195"/>
            <a:ext cx="5470855" cy="2308017"/>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tectonic plates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Destructive (Convergent) Margins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D) Location on a Global Scale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Alpine–Himalayan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runs from the Atlas Mountains through the Alps, Turkey and Iran to the Himalayas. It is a zone of collision with young fold mountains and frequent earthquakes.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Conservative (Neutral) Margins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Conservative margins have the following processes: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By-passing of plates: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plates slide past each other in opposite directions, or in the same direction at different speeds. Crust is neither created nor destroyed, so there are no volcanoes.</a:t>
            </a:r>
            <a:endParaRPr lang="en-US" sz="3200" dirty="0"/>
          </a:p>
        </p:txBody>
      </p:sp>
      <p:pic>
        <p:nvPicPr>
          <p:cNvPr id="5" name="Image 0" descr="/home/claude/f4/img/v2/f4_sanandreas.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San Andreas Fault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Conservative (Neutral) Margins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Tear (transform) faulting: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tears the crust along a long vertical fault, and the land on each side is offset. Rivers, roads and fences that cross the fault are displaced, as along the San Andreas Fault in California.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Conservative (Neutral) Margins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Earthquakes: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plates lock together by friction, and stress builds up for many years. When the rocks suddenly slip, a strong shallow earthquake occurs, like the San Francisco earthquake of 1906.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fold mountains form at destructive margins but not at conservative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destructive margins plates collide and compress rock layers; at conservative margins plates only slide past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ocean trench and the island arc near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Japan Trench and Japan, or the Mariana Trench and the Mariana Islands.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upward fold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deepest trench is the ______ Trench.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Conservative margins have earthquakes but no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magma from lava.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Volcanism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Fold 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chaîne de montagnes plissées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Trench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fosse océanique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Earthquake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séisme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 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 de plaque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Anticline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L'anticlinal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Syncline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synclinal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Development of the Earth's Structure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Landforms at Destructive and Conservative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formation of fold mountains. Explain the formation of ocean trenches and island arcs. Explain why destructive margins have volcanoes and earthquakes. Describe conservative margins and their earthquakes.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landforms and hazards of destructive and conservative margins with world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Folding and Fold Mountains; Trenches and the Benioff Zone; Island Arcs, Volcanoes and Earthquakes; Location on a Global Scale; Conservative (Neutral) Margins.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magma from lava.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push a pile of cloths to make folds.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locate the Himalayas.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trench and an island arc.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shield volcanoes.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rub two rough blocks together.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“View of the Himalaya Mountain Range” by NASA Johnson, CC BY-NC 2.0, via nasa (https://www.flickr.com/photos/29988733@N04/10678470543)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“Mount St. Helens: Eruption, May 18, 1980, from East. Photo: DNR” by Washington State Department of Natural Resources, CC BY-NC-ND 2.0, via Flickr (https://www.flickr.com/photos/35433815@N08/4607166057)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“faultfind_48” by dsearls, CC BY-SA 2.0, via Flickr (https://www.flickr.com/photos/52614599@N00/15392616)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2026-10-06T05:43:52Z</dcterms:created>
  <dcterms:modified xsi:type="dcterms:W3CDTF">2026-10-06T05:43:52Z</dcterms:modified>
</cp:coreProperties>
</file>