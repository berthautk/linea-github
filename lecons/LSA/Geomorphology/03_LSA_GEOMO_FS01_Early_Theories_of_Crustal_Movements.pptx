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Early Theories of Crustal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isostasy, isostatic equilibrium, isostatic rebound, continental drift, Pangaea, Laurasia, Gondwanaland. At the end, you should be able to do this: learners are able to explain isostasy and continental drift and evaluate the evidence for Wegener's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Internal Structure of the Earth. The question was: Name the supercontinent proposed by Wegener.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Pangaea ("all 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isostasy and explain isostatic equilibrium and rebound. Number 2: state the theory of continental drift. Number 3: describe the break-up of Pangaea. Number 4: explain the evidence for continental drift. Number 5: give the strengths and weaknesses of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floats on the mantle. The Palaeozoic ended with the supercontinent Pangaea. Fossils are found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Douala sends you a world map for your room in Garoua. You notice that the curve of the West African coast, from Nigeria to Cameroon, looks as if it could fit against the east coast of South America, like two pieces of a puzzle pulled apart. You ask: "Is this a coincidence, or were these lands, now separated by the Atlantic Ocean, once joined?"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theories that explain the movement of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says that the continents were once joined?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continental drift of Alfred Wegener.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the crust "float"?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isostasy: the crust floats on the denser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evidence, not appearance alone, to test scientific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scientists first explained the movements of the crust, which led to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isostasy.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crust when an ice sheet melts?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slowly rises (isostatic rebound).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two landmasses did Pangaea split?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continents fit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two continents fit best like a jigsaw?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America and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fossil.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Mesosaurus evidence of drift?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This freshwater reptile is found only in South America and southern Africa, which must have been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rocks scratched by a glacier.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glacial scratches in Africa surprising?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is hot today, so it must once have been near a pole.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Isostasy and Isostatic rebound.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 drift and Pangaea.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Isostasy. Isostasy is explained as follows. Copy the point on Meaning on the left, then draw the diagram on the right: isostasy.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Copy the point on Isostatic equilibrium and adjustment: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Continental Drift. The theory explains the splitting and drifting of land masses as follows. Copy the point on The author and his idea: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Pangaea on the left, then draw the diagram on the right: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Copy the point on The splitting of Pangaea: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Copy the point on The drifting of the continents: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Wegener supported his theory with the following evidence. Copy the point on The jigsaw fit on the left, then draw the diagram on the right: the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Geological evidence on the left, then draw the diagram on the right: evidence of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 evidence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Copy the point on Climatic evidence: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and Weaknesses of the Theory. The theory of continental drift has the following strengths and weaknesses. Copy the point on Strength: one idea explains many facts: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of the Theory. Copy the point on Strength: a dynamic Earth: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of the Theory. Copy the point on Weakness: no driving force: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of the Theory. Copy the point on Weakness: the continents and the ocean floor: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theory of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all continents were once joined in Pangaea, which broke up about 200 million years ago; the pieces drifted to their present positions.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matching rocks and mountains, fossils such as Mesosaurus, glacial scratches in Africa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1912; number 2, Gondwanaland; number 3, mechanism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mid-ocean ridge.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Theory of Sea-Floor Spreading.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EARLY THEORIES OF CRUSTAL MOVEMENTS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Early Theories of Crustal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Early Theories of Crustal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isostatic equilibrium, isostatic rebound, 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the theory of continental drift (Wegener, 1912): Pangaea and its break-up, evidence,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("all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isostasy and explain isostatic equilibrium and rebound.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break-up of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strengths and weaknesses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floats on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Palaeozoic ended with the supercontinent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Douala sends you a world map for your room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notice that the curve of the West African coast, from Nigeria to Cameroon, looks as if it could fit against the east coast of South America, like two pieces of a puzzle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this a coincidence, or were these lands, now separated by the Atlantic Ocean,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theories that explain the movement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says that the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continental drift of Alfred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crust "float"?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isostasy: the crust floats on the denser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evidence, not appearance alone, to test scientific ideas.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scientists first explained the movements of the crust, which led to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isostasy.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an ice sheet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slowly rises (isostatic rebound).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pangaea.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landmasses did Pangaea split?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continents fit best like a jigsaw?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America and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Mesosaurus evidence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freshwater reptile is found only in South America and southern Africa, which must have been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i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scratched by a glacier.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glacial scratches in Africa surprising?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hot today, so it must once have been near a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Isostasy: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of the crust floating on the denser mantle below.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rebound: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rise of the crust when a load such as an ice sheet is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have moved slowly across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200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Isostasy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Isostasy is the idea that the rigid lithosphere floats on the denser, soft asthenosphere, like a block of wood on water. Thick, light continental crust stands high, while thin, dense oceanic crust lies low.</a:t>
            </a:r>
            <a:endParaRPr lang="en-US" sz="3200" dirty="0"/>
          </a:p>
        </p:txBody>
      </p:sp>
      <p:pic>
        <p:nvPicPr>
          <p:cNvPr id="5" name="Image 0" descr="/home/claude/f4/img/v2/isostasy_fir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isostasy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equilibrium and adjustment: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load such as a mountain range or an ice sheet is added, the crust sinks deeper into the mantle until it is balanced again. When the load is removed by erosion or melting, the crust slowly rises, as Scandinavia is still rising today after the last ice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theory explains the splitting and drifting of land masses as follows: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The author and his idea: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In 1912, the German scientist Alfred Wegener proposed that the continents are not fixed but move slowly across the Earth. He said that they were once joined together and have since drifted apart.</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200 million years ago, all the continents formed one supercontinent, Pangaea, meaning all lands. It was surrounded by a single great ocean called Panthalassa.</a:t>
            </a:r>
            <a:endParaRPr lang="en-US" sz="3600" dirty="0"/>
          </a:p>
        </p:txBody>
      </p:sp>
      <p:pic>
        <p:nvPicPr>
          <p:cNvPr id="5" name="Image 0" descr="/home/claude/f4/img/v2/geo2_pangaea.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splitting of 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first split into Laurasia in the north, with North America, Europe and Asia, and Gondwanaland in the south, with South America, Africa, India, Antarctica and Australia. These land masses then broke into the present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drifting of the continents: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drifted slowly to their present positions, and the Atlantic Ocean opened between the Americas and Africa and Europe. The opening of the South Atlantic stretched Africa and created the Benue Trough, in which the Benue now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Wegener supported his theory with the following evidence: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South America and Africa fit together like the pieces of a puzzle. The fit is even better at the edge of the continental shelves.</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fit of the continents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Geological evidence: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Rocks of the same type and age, and mountain chains, continue from one continent to another across the oceans. For example, the Appalachians of North America continue in the mountains of Scotland and Norway.</a:t>
            </a:r>
            <a:endParaRPr lang="en-US" sz="3400" dirty="0"/>
          </a:p>
        </p:txBody>
      </p:sp>
      <p:pic>
        <p:nvPicPr>
          <p:cNvPr id="5" name="Image 0" descr="/home/claude/f4/img/v2/geo2_evide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evidence of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Fossil evidence: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fossils of Mesosaurus, a small freshwater reptile, are found only in South America and southern Africa, and the fern Glossopteris on all the southern continents. These organisms could not have crossed the oceans, so the continents must have been joined.</a:t>
            </a:r>
            <a:endParaRPr lang="en-US" sz="3200" dirty="0"/>
          </a:p>
        </p:txBody>
      </p:sp>
      <p:pic>
        <p:nvPicPr>
          <p:cNvPr id="5" name="Image 0" descr="/home/claude/f4/img/v2/f4_fossi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Scratches left by glaciers are found in hot India, Africa and Australia, and coal from tropical forests in cold Antarctica. These lands must once have been at different 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continental drift has the following strengths and weaknesses: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Strength: one idea explains many facts: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theory explained the fit of the coasts, the fossils, the rocks and the ancient climates with a single idea. It also explained the formation of fold mountains such as the Himalayas where continents collide.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a dynamic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showed that the crust is not fixed but always moving. This idea became the basis of the modern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no driving 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what force was strong enough to move whole continents. The forces he proposed, such as the rotation of the Earth, were far too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Strengths and Weaknesses of the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the continents and the ocean floor: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thought that the continents ploughed through the rigid ocean floor, which scientists showed was impossible. For these reasons, most scientists rejected the theory until the discovery of sea-floor spreading in the 1960s.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continents were once joined in Pangaea, which broke up about 200 million years ago; the pieces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matching rocks and mountains, fossils such as Mesosaurus, glacial scratches in Africa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Wegener proposed continental drift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southern part of Pangaea was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weakness of the theory was the lack of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Isostasy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L'isostasie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Pangaea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Early Theories of Crustal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isostasy and explain isostatic equilibrium and rebound. State the theory of continental drift. Describe the break-up of Pangaea. Explain the evidence for continental drift. Give the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Isostasy; The Theory of Continental Drift; Evidence of Continental Drift;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mid-ocean ridge.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float blocks of wood in a bucket.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Pangaea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cut out the two continents from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fossil.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glacial scratches.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“geoscience crowd sourcing” by subarcticmike, CC BY 2.0, via Flickr (https://www.flickr.com/photos/31856336@N03/37633979015)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2026-09-29T11:21:57Z</dcterms:created>
  <dcterms:modified xsi:type="dcterms:W3CDTF">2026-09-29T11:21:57Z</dcterms:modified>
</cp:coreProperties>
</file>