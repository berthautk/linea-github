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Early Theories of Crustal Movements.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the Earth's Structure, and the sub-topic is Theories of Earth Structure and Resultant Landforms. The key notions we shall use today are: isostasy, isostatic equilibrium, isostatic rebound, continental drift, Pangaea, Laurasia, Gondwanaland. At the end, you should be able to do this: learners are able to explain isostasy and continental drift and evaluate the evidence for Wegener's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Internal Structure of the Earth. The question was: Name the supercontinent proposed by Wegener.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Pangaea ("all lands").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define isostasy and explain isostatic equilibrium and rebound. Number 2: state the theory of continental drift. Number 3: describe the break-up of Pangaea. Number 4: explain the evidence for continental drift. Number 5: give the strengths and weaknesses of the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crust floats on the mantle. The Palaeozoic ended with the supercontinent Pangaea. Fossils are found in sedimentary rocks.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Your cousin from Douala sends you a world map for your room in Garoua. You notice that the curve of the West African coast, from Nigeria to Cameroon, looks as if it could fit against the east coast of South America, like two pieces of a puzzle pulled apart. You ask: "Is this a coincidence, or were these lands, now separated by the Atlantic Ocean, once joined?"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theories that explain the movement of continents.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theory says that the continents were once joined?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theory of continental drift of Alfred Wegener.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can the crust "float"?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Through isostasy: the crust floats on the denser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evidence, not appearance alone, to test scientific ideas.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how scientists first explained the movements of the crust, which led to the theory of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isostasy.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the crust when an ice sheet melts?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slowly rises (isostatic rebound).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pangaea.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Into which two landmasses did Pangaea split?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Laurasia in the north and Gondwanaland in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the continents fit together.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two continents fit best like a jigsaw?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South America and 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fossil.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Mesosaurus evidence of drift?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This freshwater reptile is found only in South America and southern Africa, which must have been joined.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rocks scratched by a glacier.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glacial scratches in Africa surprising?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Africa is hot today, so it must once have been near a pole.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Isostasy and Isostatic rebound.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Continental drift and Pangaea.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Isostasy. Isostasy is presented as follows. Copy the point on Principle on the left, then draw the diagram on the right: isostasy.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Isostasy. On this slide we have Loading and Unloading.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Isostasy. On this slide we have Thick and thin crust.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Theory of Continental Drift. The theory of continental drift is presented as follows. On this slide we have Author.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Pangaea on the left, then draw the diagram on the right: pangaea.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Continental Drift. On this slide we have Break-up.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Theory of Continental Drift. On this slide we have Local link.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Continental Drift. The evidence for continental drift is the following. Copy the point on The jigsaw fit on the left, then draw the diagram on the right: the jigsaw fit.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Geological evidence on the left, then draw the diagram on the right: wegener's evidence.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Fossil evidence on the left, then draw the diagram on the right: a fossil.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Climatic evidence on the left, then draw the diagram on the right: glacial scratches.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Appraisal of the Theory. The strengths and weaknesses of the theory are the following. On this slide we have Strengths.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of the Theory. On this slide we have Main weakness and Consequence.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theory of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all continents were once joined in Pangaea, which broke up about 200 million years ago; the pieces drifted to their present positions.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pieces of evidence for continental drift.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jigsaw fit, matching rocks and mountains, fossils such as Mesosaurus, glacial scratches in Africa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1912; number 2, Gondwanaland; number 3, mechanism (force).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 mid-ocean ridge.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2: Theory of Sea-Floor Spreading.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FURTHER STUDY 1: EARLY THEORIES OF CRUSTAL MOVEMENTS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gif"/><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Early Theories of Crustal Movements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the Earth's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Theories of Earth Structure and Resultant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Early Theories of Crustal Movements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Isostasy, isostatic equilibrium, isostatic rebound, continental drift, Pangaea, Laurasia, Gondwanaland.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Isostasy; the theory of continental drift (Wegener, 1912): Pangaea and its break-up, evidence, strengths and weaknesses.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isostasy and continental drift and evaluate the evidence for Wegener's theory.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Internal Structure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supercontinent proposed by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Pangaea ("all 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isostasy and explain isostatic equilibrium and rebound.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theory of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break-up of Pangaea.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evidence for continental drift.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strengths and weaknesses of the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crust floats on the mantle.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Palaeozoic ended with the supercontinent Pangaea.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Fossils are found in sedimentary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cousin from Douala sends you a world map for your room in Garoua.</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notice that the curve of the West African coast, from Nigeria to Cameroon, looks as if it could fit against the east coast of South America, like two pieces of a puzzle pulled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"Is this a coincidence, or were these lands, now separated by the Atlantic Ocean,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theories that explain the movement of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theory says that the continents were once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theory of continental drift of Alfred Wegener.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the crust "float"?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isostasy: the crust floats on the denser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evidence, not appearance alone, to test scientific ideas.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how scientists first explained the movements of the crust, which led to the theory of plate tectonics.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sostasy.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isostasy.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crust when an ice sheet melts?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ISOSTASY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slowly rises (isostatic rebound).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eo2_pangaea.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Pangaea.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which two landmasses did Pangaea split?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CONTINENTAL DRIFT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Laurasia in the north and Gondwanaland in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jigsaw.gif">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the continents fit together.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continents fit best like a jigsaw?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South America and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foss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fossil.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Mesosaurus evidence of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freshwater reptile is found only in South America and southern Africa, which must have been joined.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tri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Rocks scratched by a glacier.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glacial scratches in Africa surprising?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Africa is hot today, so it must once have been near a pole.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the Earth's Structure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Theories of Earth Structure and Resultant Landforms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Early Theories of Crustal Movements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Isostasy: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balance of the crust floating on the denser mantle below.</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Isostatic rebound: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slow rise of the crust when a load such as an ice sheet is removed.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Continental drift: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continents have moved slowly across the surface of the Earth.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single supercontinent that existed about 200 million years ago.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Isostasy is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lithosphere floats on the denser asthenosphere, like a boat on water.</a:t>
            </a:r>
            <a:endParaRPr lang="en-US" sz="3600" dirty="0"/>
          </a:p>
        </p:txBody>
      </p:sp>
      <p:pic>
        <p:nvPicPr>
          <p:cNvPr id="5" name="Image 0" descr="/home/claude/f4/img/v2/isostasy_fir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isostasy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mountains or ice sheets make the crust sink deeper into the mantle.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Unloading: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ice melts or mountains are eroded, the crust slowly rises: isostatic rebound, as in Scandinavia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Isostasy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Thick and thin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Thick continental crust stands high, while thin oceanic crust lies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theory of continental drift is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Author: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Alfred Wegener, a German scientist, proposed it in 1912.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Pangaea: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About 200 million years ago, all the continents formed one supercontinent, Pangaea ("all lands").</a:t>
            </a:r>
            <a:endParaRPr lang="en-US" sz="3600" dirty="0"/>
          </a:p>
        </p:txBody>
      </p:sp>
      <p:pic>
        <p:nvPicPr>
          <p:cNvPr id="5" name="Image 0" descr="/home/claude/f4/img/v2/geo2_pangaea.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Pangaea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Break-up: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Laurasia in the north: North America, Europe and Asia.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Gondwanaland in the south: South America, Africa, India, Antarctica and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Theory of Continental Drift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Local link: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opening of the South Atlantic stretched Africa and created the Benue Trough, in which the Benue now flows.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evidence for continental drift is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jigsaw fit: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coasts of South America and Africa fit together like puzzle pieces.</a:t>
            </a:r>
            <a:endParaRPr lang="en-US" sz="3600" dirty="0"/>
          </a:p>
        </p:txBody>
      </p:sp>
      <p:pic>
        <p:nvPicPr>
          <p:cNvPr id="5" name="Image 0" descr="/home/claude/f4/img/v2/jigsaw_last.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jigsaw fit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Geological evidence: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Rocks of the same type and age, and mountain chains, continue across oceans, like the Appalachians and the mountains of Scotland.</a:t>
            </a:r>
            <a:endParaRPr lang="en-US" sz="3600" dirty="0"/>
          </a:p>
        </p:txBody>
      </p:sp>
      <p:pic>
        <p:nvPicPr>
          <p:cNvPr id="5" name="Image 0" descr="/home/claude/f4/img/v2/geo2_evidence.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Wegener's evidence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Fossil evidence: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Mesosaurus is found in South America and southern Africa, and the fern Glossopteris on all southern continents.</a:t>
            </a:r>
            <a:endParaRPr lang="en-US" sz="3600" dirty="0"/>
          </a:p>
        </p:txBody>
      </p:sp>
      <p:pic>
        <p:nvPicPr>
          <p:cNvPr id="5" name="Image 0" descr="/home/claude/f4/img/v2/f4_foss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fossil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Evidence of Continental Drift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Climatic evidence: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Glacial scratches in hot India and Africa show that these lands were once near a pole.</a:t>
            </a:r>
            <a:endParaRPr lang="en-US" sz="3600" dirty="0"/>
          </a:p>
        </p:txBody>
      </p:sp>
      <p:pic>
        <p:nvPicPr>
          <p:cNvPr id="5" name="Image 0" descr="/home/claude/f4/img/v2/lsa_stri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glacial scratches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the Theory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strengths and weaknesses of the theory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explained many observations with one idea.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the Theory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showed that the crust is dynamic, not fixed.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weakness: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Wegener could not explain what force moved the continents.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scientists rejected the theory until the discovery of sea-floor spreading and plate tectonics in the 1960s.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theory of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continents were once joined in Pangaea, which broke up about 200 million years ago; the pieces drifted to their present positions.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for continental drift.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jigsaw fit, matching rocks and mountains, fossils such as Mesosaurus, glacial scratches in Africa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Wegener proposed continental drift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southern part of Pangaea was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main weakness of the theory was the lack of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mid-ocean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Theory of Sea-Floor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Continental drift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dérive des continents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Isostasy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L'isostasie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croûte terrestre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Pangaea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Pangée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Fossil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fossile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the Earth's Structure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Early Theories of Crustal Movements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isostasy and explain isostatic equilibrium and rebound. State the theory of continental drift. Describe the break-up of Pangaea. Explain the evidence for continental drift. Give the strengths and weaknesses of the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isostasy and continental drift and evaluate the evidence for Wegener's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Isostasy; The Theory of Continental Drift; Evidence of Continental Drift; Appraisal of the Theory.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mid-ocean ridge.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1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float blocks of wood in a bucket.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Pangaea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cut out the two continents from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a fossil.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glacial scratches.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“Marble Skin Fish Fossil” by Bold Frontiers, CC BY 2.0, via Flickr (https://www.flickr.com/photos/82955120@N05/14091612527)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“geoscience crowd sourcing” by subarcticmike, CC BY 2.0, via Flickr (https://www.flickr.com/photos/31856336@N03/37633979015)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2026-09-29T03:12:45Z</dcterms:created>
  <dcterms:modified xsi:type="dcterms:W3CDTF">2026-09-29T03:12:45Z</dcterms:modified>
</cp:coreProperties>
</file>