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isostatic equilibrium, isostatic rebound, continental drift, Pangaea, Laurasia, Gondwanaland. At the end, you should be able to do this: learners are able to explain isostasy and continental drift and evaluate the evidence for Wegener's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Name the supercontinent proposed by Wegener.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("all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isostasy and explain isostatic equilibrium and rebound. Number 2: state the theory of continental drift. Number 3: describe the break-up of Pangaea. Number 4: explain the evidence for continental drift. Number 5: give the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mantle. The Palaeozoic ended with the supercontinent Pangaea. Fossils are found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Douala sends you a world map for your room in Garoua. You notice that the curve of the West African coast, from Nigeria to Cameroon, looks as if it could fit against the east coast of South America, like two pieces of a puzzle pulled apart. You ask: "Is this a coincidence, or were these lands, now separated by the Atlantic Ocean,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theories that explain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that the continents were once joined?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continental drift of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 crust "float"?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isostasy: the crust floats on the denser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evidence, not appearance alone, to test scientific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scientists first explained the movements of the crust, which led to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isostasy.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crust when an ice sheet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slowly rises (isostatic 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two landmasses did Pangaea split?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continents fit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continents fit best like a jigsaw?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America and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fossil.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Mesosaurus evidence of drift?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This freshwater reptile is found only in South America and southern Africa, which must have been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rocks scratched by a glacier.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glacial scratches in Africa surprising?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is hot today, so it must once have been near a pole.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Isostasy and Isostatic rebound.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 drift and Pangaea.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is presented as follows. Copy the point on Principle on the left, then draw the diagram on the right: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Loading and Unloading.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Thick and thin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Continental Drift. The theory of continental drift is presented as follows. On this slide we have Author.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Pangaea on the left, then draw the diagram on the right: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On this slide we have Break-up.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On this slide we have Local link.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evidence for continental drift is the following. Copy the point on The jigsaw fit on the left, then draw the diagram on the right: the jigsaw fit.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Geological evidence on the left, then draw the diagram on the right: wegener's evidence.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 evidence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Climatic evidence on the left, then draw the diagram on the right: glacial scratches.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the Theory. The strengths and weaknesses of the theory are the following.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Theory. On this slide we have Main weakness and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theory of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all continents were once joined in Pangaea, which broke up about 200 million years ago; the pieces drifted to their present positions.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matching rocks and mountains, fossils such as Mesosaurus, glacial scratches in Africa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1912; number 2, Gondwanaland; number 3, mechanism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mid-ocean ridge.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isostatic equilibrium, isostatic rebound,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(Wegener, 1912): Pangaea and its break-up,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("all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isostasy and explain isostatic equilibrium and rebound.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break-up of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Palaeozoic ended with the supercontinent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Douala sends you a world map for your room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notice that the curve of the West African coast, from Nigeria to Cameroon, looks as if it could fit against the east coast of South America, like two pieces of a puzzle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this a coincidence, or were these lands, now separated by the Atlantic Ocean,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theories that explain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that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continental drift of 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crust "float"?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isostasy: the crust floats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evidence, not appearance alone, to test scientific ideas.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scientists first explained the movements of the crust, which led to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an ice sheet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slowly rises (isostatic rebound).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pangaea.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landmasses did Pangaea split?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continents fit best like a jigsaw?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Mesosaurus evidence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freshwater reptile is found only in South America and southern Africa, which must have been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scratched by a glacier.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glacial scratches in Africa surprising?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hot today, so it must once have been near a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Isostasy: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of the crust floating on the denser mantle below.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rebound: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when a load such as an ice sheet is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have moved slowly across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200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Isostasy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floats on the denser asthenosphere, like a boat on water.</a:t>
            </a:r>
            <a:endParaRPr lang="en-US" sz="3600" dirty="0"/>
          </a:p>
        </p:txBody>
      </p:sp>
      <p:pic>
        <p:nvPicPr>
          <p:cNvPr id="5" name="Image 0" descr="/home/claude/f4/img/v2/isostasy_fir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isostasy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mountains or ice sheets make the crust sink deeper into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Unloading: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ice melts or mountains are eroded, the crust slowly rises: isostatic rebound, as in Scandinavia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 and thin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continental crust stands high, while thin oceanic crust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continental drift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a German scientist, proposed it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200 million years ago, all the continents formed one supercontinent, Pangaea ("all lands").</a:t>
            </a:r>
            <a:endParaRPr lang="en-US" sz="3600" dirty="0"/>
          </a:p>
        </p:txBody>
      </p:sp>
      <p:pic>
        <p:nvPicPr>
          <p:cNvPr id="5" name="Image 0" descr="/home/claude/f4/img/v2/geo2_pangaea.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Break-up: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Laurasia in the north: North America, Europe and Asia.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Gondwanaland in the south: South America, Africa, India, Antarctica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link: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opening of the South Atlantic stretched Africa and created the Benue Trough, in which the Benue now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evidence for continental drift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South America and Africa fit together like puzzle pieces.</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Geological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of the same type and age, and mountain chains, continue across oceans, like the Appalachians and the mountains of Scotland.</a:t>
            </a:r>
            <a:endParaRPr lang="en-US" sz="3600" dirty="0"/>
          </a:p>
        </p:txBody>
      </p:sp>
      <p:pic>
        <p:nvPicPr>
          <p:cNvPr id="5" name="Image 0" descr="/home/claude/f4/img/v2/geo2_evide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Wegener's evidence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Mesosaurus is found in South America and southern Africa, and the fern Glossopteris on all southern continents.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Climatic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Glacial scratches in hot India and Africa show that these lands were once near a pole.</a:t>
            </a:r>
            <a:endParaRPr lang="en-US" sz="3600" dirty="0"/>
          </a:p>
        </p:txBody>
      </p:sp>
      <p:pic>
        <p:nvPicPr>
          <p:cNvPr id="5" name="Image 0" descr="/home/claude/f4/img/v2/lsa_stri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glacial scratches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strengths and weaknesses of the theory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explained many observations with one idea.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the Theory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showed that the crust is dynamic, not fixed.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weakness: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force moved the continents.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scientists rejected the theory until the discovery of sea-floor spreading and plate tectonics in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continents were once joined in Pangaea, which broke up about 200 million years ago; the pieces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matching rocks and mountains, fossils such as Mesosaurus, glacial scratches in Africa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Wegener proposed continental drift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southern part of Pangaea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weakness of the theory was the lack of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Pangaea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isostasy and explain isostatic equilibrium and rebound. State the theory of continental drift. Describe the break-up of Pangaea. Explain the evidence for continental drift. Give the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Isostasy; The Theory of Continental Drift; Evidence of Continental Drift; Appraisal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mid-ocean ridge.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float blocks of wood in a bucket.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Pangaea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out the two continents from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fossil.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glacial scratches.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2026-09-28T22:07:42Z</dcterms:created>
  <dcterms:modified xsi:type="dcterms:W3CDTF">2026-09-28T22:07:42Z</dcterms:modified>
</cp:coreProperties>
</file>