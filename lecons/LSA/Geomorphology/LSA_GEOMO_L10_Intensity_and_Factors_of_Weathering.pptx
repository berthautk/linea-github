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10: Intensity and Factors of Weathering.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graph with two axes: temperature and rainfall.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road cuttings in the South.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drop chalk in vinegar.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a steep slope and a flat plain.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ask where stones are quarried near the school.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regolith 2. joints 3. carbonation (solution)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GEOMORPHOLOGY  —  LESSON 10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Intensity and Factors of Weathering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2: Understanding and managing physical landscapes, geomorphological processes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Denudational Processes on Slopes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Weathering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10: Intensity and Factors of Weathering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Peltier's graph, regolith, lithology, joints.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Factors of weathering: climate (Peltier), geology, relief, vegetation, human activities.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why weathering is stronger in some places than in others.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Peltier's graph to explain the effect of climate.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influence of rock type and relief.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role of vegetation and people.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are physical, chemical and biological weathering.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Weathering breaks rocks in place.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Douala, road cuttings show red soil tens of metres deep. In the Far North, bare granite rocks stand on the surface with only a thin layer of soil.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 want to know why weathering is deeper in Douala.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difference between the two climates?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Douala is hot and very wet; the Far North is hot and dry.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type of weathering is strong in Douala?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Chemical weathering.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why soils and landscapes differ from place to place.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CLIMATE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peltier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960" y="1691640"/>
            <a:ext cx="9989032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Peltier's graph: climate and weathering.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CLIMATE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is chemical weathering strongest? Where is frost action strongest?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CLIMATE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Chemical: hot and wet climates. Frost action: cold and wet climates.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CLIMATE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f4_redsoi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deep red weathered soil.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CLIMATE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the weathered layer very deep in humid tropical areas?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CLIMATE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Heat and water speed up chemical reactions all year.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GEOLOGY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4_kar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cave in limestone.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GEOLOGY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limestone quickly weathered by rain water?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GEOLOGY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dissolved by weak acid in rain (carbonation).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RELIEF AND VEGETATION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lsa_scre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Broken rocks on a steep mountain slope.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RELIEF AND VEGETATION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are there many broken rocks on steep mountain slopes?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RELIEF AND VEGETATION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Freezing and heating break the rocks, and the pieces fall down the steep slope.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HUMAN ACTIVITIES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4_marb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quarry.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HUMAN ACTIVITIES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 people speed up weathering?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HUMAN ACTIVITIES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Quarries, roads and deforestation expose fresh rock; pollution makes acid rain.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Intensity and Factors of Weathering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Denudational Processes on Slopes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Weathering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10: Intensity and Factors of Weathering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Regolith: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layer of loose weathered material above solid rock.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Lithology: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type and composition of a rock.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Joints: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are natural cracks in rocks.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Climate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Peltier's graph: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shows the type of weathering according to temperature and rainfall. Chemical weathering is strong in hot wet climates and frost action in cold wet climates.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Tropical areas: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Heat and rain produce deep chemical weathering. The regolith can be more than 30 m deep.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Climate (2/2)</a:t>
            </a:r>
            <a:endParaRPr lang="en-US" sz="3600" dirty="0"/>
          </a:p>
        </p:txBody>
      </p:sp>
      <p:pic>
        <p:nvPicPr>
          <p:cNvPr id="13" name="Image 0" descr="/home/claude/f4/img/v2/peltier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960" y="1691640"/>
            <a:ext cx="9989032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Peltier's graph.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Other Factors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Geology: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Rock minerals, joints and hardness control weathering. Limestone dissolves quickly while quartz resists.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Relief: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Steep slopes remove weathered material and expose fresh rock. Gentle slopes keep a thick regolith.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Other Factors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Vegetation: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Roots break rocks and humus gives acids. Plants also protect the regolith from removal.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D. Human activities: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Quarrying, road building and pollution speed up weathering. Acid rain attacks buildings and rocks.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According to Peltier, where is chemical weathering strongest?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hot and wet climates.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factors of weathering other than climate.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Rock type (geology) and vegetation.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layer of loose weathered material is the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Natural cracks in rocks are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Limestone is weathered by ______.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List three useful materials that come from weathered rock (for example sand, clay, laterite).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11: The Impact of Weathering.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Regolith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régolithe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Rock type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type de roche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Joint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diaclase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Climate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climat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Quarry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carrière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Acid rain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pluie acide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Denudational Processes on Slopes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10: Intensity and Factors of Weathering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Peltier's graph to explain the effect of climate. Explain the influence of rock type and relief. Explain the role of vegetation and people.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why weathering is stronger in some places than in others.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Regolith, Lithology, Joints; II. Climate: Peltier's graph, Tropical areas; III. Other Factors: Geology, Relief, Vegetation, Human activities.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 three useful materials that come from weathered rock (for example sand, clay, laterite).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2 (Geomorphology).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“in the middle of nowhere, morocco” by mariusz kluzniak, CC BY-NC-ND 2.0, via Flickr (https://www.flickr.com/photos/39997856@N03/8398997251)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“Songam Cave” by D-Stanley, CC BY 2.0, via Flickr (https://www.flickr.com/photos/79721788@N00/5063216873)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“Full Screen Plate Tectonics” by subarcticmike, CC BY 2.0, via Flickr (https://www.flickr.com/photos/31856336@N03/3109980958)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“Marble quarry, Carrara” by Russell Carman, CC BY-NC-SA 2.0, via Flickr (https://www.flickr.com/photos/11328254@N02/2095886412)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2026-09-26T11:43:25Z</dcterms:created>
  <dcterms:modified xsi:type="dcterms:W3CDTF">2026-09-26T11:43:25Z</dcterms:modified>
</cp:coreProperties>
</file>