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peltier's graph, regolith, lithology, joints. At the end, you should be able to do this: learners are able to explain why weathering is stronger in some places than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Compare rocks in the dry North and in the wet South of Cameroon. Where are they more deeply weathered?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Rocks in the wet South are more deeply weathered, because heat and water speed up chemical weathering. In the dry North, weathering is mainly physical and shallow.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Peltier's graph to explain the effect of climate. Number 2: explain the influence of rock type and relief. Number 3: explain the role of vegetation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physical, chemical and biological weathering. Weathering breaks rocks in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road cuttings show red soil tens of metres deep. In the Far North, bare granite rocks stand on the surface with only a thin layer of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weathering is deeper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between the two climates?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is hot and very wet; the Far North is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type of weathering is strong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predict where rocks weather deeply and use this in building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soils and landscapes differ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graph: climate and weathering.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chemical weathering strongest? Where is frost action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hot and wet climates. Frost action: cold and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deep red weathered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weathered layer very deep in humid tropical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water speed up chemical reactions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cave in limestone.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limestone quickly weathered by rain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dissolved by weak acid in rain (carbonation).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broken rocks on a steep mountain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many broken rocks on steep mountain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Freezing and heating break the rocks, and the pieces fall down the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people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Quarries, roads and deforestation expose fresh rock; pollution makes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Regolith.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is the main factor of weathering. On this slide we have Temperature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Peltier's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peltier's weathering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Relief, Vegetation and Man. Other factors of weathering are. On this slide we have Geology (rock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Relief, Vegetation and Man. On this slide we have Relief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Relief, Vegetation and Man.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According to Peltier, where is chemical weathering strongest?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and wet climates.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weathering other than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 type (geology) and vegetation.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joints; number 3, carbonation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useful materials that come from weathered rock (for example sand, clay, laterite).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Peltier's graph, regolith, lithology, joints.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weathering: climate (Peltier), geology, relief, vegetation,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stronger in some places than in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rocks in the dry North and in the wet South of Cameroon. Where are they more deeply weathered?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in the wet South are more deeply weathered, because heat and water speed up chemical weathering. In the dry North, weathering is mainly physical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Peltier's graph to explain the effect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rock type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vegetation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physical, chemical and biological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road cuttings show red soil tens of metres deep. In the Far North, bare granite rocks stand on the surface with only a thin layer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weathering is deeper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the two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hot and very wet; the Far North is 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weathering is strong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Predict where rocks weather deeply and use this in building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soils and landscapes differ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graph: climate and weathering.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chemical weathering strongest? Where is frost action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hot and wet climates. Frost action: cold and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red weathered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weathered layer very deep in humid tropical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water speed up chemical reactions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cave in limestone.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limestone quickly weathered by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dissolved by weak acid in rain (carbonation).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Broken rocks on a steep mountain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many broken rocks on steep mountain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Freezing and heating break the rocks, and the pieces fall down the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roads and deforestation expose fresh rock; pollution makes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break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material above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Climate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and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 is strongest where it is hot and wet, as in equatorial regions, where regolith can be 60 m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Climate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weathering is strongest where temperatures cross 0 °C often.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weathering regions according to mean annual temperature and rainfall. Deserts have weak weathering, and humid tropics strong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Peltier's weathering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Geology, Relief, Vegetation and Man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of weathering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(rock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minerals, joints and permeability control weathering. Limestone dissolves quickly, while quartz resists.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Geology, Relief, Vegetation and Man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steep slopes, weathered material is removed quickly, exposing fresh rock. On gentle slopes, thick regolith builds up.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and organic acids increase biological and chemical weathering. Plant cover also keeps the soil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Geology, Relief, Vegetation and Man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quarrying and road building expose rocks. Acid rain from industries speeds up the weathering of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Peltier, where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and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weathering other than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(geology)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loose weathered material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cracks in rocks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is weathered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useful materials that come from weathered rock (for example sand, clay,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Peltier's graph to explain the effect of climate. Explain the influence of rock type and relief. Explain the role of vegetation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stronger in some places than in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Relief, Vegetation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useful materials that come from weathered rock (for example sand, clay, laterite).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graph with two axes: temperature and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road cuttings in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chalk in vinegar.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steep slope and a flat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where stones are quarried near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2026-09-27T10:07:58Z</dcterms:created>
  <dcterms:modified xsi:type="dcterms:W3CDTF">2026-09-27T10:07:58Z</dcterms:modified>
</cp:coreProperties>
</file>