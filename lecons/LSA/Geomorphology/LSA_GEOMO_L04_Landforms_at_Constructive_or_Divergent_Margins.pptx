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4: Landforms at Constructive or Divergent Margins.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pull two books apart and let a third one drop between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valley with two steep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raise one book between two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pour honey and thick porridge: compare how far they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explosive volcanoes at destructive margins.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fault 2. horst 3. graben (rift valley)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Landforms at Constructive or Divergent Margins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Earth Structure and Resultant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Landforms at Constructive or Divergent Margins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Constructive margin, faulting, rift valley, horst, graben, shield volcano.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Mid-ocean ridges, rift valleys, shield volcanoes, block mountains, escarpments; faulting; gentle eruptions and earthquakes.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formation of landforms where plates move apart.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faulting.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formation of rift valleys and block mountains.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shield volcanoes and gentle eruptions.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constructive margins, plates move apart.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crust forms at mid-ocean ridges.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Paul travels in Kenya and sees a very long, deep valley with steep walls, lakes and volcanoes. His guide says the valley is getting wider every year.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Paul does not know how the long valley was formed.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name of this valley?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Great Rift Valley.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it getting wider?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plates on each side are moving apart.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landforms formed where the crust is pulled apart.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FAULTING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horst_grabe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crust is pulled apart and a block sinks.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FAULTING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the middle block when the crust is pulled apart?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FAULTING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sinks between two faults and forms a rift valley (graben).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RIFT VALLEYS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rift_valle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Great Rift Valley in Kenya.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RIFT VALLEYS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sides of the valley. How were they formed?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RIFT VALLEYS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steep escarpments formed by faults.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BLOCK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escarpm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fault scarp made by the 1959 Hebgen Lake earthquake (USA).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BLOCK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 of land is pushed up between two faults. What is it called?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BLOCK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 mountain (horst).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SHIELD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h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glowing in the crater of Kilauea, a wide shield volcano in Hawaii.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SHIELD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this volcano have gentle slopes?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SHIELD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runny basic lava flows far before it cools.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MID-OCEAN RIDGES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thingvelli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Iceland: a ridge above the sea.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MID-OCEAN RIDGES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Are eruptions and earthquakes violent or gentle at constructive margins?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MID-OCEAN RIDGES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Usually gentle: runny lava and shallow earthquakes.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Landforms at Constructive or Divergent Margins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Earth Structure and Resultant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4: Landforms at Constructive or Divergent Margins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Fault: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crack in the crust along which rocks move.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Rift valley (graben):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long valley formed when land sinks between two faults.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Horst: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block of land raised between two faults.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Faulting and Landforms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Faulting: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Tension pulls the crust apart and breaks it along faults. Blocks move up or down.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Rift valleys: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middle block sinks between faults. Example: the East African Rift Valley with its lakes.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Faulting and Landforms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Block mountains: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 is raised between faults. Examples: the Ruwenzori and the Vosges.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Escarpments: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steep sides of rift valleys and horsts are escarpments. Basin and range landscapes have many of them.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Faulting and Landforms (3/3)</a:t>
            </a:r>
            <a:endParaRPr lang="en-US" sz="3600" dirty="0"/>
          </a:p>
        </p:txBody>
      </p:sp>
      <p:pic>
        <p:nvPicPr>
          <p:cNvPr id="13" name="Image 0" descr="/home/claude/f4/img/v2/horst_graben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rift valley and the faults.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Landforms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Mid-ocean ridges: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long underwater mountains with a central rift. Iceland is part of the Mid-Atlantic Ridge.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Shield volcanoes: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wide volcanoes with gentle slopes made of runny basic lava. Examples: Mauna Loa and Kilimanjaro's older cones.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Landforms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Eruptions and earthquakes: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Eruptions are gentle with lava flows. Earthquakes are frequent but shallow and not very strong.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a rift valley formed?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crust is pulled apart and a block sinks between two faults.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shield volcanoes have gentle slopes?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runny basic lava flows far before cooling.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crack along which rocks move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raised block between faults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sunken block between faults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Himalayas and the Andes on a map. Say which plates meet there.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5: Landforms at Destructive and Conservative Margins.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Rift valley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fossé d'effondrement (rift)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horst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Escarpment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L'escarpement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 volcano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volcan bouclier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distension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Landforms at Constructive or Divergent Margins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faulting. Describe the formation of rift valleys and block mountains. Describe shield volcanoes and gentle eruptions.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formation of landforms where plates move apart.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Fault, Rift valley (graben), Horst; II. Faulting and Landforms: Faulting, Rift valleys, Block mountains, Escarpments; III. Other Landforms: Mid-ocean ridges, Shield volcanoes, Eruptions and earthquakes.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Himalayas and the Andes on a map. Say which plates meet there.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“Great Rift Valley” by GSAPP_SIDL, CC BY-NC-ND 2.0, via Flickr (https://www.flickr.com/photos/77974798@N04/7341392488)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“1959 Hebgen Lake Earthquake fault scarp (Cabin Creek, Gallatin County,” by James St. John, CC BY 2.0, via Flickr (https://www.flickr.com/photos/47445767@N05/45610123392)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“Fire and Stars” by howardignatius, CC BY-NC-ND 2.0, via Flickr (https://www.flickr.com/photos/25659032@N07/39966052052)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“Silfra Fissure” by Daveography.ca, CC BY-NC-SA 2.0, via Flickr (https://www.flickr.com/photos/71482738@N00/32857247053)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2026-09-27T04:25:32Z</dcterms:created>
  <dcterms:modified xsi:type="dcterms:W3CDTF">2026-09-27T04:25:32Z</dcterms:modified>
</cp:coreProperties>
</file>