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 Landforms at Constructive or Divergent Margins.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2: Understanding and managing physical landscapes, geomorphological processes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Development of the Earth's Structure, and the sub-topic is Theories of Earth Structure and Resultant Landforms. The key notions we shall use today are: constructive margin, faulting, rift valley, horst, graben, shield volcano. At the end, you should be able to do this: learners are able to explain the formation of landforms where plates move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 Theory of Plate Tectonics. The question was: Look at a picture of the East African Rift Valley. Describe its shape in two sentences.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East African Rift Valley is a long, narrow valley with steep sides (escarpments) and a flat floor. It is formed where the African plate is splitting apart.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faulting. Number 2: describe the formation of rift valleys and block mountains. Number 3: describe shield volcanoes and gentle eruptions.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At constructive margins, plates move apart. New crust forms at mid-ocean ridges.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Paul travels in Kenya and sees a very long, deep valley with steep walls, lakes and volcanoes. His guide says the valley is getting wider every year.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Paul does not know how the long valley was formed.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name of this valley?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Great Rift Valley.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is it getting wider?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plates on each side are moving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understand landforms at divergent margins such as the East African 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landforms formed where the crust is pulled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animation: the crust is pulled apart and a block sinks.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happens to the middle block when the crust is pulled apart?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sinks between two faults and forms a rift valley (graben).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the Great Rift Valley in Kenya.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Describe the sides of the valley. How were they formed?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are steep escarpments formed by faults.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fault scarp made by the 1959 Hebgen Lake earthquake (USA).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A block of land is pushed up between two faults. What is it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block mountain (horst).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lava glowing in the crater of Kilauea, a wide shield volcano in Hawaii.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does this volcano have gentle slopes?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Its runny basic lava flows far before it cools.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iceland: a ridge above the sea.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Are eruptions and earthquakes violent or gentle at constructive margins?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Usually gentle: runny lava and shallow earthquakes.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Divergent (constructive) margin and Fault.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Faulting. Tension at divergent margins causes faulting. On this slide we have Normal faults.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Faulting. On this slide we have Horst and graben.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horst and graben.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Landforms at Constructive Margins. The main landforms include. On this slide we have Mid-ocean ridges.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Landforms at Constructive Margins. On this slide we have Rift valleys.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Landforms at Constructive Margins. On this slide we have Block mountains, plateaux and escarpments.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Landforms at Constructive Margins. On this slide we have Shield volcanoes.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an escarpment.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Eruptions and Earthquakes. Activity at constructive margins is characterised by. On this slide we have Less violent eruptions.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Eruptions and Earthquakes. On this slide we have Shallow earthquakes.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How is a rift valley formed?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crust is pulled apart and a block sinks between two faults.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do shield volcanoes have gentle slopes?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their runny basic lava flows far before cooling.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fault; number 2, horst; number 3, graben (rift valley).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Find the Himalayas and the Andes on a map. Say which plates meet there.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5: Landforms at Destructive and Conservative Margins.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4: LANDFORMS AT CONSTRUCTIVE OR DIVERGENT MARGINS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gif"/><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gif"/><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 Landforms at Constructive or Divergent Margins</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Landforms at Constructive or Divergent Margins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2: Understanding and managing physical landscapes, geomorphological processes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Development of the Earth's Structure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Theories of Earth Structure and Resultant Landforms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 Landforms at Constructive or Divergent Margins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Constructive margin, faulting, rift valley, horst, graben, shield volcano.</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Mid-ocean ridges, rift valleys, shield volcanoes, block mountains, escarpments; faulting; gentle eruptions and earthquakes.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formation of landforms where plates move apart.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 Theory of Plate Tectonics):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a picture of the East African Rift Valley. Describe its shape in two sentences.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East African Rift Valley is a long, narrow valley with steep sides (escarpments) and a flat floor. It is formed where the African plate is splitting apart.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faulting.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formation of rift valleys and block mountains.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shield volcanoes and gentle eruptions.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At constructive margins, plates move apart.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New crust forms at mid-ocean ridges.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Paul travels in Kenya and sees a very long, deep valley with steep walls, lakes and volcanoes. His guide says the valley is getting wider every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Paul does not know how the long valley was formed.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name of this valley?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Great Rift Valley.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it getting wider?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plates on each side are moving apart.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Understand landforms at divergent margins such as the East African Rift.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landforms formed where the crust is pulled apart.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FAULTING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horst_grabe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crust is pulled apart and a block sinks.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FAULTING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the middle block when the crust is pulled apart?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FAULTING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sinks between two faults and forms a rift valley (graben).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RIFT VALLEYS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rift_valle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Great Rift Valley in Kenya.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RIFT VALLEYS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sides of the valley. How were they formed?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RIFT VALLEYS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steep escarpments formed by faults.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BLOCK MOUNTAINS AND ESCARPMENTS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escarpmen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fault scarp made by the 1959 Hebgen Lake earthquake (USA).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BLOCK MOUNTAINS AND ESCARPMENTS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block of land is pushed up between two faults. What is it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BLOCK MOUNTAINS AND ESCARPMENTS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block mountain (horst).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SHIELD VOLCANOES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shiel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Lava glowing in the crater of Kilauea, a wide shield volcano in Hawaii.</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SHIELD VOLCANOES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this volcano have gentle slopes?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SHIELD VOLCANOES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Its runny basic lava flows far before it cools.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ERUPTIONS AND EARTHQUAKES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thingvelli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Iceland: a ridge above the sea.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ERUPTIONS AND EARTHQUAKES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Are eruptions and earthquakes violent or gentle at constructive margins?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ERUPTIONS AND EARTHQUAKES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Usually gentle: runny lava and shallow earthquakes.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Development of the Earth's Structure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Theories of Earth Structure and Resultant Landforms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Landforms at Constructive or Divergent Margins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Divergent (constructive) margin: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boundary where two plates move apart.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Fault: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crack in the crust along which rocks have moved.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Faulting</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Tension at divergent margins causes faulting: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Normal faults: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the crust is pulled apart, it cracks and blocks slip down along the faults. The exposed side of a fault is a fault scarp.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Faulting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Horst and graben: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block pushed up between two faults is a horst, and a block that sinks is a graben. Many of them together form a basin and range landscape.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Faulting</a:t>
            </a:r>
            <a:endParaRPr lang="en-US" sz="3600" dirty="0"/>
          </a:p>
        </p:txBody>
      </p:sp>
      <p:pic>
        <p:nvPicPr>
          <p:cNvPr id="4" name="Image 0" descr="/home/claude/f4/img/v2/horst_grabe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horst and graben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Landforms at Constructive Margins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landforms include: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Mid-ocean ridges: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long underwater mountain chains where plates separate, like the Mid-Atlantic Ridge. They have a central rift valley.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Landforms at Constructive Margins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Rift valleys: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long, narrow valleys formed when a block sinks between parallel faults. The East African Rift Valley is over 6,000 km long.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Landforms at Constructive Margins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Block mountains, plateaux and escarpments: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Uplifted blocks form block mountains (Ruwenzori) and plateaux. Their steep fault sides are escarpments.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Landforms at Constructive Margins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Shield volcanoes: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Runny basalt lava spreads far and builds wide volcanoes with gentle slopes. Examples are Mauna Loa and the volcanoes of Iceland.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Landforms at Constructive Margins</a:t>
            </a:r>
            <a:endParaRPr lang="en-US" sz="3600" dirty="0"/>
          </a:p>
        </p:txBody>
      </p:sp>
      <p:pic>
        <p:nvPicPr>
          <p:cNvPr id="4" name="Image 0" descr="/home/claude/f4/img/v2/lsa_escarpmen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an escarpment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Eruptions and Earthquakes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Activity at constructive margins is characterised by: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Less violent eruptions: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Basic, runny lava lets gases escape easily, so eruptions are effusive (Hawaiian or Icelandic types). Lava flows cover large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Eruptions and Earthquakes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Shallow earthquakes: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Earthquakes are frequent but shallow and usually of low magnitude. They occur along faults and transform zones of the ridges.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is a rift valley formed?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crust is pulled apart and a block sinks between two faults.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shield volcanoes have gentle slopes?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Their runny basic lava flows far before cooling.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crack along which rocks move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raised block between faults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sunken block between faults is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the Himalayas and the Andes on a map. Say which plates meet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Landforms at Destructive and Conservative Margins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Rift valley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fossé d'effondrement (rift)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Fault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faille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Horst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horst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Escarpment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L'escarpement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Shield volcano</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volcan bouclier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Tension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distension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Development of the Earth's Structure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 Landforms at Constructive or Divergent Margins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faulting. Describe the formation of rift valleys and block mountains. Describe shield volcanoes and gentle eruptions.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formation of landforms where plates move apart.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Faulting; Landforms at Constructive Margins; Eruptions and Earthquakes.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Find the Himalayas and the Andes on a map. Say which plates meet there.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1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pull two books apart and let a third one drop between them.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a valley with two steep sides.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raise one book between two others.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pour honey and thick porridge: compare how far they flow.</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with explosive volcanoes at destructive margins.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2 (Geomorphology).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“Great Rift Valley” by GSAPP_SIDL, CC BY-NC-ND 2.0, via Flickr (https://www.flickr.com/photos/77974798@N04/7341392488)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“1959 Hebgen Lake Earthquake fault scarp (Cabin Creek, Gallatin County,” by James St. John, CC BY 2.0, via Flickr (https://www.flickr.com/photos/47445767@N05/45610123392)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“Fire and Stars” by howardignatius, CC BY-NC-ND 2.0, via Flickr (https://www.flickr.com/photos/25659032@N07/39966052052)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“Silfra Fissure” by Daveography.ca, CC BY-NC-SA 2.0, via Flickr (https://www.flickr.com/photos/71482738@N00/32857247053)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2026-09-27T09:33:06Z</dcterms:created>
  <dcterms:modified xsi:type="dcterms:W3CDTF">2026-09-27T09:33:06Z</dcterms:modified>
</cp:coreProperties>
</file>