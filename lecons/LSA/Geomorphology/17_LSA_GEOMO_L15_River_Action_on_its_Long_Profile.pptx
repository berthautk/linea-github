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River Action on its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long profile, source, mouth, upper, middle and lower course, V-shaped valley, interlocking spurs, waterfall, gorge, meander, river cliff, slip-off slope, floodplain, ox-bow lake, levee, delta. At the end, you should be able to do this: learners are able to describe the changes of a river from source to mouth and explain the landforms of each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Erosional Processes and the Fluvial System. The question was: Name the three courses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upper course, the middle course and the lower course.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long profile of a river. Number 2: describe the upper course and its landforms. Number 3: describe the middle course and its landforms. Number 4: describe the lower course and its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Deposition happens when rivers slow down. The Benue rises on the Adamawa Plateau.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up to the Adamawa Plateau, near the source of streams that feed the Benue. In the hills, the streams are small, fast and noisy, tumbling over rocks in narrow valleys. Back in Garoua, the Benue is huge, wide, slow and quiet, flowing across a vast flat plain. You ask: "Why does the same river system behave so differently in the hills and on the plain?"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changes from source to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path of a river from source to mouth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work of the river at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Deposition, because it is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floodplains for farming but avoid building houses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landforms of river valleys, which influence farming, settlement and flooding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gradient steepest?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over hard rock and undercuts the soft rock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a meander is the river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 of the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an ox-bow lake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an ox-bow lake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meander is cut off from the main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floodplains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deposit fresh silt each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and Meander.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Floodplain and Delta.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The long profile is presented as follows. Copy the point on Shape on the left, then draw the diagram on the right: the long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Three courses on the left, then draw the diagram on the right: the three courses.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Upper Course (Youthful Stage). The upper course has the following characteristics and landforms.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V-shaped valleys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Upper Course (Youthful Stage). On this slide we have Interlocking spurs.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Waterfalls and gorges on the left, then draw the diagram on the right: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Middle Course (Mature Stage). The middle course has the following characteristics and landforms.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Meanders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cliffs and slip-off slopes on the left, then draw the diagram on the right: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Lower Course (Old Stage). The lower course has the following characteristics and landforms. On this slide we have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Floodplains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lakes on the left, then draw the diagram on the right: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Lower Course (Old Stage). On this slide we have Levees.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Deltas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the upper and the lower course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steep gradient, narrow V-shaped valley, vertical erosion; lower: flat gradient, wide floodplain,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Benue at Garoua form sandbanks?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its lower course it flows slowly on flat land and deposits its load, especially in the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upper; number 2, ox-bow; number 3, levees.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longshore drift.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Coastal Processes and Features.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RIVER ACTION ON ITS LONG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Action on its Long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River Action on its Long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source, mouth, upper, middle and lower course, V-shaped valley, interlocking spurs, waterfall, gorge, meander, river cliff, slip-off slope, floodplain, ox-bow lake, levee, delta.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characteristics and landforms of the upper, middle and lower courses; application to the Benue.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Erosional Processes and the Fluvial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course, the middle course and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upper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middle course and its landforms.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lower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rivers slow down.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up to the Adamawa Plateau, near the source of streams that feed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hills, the streams are small, fast and noisy, tumbling over rocks in narrow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 in Garoua, the Benue is huge, wide, slow and quiet, flowing across a vast flat plain.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same river system behave so differently in the hills and on the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changes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path of a river from source to mouth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 because it is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floodplains for farming but avoid building houses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landforms of river valleys, which influence farming, settlement and flooding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gradient steepest?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over hard rock and undercuts the soft rock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a meander is the river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ox-bow lake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an ox-bow lake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meander is cut off from the main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fresh silt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showing the gradient of a river from its source to its mouth.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wide bend of a river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wide, flat land beside a river covered by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fan-shaped area of deposits at the mouth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long profile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concave curve, steep near the source and almost flat near the mouth.</a:t>
            </a:r>
            <a:endParaRPr lang="en-US" sz="3600" dirty="0"/>
          </a:p>
        </p:txBody>
      </p:sp>
      <p:pic>
        <p:nvPicPr>
          <p:cNvPr id="5" name="Image 0" descr="/home/claude/f4/img/v2/long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Three courses: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divided into the upper, middle and lower courses.</a:t>
            </a:r>
            <a:endParaRPr lang="en-US" sz="3600" dirty="0"/>
          </a:p>
        </p:txBody>
      </p:sp>
      <p:pic>
        <p:nvPicPr>
          <p:cNvPr id="5" name="Image 0" descr="/home/claude/f4/img/v2/geo2_cours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courses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 (Youthful Stage)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very steep, the channel narrow and shallow, and vertical erosion dominates.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 (Youthful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V-shaped valleys: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river cuts down quickly while weathering wears back the sides.</a:t>
            </a:r>
            <a:endParaRPr lang="en-US" sz="3600" dirty="0"/>
          </a:p>
        </p:txBody>
      </p:sp>
      <p:pic>
        <p:nvPicPr>
          <p:cNvPr id="5" name="Image 0" descr="/home/claude/f4/img/v2/v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 (Youthful Stage)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Interlocking spurs: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 spurs seem to lock together as the river winds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 (Youthful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Waterfalls and gorges: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Hard rock over soft rock forms a waterfall, which retreats and leaves a gorge, like the falls of the Vina near Ngaoundéré.</a:t>
            </a:r>
            <a:endParaRPr lang="en-US" sz="3600" dirty="0"/>
          </a:p>
        </p:txBody>
      </p:sp>
      <p:pic>
        <p:nvPicPr>
          <p:cNvPr id="5" name="Image 0" descr="/home/claude/f4/img/v2/f4_waterf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 (Mature Stage)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 and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gentle, the valley wider and transport is the main work, with more lateral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 (Mature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Meanders: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river swings from side to side, forming wide bends.</a:t>
            </a:r>
            <a:endParaRPr lang="en-US" sz="3600" dirty="0"/>
          </a:p>
        </p:txBody>
      </p:sp>
      <p:pic>
        <p:nvPicPr>
          <p:cNvPr id="5" name="Image 0" descr="/home/claude/f4/img/v2/meande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 (Mature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cliffs and slip-off slopes: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Fast water erodes the outside of the bend (river cliff), while slow water deposits on the inside (slip-off slope).</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landforms: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almost flat, the channel wide and deep, and deposition dominates, as on the Benue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deposit silt on wide flat land, making it very fertile.</a:t>
            </a:r>
            <a:endParaRPr lang="en-US" sz="3600" dirty="0"/>
          </a:p>
        </p:txBody>
      </p:sp>
      <p:pic>
        <p:nvPicPr>
          <p:cNvPr id="5" name="Image 0" descr="/home/claude/f4/img/v2/f4_floodpl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meander is cut off and forms a U-shaped lake.</a:t>
            </a:r>
            <a:endParaRPr lang="en-US" sz="3600" dirty="0"/>
          </a:p>
        </p:txBody>
      </p:sp>
      <p:pic>
        <p:nvPicPr>
          <p:cNvPr id="5" name="Image 0" descr="/home/claude/f4/img/v2/oxbow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build raised banks along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 (Old Stage)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Deltas: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Deposits form a fan at the mouth, like the Niger delta.</a:t>
            </a:r>
            <a:endParaRPr lang="en-US" sz="3600" dirty="0"/>
          </a:p>
        </p:txBody>
      </p:sp>
      <p:pic>
        <p:nvPicPr>
          <p:cNvPr id="5" name="Image 0" descr="/home/claude/f4/img/v2/f4_delt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the upper and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steep gradient, narrow V-shaped valley, vertical erosion; lower: flat gradient, wide floodplain,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Benue at Garoua form sandbanks?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its lower course it flows slowly on flat land and deposits its load, especially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Vertical erosion dominates in the ______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cut-off meander forms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Raised banks built by floods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Upper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supérieur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inférieur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River Action on its Long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Describe the upper course and its landforms. Describe the middle course and its landforms. Describe the lower course and its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Long Profile; The Upper Course (Youthful Stage); The Middle Course (Mature Stage); The Lower Course (Old Stage).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longshore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concave long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waterfall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meander with its cliff and slip-off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farms along the Benue.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(Deltas):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2026-09-28T22:07:46Z</dcterms:created>
  <dcterms:modified xsi:type="dcterms:W3CDTF">2026-09-28T22:07:46Z</dcterms:modified>
</cp:coreProperties>
</file>