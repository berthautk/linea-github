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source, mouth, upper, middle and lower course, V-shaped valley, interlocking spurs, waterfall, gorge, meander, river cliff, slip-off slope, floodplain, ox-bow lake, levee, delta. At the end, you should be able to do this: learners are able to describe the changes of a river from source to mouth and explain the landforms of each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course, the middle course and the lower course.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long profile of a river. Number 2: describe the upper course and its landforms. Number 3: describe the middle course and its landforms. Number 4: describe the lower course and its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Deposition happens when rivers slow down. The Benue rises on the Adamawa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up to the Adamawa Plateau, near the source of streams that feed the Benue. In the hills, the streams are small, fast and noisy, tumbling over rocks in narrow valleys. Back in Garoua, the Benue is huge, wide, slow and quiet, flowing across a vast flat plain. You ask: "Why does the same river system behave so differently in the hills and on the plain?"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changes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path of a river from source to mouth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work of the river at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Deposition, because it is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floodplains for farming but avoid building houses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landforms of river valleys, which influence farming, settlement and flooding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gradient steepest?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over hard rock and undercuts the soft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a meander is the river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 of the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an ox-bow lake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meander is cut off from the main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floodplains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deposit fresh silt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Meander.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Floodplain and Delta.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The long profile of a river is explained as follows. Copy the point on Shape on the left, then draw the diagram on the right: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Three courses on the left, then draw the diagram on the right: the three courses.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Upper Course. The upper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V-shaped valleys and interlocking spurs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Waterfalls and gorges on the left, then draw the diagram on the right: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Upper Course. Copy the point on Rapids and potholes: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Middle Course. The middle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Meanders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cliffs and slip-off slopes on the left, then draw the diagram on the right: a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Floodplain Features. The lower course has the following characteristics and features.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Floodplains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Floodplain Features. Copy the point on Levees: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lakes on the left, then draw the diagram on the right: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at the Mouth. At its mouth, a river forms the following features. Copy the point on Deltas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at the Mouth. Copy the point on Estuaries: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the upper and the lower course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steep gradient, narrow V-shaped valley, vertical erosion; lower: flat gradient, wide floodplain,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Benue at Garoua form sandbanks?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its lower course it flows slowly on flat land and deposits its load, especially in the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upper; number 2, ox-bow; number 3, levees.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longshore drift.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source, mouth, upper, middle and lower course, V-shaped valley, interlocking spurs, waterfall, gorge, meander, river cliff, slip-off slope, floodplain, ox-bow lake, levee,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characteristics and landforms of the upper, middle and lower courses; application to the Benue.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 the middle course and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upper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middle course and its landforms.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lower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rivers slow down.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up to the Adamawa Plateau, near the source of streams that feed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hills, the streams are small, fast and noisy, tumbling over rocks in narrow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 in Garoua, the Benue is huge, wide, slow and quiet, flowing across a vast flat plain.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same river system behave so differently in the hills and on the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changes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path of a river from source to mouth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 because it is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floodplains for farming but avoid building houses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landforms of river valleys, which influence farming, settlement and flooding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gradient steepest?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over hard rock and undercuts the soft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a meander is the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an ox-bow lake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 is cut off from the main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fresh silt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showing the gradient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bend of a river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wide, flat land beside a river covered by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fan-shaped area of deposits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long profile of a river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long profile is a concave curve, steep near the source and almost flat near the mouth. The river tends to smooth it by eroding the steep parts and filling the low parts.</a:t>
            </a:r>
            <a:endParaRPr lang="en-US" sz="3200" dirty="0"/>
          </a:p>
        </p:txBody>
      </p:sp>
      <p:pic>
        <p:nvPicPr>
          <p:cNvPr id="5" name="Image 0" descr="/home/claude/f4/img/v2/long_profi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Three courses: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profile is divided into the upper, middle and lower courses. Each has its own gradient, work and landforms.</a:t>
            </a:r>
            <a:endParaRPr lang="en-US" sz="3600" dirty="0"/>
          </a:p>
        </p:txBody>
      </p:sp>
      <p:pic>
        <p:nvPicPr>
          <p:cNvPr id="5" name="Image 0" descr="/home/claude/f4/img/v2/geo2_cour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courses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steep, the channel is narrow and shallow and full of boulders, and the volume of water is small. The river uses its energy mainly for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V-shaped valleys and interlocking spurs: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river cuts down quickly while weathering and mass movement wear back the valley sides, giving a V-shaped valley. The river winds around hard spurs of land, which seem to lock together.</a:t>
            </a:r>
            <a:endParaRPr lang="en-US" sz="3200" dirty="0"/>
          </a:p>
        </p:txBody>
      </p:sp>
      <p:pic>
        <p:nvPicPr>
          <p:cNvPr id="5" name="Image 0" descr="/home/claude/f4/img/v2/vvalle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Waterfalls and gorges: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hard rock lies over soft rock, the soft rock is eroded faster and a waterfall forms. The waterfall slowly retreats upstream and leaves a gorge, as with the falls of the Vina near Ngaoundéré.</a:t>
            </a:r>
            <a:endParaRPr lang="en-US" sz="3600" dirty="0"/>
          </a:p>
        </p:txBody>
      </p:sp>
      <p:pic>
        <p:nvPicPr>
          <p:cNvPr id="5" name="Image 0" descr="/home/claude/f4/img/v2/f4_waterf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bands of hard and soft rock alternate, the water flows fast and rough over rapids. Stones swirled by eddies drill round holes called potholes in the rock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gentler, the valley is wider and the volume of water is larger because of tributaries. Transport is the main work, and lateral erosion becomes more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Meanders: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swings from side to side and forms wide bends called meanders. The fastest water flows on the outside of each bend.</a:t>
            </a:r>
            <a:endParaRPr lang="en-US" sz="3600" dirty="0"/>
          </a:p>
        </p:txBody>
      </p:sp>
      <p:pic>
        <p:nvPicPr>
          <p:cNvPr id="5" name="Image 0" descr="/home/claude/f4/img/v2/meande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cliffs and slip-off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Fast water erodes the outside of the bend and forms a steep river cliff. Slow water deposits sand and gravel on the inside and forms a gentle slip-off slope.</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lower course has the following characteristics and features: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gradient is almost flat, the channel is wide and deep and the volume of water is at its largest. Deposition dominates, as on the Benue at Garoua.</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river floods, it spreads over the flat land beside it and deposits silt. Over time, these deposits build a wide, very fertile floodplain used for farming.</a:t>
            </a:r>
            <a:endParaRPr lang="en-US" sz="3600" dirty="0"/>
          </a:p>
        </p:txBody>
      </p:sp>
      <p:pic>
        <p:nvPicPr>
          <p:cNvPr id="6" name="Image 0" descr="/home/claude/f4/img/v2/f4_floodpl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floods, the heaviest material is deposited first, just beside the channel. Repeated floods build natural raised banks called levees.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Erosion on the outside of two bends narrows the neck of a meander until the river cuts through it during a flood. The old bend is cut off and becomes a U-shaped ox-bow lake.</a:t>
            </a:r>
            <a:endParaRPr lang="en-US" sz="3600" dirty="0"/>
          </a:p>
        </p:txBody>
      </p:sp>
      <p:pic>
        <p:nvPicPr>
          <p:cNvPr id="6" name="Image 0" descr="/home/claude/f4/img/v2/oxbow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at the Mouth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At its mouth, a river forms the following features: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Deltas: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a river enters a calm sea or lake, it deposits its load faster than waves and currents can remove it. The deposits build a fan-shaped delta crossed by many channels, like the Niger delta.</a:t>
            </a:r>
            <a:endParaRPr lang="en-US" sz="3000" dirty="0"/>
          </a:p>
        </p:txBody>
      </p:sp>
      <p:pic>
        <p:nvPicPr>
          <p:cNvPr id="6" name="Image 0" descr="/home/claude/f4/img/v2/f4_delt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at the Mouth</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Estuaries: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sea has strong tides and currents, the load is carried away and the mouth remains a wide, open channel. The Wouri estuary at Douala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the upper and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steep gradient, narrow V-shaped valley, vertical erosion; lower: flat gradient, wide floodplain,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Benue at Garoua form sandbanks?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its lower course it flows slowly on flat land and deposits its load,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erosion dominates in the ______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cut-off meander forms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Raised banks built by floods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Upper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Describe the upper course and its landforms. Describe the middle course and its landforms. Describe the lower course and its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The Upper Course; The Middle Course; Characteristics and Floodplain Features; Features at the Mouth.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concave long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waterfall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meander with its cliff and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farms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(Deltas):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2026-09-29T11:26:00Z</dcterms:created>
  <dcterms:modified xsi:type="dcterms:W3CDTF">2026-09-29T11:26:00Z</dcterms:modified>
</cp:coreProperties>
</file>