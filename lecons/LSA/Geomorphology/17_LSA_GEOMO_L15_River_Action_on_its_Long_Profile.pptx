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River Action on its Long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Erosion and Depositional Processes and Landforms. The key notions we shall use today are: long profile, source, mouth, upper, middle and lower course, V-shaped valley, interlocking spurs, waterfall, gorge, meander, river cliff, slip-off slope, floodplain, ox-bow lake, levee, delta. At the end, you should be able to do this: learners are able to describe the changes of a river from source to mouth and explain the landforms of each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Erosional Processes and the Fluvial System. The question was: Name the three courses of a river.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upper course, the middle course and the lower course.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the long profile of a river. Number 2: describe the upper course and its landforms. Number 3: describe the middle course and its landforms. Number 4: describe the lower course and its landforms.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Rivers erode, transport and deposit. Deposition happens when rivers slow down. The Benue rises on the Adamawa Plateau.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 travel from Garoua up to the Adamawa Plateau, near the source of streams that feed the Benue. In the hills, the streams are small, fast and noisy, tumbling over rocks in narrow valleys. Back in Garoua, the Benue is huge, wide, slow and quiet, flowing across a vast flat plain. You ask: "Why does the same river system behave so differently in the hills and on the plain?"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a river changes from source to mouth.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path of a river from source to mouth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long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main work of the river at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Deposition, because it is in its lower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floodplains for farming but avoid building houses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landforms of river valleys, which influence farming, settlement and flooding in the Benue valley.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long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gradient steepest?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upper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waterfall.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a waterfall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flows over hard rock and undercuts the soft rock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a meander.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On which side of a meander is the river cliff?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outside of the bend.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an ox-bow lake forms.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is an ox-bow lake formed?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meander is cut off from the main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floodplain.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floodplains fertile?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Floods deposit fresh silt each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Long profile and Meander.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Floodplain and Delta.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Long Profile. The long profile of a river is explained as follows. Copy the point on Shape on the left, then draw the diagram on the right: the long profile.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Three courses on the left, then draw the diagram on the right: the three courses.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Upper Course. The upper course has the following characteristics and features. Copy the point on Characteristics: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V-shaped valleys and interlocking spurs on the left, then draw the diagram on the right: a V-shaped valley.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Waterfalls and gorges on the left, then draw the diagram on the right: a waterfall.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Upper Course. Copy the point on Rapids and potholes: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Middle Course. The middle course has the following characteristics and features. Copy the point on Characteristics: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Meanders on the left, then draw the diagram on the right: a meander.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River cliffs and slip-off slopes on the left, then draw the diagram on the right: a river cliff and slip-off slope.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and Floodplain Features. The lower course has the following characteristics and features. Copy the point on Characteristics: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Floodplains on the left, then draw the diagram on the right: a floodplain.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and Floodplain Features. Copy the point on Levees: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Ox-bow lakes on the left, then draw the diagram on the right: an ox-bow lake.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Features at the Mouth. At its mouth, a river forms the following features. Copy the point on Deltas on the left, then draw the diagram on the right: a delta.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Features at the Mouth. Copy the point on Estuaries: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differences between the upper and the lower course of a river.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upper: steep gradient, narrow V-shaped valley, vertical erosion; lower: flat gradient, wide floodplain, deposition.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the Benue at Garoua form sandbanks?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its lower course it flows slowly on flat land and deposits its load, especially in the dry season.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upper; number 2, ox-bow; number 3, levees.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longshore drift.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Coastal Processes and Features.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15: RIVER ACTION ON ITS LONG PROFILE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gif"/><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River Action on its Long Profile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Erosion and Depositional Processes and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River Action on its Long Profile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Long profile, source, mouth, upper, middle and lower course, V-shaped valley, interlocking spurs, waterfall, gorge, meander, river cliff, slip-off slope, floodplain, ox-bow lake, levee, delta.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long profile; characteristics and landforms of the upper, middle and lower courses; application to the Benue.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changes of a river from source to mouth and explain the landforms of each course.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Erosional Processes and the Fluvial System):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courses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upper course, the middle course and the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long profile of a river.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upper course and its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middle course and its landforms.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lower course and its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erode, transport and deposit.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Deposition happens when rivers slow down.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Benue rises on 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travel from Garoua up to the Adamawa Plateau, near the source of streams that feed the Benue.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hills, the streams are small, fast and noisy, tumbling over rocks in narrow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Back in Garoua, the Benue is huge, wide, slow and quiet, flowing across a vast flat plain.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does the same river system behave so differently in the hills and on the 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a river changes from source to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path of a river from source to mouth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long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work of the river at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Deposition, because it is in its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floodplains for farming but avoid building houses on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landforms of river valleys, which influence farming, settlement and flooding in the Benue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LONG PROFILE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ong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long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gradient steepest?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upper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UPPER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waterfa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waterfall.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waterfall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flows over hard rock and undercuts the soft rock below.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MIDDLE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eander.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meander.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 of a meander is the river cliff?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outside of the bend.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LOWER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oxbow.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an ox-bow lake forms.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an ox-bow lake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meander is cut off from the main channel.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LOWER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floodpl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floodplains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deposit fresh silt each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Erosion and Depositional Processes and Landforms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15: River Action on its Long Profile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 profile: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line showing the gradient of a river from its source to its mouth.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Meander: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wide bend of a river channel.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Floodplain: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wide, flat land beside a river covered by floods.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Delta: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fan-shaped area of deposits at the mouth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Long Profile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long profile of a river is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Shape: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long profile is a concave curve, steep near the source and almost flat near the mouth. The river tends to smooth it by eroding the steep parts and filling the low parts.</a:t>
            </a:r>
            <a:endParaRPr lang="en-US" sz="3200" dirty="0"/>
          </a:p>
        </p:txBody>
      </p:sp>
      <p:pic>
        <p:nvPicPr>
          <p:cNvPr id="5" name="Image 0" descr="/home/claude/f4/img/v2/long_profile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long profile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Long Profile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Three courses: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profile is divided into the upper, middle and lower courses. Each has its own gradient, work and landforms.</a:t>
            </a:r>
            <a:endParaRPr lang="en-US" sz="3600" dirty="0"/>
          </a:p>
        </p:txBody>
      </p:sp>
      <p:pic>
        <p:nvPicPr>
          <p:cNvPr id="5" name="Image 0" descr="/home/claude/f4/img/v2/geo2_course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three courses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Upper Course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upper course has the following characteristics and features: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gradient is steep, the channel is narrow and shallow and full of boulders, and the volume of water is small. The river uses its energy mainly for vertical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Upper Course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V-shaped valleys and interlocking spurs: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river cuts down quickly while weathering and mass movement wear back the valley sides, giving a V-shaped valley. The river winds around hard spurs of land, which seem to lock together.</a:t>
            </a:r>
            <a:endParaRPr lang="en-US" sz="3200" dirty="0"/>
          </a:p>
        </p:txBody>
      </p:sp>
      <p:pic>
        <p:nvPicPr>
          <p:cNvPr id="5" name="Image 0" descr="/home/claude/f4/img/v2/vvalley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V-shaped valley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Upper Course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Waterfalls and gorges: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Where hard rock lies over soft rock, the soft rock is eroded faster and a waterfall forms. The waterfall slowly retreats upstream and leaves a gorge, as with the falls of the Vina near Ngaoundéré.</a:t>
            </a:r>
            <a:endParaRPr lang="en-US" sz="3600" dirty="0"/>
          </a:p>
        </p:txBody>
      </p:sp>
      <p:pic>
        <p:nvPicPr>
          <p:cNvPr id="5" name="Image 0" descr="/home/claude/f4/img/v2/f4_waterfall.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waterfall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Upper Course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Rapids and potholes: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bands of hard and soft rock alternate, the water flows fast and rough over rapids. Stones swirled by eddies drill round holes called potholes in the rock bed.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Middle Course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middle course has the following characteristics and features: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gradient is gentler, the valley is wider and the volume of water is larger because of tributaries. Transport is the main work, and lateral erosion becomes more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Middle Course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Meanders: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river swings from side to side and forms wide bends called meanders. The fastest water flows on the outside of each bend.</a:t>
            </a:r>
            <a:endParaRPr lang="en-US" sz="3600" dirty="0"/>
          </a:p>
        </p:txBody>
      </p:sp>
      <p:pic>
        <p:nvPicPr>
          <p:cNvPr id="5" name="Image 0" descr="/home/claude/f4/img/v2/meander_last.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meander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Middle Course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River cliffs and slip-off slopes: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Fast water erodes the outside of the bend and forms a steep river cliff. Slow water deposits sand and gravel on the inside and forms a gentle slip-off slope.</a:t>
            </a:r>
            <a:endParaRPr lang="en-US" sz="3600" dirty="0"/>
          </a:p>
        </p:txBody>
      </p:sp>
      <p:pic>
        <p:nvPicPr>
          <p:cNvPr id="5" name="Image 0" descr="/home/claude/f4/img/v2/rivercliff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river cliff and slip-off slope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Lower Course</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Characteristics and Floodplain Features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800" i="1" dirty="0">
                <a:solidFill>
                  <a:srgbClr val="111111"/>
                </a:solidFill>
                <a:latin typeface="Times New Roman" pitchFamily="34" charset="0"/>
                <a:ea typeface="Times New Roman" pitchFamily="34" charset="-122"/>
                <a:cs typeface="Times New Roman" pitchFamily="34" charset="-120"/>
              </a:rPr>
              <a:t>The lower course has the following characteristics and features:</a:t>
            </a:r>
            <a:endParaRPr lang="en-US" sz="3800" dirty="0"/>
          </a:p>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The gradient is almost flat, the channel is wide and deep and the volume of water is at its largest. Deposition dominates, as on the Benue at Garoua.</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Lower Course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Characteristics and Floodplain Features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Floodplains: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When the river floods, it spreads over the flat land beside it and deposits silt. Over time, these deposits build a wide, very fertile floodplain used for farming.</a:t>
            </a:r>
            <a:endParaRPr lang="en-US" sz="3600" dirty="0"/>
          </a:p>
        </p:txBody>
      </p:sp>
      <p:pic>
        <p:nvPicPr>
          <p:cNvPr id="6" name="Image 0" descr="/home/claude/f4/img/v2/f4_floodplain.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floodplain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Lower Course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A) Characteristics and Floodplain Features</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Levees: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floods, the heaviest material is deposited first, just beside the channel. Repeated floods build natural raised banks called levees.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Lower Course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Characteristics and Floodplain Features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Ox-bow lakes: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Erosion on the outside of two bends narrows the neck of a meander until the river cuts through it during a flood. The old bend is cut off and becomes a U-shaped ox-bow lake.</a:t>
            </a:r>
            <a:endParaRPr lang="en-US" sz="3600" dirty="0"/>
          </a:p>
        </p:txBody>
      </p:sp>
      <p:pic>
        <p:nvPicPr>
          <p:cNvPr id="6" name="Image 0" descr="/home/claude/f4/img/v2/oxbow_last.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ox-bow lake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Lower Course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Features at the Mouth</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At its mouth, a river forms the following features: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Deltas: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Where a river enters a calm sea or lake, it deposits its load faster than waves and currents can remove it. The deposits build a fan-shaped delta crossed by many channels, like the Niger delta.</a:t>
            </a:r>
            <a:endParaRPr lang="en-US" sz="3000" dirty="0"/>
          </a:p>
        </p:txBody>
      </p:sp>
      <p:pic>
        <p:nvPicPr>
          <p:cNvPr id="6" name="Image 0" descr="/home/claude/f4/img/v2/f4_delta.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delta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Lower Course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Features at the Mouth</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Estuaries: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the sea has strong tides and currents, the load is carried away and the mouth remains a wide, open channel. The Wouri estuary at Douala is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differences between the upper and the lower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Upper: steep gradient, narrow V-shaped valley, vertical erosion; lower: flat gradient, wide floodplain, 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Benue at Garoua form sandbanks?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its lower course it flows slowly on flat land and deposits its load, especially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Vertical erosion dominates in the ______ course.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cut-off meander forms an ______ lake.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Raised banks built by floods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Coastal Processes and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Upper course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cours supérieur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Lower course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cours inférieur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Meander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méandre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 d'inondation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chute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Delta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delta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River Action on its Long Profile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long profile of a river. Describe the upper course and its landforms. Describe the middle course and its landforms. Describe the lower course and its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changes of a river from source to mouth and explain the landforms of each course.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Long Profile; The Upper Course; The Middle Course; Characteristics and Floodplain Features; Features at the Mouth.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longshore drift.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3 and 4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concave long profile.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waterfall in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meander with its cliff and slip-off slope.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stages.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talk about farms along the Benue.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“Ekom-Nkam waterfall” by jbdodane, CC BY-NC 2.0, via Flickr (https://www.flickr.com/photos/27998473@N02/11291226526)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“20130501-NRCS-LSC-0605” by USDAgov, Public domain 1.0, via Flickr (https://www.flickr.com/photos/41284017@N08/8725089904)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(Deltas): “Egypt” by NASA Goddard Photo and Video, CC BY 2.0, via nasa (https://www.flickr.com/photos/24662369@N07/5635018418)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2026-09-29T12:18:37Z</dcterms:created>
  <dcterms:modified xsi:type="dcterms:W3CDTF">2026-09-29T12:18:37Z</dcterms:modified>
</cp:coreProperties>
</file>