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River Action on its Long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Denudational Processes on Slopes, and the sub-topic is Erosion and Depositional Processes and Landforms. The key notions we shall use today are: long profile, V-shaped valley, waterfall, meander, ox-bow lake, floodplain, delta. At the end, you should be able to do this: learners are able to describe and explain the landforms of each course of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Erosional Processes and the Fluvial System. The question was: Draw the long profile of a river and mark the upper, middle and lower courses.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long profile is concave: steep in the upper course near the source, gentler in the middle course, and almost flat in the lower course near the mouth.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long profile of a river. Number 2: explain the features of the upper and middle courses. Number 3: explain the features of the lower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Rivers erode, transport and deposit. The long profile goes from the source to the mouth.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Vina River falls over a cliff near Ngaoundéré. Further north, the Benue at Garoua is wide and winding, with sandbanks, and in Nigeria the Niger forms a huge delta.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explain why rivers change from source to 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the Vina near Ngaoundéré.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Fast, with a waterfall and steep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Niger end?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a delta at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river landforms and use river valleys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recognise river landforms and understand how they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long profile of a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slope of the river from source to mouth.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Steep in the upper course, gentle in the middle, almost flat in the lower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Ekom-Nkam waterfall,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is a waterfall formed?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Hard rock lies over soft rock; the soft rock is eroded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a meander grows.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does the river erode and deposit in a meander?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erodes the outside of the bend and deposits on the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an ox-bow lake forms.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an ox-bow lake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cuts through the neck of a meander and leaves the old bend.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Nile Delta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a delta form at the mouth of a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slows down at the sea and deposits its load faster than waves remove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Long profile and Base level.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Upper Course. The upper course has the following characteristics and features. On this slide we have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Upper Course. On this slide we have Features.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long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Middle Course. The middle course has the following characteristics and features. On this slide we have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Middle Course. On this slide we have Features.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meander.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Lower Course. The lower course has the following characteristics and features. On this slide we have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Lower Course. On this slide we have Features.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Lower Course. On this slide we have Mouth.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formation of an ox-bow lake.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the formation of a waterfall.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soft rock under hard rock is eroded faster, so the hard rock forms a step.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features of the lower course.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floodplain and delta (also levees, ox-bow lakes).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meander; number 2, ox-bow; number 3,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coast at Kribi or Limbe from a picture: beach, rocks or cliffs.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Coastal Processes and Features.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RIVER ACTION ON ITS LONG PROFILE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gif"/><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gif"/><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gif"/><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gif"/><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River Action on its Long Profile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Denudational Processes on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Erosion and Depositional Processes and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River Action on its Long Profile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Long profile, V-shaped valley, waterfall, meander, ox-bow lake, floodplain, delta.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Upper, middle and lower courses: characteristics and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the landforms of each course of a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Erosional Processes and the Fluvial System):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long profile of a river and mark the upper, middle and lower courses.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long profile is concave: steep in the upper course near the source, gentler in the middle course, and almost flat in the lower course near the mouth.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long profile of a river.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features of the upper and middle courses.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features of the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transport and deposit.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long profile goes from the source to the mouth.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Vina River falls over a cliff near Ngaoundéré. Further north, the Benue at Garoua is wide and winding, with sandbanks, and in Nigeria the Niger forms a huge delta.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explain why rivers change from source to mouth.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Vina near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 with a waterfall and steep sides.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Niger 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delta at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river landforms and use river valleys wisely.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recognise river landforms and understand how they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ng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long profile of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slope of the river from source to mouth.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in the upper course, gentle in the middle, almost flat in the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UPPER COURSE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waterfa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Ekom-Nkam waterfall,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UPPER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a waterfall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UPPER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Hard rock lies over soft rock; the soft rock is eroded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MIDDLE COURSE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meander.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meander grows.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MIDDLE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river erode and deposit in a meander?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MIDDLE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erodes the outside of the bend and deposits on the inside.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LOWER COURSE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oxbow.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an ox-bow lake forms.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LOWER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an ox-bow lake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LOWER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cuts through the neck of a meander and leaves the old bend.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LOWER COURSE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delt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Nile Delta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LOWER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 delta form at the mouth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LOWER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slows down at the sea and deposits its load faster than waves remove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Denudational Processes on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Erosion and Depositional Processes and Landforms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River Action on its Long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 profile: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change in the height of a river from its source to its mouth.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Base level: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lowest level to which a river can erode, usually sea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Upper Course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upper course has the following characteristics and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gradient is steep and the channel is narrow and shallow, with large boulders. Vertical erosion is dominant.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Upper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V-shaped valleys, interlocking spurs, waterfalls and rapids form here. Waterfalls form where hard rock lies over soft rock, as at Ekom Nkam.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Upper Course</a:t>
            </a:r>
            <a:endParaRPr lang="en-US" sz="3600" dirty="0"/>
          </a:p>
        </p:txBody>
      </p:sp>
      <p:pic>
        <p:nvPicPr>
          <p:cNvPr id="4" name="Image 0" descr="/home/claude/f4/img/v2/long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long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Middle Course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middle course has the following characteristics and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gradient is gentler, the valley wider and the discharge greater. Lateral erosion becomes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Middle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Meanders form, with river cliffs on the outside of bends and slip-off slopes (point bars) on the inside. The valley floor becomes a narrow floodplain.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Middle Course</a:t>
            </a:r>
            <a:endParaRPr lang="en-US" sz="3600" dirty="0"/>
          </a:p>
        </p:txBody>
      </p:sp>
      <p:pic>
        <p:nvPicPr>
          <p:cNvPr id="4" name="Image 0" descr="/home/claude/f4/img/v2/meander.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meander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Lower Course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lower course has the following characteristics and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gradient is very gentle, the channel wide and deep, and the load fine. Deposition is dominant.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Lower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Wide floodplains, levées, ox-bow lakes and braided channels form. Ox-bow lakes form when a meander neck is cut through during a flood.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Lower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Deltas form where rivers deposit more than the sea removes, like the Niger delta. Estuaries form where the sea floods the mouth, like the Wouri estuary.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Lower Course</a:t>
            </a:r>
            <a:endParaRPr lang="en-US" sz="3600" dirty="0"/>
          </a:p>
        </p:txBody>
      </p:sp>
      <p:pic>
        <p:nvPicPr>
          <p:cNvPr id="4" name="Image 0" descr="/home/claude/f4/img/v2/oxbow.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formation of an ox-bow lake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formation of a waterfall.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Soft rock under hard rock is eroded faster, so the hard rock forms a step.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features of the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Floodplain and delta (also levees, ox-bow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large bend in a river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old meander cut off is an ______ lake.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Deposits at the mouth form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coast at Kribi or Limbe from a picture: beach, rocks or cliffs.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Coastal Processes and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 profile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profil en long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chute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Meander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méandre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Ox-bow lake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bras mort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 d'inondation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Delta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delta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Denudational Processes on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River Action on its Long Profile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long profile of a river. Explain the features of the upper and middle courses. Explain the features of the lower course.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the landforms of each course of a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Upper Course; Middle Course; Lower Course.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coast at Kribi or Limbe from a picture: beach, rocks or cliffs.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Activities 3 and 4 are animations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concave curve.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hard rock over soft rock.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bend with a river cliff and a slip-off slope.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three stages.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 triangle at a river mouth.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“Ekom-Nkam waterfall” by jbdodane, CC BY-NC 2.0, via Flickr (https://www.flickr.com/photos/27998473@N02/11291226526)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“Egypt” by NASA Goddard Photo and Video, CC BY 2.0, via nasa (https://www.flickr.com/photos/24662369@N07/5635018418)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2026-09-27T10:31:32Z</dcterms:created>
  <dcterms:modified xsi:type="dcterms:W3CDTF">2026-09-27T10:31:32Z</dcterms:modified>
</cp:coreProperties>
</file>