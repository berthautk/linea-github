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Mass Wasting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Mass Movements. The key notions we shall use today are: mass wasting, gravity, angle of repose, soil creep, terracettes, tension cracks, fall, slide, flow, Carson and Kirkby. At the end, you should be able to do this: learners are able to recognise signs of mass wasting, explain its factors and classify its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The Impact of Weathering. The question was: Define mass wasting.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Mass wasting is the movement of rock, soil and debris down a slope under the influence of gravity.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mass wasting. Number 2: identify the evidence of mass wasting. Number 3: explain its factors. Number 4: classify mass movements by speed and water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Weathered material moves down slopes. Water adds weight to soil. Roots bind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rainy season, you travel on the road from Garoua towards Maroua through hilly areas. A telephone pole on a hillside, straight last year, now leans downhill. Further on, part of a muddy slope has slid onto the road and workers are clearing it. You ask: "Why is the ground moving, and why does a whole part of a hill suddenly give way, especially when it rains a lot?"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causes and types of mass wasting.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movement of soil and rock down a slope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Mass wasting (mass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leaning pole the same as the slide onto the road?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the pole shows slow creep, the road shows a fast slide or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report signs of moving slopes (cracks, leaning poles) to the authorities.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recognise dangerous slopes and to avoid building or travelling where the ground may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soil creep.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sign of soil creep.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Leaning poles or fences, curved tree trunks, terracettes.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evidence of mass wasting.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tension cracks at the top of a slope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That part of the slope is starting to pull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factors of mass wasting.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most common trigger of mass wasting?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rainfall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classification of mass movements.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movement is fast and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landslide.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Is a landslide slow or fast?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Mass wasting (mass movement).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Angle of repose and Soil creep.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Evidence of Mass Wasting. Mass wasting and its evidence are presented as follows. Copy the point on Meaning on the left, then draw the diagram on the right: soil creep.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Evidence of Mass Wasting. On this slide we have Tilted objects and Curved tree trunks.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Terracettes on the left, then draw the diagram on the right: evidence of mass wasting.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Evidence of Mass Wasting. On this slide we have Tension cracks.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Mass Wasting. The factors of mass wasting are the following. Copy the point on Gravity on the left, then draw the diagram on the right: factors of mass wasting.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Mass Wasting. On this slide we have Water, Slope angle and Lack of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Mass Wasting. On this slide we have Human activities and vibrations.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Mass Wasting. Mass movements are classified by speed and water content as follows. Copy the point on Carson and Kirkby on the left, then draw the diagram on the right: classification of mass movements.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Mass Wasting. On this slide we have Creep and Falls.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Slides on the left, then draw the diagram on the right: a landslide.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Mass Wasting. On this slide we have Flows.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does removing trees from a steep slope increase the risk of mass wasting?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without roots, the soil is no longer bound and absorbs more water, so it slides more easily.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pieces of evidence of soil creep.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leaning poles or fences, curved tree trunks, terracettes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gravity; number 2, creep; number 3, flow (mudflow).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slow mass movement.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Processes and Features of Mass Wasting.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MASS WASTING (MOVEMENT)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Mass Wasting (Movement)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Mass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Mass Wasting (Movement)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Mass wasting, gravity, angle of repose, soil creep, terracettes, tension cracks, fall, slide, flow, Carson and Kirkby.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evidence of mass wasting; factors influencing it; classification by speed and water content (Carson and Kirkby).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signs of mass wasting, explain its factors and classify its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The Impact of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wasting is the movement of rock, soil and debris down a slope under the influence of gravity.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mass wasting.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evidence of mass wasting.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mass movements by speed and water content.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Weathered material moves down slopes.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adds weight to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Roots bind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you travel on the road from Garoua towards Maroua through hilly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telephone pole on a hillside, straight last year, now leans downhill.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Further on, part of a muddy slope has slid onto the road and workers are clearing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is the ground moving, and why does a whole part of a hill suddenly give way, especially when it rains a 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causes and types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movement of soil and rock down a slope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wasting (mass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leaning pole the same as the slide onto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 pole shows slow creep, the road shows a fast slide or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Report signs of moving slopes (cracks, leaning poles) to the authorities.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recognise dangerous slopes and to avoid building or travelling where the ground may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reep.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soil creep.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sign of soil creep.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Leaning poles or fences, curved tree trunks, terracettes.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eo2_mw_evidenc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Evidence of mass wasting.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tension cracks at the top of a slope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That part of the slope is starting to pull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eo2_mw_factor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of mass wasting.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most common trigger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rainfall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arson_kirkb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Classification of mass movements.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is fast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landsl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landslide.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landslide slow or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Mass Movements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Mass Wasting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wasting (mass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large-scale movement of rock, soil and debris down slopes under the direct influence of gravity.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Angle of repose: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steepest angle at which loose material remains stable.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creep: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very slow downhill movement of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Mass wasting and its evidence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Unlike erosion, mass wasting needs no transporting agent: gravity is the main force.</a:t>
            </a:r>
            <a:endParaRPr lang="en-US" sz="3600" dirty="0"/>
          </a:p>
        </p:txBody>
      </p:sp>
      <p:pic>
        <p:nvPicPr>
          <p:cNvPr id="5" name="Image 0" descr="/home/claude/f4/img/v2/creep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soil creep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Tilted objects: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Fences, poles and walls lean downhill.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Curved tree trunks: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keep growing upwards while the soil moves, so their base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Terracettes: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Small step-like ridges form on grassy slopes.</a:t>
            </a:r>
            <a:endParaRPr lang="en-US" sz="3600" dirty="0"/>
          </a:p>
        </p:txBody>
      </p:sp>
      <p:pic>
        <p:nvPicPr>
          <p:cNvPr id="5" name="Image 0" descr="/home/claude/f4/img/v2/geo2_mw_evidence.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evidence of mass wasting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Tension cracks: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Cracks at the top of a slope show that a block is pulling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factors of mass wasting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Gravity: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driving force pulling material downslope.</a:t>
            </a:r>
            <a:endParaRPr lang="en-US" sz="3600" dirty="0"/>
          </a:p>
        </p:txBody>
      </p:sp>
      <p:pic>
        <p:nvPicPr>
          <p:cNvPr id="5" name="Image 0" descr="/home/claude/f4/img/v2/geo2_mw_factors.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factors of mass wasting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adds weight and lubricates particles; it is the most common trigger.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angle: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Slopes steeper than the angle of repose become unstable.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bush fires and overgrazing remove the roots that bind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and vibrations: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cuts, waste tips, earthquakes and heavy traffic destabilise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 of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Mass movements are classified by speed and water content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Carson and Kirkby: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Their triangle classifies movements from slow to fast and from dry to wet.</a:t>
            </a:r>
            <a:endParaRPr lang="en-US" sz="3200" dirty="0"/>
          </a:p>
        </p:txBody>
      </p:sp>
      <p:pic>
        <p:nvPicPr>
          <p:cNvPr id="5" name="Image 0" descr="/home/claude/f4/img/v2/carson_kirkby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classification of mass movements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 of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Creep: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slowest and most common movement.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fast and dry: rocks fall freely from steep cliffs.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 of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Slides: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block moves quickly over a distinct surface, as in a landslide.</a:t>
            </a:r>
            <a:endParaRPr lang="en-US" sz="3600" dirty="0"/>
          </a:p>
        </p:txBody>
      </p:sp>
      <p:pic>
        <p:nvPicPr>
          <p:cNvPr id="5" name="Image 0" descr="/home/claude/f4/img/v2/f4_landslid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landslide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 of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fast and wet: material moves like a thick liquid, as in mudflows after sudden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removing trees from a steep slope increase the risk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roots, the soil is no longer bound and absorbs more water, so it slides more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of soil creep.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Leaning poles or fences, curved tree trunks, terracettes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force of mass wasting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slowest mass movement is soil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fast, wet movement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slow mass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Processes and Features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Mass wasting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mouvement de masse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creep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reptation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Mass Wasting (Movement)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mass wasting. Identify the evidence of mass wasting. Explain its factors. Classify mass movements by speed and water content.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signs of mass wasting, explain its factors and classify its types.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Evidence of Mass Wasting; Factors of Mass Wasting; Classification of Mass Wasting.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slow mass movement.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signs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slope with cracks.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tilt a book with an eraser on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triangle.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landslide on a road.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2026-09-29T03:12:49Z</dcterms:created>
  <dcterms:modified xsi:type="dcterms:W3CDTF">2026-09-29T03:12:49Z</dcterms:modified>
</cp:coreProperties>
</file>