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Lst>
  <p:notesMasterIdLst>
    <p:notesMasterId r:id="rId5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notesMaster" Target="notesMasters/notesMaster1.xml"/><Relationship Id="rId58" Type="http://schemas.openxmlformats.org/officeDocument/2006/relationships/presProps" Target="presProps.xml"/><Relationship Id="rId59" Type="http://schemas.openxmlformats.org/officeDocument/2006/relationships/viewProps" Target="viewProps.xml"/><Relationship Id="rId60" Type="http://schemas.openxmlformats.org/officeDocument/2006/relationships/theme" Target="theme/theme1.xml"/><Relationship Id="rId6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12: Mass Wasting (Movement).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Lower Sixth Arts. It belongs to Module 2: Understanding and managing physical landscapes, geomorphological processes and hazards across the world in general and Cameroon in particular.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Denudational Processes on Slopes, and the sub-topic is Mass Movements. The key notions we shall use today are: mass wasting, gravity, shear strength, Carson and Kirkby. At the end, you should be able to do this: learners are able to recognise mass movements and explain their causes.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11: The Impact of Weathering. The question was: Look for signs of soil moving down a slope near your home (leaning posts, cracks). Write what you see.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Signs of soil creep: leaning posts and trees, cracked walls, small soil steps (terracettes) and soil piled behind walls on the slope.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define mass wasting and give its evidence. Number 2: explain the factors of mass wasting. Number 3: classify mass movements with the Carson and Kirkby triangle.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Weathering produces loose material. Weathered slopes can slide.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After days of heavy rain in the West Region, a hillside slides down onto houses. Some weeks earlier, people had noticed cracks in the ground and leaning trees.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A hillside slid onto houses.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What were the warning signs?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Cracks in the ground and leaning trees.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What force moves the material down?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Gravity.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prevent mass movements by protecting slopes and avoiding risky building.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recognise and prevent dangerous movements of soil and rock.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picture: the scar of a landslide on a hillside.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What moves soil and rock down a slope without a river or the wind?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Gravity. This is mass wasting.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animation: animation: soil creep. Watch the animation to the end; it will play again.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What evidence shows that soil is moving slowly?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Leaning posts, walls and trees; cracks in roads.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picture: a road cut by a landslide.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Why do most landslides happen after heavy rain?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Water makes the soil heavy and weak.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picture: terraces on a hillside.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How do people affect slope stability?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Cutting forests and roads weakens slopes; terraces and trees protect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diagram: the Carson and Kirkby triangle.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Which movement is fast and dry? Which is slow?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Rockfall is fast and dry; soil creep is slow.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Meaning and Evidence of Mass Wasting. Mass wasting can be understood as follows. On this slide we have Mass wasting (movement).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Meaning and Evidence of Mass Wasting. On this slide we have Evidence.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evidence of soil creep.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Factors of Mass Wasting. Mass wasting depends on the following factors. On this slide we have Slope angle.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Factors of Mass Wasting. On this slide we have Water.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Factors of Mass Wasting. On this slide we have Rock, soil and vegetation.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Factors of Mass Wasting. On this slide we have Human activities and earthquakes.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Classification. Carson and Kirkby classify mass movements on a triangular graph. On this slide we have Basis.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Classification. On this slide we have Types.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carson and Kirkby's classification.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Define mass wasting.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the downslope movement of soil and rock under gravity.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Give two factors of mass wasting.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heavy rain and steep slopes (also deforestation).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gravity; number 2, creep; number 3, rockfall.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Collect a news report about a landslide in Cameroon (Bafoussam 2019 or Dschang). Note the date and the effects.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13: Processes and Features of Mass Wasting.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LOWER SIXTH ARTS</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LESSON 12: MASS WASTING (MOVEMENT)</a:t>
            </a:r>
            <a:endParaRPr lang="en-US" sz="16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GBHS 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jp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gif"/><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jp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jp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gif"/><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2.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slideLayout" Target="../slideLayouts/slideLayout2.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image" Target="../media/image-54-1.png"/><Relationship Id="rId2" Type="http://schemas.openxmlformats.org/officeDocument/2006/relationships/slideLayout" Target="../slideLayouts/slideLayout2.xml"/><Relationship Id="rId3"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image" Target="../media/image-55-1.png"/><Relationship Id="rId2" Type="http://schemas.openxmlformats.org/officeDocument/2006/relationships/slideLayout" Target="../slideLayouts/slideLayout2.xml"/><Relationship Id="rId3" Type="http://schemas.openxmlformats.org/officeDocument/2006/relationships/notesSlide" Target="../notesSlides/notesSlide55.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LOWER SIXTH ARTS</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12</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Mass Wasting (Movement)</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Lower Sixth Arts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2: Understanding and managing physical landscapes, geomorphological processes and hazards across the world in general and Cameroon in particular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Denudational Processes on Slopes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Mass Movements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12: Mass Wasting (Movement)</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Mass wasting, gravity, shear strength, Carson and Kirkby.</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Meaning and evidence; factors; classification with the Carson and Kirkby triangle.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recognise mass movements and explain their causes.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11: The Impact of Weathering):</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Look for signs of soil moving down a slope near your home (leaning posts, cracks). Write what you see.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Signs of soil creep: leaning posts and trees, cracked walls, small soil steps (terracettes) and soil piled behind walls on the slope.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Define mass wasting and give its evidence.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the factors of mass wasting.</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Classify mass movements with the Carson and Kirkby triangle.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Weathering produces loose material.</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Weathered slopes can slide.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After days of heavy rain in the West Region, a hillside slides down onto houses. Some weeks earlier, people had noticed cracks in the ground and leaning trees.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hillside slid onto houses.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were the warning signs?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Cracks in the ground and leaning trees.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force moves the material down?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Gravity.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Prevent mass movements by protecting slopes and avoiding risky building.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recognise and prevent dangerous movements of soil and rock.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lsa_landscar.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The scar of a landslide on a hillside.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moves soil and rock down a slope without a river or the wind?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Gravity. This is mass wasting.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EVIDENCE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creep.gif">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Animation: soil creep.</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EVIDENCE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evidence shows that soil is moving slowly?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EVIDENCE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Leaning posts, walls and trees; cracks in roads.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FACTORS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f4_landslide.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road cut by a landslide.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FACTORS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do most landslides happen after heavy rain?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FACTORS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Water makes the soil heavy and weak.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FACTORS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f4_terraces.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Terraces on a hillside.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FACTORS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do people affect slope stability?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FACTORS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Cutting forests and roads weakens slopes; terraces and trees protect them.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CLASSIFICATION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carson_kirkby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The Carson and Kirkby triangle.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CLASSIFICATION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Which movement is fast and dry? Which is slow?</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CLASSIFICATION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Rockfall is fast and dry; soil creep is slow.</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Topic: Denudational Processes on Slopes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Sub-topic: Mass Movements</a:t>
            </a:r>
            <a:endParaRPr lang="en-US" sz="4000" dirty="0"/>
          </a:p>
          <a:p>
            <a:pPr algn="l"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12: Mass Wasting (Movement)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Meaning and Evidence of Mass Wasting</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Mass wasting can be understood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Mass wasting (movement):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downslope movement of soil and rock under the influence of gravity, without an agent such as a river.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Meaning and Evidence of Mass Wasting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Evidence: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Leaning trees, posts and walls, cracks in roads and soil steps show slow movement. Scars on hillsides and piles of debris show fast movement.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Meaning and Evidence of Mass Wasting</a:t>
            </a:r>
            <a:endParaRPr lang="en-US" sz="3600" dirty="0"/>
          </a:p>
        </p:txBody>
      </p:sp>
      <p:pic>
        <p:nvPicPr>
          <p:cNvPr id="4" name="Image 0" descr="/home/claude/f4/img/v2/creep.gif">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evidence of soil creep</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Factors of Mass Wasting</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Mass wasting depends on the following factors: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Slope angle: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Steep slopes increase the pull of gravity on material. Most landslides occur on slopes steeper than 30°.</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Factors of Mass Wasting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Water: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Heavy rain adds weight and reduces friction between particles. This is why landslides happen in the rainy season, as at Bafoussam in 2019.</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Factors of Mass Wasting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Rock, soil and vegetation: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Weak, deeply weathered or clay-rich materials move easily. Vegetation roots hold the soil, while deforestation weakens slopes.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Factors of Mass Wasting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Human activities and earthquakes: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Road cuts, quarrying, farming on slopes and building increase the risk. Earthquakes can trigger sudden slides.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Classification</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Carson and Kirkby classify mass movements on a triangular graph:</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Basis: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Movements are classed by speed (slow or fast) and by water content (dry or wet). The three corners are slides, flows and heaves.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Classification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Types: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Slow movements are creep and solifluction; fast movements are falls, slides, slumps and flows. Wet, fast movements are mudflows.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Classification</a:t>
            </a:r>
            <a:endParaRPr lang="en-US" sz="3600" dirty="0"/>
          </a:p>
        </p:txBody>
      </p:sp>
      <p:pic>
        <p:nvPicPr>
          <p:cNvPr id="4" name="Image 0" descr="/home/claude/f4/img/v2/carson_kirkby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Carson and Kirkby's classification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Define mass wasting.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downslope movement of soil and rock under gravity.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factors of mass wasting.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Heavy rain and steep slopes (also deforestation).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force that causes mass wasting is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Leaning posts show slow soil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A very fast, dry fall of rocks is a ______.</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Collect a news report about a landslide in Cameroon (Bafoussam 2019 or Dschang). Note the date and the effects.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13: Processes and Features of Mass Wasting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52"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Mass wasting</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Les mouvements de masse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Gravity</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gravité</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Landslide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glissement de terrain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Soil creep</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reptation du sol</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Rockfall</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L'éboulement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Slope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versant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5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Denudational Processes on Slopes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12: Mass Wasting (Movement)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Define mass wasting and give its evidence. Explain the factors of mass wasting. Classify mass movements with the Carson and Kirkby triangle.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recognise mass movements and explain their causes.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5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Meaning and Evidence of Mass Wasting; Factors of Mass Wasting; Classification.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Collect a news report about a landslide in Cameroon (Bafoussam 2019 or Dschang). Note the date and the effects.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53</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Activity 2 is an animation (GIF): it plays automatically in slide-show mode.</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let sand slide on a tilted board.</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look for leaning fences near the school.</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compare dry sand and wet sand on a slope.</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describe farms on steep slopes.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draw a triangle with SLOW, FAST and WET.</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54</a:t>
            </a:fld>
            <a:endParaRPr lang="en-US"/>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National Geography Syllabus, MINESEC/IGE/IP-SS, 2019 — Module 2 (Geomorphology).</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1: “Hillsides scarred by landslides caused by cloudbursts, Rudraprayag, Ut” by ICIMOD.Gallery, CC BY-NC 2.0, via Flickr (https://www.flickr.com/photos/127267759@N06/16051008426)</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3: “Siuslaw National Forest, landslide, road failure.jpg” by Forest Service Pacific Northwest Region, Public domain 1.0, via Flickr (https://www.flickr.com/photos/135886671@N08/36218241110)</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4: “Terraced Hillside” by AdamCohn, CC BY-NC-ND 2.0, via Flickr (https://www.flickr.com/photos/96142515@N00/6311042523)</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55</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55</Slides>
  <Notes>55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55</vt:i4>
      </vt:variant>
    </vt:vector>
  </HeadingPairs>
  <TitlesOfParts>
    <vt:vector size="5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2026-09-27T10:31:32Z</dcterms:created>
  <dcterms:modified xsi:type="dcterms:W3CDTF">2026-09-27T10:31:32Z</dcterms:modified>
</cp:coreProperties>
</file>