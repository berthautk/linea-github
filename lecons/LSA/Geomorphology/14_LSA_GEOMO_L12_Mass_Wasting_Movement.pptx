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Mass Wasting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mass wasting, gravity, angle of repose, soil creep, terracettes, tension cracks, fall, slide, flow, Carson and Kirkby. At the end, you should be able to do this: learners are able to recognise signs of mass wasting, explain its factors and classify its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Impact of Weathering. The question was: Define mass wasting.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Mass wasting is the movement of rock, soil and debris down a slope under the influence of gravity.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mass wasting. Number 2: identify the evidence of mass wasting. Number 3: explain its factors. Number 4: classify mass movements by speed and water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Weathered material moves down slopes. Water adds weight to soil. Roots bind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you travel on the road from Garoua towards Maroua through hilly areas. A telephone pole on a hillside, straight last year, now leans downhill. Further on, part of a muddy slope has slid onto the road and workers are clearing it. You ask: "Why is the ground moving, and why does a whole part of a hill suddenly give way, especially when it rains a lot?"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causes and types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movement of soil and rock down a slope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Mass wasting (mass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the leaning pole the same as the slide onto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 pole shows slow creep, the road shows a fast slide or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report signs of moving slopes (cracks, leaning poles) to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dangerous slopes and to avoid building or travelling where the ground may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soil creep.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sign of soil creep.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Leaning poles or fences, curved tree trunks, terracettes.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evidence of mass wasting.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tension cracks at the top of a slope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part of the slope is starting to pull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factors of mass wasting.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most common trigger of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rainfall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classification of mass movements.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movement is fast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a landslide slow or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Mass wasting (mass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Angle of repose and Terracettes.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Evidence of Mass Wasting. Mass wasting and its evidence are explained as follows. Copy the point on Meaning on the left, then draw the diagram on the right: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Evidence of Mass Wasting. Copy the point on Tilted objects and curved trees: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Terracettes and tension cracks on the left, then draw the diagram on the right: evidence of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Mass Wasting. Mass wasting is influenced by the following factors. Copy the point on Gravity and slope angle on the left, then draw the diagram on the right: the factors of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Water: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Vegetation: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Human activities and vibrations: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Mass Wasting. Carson and Kirkby classify mass movements as follows. Copy the point on Basis of the classification on the left, then draw the diagram on the right: carson and Kirkby's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Mass Wasting. Copy the point on Heave (slow movements):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Slides and falls (fast, dry movements)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Mass Wasting. Copy the point on Flows (wet movements):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removing trees from a steep slope increase the risk of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without roots, the soil is no longer bound and absorbs more water, so it slides more easily.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of soil creep.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leaning poles or fences, curved tree trunks, terracettes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gravity; number 2, creep; number 3, flow (mudflow).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slow mass movement.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Processes and Features of Mass Wasting.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MASS WASTING (MOVEMENT)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Mass Wasting (Movement)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Mass Wasting (Movement)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wasting, gravity, angle of repose, soil creep, terracettes, tension cracks, fall, slide, flow,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evidence of mass wasting; factors influencing it; classification by speed and water content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mass wasting, explain its factors and classify its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Impact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wasting is the movement of rock, soil and debris down a slope under the influence of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evidence of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mass movements by speed and water content.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Weathered material moves down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adds weight to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Roots bind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you travel on the road from Garoua towards Maroua through hilly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telephone pole on a hillside, straight last year, now leans downhill.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on, part of a muddy slope has slid onto the road and workers are clearing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ground moving, and why does a whole part of a hill suddenly give way, especially when it rains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causes and types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movement of soil and rock down a slope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wasting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leaning pole the same as the slide onto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pole shows slow creep, the road shows a fast slide or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Report signs of moving slopes (cracks, leaning poles) to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dangerous slopes and to avoid building or travelling where the ground may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reep.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soil creep.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of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poles or fences, curved tree trunks, terracettes.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mw_evide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Evidence of mass wasting.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tension cracks at the top of a slope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part of the slope is starting to pull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eo2_mw_fa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mass wasting.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most common trigger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rainfall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son_kirkb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mass movements.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is fast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landslide slow or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wasting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large-scale movement of rock, soil and debris down slopes under the direct influence of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repose: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steepest angle at which loose material remains stable.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Terracettes: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step-like ridges formed on grassy slopes by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and its evidence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Mass wasting is the movement of weathered material down a slope as a single mass, pulled by gravity. Unlike erosion, it needs no transporting agent such as a river or wind.</a:t>
            </a:r>
            <a:endParaRPr lang="en-US" sz="3200" dirty="0"/>
          </a:p>
        </p:txBody>
      </p:sp>
      <p:pic>
        <p:nvPicPr>
          <p:cNvPr id="5" name="Image 0" descr="/home/claude/f4/img/v2/creep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creep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objects and curved 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Fences, electric poles, gravestones and walls lean downhill because the soil below them moves. Trees keep growing upwards while the soil moves, so their trunks curve at the base.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Terracettes and tension cracks: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Small step-like ridges called terracettes form on grassy slopes. Cracks at the top of a slope show that a block of land is pulling away and may slide.</a:t>
            </a:r>
            <a:endParaRPr lang="en-US" sz="3600" dirty="0"/>
          </a:p>
        </p:txBody>
      </p:sp>
      <p:pic>
        <p:nvPicPr>
          <p:cNvPr id="5" name="Image 0" descr="/home/claude/f4/img/v2/geo2_mw_evide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evidence of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is influenced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Gravity and slope angle: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Gravity is the force that pulls material downhill, and it acts more strongly on steep slopes. When a slope becomes steeper than the angle of repose of its material, it becomes unstable.</a:t>
            </a:r>
            <a:endParaRPr lang="en-US" sz="3200" dirty="0"/>
          </a:p>
        </p:txBody>
      </p:sp>
      <p:pic>
        <p:nvPicPr>
          <p:cNvPr id="5" name="Image 0" descr="/home/claude/f4/img/v2/geo2_mw_factor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factors of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or prolonged rain adds weight to the soil and reduces the friction between its particles. It is the most common trigger of landslides, especially at the end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bind the soil and plants absorb part of the rainwater. Deforestation, bush fires and overgrazing remove this protection and make slopes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vibrations: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cuts, quarries and houses built on steep slopes remove the support at the foot of slopes or add weight at the top. Earthquakes, blasting and heavy traffic shake the ground and can set off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Carson and Kirkby classify mass movements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Basis of the classification: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triangular graph of Carson and Kirkby classifies movements by their speed and their water content. Its three corners are heave (slow, like creep), flow (wet) and slide (fast and dry).</a:t>
            </a:r>
            <a:endParaRPr lang="en-US" sz="3200" dirty="0"/>
          </a:p>
        </p:txBody>
      </p:sp>
      <p:pic>
        <p:nvPicPr>
          <p:cNvPr id="5" name="Image 0" descr="/home/claude/f4/img/v2/carson_kirkb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Carson and Kirkby's triangle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Heave (slow 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Heave movements, such as soil creep, are very slow, a few millimetres to centimetres a year. They are caused by the repeated expansion and contraction of the soil when it wets and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Slides and falls (fast, dry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slides, a block moves quickly over a distinct surface, as in landslides and slumps. In falls, rocks drop freely from cliffs.</a:t>
            </a:r>
            <a:endParaRPr lang="en-US" sz="3600" dirty="0"/>
          </a:p>
        </p:txBody>
      </p:sp>
      <p:pic>
        <p:nvPicPr>
          <p:cNvPr id="5" name="Image 0" descr="/home/claude/f4/img/v2/f4_landslid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(wet 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flows, the material contains much water and moves like a thick liquid. Solifluction is a slow flow, while mudflows are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removing trees from a steep slope increase the risk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roots, the soil is no longer bound and absorbs more water, so it slides more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poles or fences, curved tree trunks, terracettes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force of mass wasting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slowest mass movement is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fast, wet movement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slow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Mass Wasting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 Identify the evidence of mass wasting. Explain its factors. Classify mass movements by speed and water content.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mass wasting, explain its factors and classify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Evidence of Mass Wasting; Factors of Mass Wasting; Classification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slow mass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slope with cracks.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tilt a book with an eraser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landslide on a 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2026-10-06T05:43:56Z</dcterms:created>
  <dcterms:modified xsi:type="dcterms:W3CDTF">2026-10-06T05:43:56Z</dcterms:modified>
</cp:coreProperties>
</file>