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12: Mass Wasting (Movement).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Mass Movements. The key notions we shall use today are: mass wasting, gravity, angle of repose, soil creep, terracettes, tension cracks, fall, slide, flow, Carson and Kirkby. At the end, you should be able to do this: learners are able to recognise signs of mass wasting, explain its factors and classify its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11: The Impact of Weathering. The question was: Define mass wasting.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Mass wasting is the movement of rock, soil and debris down a slope under the influence of gravity.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mass wasting. Number 2: identify the evidence of mass wasting. Number 3: explain its factors. Number 4: classify mass movements by speed and water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Weathered material moves down slopes. Water adds weight to soil. Roots bind the soil.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rainy season, you travel on the road from Garoua towards Maroua through hilly areas. A telephone pole on a hillside, straight last year, now leans downhill. Further on, part of a muddy slope has slid onto the road and workers are clearing it. You ask: "Why is the ground moving, and why does a whole part of a hill suddenly give way, especially when it rains a lot?"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causes and types of mass wasting.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movement of soil and rock down a slope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Mass wasting (mass movement).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Is the leaning pole the same as the slide onto the road?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the pole shows slow creep, the road shows a fast slide or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report signs of moving slopes (cracks, leaning poles) to the authorities.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recognise dangerous slopes and to avoid building or travelling where the ground may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soil creep.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one sign of soil creep.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Leaning poles or fences, curved tree trunks, terracettes.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evidence of mass wasting.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 tension cracks at the top of a slope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That part of the slope is starting to pull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factors of mass wasting.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the most common trigger of mass wasting?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Heavy rainfall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classification of mass movements.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movement is fast and dry?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rockfall.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landslide.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Is a landslide slow or fast?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Mass wasting (mass movement).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Angle of repose and Terracettes.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Evidence of Mass Wasting. Mass wasting and its evidence are explained as follows. Copy the point on Meaning on the left, then draw the diagram on the right: soil creep.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Evidence of Mass Wasting. Copy the point on Tilted objects and curved trees: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Terracettes and tension cracks on the left, then draw the diagram on the right: evidence of mass wasting.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Mass Wasting. Mass wasting is influenced by the following factors. Copy the point on Gravity and slope angle on the left, then draw the diagram on the right: the factors of mass wasting.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Mass Wasting. Copy the point on Water: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Mass Wasting. Copy the point on Vegetation: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Mass Wasting. Copy the point on Human activities and vibrations: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of Mass Wasting. Carson and Kirkby classify mass movements as follows. Copy the point on Basis of the classification on the left, then draw the diagram on the right: carson and Kirkby's triangle.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Mass Wasting. Copy the point on Heave (slow movements):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Slides and falls (fast, dry movements) on the left, then draw the diagram on the right: a landslide.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Mass Wasting. Copy the point on Flows (wet movements):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How does removing trees from a steep slope increase the risk of mass wasting?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without roots, the soil is no longer bound and absorbs more water, so it slides more easily.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pieces of evidence of soil creep.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leaning poles or fences, curved tree trunks, terracettes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gravity; number 2, creep; number 3, flow (mudflow).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one slow mass movement.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13: Processes and Features of Mass Wasting.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12: MASS WASTING (MOVEMENT)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Mass Wasting (Movement)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Mass Movements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12: Mass Wasting (Movement)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Mass wasting, gravity, angle of repose, soil creep, terracettes, tension cracks, fall, slide, flow, Carson and Kirkby.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evidence of mass wasting; factors influencing it; classification by speed and water content (Carson and Kirkby).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signs of mass wasting, explain its factors and classify its types.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11: The Impact of Weathering):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Mass wasting is the movement of rock, soil and debris down a slope under the influence of gravity.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mass wasting.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evidence of mass wasting.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mass movements by speed and water content.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Weathered material moves down slopes.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Water adds weight to soil.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Roots bind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rainy season, you travel on the road from Garoua towards Maroua through hilly areas.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telephone pole on a hillside, straight last year, now leans downhill.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Further on, part of a muddy slope has slid onto the road and workers are clearing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is the ground moving, and why does a whole part of a hill suddenly give way, especially when it rains a lot?"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causes and types of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movement of soil and rock down a slope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Mass wasting (mass movement).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leaning pole the same as the slide onto the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the pole shows slow creep, the road shows a fast slide or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Report signs of moving slopes (cracks, leaning poles) to the authorities.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recognise dangerous slopes and to avoid building or travelling where the ground may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EVIDENCE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reep.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soil creep.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sign of soil creep.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Leaning poles or fences, curved tree trunks, terracettes.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EVIDENCE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eo2_mw_evidence.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Evidence of mass wasting.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tension cracks at the top of a slope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That part of the slope is starting to pull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geo2_mw_factor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Factors of mass wasting.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most common trigger of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rainfall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arson_kirkb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Classification of mass movements.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movement is fast and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rockfall.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landsli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landslide.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a landslide slow or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Mass Movements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Mass Wasting (Movement)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Mass wasting (mass movement):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large-scale movement of rock, soil and debris down slopes under the direct influence of gravity.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Angle of repose: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steepest angle at which loose material remains stable.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Terracettes: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small step-like ridges formed on grassy slopes by soil creep.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Evidence of Mass Wasting</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Mass wasting and its evidence are explained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Mass wasting is the movement of weathered material down a slope as a single mass, pulled by gravity. Unlike erosion, it needs no transporting agent such as a river or wind.</a:t>
            </a:r>
            <a:endParaRPr lang="en-US" sz="3200" dirty="0"/>
          </a:p>
        </p:txBody>
      </p:sp>
      <p:pic>
        <p:nvPicPr>
          <p:cNvPr id="5" name="Image 0" descr="/home/claude/f4/img/v2/creep_last.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soil creep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Evidence of Mass Wasting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Tilted objects and curved trees: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Fences, electric poles, gravestones and walls lean downhill because the soil below them moves. Trees keep growing upwards while the soil moves, so their trunks curve at the base.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Evidence of Mass Wasting</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Terracettes and tension cracks: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Small step-like ridges called terracettes form on grassy slopes. Cracks at the top of a slope show that a block of land is pulling away and may slide.</a:t>
            </a:r>
            <a:endParaRPr lang="en-US" sz="3600" dirty="0"/>
          </a:p>
        </p:txBody>
      </p:sp>
      <p:pic>
        <p:nvPicPr>
          <p:cNvPr id="5" name="Image 0" descr="/home/claude/f4/img/v2/geo2_mw_evidence.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evidence of mass wasting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Mass Wasting</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Mass wasting is influenced by the following factors: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Gravity and slope angle: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Gravity is the force that pulls material downhill, and it acts more strongly on steep slopes. When a slope becomes steeper than the angle of repose of its material, it becomes unstable.</a:t>
            </a:r>
            <a:endParaRPr lang="en-US" sz="3200" dirty="0"/>
          </a:p>
        </p:txBody>
      </p:sp>
      <p:pic>
        <p:nvPicPr>
          <p:cNvPr id="5" name="Image 0" descr="/home/claude/f4/img/v2/geo2_mw_factors.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factors of mass wasting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Mass Wasting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or prolonged rain adds weight to the soil and reduces the friction between its particles. It is the most common trigger of landslides, especially at the end of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Mass Wasting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Roots bind the soil and plants absorb part of the rainwater. Deforestation, bush fires and overgrazing remove this protection and make slopes unstable.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Mass Wasting</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activities and vibrations: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 cuts, quarries and houses built on steep slopes remove the support at the foot of slopes or add weight at the top. Earthquakes, blasting and heavy traffic shake the ground and can set off movements.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Classification of Mass Wasting</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Carson and Kirkby classify mass movements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Basis of the classification: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triangular graph of Carson and Kirkby classifies movements by their speed and their water content. Its three corners are heave (slow, like creep), flow (wet) and slide (fast and dry).</a:t>
            </a:r>
            <a:endParaRPr lang="en-US" sz="3200" dirty="0"/>
          </a:p>
        </p:txBody>
      </p:sp>
      <p:pic>
        <p:nvPicPr>
          <p:cNvPr id="5" name="Image 0" descr="/home/claude/f4/img/v2/carson_kirkby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Carson and Kirkby's triangle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Classification of Mass Wasting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Heave (slow movements):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Heave movements, such as soil creep, are very slow, a few millimetres to centimetres a year. They are caused by the repeated expansion and contraction of the soil when it wets and dries.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Classification of Mass Wasting</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Slides and falls (fast, dry movements):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In slides, a block moves quickly over a distinct surface, as in landslides and slumps. In falls, rocks drop freely from cliffs.</a:t>
            </a:r>
            <a:endParaRPr lang="en-US" sz="3600" dirty="0"/>
          </a:p>
        </p:txBody>
      </p:sp>
      <p:pic>
        <p:nvPicPr>
          <p:cNvPr id="5" name="Image 0" descr="/home/claude/f4/img/v2/f4_landslide.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landslide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Classification of Mass Wasting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Flows (wet movements):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flows, the material contains much water and moves like a thick liquid. Solifluction is a slow flow, while mudflows are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removing trees from a steep slope increase the risk of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Without roots, the soil is no longer bound and absorbs more water, so it slides more easily.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pieces of evidence of soil creep.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Leaning poles or fences, curved tree trunks, terracettes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main force of mass wasting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slowest mass movement is soil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fast, wet movement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slow mass movement.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Processes and Features of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Mass wasting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mouvement de masse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Gravity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gravité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Slope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Landslide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glissement de terrain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 creep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reptation du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L'éboulement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12: Mass Wasting (Movement)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mass wasting. Identify the evidence of mass wasting. Explain its factors. Classify mass movements by speed and water content.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signs of mass wasting, explain its factors and classify its types.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and Evidence of Mass Wasting; Factors of Mass Wasting; Classification of Mass Wasting.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one slow mass movement.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signs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slope with cracks.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tilt a book with an eraser on it.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triangle.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 landslide on a road.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“Siuslaw National Forest, landslide, road failure.jpg” by Forest Service Pacific Northwest Region, Public domain 1.0, via Flickr (https://www.flickr.com/photos/135886671@N08/36218241110)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2026-09-29T12:18:37Z</dcterms:created>
  <dcterms:modified xsi:type="dcterms:W3CDTF">2026-09-29T12:18:37Z</dcterms:modified>
</cp:coreProperties>
</file>