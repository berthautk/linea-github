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River Action on its Long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concave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hard rock over soft rock.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bend with a river cliff and a slip-off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stages.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triangle at a river mouth.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meander 2. ox-bow 3. delta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 Action on its Long Profile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Erosion and Depositional Processes and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River Action on its Long Profile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profile, V-shaped valley, waterfall, meander, ox-bow lake, floodplain, delta.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Upper, middle and lower courses: characteristics and features.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landforms of each course of a river.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long profile of a river.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features of the upper and middle courses.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features of the lower course.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Rivers erode, transport and deposit.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profile goes from the source to the mouth.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Vina River falls over a cliff near Ngaoundéré. Further north, the Benue at Garoua is wide and winding, with sandbanks, and in Nigeria the Niger forms a huge delta.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want to explain why rivers change from source to mouth.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Vina near Ngaoundéré.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Fast, with a waterfall and steep sides.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Niger end?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delta at the sea.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recognise river landforms and understand how they form.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ong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long profile of a river.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slope of the river from source to mouth.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LONG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in the upper course, gentle in the middle, almost flat in the lower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UPPER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waterf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Ekom-Nkam waterfall,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UPPER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a waterfall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UPPER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 rock lies over soft rock; the soft rock is eroded faster.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MIDDLE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meand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 meander grows.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MIDDLE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river erode and deposit in a meander?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MIDDLE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erodes the outside of the bend and deposits on the inside.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oxbow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an ox-bow lake forms.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an ox-bow lake form?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cuts through the neck of a meander and leaves the old bend.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del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Nile Delta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delta form at the mouth of a river?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LOWER COURSE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river slows down at the sea and deposits its load faster than waves remove it.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 Action on its Long Profile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Denudational Processes on Slopes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Erosion and Depositional Processes and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River Action on its Long Profile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slope of a river from its source to its mouth.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Meander: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large bend in a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Delta: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flat area of deposits at the mouth of a river.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Upper and Middle Courses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Upper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gradient is steep and vertical erosion dominates. Features are V-shaped valleys, interlocking spurs, waterfalls, gorges and potholes.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Waterfalls: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where hard rock lies over soft rock. The fall retreats upstream and leaves a gorge.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Upper and Middle Courses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Middle course: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gradient is gentle and lateral erosion widens the valley. Meanders form with river cliffs outside and slip-off slopes inside.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Upper and Middle Courses (3/3)</a:t>
            </a:r>
            <a:endParaRPr lang="en-US" sz="3600" dirty="0"/>
          </a:p>
        </p:txBody>
      </p:sp>
      <p:pic>
        <p:nvPicPr>
          <p:cNvPr id="13" name="Image 0" descr="/home/claude/f4/img/v2/long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long profile.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Lower Course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Characteristics: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gradient is almost flat and the channel is wide and deep. Deposition dominates.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Floodplains and levees: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spread alluvium over a wide floodplain. Coarse material builds levees along the banks.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Lower Course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Ox-bow lakes and braids: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river cuts through a meander neck and leaves an ox-bow lake. Sandbanks divide the channel into braids.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Deltas: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Deposits at the mouth form deltas. Examples: the Niger and the Nile deltas.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formation of a waterfall.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Soft rock under hard rock is eroded faster, so the hard rock forms a step.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features of the lower course.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Floodplain and delta (also levees, ox-bow lakes).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bend in a river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 meander cut off is an ______ lake.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Deposits at the mouth form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coast at Kribi or Limbe from a picture: beach, rocks or cliffs.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Coastal Processes and Features.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profile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profil en long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Waterfall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chute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méandre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Ox-bow lake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bras mort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 d'inondation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delta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Denudational Processes on Slopes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River Action on its Long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long profile of a river. Explain the features of the upper and middle courses. Explain the features of the lower course.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and explain the landforms of each course of a river.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Long profile, Meander, Delta; II. Upper and Middle Courses: Upper course, Waterfalls, Middle course; III. Lower Course: Characteristics, Floodplains and levees, Ox-bow lakes and braids, Deltas.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coast at Kribi or Limbe from a picture: beach, rocks or cliffs.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3 and 4 are animations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“Ekom-Nkam waterfall” by jbdodane, CC BY-NC 2.0, via Flickr (https://www.flickr.com/photos/27998473@N02/11291226526)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“Egypt” by NASA Goddard Photo and Video, CC BY 2.0, via nasa (https://www.flickr.com/photos/24662369@N07/5635018418)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2026-09-27T04:25:34Z</dcterms:created>
  <dcterms:modified xsi:type="dcterms:W3CDTF">2026-09-27T04:25:34Z</dcterms:modified>
</cp:coreProperties>
</file>