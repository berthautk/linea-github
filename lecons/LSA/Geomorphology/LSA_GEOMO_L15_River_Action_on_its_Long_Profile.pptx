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River Action on its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long profile, V-shaped valley, waterfall, meander, ox-bow lake, floodplain, delta. At the end, you should be able to do this: learners are able to describe and explain the landforms of each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Erosional Processes and the Fluvial System. The question was: Draw the long profile of a river and mark the upper, middle and lower courses.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long profile is concave: steep in the upper course near the source, gentler in the middle course, and almost flat in the lower course near the mouth.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long profile of a river. Number 2: explain the features of the upper and middle courses. Number 3: explain the features of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The long profile goes from the source to the mouth.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Vina River falls over a cliff near Ngaoundéré. Further north, the Benue at Garoua is wide and winding, with sandbanks, and in Nigeria the Niger forms a huge delta.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why rivers change from source to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Vina near Ngaoundéré.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Fast, with a waterfall and steep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Niger 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 delta at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river landforms and use river valleys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river landforms and understand how they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slope of the river from source to mouth.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in the upper course, gentle in the middle, almost flat in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Ekom-Nkam waterfall,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waterfall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Hard rock lies over soft rock; the soft rock is eroded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meander grows.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river erode and deposit in a meander?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erodes the outside of the bend and deposits on the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an ox-bow lake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an ox-bow lake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through the neck of a meander and leaves the old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Nile Delta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a delta form at the mouth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slows down at the sea and deposits its load faster than waves remove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and Base level.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Upper Course. The upper course has the following characteristics and features.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Upper Course. On this slide we have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long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Middle Course. The middle course has the following characteristics and features.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Middle Course. On this slide we have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Lower Course. The lower course has the following characteristics and features.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Lower Course. On this slide we have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Lower Course. On this slide we have Mouth.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formation of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the formation of a waterfall.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soft rock under hard rock is eroded faster, so the hard rock forms a step.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features of the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floodplain and delta (also levees, ox-bow lakes).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meander; number 2, ox-bow; number 3,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coast at Kribi or Limbe from a picture: beach, rocks or cliffs.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Coastal Processes and Features.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RIVER ACTION ON ITS LONG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gif"/><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gif"/><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 River Action on its Long Profile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Action on its Long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River Action on its Long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V-shaped valley, waterfall, meander, ox-bow lake, floodplain, delta.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Upper, middle and lower courses: characteristics and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landforms of each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Erosional Processes and the Fluvial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river and mark the upper, middle and lower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 is concave: steep in the upper course near the source, gentler in the middle course, and almost flat in the lower course near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features of the upper and middle courses.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features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long profile goes from the source to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Vina River falls over a cliff near Ngaoundéré. Further north, the Benue at Garoua is wide and winding, with sandbanks, and in Nigeria the Niger forms a huge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why rivers change from source to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Vina near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with a waterfall and steep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Niger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delta at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river landforms and use river valleys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river landforms and understand how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slope of the river from source to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in the upper course, gentle in the middle, almost flat in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Ekom-Nkam waterfall,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waterfall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rock lies over soft rock; the soft rock is eroded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meander grows.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river erode and deposit in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erodes the outside of the bend and deposits on the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an ox-bow lake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an ox-bow lake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through the neck of a meander and leaves the old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delt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Nile Delta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delta form at the mouth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slows down at the sea and deposits its load faster than waves remove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height of a river from its source to its mouth.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lowest level to which a river can erode, usually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Upper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steep and the channel is narrow and shallow, with large boulders. Vertical erosion is dominant.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valleys, interlocking spurs, waterfalls and rapids form here. Waterfalls form where hard rock lies over soft rock, as at Ekom Nkam.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Upper Course</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long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Middle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gentler, the valley wider and the discharge greater. Lateral erosion becomes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Middle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form, with river cliffs on the outside of bends and slip-off slopes (point bars) on the inside. The valley floor becomes a narrow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Middle Course</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Lower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very gentle, the channel wide and deep, and the load fine. Deposition is dominant.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floodplains, levées, ox-bow lakes and braided channels form. Ox-bow lakes form when a meander neck is cut through during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Deltas form where rivers deposit more than the sea removes, like the Niger delta. Estuaries form where the sea floods the mouth, like 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Lower Course</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formation of an ox-bow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formation of a waterfall.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Soft rock under hard rock is eroded faster, so the hard rock forms a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features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Floodplain and delta (also levees,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bend in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old meander cut off is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Deposits at the mouth form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coast at Kribi or Limbe from a picture: beach, rocks or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 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 en long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Ox-bow 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bras mort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River Action on its Long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long profile of a river. Explain the features of the upper and middle courses. Explain the features of the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landforms of each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Upper Course; Middle Course;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coast at Kribi or Limbe from a picture: beach, rocks or cliffs.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concave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hard rock over soft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bend with a river cliff and a slip-off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three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triangle at a river mouth.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2026-09-27T09:33:12Z</dcterms:created>
  <dcterms:modified xsi:type="dcterms:W3CDTF">2026-09-27T09:33:12Z</dcterms:modified>
</cp:coreProperties>
</file>