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15: River Action on its Long Profile.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a concave curve.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hard rock over soft rock.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a bend with a river cliff and a slip-off slope.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the three stages.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a triangle at a river mouth.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meander 2. ox-bow 3. delta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SIXTH ARTS  —  GEOMORPHOLOGY  —  LESSON 15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 Action on its Long Profile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2: Understanding and managing physical landscapes, geomorphological processes and hazards across the world in general and Cameroon in particular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Denudational Processes on Slopes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Erosion and Depositional Processes and Landforms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15: River Action on its Long Profile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profile, V-shaped valley, waterfall, meander, ox-bow lake, floodplain, delta.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Upper, middle and lower courses: characteristics and features.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describe and explain the landforms of each course of a river.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long profile of a river.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features of the upper and middle courses.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features of the lower course.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Rivers erode, transport and deposit.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 profile goes from the source to the mouth.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Vina River falls over a cliff near Ngaoundéré. Further north, the Benue at Garoua is wide and winding, with sandbanks, and in Nigeria the Niger forms a huge delta.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 want to explain why rivers change from source to mouth.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Describe the Vina near Ngaoundéré.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Fast, with a waterfall and steep sides.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does the Niger end?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a delta at the sea.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recognise river landforms and understand how they form.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LONG PROFILE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long_profile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long profile of a river.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LONG PROFILE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Describe the slope of the river from source to mouth.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LONG PROFILE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Steep in the upper course, gentle in the middle, almost flat in the lower course.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UPPER COURSE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f4_waterf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Ekom-Nkam waterfall, Cameroon.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UPPER COURSE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is a waterfall formed?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UPPER COURSE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Hard rock lies over soft rock; the soft rock is eroded faster.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MIDDLE COURSE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meander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Animation: a meander grows.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MIDDLE COURSE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does the river erode and deposit in a meander?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MIDDLE COURSE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erodes the outside of the bend and deposits on the inside.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LOWER COURSE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oxbow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Animation: an ox-bow lake forms.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LOWER COURSE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does an ox-bow lake form?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LOWER COURSE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river cuts through the neck of a meander and leaves the old bend.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LOWER COURSE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f4_delt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Nile Delta seen from space.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LOWER COURSE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does a delta form at the mouth of a river?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LOWER COURSE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river slows down at the sea and deposits its load faster than waves remove it.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River Action on its Long Profile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Denudational Processes on Slopes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Erosion and Depositional Processes and Landforms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15: River Action on its Long Profile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Long profile: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slope of a river from its source to its mouth.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Meander: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large bend in a river.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Delta: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flat area of deposits at the mouth of a river.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Upper and Middle Courses (1/3)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Upper course: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gradient is steep and vertical erosion dominates. Features are V-shaped valleys, interlocking spurs, waterfalls, gorges and potholes.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Waterfalls: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form where hard rock lies over soft rock. The fall retreats upstream and leaves a gorge.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Upper and Middle Courses (2/3)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Middle course: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gradient is gentle and lateral erosion widens the valley. Meanders form with river cliffs outside and slip-off slopes inside.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Upper and Middle Courses (3/3)</a:t>
            </a:r>
            <a:endParaRPr lang="en-US" sz="3600" dirty="0"/>
          </a:p>
        </p:txBody>
      </p:sp>
      <p:pic>
        <p:nvPicPr>
          <p:cNvPr id="13" name="Image 0" descr="/home/claude/f4/img/v2/long_profile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long profile.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Lower Course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Characteristics: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gradient is almost flat and the channel is wide and deep. Deposition dominates.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Floodplains and levees: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Floods spread alluvium over a wide floodplain. Coarse material builds levees along the banks.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Lower Course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Ox-bow lakes and braids: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river cuts through a meander neck and leaves an ox-bow lake. Sandbanks divide the channel into braids.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Deltas: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Deposits at the mouth form deltas. Examples: the Niger and the Nile deltas.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Explain the formation of a waterfall.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 rock under hard rock is eroded faster, so the hard rock forms a step.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features of the lower course.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Floodplain and delta (also levees, ox-bow lakes).</a:t>
            </a:r>
            <a:endParaRPr lang="en-US" sz="4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large bend in a river is a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old meander cut off is an ______ lake.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Deposits at the mouth form a ______.</a:t>
            </a:r>
            <a:endParaRPr lang="en-US" sz="3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Describe the coast at Kribi or Limbe from a picture: beach, rocks or cliffs.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16: Coastal Processes and Features.</a:t>
            </a:r>
            <a:endParaRPr lang="en-US" sz="4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profile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profil en long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Waterfall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chute d'eau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Meander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méandre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Ox-bow lake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bras mort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Floodplain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plaine d'inondation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Delta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delta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Denudational Processes on Slopes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15: River Action on its Long Profile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Describe the long profile of a river. Explain the features of the upper and middle courses. Explain the features of the lower course.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describe and explain the landforms of each course of a river.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Long profile, Meander, Delta; II. Upper and Middle Courses: Upper course, Waterfalls, Middle course; III. Lower Course: Characteristics, Floodplains and levees, Ox-bow lakes and braids, Deltas.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Describe the coast at Kribi or Limbe from a picture: beach, rocks or cliffs.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 3 and 4 are animations (GIF): it plays automatically in slide-show mode.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2 (Geomorphology).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“Ekom-Nkam waterfall” by jbdodane, CC BY-NC 2.0, via Flickr (https://www.flickr.com/photos/27998473@N02/11291226526)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“Egypt” by NASA Goddard Photo and Video, CC BY 2.0, via nasa (https://www.flickr.com/photos/24662369@N07/5635018418)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2026-09-26T11:43:25Z</dcterms:created>
  <dcterms:modified xsi:type="dcterms:W3CDTF">2026-09-26T11:43:25Z</dcterms:modified>
</cp:coreProperties>
</file>