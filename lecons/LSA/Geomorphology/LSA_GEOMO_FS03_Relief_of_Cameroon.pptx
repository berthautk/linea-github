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3: Relief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2: Understanding and managing physical landscapes, geomorphological processes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Denudational Processes on Slopes, and the sub-topic is Erosion and Depositional Processes and Landforms. The key notions we shall use today are: physiography, physiographic region, highland, lowland, plateau. At the end, you should be able to do this: learners are able to locate and describe the relief regions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16: Coastal Processes and Features. The question was: On a map of Cameroon, find Mount Cameroon, the Adamawa Plateau and the Chad Plain.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Mount Cameroon is on the south-west coast near Buea; the Adamawa Plateau is in the centre (around Ngaoundéré); the Chad Plain is in the far north near Lake Chad.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locate the physiographic regions of Cameroon. Number 2: describe the major highlands. Number 3: describe the major lowlands.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Relief is shaped by internal and external forces. Mount Cameroon is a volcano.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pen pal from France asks Aïcha to describe the relief of Cameroon. She knows Mount Cameroon and the Adamawa, but not the other regions.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Aïcha cannot describe all the relief regions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one highland she knows.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Mount Cameroon (or the Adamawa Plateau).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can she find the information?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On a relief map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know the relief of Cameroon to understand its climate, rivers and human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relief of our country and its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relief regions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three relief regions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Western Highlands, Adamawa Plateau, Southern Plateau (also Chad Plain, coastal lowlands).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mount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the highest point of Cameroon? How was it formed?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Mount Cameroon (4,095 m), a volcano on the Cameroon Volcanic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cattle market at Dang, near Ngaoundéré on the Adamawa Plateau.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the Adamawa called the "water tower"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Many rivers (Benue, Sanaga, Vina) take their source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volcanic peaks in the Mandara Mountains (Rhumsiki).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Where are the Mandara Mountains? What are their peaks?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Far North; old volcanic necks and granite hills.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mangroves on a muddy coastal river.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Name two lowland regions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coastal lowlands (Douala) and the Chad Plain (also the Benue lowland).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Physiography of Cameroon. Cameroon has the following physiographic regions. On this slide we have Physiographic regions.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Physiography of Cameroon. On this slide we have Cameroon Volcanic Line.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relief regions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Major Highlands. The major highlands and their characteristics are. On this slide we have Mount Cameroon.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Major Highlands. On this slide we have Western Highlands.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Major Highlands. On this slide we have Adamawa Plateau.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Major Highlands. On this slide we have Mandara Mountains.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Major Lowlands. The major lowlands and their characteristics are. On this slide we have Coastal lowlands.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Major Lowlands. On this slide we have South Cameroon Plateau and Northern lowlands.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highest point of Cameroon and its height.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mount Cameroon, 4,095 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two lowland regions.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coastal lowlands and the Chad Plain (also the Benue lowland).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Adamawa; number 2, Cameroon; number 3, Benue.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Revise the Geomorphology lessons. Draw and label a sketch map of the relief of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 The Soil.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FURTHER STUDY 3: RELIEF OF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3: Relief of Cameroon</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Relief of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Understanding and managing physical landscapes, geomorphological processes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Denudational Processes on Slopes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Erosion and Depositional Processes and Landforms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3: Relief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Physiography, physiographic region, highland, lowland, plateau.</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Physiographic regions; major highlands and lowlands; characteristics of each unit.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locate and describe the relief regions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16: Coastal Processes and Features):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of Cameroon, find Mount Cameroon, the Adamawa Plateau and the Chad Plain.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Cameroon is on the south-west coast near Buea; the Adamawa Plateau is in the centre (around Ngaoundéré); the Chad Plain is in the far north near Lake Chad.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physiographic regions of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major highlands.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major lowlands.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Relief is shaped by internal and external forces.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Mount Cameroon is a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pen pal from France asks Aïcha to describe the relief of Cameroon. She knows Mount Cameroon and the Adamawa, but not the other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Aïcha cannot describe all the relief regions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highland she knows.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Cameroon (or the Adamawa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can she find the information?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relief map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Know the relief of Cameroon to understand its climate, rivers and human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relief of our country and its importance.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PHYSIOGRAPHIC REGIONS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ameroon_relief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relief regions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PHYSIOGRAPHIC REGIONS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relief regions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PHYSIOGRAPHIC REGIONS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Western Highlands, Adamawa Plateau, Southern Plateau (also Chad Plain, coastal lowlands).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HIGHLANDS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mtcamero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Mount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HIGHLANDS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highest point of Cameroon? How was it formed?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HIGHLANDS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Cameroon (4,095 m), a volcano on the Cameroon Volcanic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HIGHLANDS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adamaw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Cattle market at Dang, near Ngaoundéré on the Adamawa Plateau.</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HIGHLANDS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Adamawa called the "water tower"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HIGHLANDS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rivers (Benue, Sanaga, Vina) take their source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HIGHLANDS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mandara.jpg">    </p:cNvPr>
          <p:cNvPicPr>
            <a:picLocks noChangeAspect="1"/>
          </p:cNvPicPr>
          <p:nvPr/>
        </p:nvPicPr>
        <p:blipFill>
          <a:blip r:embed="rId1"/>
          <a:stretch>
            <a:fillRect/>
          </a:stretch>
        </p:blipFill>
        <p:spPr>
          <a:xfrm>
            <a:off x="274320" y="2383231"/>
            <a:ext cx="11643055" cy="3069946"/>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Volcanic peaks in the Mandara Mountains (Rhumsiki).</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HIGHLANDS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the Mandara Mountains? What are their peaks?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HIGHLANDS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Far North; old volcanic necks and granite hills.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LOWLANDS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mangrove.jpg">    </p:cNvPr>
          <p:cNvPicPr>
            <a:picLocks noChangeAspect="1"/>
          </p:cNvPicPr>
          <p:nvPr/>
        </p:nvPicPr>
        <p:blipFill>
          <a:blip r:embed="rId1"/>
          <a:stretch>
            <a:fillRect/>
          </a:stretch>
        </p:blipFill>
        <p:spPr>
          <a:xfrm>
            <a:off x="2248596" y="1783080"/>
            <a:ext cx="7694503"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Mangroves on a muddy coastal river.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LOWLANDS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lowland regions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LOWLANDS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coastal lowlands (Douala) and the Chad Plain (also the Benue lowland).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Denudational Processes on Slopes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Erosion and Depositional Processes and Landforms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3: Relief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Physiography of Cameroon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has the following physiographic regions: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Physiographic regions: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is divided into highlands in the west and centre and lowlands on the coast, in the south and in the north. Relief rises from the coast to the Adamawa and the Western Highlands.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Physiography of Cameroon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Cameroon Volcanic Line: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line of volcanoes runs from the Gulf of Guinea (Bioko) through Mount Cameroon to the Mandara Mountains. It gives Cameroon its highest relief.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Physiography of Cameroon</a:t>
            </a:r>
            <a:endParaRPr lang="en-US" sz="3600" dirty="0"/>
          </a:p>
        </p:txBody>
      </p:sp>
      <p:pic>
        <p:nvPicPr>
          <p:cNvPr id="4" name="Image 0" descr="/home/claude/f4/img/v2/cameroon_relief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relief regions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Highlands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major highlands and their characteristics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Mount Cameroon: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active volcano, 4,040 m high, the highest point of Cameroon. Its slopes have fertile volcanic soils and plantations.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Highlands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Western Highlands: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include Manengouba, Bamboutos and the Bamenda plateau (1,000–3,000 m). They have volcanic soils, a cool climate and dense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Highlands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Adamawa Plateau: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lies at about 1,000–1,500 m in the centre of the country. It is the "water tower" of Cameroon and a region of cattle rearing.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Highlands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Mandara Mountains: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lie in the Far North along the border with Nigeria, with volcanic peaks such as Rhumsiki. Terraced farming is practised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Major Lowlands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major lowlands and their characteristics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Coastal lowlands: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stretch from Rio del Rey to Campo, with the Douala basin, mangroves and estuaries. They are hot, wet and densely populated around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Major Lowlands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South Cameroon Plateau: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low plateau (500–800 m) covered by forest, with inselbergs. Yaoundé lies on it.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Northern lowlands: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include the Benue depression around Garoua and the Chad plain in the Far North. They are flat, with seasonal flooding (yaérés) near Lake Chad.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highest point of Cameroon and its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Cameroon, 4,095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lowland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coastal lowlands and the Chad Plain (also the Benue lowland).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water tower of Cameroon is the ______ Plateau.</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highest point of Cameroon is Mount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Garoua lies in the ______ lowland.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Revise the Geomorphology lessons. Draw and label a sketch map of the relief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plateau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Highland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hautes terres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Lowland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basses terres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tower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château d'eau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Denudational Processes on Slopes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3: Relief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Locate the physiographic regions of Cameroon. Describe the major highlands. Describe the major lowlands.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locate and describe the relief regions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Physiography of Cameroon; Major Highlands; Major Lowlands.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Revise the Geomorphology lessons. Draw and label a sketch map of the relief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sketch map of Cameroon with the main regions.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find Mount Cameroon on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the rivers that start on the Adamawa.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Rhumsiki.</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the altitude of Douala and Ngaoundéré.</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2 (Geomorphology).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“Mount Cameroon” by John &amp; Mel Kots, CC BY-NC-ND 2.0, via Flickr (https://www.flickr.com/photos/26745817@N00/2347261849)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“At Dang and its livestock market” by 10b travelling / Carsten ten Brink, CC BY-NC-ND 2.0, via Flickr (https://www.flickr.com/photos/77334245@N00/7311224966)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“Rhumsiki peak, North Cameroon” by krishna.naudin, CC BY-SA 2.0, via Flickr (https://www.flickr.com/photos/141297921@N05/25989204581)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“Pitchavaram waterway - Mangrove forest” by Balaji.B Photography, CC BY 2.0, via Flickr (https://www.flickr.com/photos/81073027@N00/1745978833)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2026-09-27T09:33:13Z</dcterms:created>
  <dcterms:modified xsi:type="dcterms:W3CDTF">2026-09-27T09:33:13Z</dcterms:modified>
</cp:coreProperties>
</file>