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3: Relief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sketch map of Cameroon with the main regions.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Mount Cameroon on the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rivers that start on the Adamawa.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Rhumsiki.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altitude of Douala and Ngaoundéré.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Adamawa 2. Cameroon 3. Benue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FURTHER STUDY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 and Depositional Processes and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Relief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Physiography, physiographic region, highland, lowland, plateau.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Physiographic regions; major highlands and lowlands; characteristics of each unit.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and describe the relief regions of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physiographic regions of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major highlands.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major lowlands.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is shaped by internal and external forces.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 volcano.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pen pal from France asks Aïcha to describe the relief of Cameroon. She knows Mount Cameroon and the Adamawa, but not the other regions.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Aïcha cannot describe all the relief regions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highland she knows.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(or the Adamawa Plateau).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can she find the information?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relief map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relief of our country and its importance.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PHYSIOGRAPHIC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relie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relief regions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PHYSIOGRAPHIC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relief regions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PHYSIOGRAPHIC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Western Highlands, Adamawa Plateau, Southern Plateau (also Chad Plain, coastal lowlands).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mt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highest point of Cameroon? How was it formed?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(4,095 m), a volcano on the Cameroon Volcanic Line.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adamaw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market at Dang, near Ngaoundéré on the Adamawa Plateau.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Adamawa called the "water tower"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rivers (Benue, Sanaga, Vina) take their source there.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manda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420169"/>
            <a:ext cx="11640312" cy="306922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Volcanic peaks in the Mandara Mountains (Rhumsiki).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the Mandara Mountains? What are their peaks?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Far North; old volcanic necks and granite hills.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mangro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554" y="1691640"/>
            <a:ext cx="815584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Mangroves on a muddy coastal river.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lowland regions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coastal lowlands (Douala) and the Chad Plain (also the Benue lowland).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Erosion and Depositional Processes and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3: Relief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Physiography: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description of the relief of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land that is high above sea level.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land that is low and generally flat.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Highlands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Western Highlands: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follow the Cameroon Volcanic Line from Mount Cameroon to the Bamenda Highlands. They have volcanic mountains, plateaux and crater lakes.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Mount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highest point of West and Central Africa, at 4,095 m. It is an active volcano near Buea.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Highlands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Adamawa Plateau: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stands about 1,000–1,500 m high across the centre of Cameroon. It is the water tower of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Mandara Mountains and Southern Plateau: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Mandara Mountains rise in the Far North. The Southern Plateau covers the forest zone at 500–800 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Highlands (3/3)</a:t>
            </a:r>
            <a:endParaRPr lang="en-US" sz="3600" dirty="0"/>
          </a:p>
        </p:txBody>
      </p:sp>
      <p:pic>
        <p:nvPicPr>
          <p:cNvPr id="13" name="Image 0" descr="/home/claude/f4/img/v2/cameroon_relie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relief regions.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Lowlands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Coastal lowlands: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low, flat and wet, with mangroves and rivers. Douala and Kribi are in this region.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Benue lowland: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wide valley around Garoua, below 300 m. The Benue flows through it to Nigeria.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Lowlands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Chad Plain: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flat plain around Lake Chad in the Far North. It floods in 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highest point of Cameroon and its height.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Cameroon, 4,095 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lowland regions.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coastal lowlands and the Chad Plain (also the Benue lowland).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tower of Cameroon is the ______ Plateau.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highest point of Cameroon is Mount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lies in the ______ lowland.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Revise the Geomorphology lessons. Draw and label a sketch map of the relief of Cameroon.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closes the Geomorphology branch.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plateau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basses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tower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château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Relief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 the physiographic regions of Cameroon. Describe the major highlands. Describe the major lowlands.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and describe the relief regions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Physiography, Highland, Lowland; II. Highlands: Western Highlands, Mount Cameroon, Adamawa Plateau, Mandara Mountains and Southern Plateau; III. Lowlands: Coastal lowlands, Benue lowland, Chad Plain.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Revise the Geomorphology lessons. Draw and label a sketch map of the relief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“Mount Cameroon” by John &amp; Mel Kots, CC BY-NC-ND 2.0, via Flickr (https://www.flickr.com/photos/26745817@N00/2347261849)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“At Dang and its livestock market” by 10b travelling / Carsten ten Brink, CC BY-NC-ND 2.0, via Flickr (https://www.flickr.com/photos/77334245@N00/7311224966)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“Rhumsiki peak, North Cameroon” by krishna.naudin, CC BY-SA 2.0, via Flickr (https://www.flickr.com/photos/141297921@N05/25989204581)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“Pitchavaram waterway - Mangrove forest” by Balaji.B Photography, CC BY 2.0, via Flickr (https://www.flickr.com/photos/81073027@N00/1745978833)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2026-09-27T04:25:34Z</dcterms:created>
  <dcterms:modified xsi:type="dcterms:W3CDTF">2026-09-27T04:25:34Z</dcterms:modified>
</cp:coreProperties>
</file>