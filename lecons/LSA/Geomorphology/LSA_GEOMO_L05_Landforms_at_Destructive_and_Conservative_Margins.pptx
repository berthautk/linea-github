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Landforms at Destructive and Conservative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the Earth's Structure, and the sub-topic is Theories of Earth Structure and Resultant Landforms. The key notions we shall use today are: destructive margin, conservative margin, folding, subduction, Benioff zone, island arc. At the end, you should be able to do this: learners are able to explain the formation of fold mountains, trenches and island arcs.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Landforms at Constructive or Divergent Margins. The question was: Find the Himalayas and the Andes on a map. Say which plates meet there.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Himalayas are formed where the Indian plate collides with the Eurasian plate. The Andes are formed where the Nazca plate sinks under the South American plate.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folding and the formation of fold mountains. Number 2: explain subduction, trenches and island arcs. Number 3: describe processes at conservative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At destructive margins, plates move together. At conservative margins, plates slide past each other.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Aminatou reads that the Himalayas are still rising by a few millimetres each year and that Japan often has strong earthquakes and volcanic eruptions.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Aminatou does not know why mountains rise and why Japan is so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are the Himalayas rising?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India is pushing into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Japan active?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plate sinks under it (subduction).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locate zones of destructive margins and understand their hazards.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highest mountains and the most dangerous zones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layers of rock are pushed together.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happens to layers of rock under compression?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bend into folds: anticlines (up) and synclines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diagram: layers of rock bent into folds.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Point to an up-fold and a down-fold. What are they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up-fold is an anticline; the down-fold is a syncline.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Himalayas.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two plates formed the Himalayas?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Indo-Australian (Indian) Plate and the Eurasian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an oceanic plate sinks under another plate.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do deep earthquakes happen at a destructive margin?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Benioff zone, along the sinking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an explosive eruption.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volcanoes at destructive margins explosive?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Their thick, acid magma traps gas, which explodes.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Convergent (destructive) margin and Subduction.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Benioff zone.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Fold Mountains and Folding. Compression at convergent margins causes folding. On this slide we have Folding.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Fold Mountains and Folding. On this slide we have Formation of fold mountains.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anticlines and synclines.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Trenches, Island Arcs and Volcanoes. Subduction produces the following features. On this slide we have Ocean trenches.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Trenches, Island Arcs and Volcanoes. On this slide we have Island arcs.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Trenches, Island Arcs and Volcanoes. On this slide we have Explosive volcanoes.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subduction at a destructive margin.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Earthquakes, Location and Conservative Margins. Other features of these margins are. On this slide we have Earthquakes.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Earthquakes, Location and Conservative Margins. On this slide we have Global location.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Earthquakes, Location and Conservative Margins. On this slide we have Conservative margins.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how fold mountains are formed.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two plates move together and compress sediments into folds.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Benioff zone?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zone of earthquakes along a sinking plate.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anticline; number 2, syncline; number 3, subduction.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Collect information about Mount Cameroon: its height and the years of its recent eruptions.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Volcanism.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5: LANDFORMS AT DESTRUCTIVE AND CONSERVATIVE MARGINS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Landforms at Destructive and Conservative Margins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Landforms at Destructive and Conservative Margins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the Earth's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Earth Structure and Resultant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Landforms at Destructive and Conservative Margins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Destructive margin, conservative margin, folding, subduction, Benioff zone, island arc.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Fold mountains and folding; trenches and Benioff zones; island arcs and explosive volcanoes; tear faults.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formation of fold mountains, trenches and island arcs.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Landforms at Constructive or Divergent Margins):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Himalayas and the Andes on a map. Say which plates meet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Himalayas are formed where the Indian plate collides with the Eurasian plate. The Andes are formed where the Nazca plate sinks under the South American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folding and the formation of fold mountains.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subduction, trenches and island arcs.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processes at conservative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At destructive margins, plates move together.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At conservative margins, plates slide past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Aminatou reads that the Himalayas are still rising by a few millimetres each year and that Japan often has strong earthquakes and volcanic eruptions.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Aminatou does not know why mountains rise and why Japan is so active.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Himalayas rising?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India is pushing into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Japan active?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plate sinks under it (subduction).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Locate zones of destructive margins and understand their hazards.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highest mountains and the most dangerous zones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FOLDING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olding.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layers of rock are pushed together.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FOLDING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layers of rock under compression?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FOLDING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bend into folds: anticlines (up) and synclines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FOLDING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olding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Diagram: layers of rock bent into folds.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FOLDING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Point to an up-fold and a down-fold. What are they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FOLDING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up-fold is an anticline; the down-fold is a syncline.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FOLD MOUNTAINS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himalay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Himalayas.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FOLD MOUNTAINS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two plates formed the Himalayas?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FOLD MOUNTAINS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Indo-Australian (Indian) Plate and the Eurasian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TRENCHES AND BENIOFF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ubduc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oceanic plate sinks under another plate.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TRENCHES AND BENIOFF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deep earthquakes happen at a destructive margin?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TRENCHES AND BENIOFF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Benioff zone, along the sinking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ISLAND ARCS AND EXPLOSIVE VOLCANOES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sthelen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explosive eruption.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ISLAND ARCS AND EXPLOSIVE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volcanoes at destructive margins explosive?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ISLAND ARCS AND EXPLOSIVE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thick, acid magma traps gas, which explodes.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Development of the Earth's Structure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Theories of Earth Structure and Resultant Landforms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Landforms at Destructive and Conservative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Convergent (destructive) margin: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boundary where two plates move towards each other.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Subduction: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sinking of one plate under another into the mantle.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Benioff zone: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sloping zone of earthquakes along a subducting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Fold Mountains and Folding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Compression at convergent margins causes folding: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Folding: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Layers of sedimentary rock are squeezed into up-folds (anticlines) and down-folds (synclines). Strong pressure creates overfolds and nappes.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Fold Mountains and Folding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Formation of fold mountains: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Sediments in a sea between two plates are folded and raised when the plates collide. The Himalayas, Alps, Andes and Atlas are young fold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Fold Mountains and Folding</a:t>
            </a:r>
            <a:endParaRPr lang="en-US" sz="3600" dirty="0"/>
          </a:p>
        </p:txBody>
      </p:sp>
      <p:pic>
        <p:nvPicPr>
          <p:cNvPr id="4" name="Image 0" descr="/home/claude/f4/img/v2/folding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anticlines and synclines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Trenches, Island Arcs and Volcanoes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Subduction produces the following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 trenches: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Deep trenches form where the oceanic plate sinks, like the Mariana Trench (11,000 m). Earthquakes occur at increasing depth along the Benioff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Trenches, Island Arcs and Volcanoes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Island arcs: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an oceanic plate sinks under another oceanic plate, a curved chain of volcanic islands forms. Japan and the Aleutians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Trenches, Island Arcs and Volcanoes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Explosive volcanoes: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Melting of the sinking plate forms thick, acid, gas-rich magma. It erupts violently, as at Mount St Helens and Mount Pinatubo.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Trenches, Island Arcs and Volcanoes</a:t>
            </a:r>
            <a:endParaRPr lang="en-US" sz="3600" dirty="0"/>
          </a:p>
        </p:txBody>
      </p:sp>
      <p:pic>
        <p:nvPicPr>
          <p:cNvPr id="4" name="Image 0" descr="/home/claude/f4/img/v2/subduc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subduction at a destructive margin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Earthquakes, Location and Conservative Margins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features of these margins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Earthquakes: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Shallow, intermediate and deep earthquakes occur, often very strong. They are common around the Pacific Ring of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Earthquakes, Location and Conservative Margins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Global 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Destructive margins surround the Pacific Ocean and run from the Alps to the Himalayas. These are the zones of greatest risk.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Earthquakes, Location and Conservative Margins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Conservative margins: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plates by-pass each other along a tear (transform) fault. There are no volcanoes, but strong earthquakes, as in California.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fold mountains are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plates move together and compress sediments into folds.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Benioff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zone of earthquakes along a sinking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up-fold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down-fold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sinking of one plate under another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information about Mount Cameroon: its height and the years of its recent eruptions.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Volcanism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Fold mountain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montagne plissée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Anticline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L'anticlinal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Syncline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synclinal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subduction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Island arc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L'arc insulaire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compression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the Earth's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Landforms at Destructive and Conservative Margins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folding and the formation of fold mountains. Explain subduction, trenches and island arcs. Describe processes at conservative margins.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formation of fold mountains, trenches and island arcs.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Fold Mountains and Folding; Trenches, Island Arcs and Volcanoes; Earthquakes, Location and Conservative Margins.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Collect information about Mount Cameroon: its height and the years of its recent eruptions.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push a sheet of paper or a cloth from both sides.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an anticline and a syncline.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the Himalayas and the Atlas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one plate going under another.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shaking a closed bottle of soda.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“View of the Himalaya Mountain Range” by NASA Johnson, CC BY-NC 2.0, via nasa (https://www.flickr.com/photos/29988733@N04/10678470543)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“Mount St. Helens: Eruption, May 18, 1980, from East. Photo: DNR” by Washington State Department of Natural Resources, CC BY-NC-ND 2.0, via Flickr (https://www.flickr.com/photos/35433815@N08/4607166057)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2026-09-27T09:33:07Z</dcterms:created>
  <dcterms:modified xsi:type="dcterms:W3CDTF">2026-09-27T09:33:07Z</dcterms:modified>
</cp:coreProperties>
</file>