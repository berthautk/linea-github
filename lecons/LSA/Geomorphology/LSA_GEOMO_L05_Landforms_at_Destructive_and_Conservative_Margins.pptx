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5: Landforms at Destructive and Conservative Margins.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push a sheet of paper or a cloth from both sides.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an anticline and a syncline.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the Himalayas and the Atlas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one plate going under another.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shaking a closed bottle of soda.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anticline 2. syncline 3. subduction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LESSON 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Landforms at Destructive and Conservative Margins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Development of the Earth's Structure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Theories of Earth Structure and Resultant Landforms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Landforms at Destructive and Conservative Margins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Destructive margin, conservative margin, folding, subduction, Benioff zone, island arc.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Fold mountains and folding; trenches and Benioff zones; island arcs and explosive volcanoes; tear faults.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formation of fold mountains, trenches and island arcs.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folding and the formation of fold mountains.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subduction, trenches and island arcs.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processes at conservative margins.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destructive margins, plates move together.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conservative margins, plates slide past each other.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Aminatou reads that the Himalayas are still rising by a few millimetres each year and that Japan often has strong earthquakes and volcanic eruptions.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Aminatou does not know why mountains rise and why Japan is so active.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the Himalayas rising?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India is pushing into Asia.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Japan active?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plate sinks under it (subduction).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highest mountains and the most dangerous zones of the Earth.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FOLDING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olding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layers of rock are pushed together.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FOLDING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to layers of rock under compression?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FOLDING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bend into folds: anticlines (up) and synclines (down).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FOLDING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olding_l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Diagram: layers of rock bent into folds.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FOLDING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Point to an up-fold and a down-fold. What are they called?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FOLDING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up-fold is an anticline; the down-fold is a syncline.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FOLD MOUNTAINS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himalay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Himalayas.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FOLD MOUNTAINS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two plates formed the Himalayas?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FOLD MOUNTAINS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Indo-Australian (Indian) Plate and the Eurasian Plate.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SUBDUCTION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subduc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oceanic plate sinks under another plate.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SUBDUCTION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 deep earthquakes happen at a destructive margin?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SUBDUCTION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Benioff zone, along the sinking plate.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VOLCANOES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sthele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explosive eruption.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VOLCANOES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volcanoes at destructive margins explosive?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VOLCANOES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Their thick, acid magma traps gas, which explodes.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Landforms at Destructive and Conservative Margins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Development of the Earth's Structure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Theories of Earth Structure and Resultant Landforms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5: Landforms at Destructive and Conservative Margins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Folding: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bending of rock layers under compression.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Subduction: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sinking of one plate under another.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Island arc: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curved chain of volcanic islands above a subduction zone.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Destructive Margins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Fold mountains: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Compression folds sediments into anticlines and synclines. Examples: the Himalayas, the Alps and the Andes.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Trenches: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deep trench forms where an oceanic plate sinks. The Mariana Trench is about 11 km deep.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Destructive Margins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Benioff zone: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Earthquakes occur along the sinking plate. They can be very deep and strong.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Island arcs and volcanoes: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Melting of the sinking plate gives thick magma and explosive volcanoes. Japan and Indonesia are island arcs.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Destructive Margins (3/3)</a:t>
            </a:r>
            <a:endParaRPr lang="en-US" sz="3600" dirty="0"/>
          </a:p>
        </p:txBody>
      </p:sp>
      <p:pic>
        <p:nvPicPr>
          <p:cNvPr id="13" name="Image 0" descr="/home/claude/f4/img/v2/subduc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subduction zone.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Conservative Margins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Process: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Plates slide past each other along tear (transform) faults. No crust is created or destroyed.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Effects: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Stress builds up and is released as strong earthquakes. Example: the San Andreas Fault in California.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how fold mountains are formed.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Two plates move together and compress sediments into folds.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Benioff zone?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zone of earthquakes along a sinking plate.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up-fold is an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down-fold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sinking of one plate under another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Collect information about Mount Cameroon: its height and the years of its recent eruptions.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6: Volcanism.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Fold mountain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montagne plissée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Anticline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L'anticlinal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Syncline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synclinal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Subduction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subduction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Island arc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L'arc insulaire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Compression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compression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Development of the Earth's Structure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Landforms at Destructive and Conservative Margins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folding and the formation of fold mountains. Explain subduction, trenches and island arcs. Describe processes at conservative margins.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formation of fold mountains, trenches and island arcs.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Folding, Subduction, Island arc; II. Destructive Margins: Fold mountains, Trenches, Benioff zone, Island arcs and volcanoes; III. Conservative Margins: Process, Effects.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 information about Mount Cameroon: its height and the years of its recent eruptions.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“View of the Himalaya Mountain Range” by NASA Johnson, CC BY-NC 2.0, via nasa (https://www.flickr.com/photos/29988733@N04/10678470543)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“Mount St. Helens: Eruption, May 18, 1980, from East. Photo: DNR” by Washington State Department of Natural Resources, CC BY-NC-ND 2.0, via Flickr (https://www.flickr.com/photos/35433815@N08/4607166057)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2026-09-27T04:25:32Z</dcterms:created>
  <dcterms:modified xsi:type="dcterms:W3CDTF">2026-09-27T04:25:32Z</dcterms:modified>
</cp:coreProperties>
</file>