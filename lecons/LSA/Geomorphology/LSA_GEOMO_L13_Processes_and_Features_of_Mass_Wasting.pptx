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Processes and Features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solifluction, slumping, subsidence, mudflow, lahar. At the end, you should be able to do this: learners are able to describe mass movements and propose measures to reduce their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Mass Wasting (Movement). The question was: Collect a news report about a landslide in Cameroon (Bafoussam 2019 or Dschang). Note the date and the effects.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Bafoussam (Gouache), 28–29 October 2019: after heavy rain a hillside collapsed onto houses; about 40 people died and many homes were destroyed.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slow mass movements. Number 2: describe fast mass movements. Number 3: explain their impacts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Mass wasting is caused by gravity. Carson and Kirkby classify movements by speed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October 2019, a landslide in Gouache, Bafoussam, killed more than 40 people. Houses had been built at the foot of a steep, deforested slope.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landslide killed many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made the slope dangerous?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steep and deforested, with houses at its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be done?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Avoid building on dangerous slopes, plant trees and drain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people and property from landslides and other mass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lives and property from mass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soil creep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soil creep.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slow movement of soil, often only a few millimetres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smooth, rounded slopes: the soil moves slowly down them.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cold areas, wet soil slowly flows over frozen ground. What is this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Solifluction.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slump.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a slump, how does the soil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block slides down a curved surface and tilts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remains of a lahar (volcanic mudflow) from Mount Ruapehu, New Zealand.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mudflow? Why is it very dangerous?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fast flow of mud and water; it can bury villages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to reduce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build terraces and retaining walls, and drain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Slow mass movement and Fast mass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Slow Mass Movements. The main slow movements are. On this slide we have Soil creep.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Slow Mass Movements. On this slide we have Solifluction.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Fast Mass Movements. The main fast movements are. On this slide we have Rockfalls.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Fast Mass Movements. On this slide we have Slides and slumps and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slump.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and Solutions. Mass wasting affects man and the environment. On this slide we have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slump and a landslide?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slump rotates on a curved surface; a landslide moves on a flat plane.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build retaining walls and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solifluction; number 2, slump; number 3, subsidence.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Benue or a stream after rain. What does the water carry? Write three things.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Erosional Processes and the Fluvial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PROCESSES AND FEATURES OF MASS WASTING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Processes and Features of Mass Wasting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Processes and Features of Mass Wasting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Solifluction, slumping, subsidence, mudflow, lahar.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Slow and fast mass movements; impacts on man and environment;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mass movements and propose measures to reduce their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Mass Wasting (Movement)):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news report about a landslide in Cameroon (Bafoussam 2019 or Dschang). Note the date and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Bafoussam (Gouache), 28–29 October 2019: after heavy rain a hillside collapsed onto houses; about 40 people died and many homes were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slow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fast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Mass wasting is caused by gravity.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Carson and Kirkby classify movements by speed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October 2019, a landslide in Gouache, Bafoussam, killed more than 40 people. Houses had been built at the foot of a steep, deforested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landslide killed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made the slope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steep and deforested, with houses at its foot.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dangerous slopes, plant trees and drain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people and property from landslides and other mass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lives and property from mass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reep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creep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slow movement of soil, often only a few millimetres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olifl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Smooth, rounded slopes: the soil moves slowly down them.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cold areas, wet soil slowly flows over frozen ground. What is this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slump, how does the soil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slides down a curved surface and tilts backwards.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h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Remains of a lahar (volcanic mudflow) from Mount Ruapehu, New Zealand.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mudflow? Why is it very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fast flow of mud and water; it can bury villages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reduce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build terraces and retaining walls, and drain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so slow that it can be seen only by its effects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movement that can be seen as it happens.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slow movements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slow movement of soil downslope by wetting and drying or heating and cooling. It tilts posts and forms terracettes.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flow of waterlogged soil over frozen ground in cold regions. It forms lobes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fast movements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Blocks of rock fall freely from cliffs and form scree at the base. They are common on steep, jointed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Slides and slumps: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Material slides on a flat plane (landslide) or rotates on a curved surface (slump). They occur after heavy rain on weak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Mudflows and debris flows move like liquids, very fast. Lahars are volcanic mudflows.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affects man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movements kill people and destroy houses, roads and farms. They block rivers and bury fertile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build terraces and retaining walls, and improve drainage. Avoid building on steep, unstable slopes and use hazard maps and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slump and a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slump rotates on a curved surface; a landslide moves on a flat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build retaining walls and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Wet soil flowing over frozen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rotational slide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the ground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Benue or a stream after rain. What does the water carry? Write three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Solifluction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solifluxion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rotationnel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coulée de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L'affaissement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Retaining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mur de soutènement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Processes and Features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slow mass movements. Describe fast mass movements. Explain their impacts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mass movements and propose measures to reduce their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Slow Mass Movements; Fast Mass Movements; Impacts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Benue or a stream after rain. What does the water carry? Write three things.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leaning fences as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wet soil sliding over hard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cut wet sand with a spoon and watch it slide.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lahars on volcanoes.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“Opal Hills” by Dru!, CC BY-NC 2.0, via Flickr (https://www.flickr.com/photos/36543076@N00/17159561341)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“Holderness landslides 026” by Madingley, CC BY-NC 2.0, via Flickr (https://www.flickr.com/photos/26004680@N00/256596582)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2026-09-27T10:07:58Z</dcterms:created>
  <dcterms:modified xsi:type="dcterms:W3CDTF">2026-09-27T10:07:58Z</dcterms:modified>
</cp:coreProperties>
</file>