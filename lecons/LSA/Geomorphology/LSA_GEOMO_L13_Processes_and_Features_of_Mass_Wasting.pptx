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13: Processes and Features of Mass Wasting.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use leaning fences as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wet soil sliding over hard 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cut wet sand with a spoon and watch it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mention lahars on volcanoes.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solutions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solifluction 2. slump 3. subsidence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GEOMORPHOLOGY  —  LESSON 13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and Features of Mass Wasting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2: Understanding and managing physical landscapes, geomorphological processes and hazards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Denudational Processes on Slopes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 Movements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13: Processes and Features of Mass Wasting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Solifluction, slumping, subsidence, mudflow, lahar.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and fast mass movements; impacts on man and environment; solutions.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mass movements and propose measures to reduce their impacts.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slow mass movements.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fast mass movements.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their impacts and propose solutions.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wasting is caused by gravity.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Carson and Kirkby classify movements by speed and water.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October 2019, a landslide in Gouache, Bafoussam, killed more than 40 people. Houses had been built at the foot of a steep, deforested slope.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landslide killed many people.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made the slope dangerous?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was steep and deforested, with houses at its foot.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can be done?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Avoid building on dangerous slopes, plant trees and drain water.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protect lives and property from mass movements.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SLOW MOVEMENTS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creep_l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Soil creep on a slope.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SLOW MOVEMENTS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soil creep.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SLOW MOVEMENTS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Very slow movement of soil, often only a few millimetres per year.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SLOW MOVEMENTS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lsa_solifluc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Smooth, rounded slopes: the soil moves slowly down them.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SLOW MOVEMENTS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cold areas, wet soil slowly flows over frozen ground. What is this called?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SLOW MOVEMENTS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Solifluction.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FAST MOVEMENTS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lsa_slum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slump.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FAST MOVEMENTS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a slump, how does the soil move?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FAST MOVEMENTS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block slides down a curved surface and tilts backwards.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FAST MOVEMENTS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lsa_lah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Remains of a lahar (volcanic mudflow) from Mount Ruapehu, New Zealand.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FAST MOVEMENTS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 mudflow? Why is it very dangerous?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FAST MOVEMENTS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fast flow of mud and water; it can bury villages quickly.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SOLUTIONS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4_terrac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Terraces on a hillside.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SOLUTIONS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ways to reduce mass wasting.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SOLUTIONS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Plant trees, build terraces and retaining walls, and drain water.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Processes and Features of Mass Wasting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Denudational Processes on Slopes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Mass Movements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13: Processes and Features of Mass Wasting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Solifluction: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slow flow of wet soil over frozen ground.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Slumping: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rotational slide of a block of soil along a curved surface.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Subsidence: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sinking of the ground surface.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Slow and Fast Movements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Soil creep: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Soil moves very slowly downslope. Wetting, drying and animals push particles down.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Solifluction: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Wet soil flows over frozen subsoil in cold climates. It forms lobes and terraces.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Slow and Fast Movements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Falls and slides: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Rocks fall from cliffs and landslides move along a plane. They are sudden and dangerous.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Slumps and flows: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Slumps rotate along a curved surface. Mudflows and lahars are fast flows of water and mud.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Impacts and Solutions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Impacts: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Mass movements kill people and destroy houses, roads and farms. Examples: Bafoussam (2019) and Dschang.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Environmental impacts: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remove soil and vegetation. They also block rivers and fill valleys with debris.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Impacts and Solutions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Solutions: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Plant trees, build terraces, retaining walls and drains. Avoid building on steep, unstable slopes.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difference between a slump and a landslide?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slump rotates on a curved surface; a landslide moves on a flat plane.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measures against landslides.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Plant trees; build retaining walls and drains.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Wet soil flowing over frozen ground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rotational slide is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sinking of the ground is ______.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Observe the Benue or a stream after rain. What does the water carry? Write three things.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14: Erosional Processes.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Solifluction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solifluxion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Slump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glissement rotationnel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Mudflow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coulée de boue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Subsidence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L'affaissement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Retaining wall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mur de soutènement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terrasse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Denudational Processes on Slopes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13: Processes and Features of Mass Wasting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slow mass movements. Describe fast mass movements. Explain their impacts and propose solutions.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mass movements and propose measures to reduce their impacts.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Solifluction, Slumping, Subsidence; II. Slow and Fast Movements: Soil creep, Solifluction, Falls and slides, Slumps and flows; III. Impacts and Solutions: Impacts, Environmental impacts, Solutions.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 the Benue or a stream after rain. What does the water carry? Write three things.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2 (Geomorphology).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“Opal Hills” by Dru!, CC BY-NC 2.0, via Flickr (https://www.flickr.com/photos/36543076@N00/17159561341)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“Holderness landslides 026” by Madingley, CC BY-NC 2.0, via Flickr (https://www.flickr.com/photos/26004680@N00/256596582)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“Lahar (mudflow) remnants from Mount Ruapehu” by Wade Tregaskis, CC BY-NC 2.0, via Flickr (https://www.flickr.com/photos/7725552@N06/502073245)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“Terraced Hillside” by AdamCohn, CC BY-NC-ND 2.0, via Flickr (https://www.flickr.com/photos/96142515@N00/6311042523)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2026-09-27T04:25:33Z</dcterms:created>
  <dcterms:modified xsi:type="dcterms:W3CDTF">2026-09-27T04:25:33Z</dcterms:modified>
</cp:coreProperties>
</file>