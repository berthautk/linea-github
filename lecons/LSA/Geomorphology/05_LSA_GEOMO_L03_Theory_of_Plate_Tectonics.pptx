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Lst>
  <p:notesMasterIdLst>
    <p:notesMasterId r:id="rId6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notesMaster" Target="notesMasters/notesMaster1.xml"/><Relationship Id="rId64" Type="http://schemas.openxmlformats.org/officeDocument/2006/relationships/presProps" Target="presProps.xml"/><Relationship Id="rId65" Type="http://schemas.openxmlformats.org/officeDocument/2006/relationships/viewProps" Target="viewProps.xml"/><Relationship Id="rId66" Type="http://schemas.openxmlformats.org/officeDocument/2006/relationships/theme" Target="theme/theme1.xml"/><Relationship Id="rId6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 Theory of Plate Tectonics.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Development of the Earth's Structure, and the sub-topic is Theories of Earth Structure and Resultant Landforms. The key notions we shall use today are: plate tectonics, lithosphere, asthenosphere, tectonic plate, plate margin, divergent, convergent, conservative, subduction, convection current. At the end, you should be able to do this: learners are able to explain plate tectonics and use it to explain the distribution of volcanoes and earthquakes, including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2: Theory of Sea-Floor Spreading. The question was: Name the three types of plate margins.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Constructive (divergent), destructive (convergent) and conservative (transform) margins.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state the principles of plate tectonics. Number 2: describe constructive, destructive and conservative margins. Number 3: explain the landforms and activities of each margin. Number 4: explain the cause of plate movement. Number 5: explain the Cameroon Volcanic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New sea floor forms at mid-ocean ridges. Convection currents move in the mantle. Mount Cameroon is an active volcano.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the radio in Garoua, a reporter announces a small earth tremor near Mount Cameroon and says that the mountain is an active volcano. You think of the old volcanic peaks of Rhumsiki in the Mandara Mountains. You ask your elder brother: "Why does Cameroon have volcanoes and tremors while Chad and the Central African Republic rarely do? What is happening deep under the ground?"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the theory that explains volcanoes and earthquakes.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theory explains them?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theory of plate tectonics.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are most volcanoes and earthquakes found?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At plate margins, where plates meet.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maps of plates to identify areas at risk of earthquakes and eruptions.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gives the modern explanation of the major landforms and hazards of the Earth, including those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main tectonic plates.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On which plate is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African 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plates move apart and together.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happens at a divergent margin?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Plates move apart and magma rises to form new crust.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subduction.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does the oceanic plate sink under the continental plate?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denser (heavier).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the San Andreas Fault.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are there no volcanoes at a conservative margin?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No crust is destroyed, so no magma is formed.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animation: animation: mantle convection.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drags the plates along?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Convection currents in the mantle.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Plate tectonics and Tectonic plate.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Kinetic aspect, Geometric aspect and Subduction.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Genesis of the Theory. The theory of plate tectonics developed as follows. Copy the point on From drift to plate tectonics on the left, then draw the diagram on the right: the tectonic plates.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Genesis of the Theory. Copy the point on A unifying theory: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Main Principles. The theory is based on the following principles. Copy the point on The lithosphere is broken into plates: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Main Principles. Copy the point on The plates move (kinetic aspect):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Main Principles. Copy the point on The plates are rigid (geometric aspect):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Activity at the margins on the left, then draw the diagram on the right: the plate margins.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Plate Margins and Activities. The three types of plate margins have the following activities. Copy the point on Constructive (divergent) margins on the left, then draw the diagram on the right: the three types of margins.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Destructive (convergent) margins on the left, then draw the diagram on the right: subduction.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Conservative (transform) margins on the left, then draw the diagram on the right: the San Andreas Fault.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of Plate Motion. The plates are moved by the following forces. Copy the point on Sub-crustal convection currents on the left, then draw the diagram on the right: convection currents in the mantle.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of Plate Motion. Copy the point on Ridge push: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of Plate Motion. Copy the point on Slab pull: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Describe what happens at a destructive margin.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two plates move towards each other; the denser plate sinks (subduction), forming trenches, explosive volcanoes, earthquakes and fold mountains.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the Cameroon Volcanic Line volcanic although it is not on a plate margin?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is a zone of weakness in the African plate where magma rises to the surface.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asthenosphere; number 2, conservative; number 3, subduction.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a fault.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 Landforms at Constructive or Divergent Margins.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 THEORY OF PLATE TECTONICS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gif"/><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gif"/><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Theory of Plate Tectonics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Development of the Earth's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Theories of Earth Structure and Resultant Landforms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 Theory of Plate Tectonics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Plate tectonics, lithosphere, asthenosphere, tectonic plate, plate margin, divergent, convergent, conservative, subduction, convection current.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Genesis and principles of plate tectonics; the three types of plate margins with their processes and landforms; causes of plate motion; the Cameroon Volcanic Line.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plate tectonics and use it to explain the distribution of volcanoes and earthquakes, including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2: Theory of Sea-Floor Spreading):</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types of plate margins.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Constructive (divergent), destructive (convergent) and conservative (transform) margins.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State the principles of plate tectonics.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constructive, destructive and conservative margins.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landforms and activities of each margin.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cause of plate movement.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Cameroon Volcanic 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New sea floor forms at mid-ocean ridges.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Convection currents move in the mantle.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Mount Cameroon is an active volcano.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radio in Garoua, a reporter announces a small earth tremor near Mount Cameroon and says that the mountain is an active volcano.</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think of the old volcanic peaks of Rhumsiki in the Mandara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your elder brother: "Why does Cameroon have volcanoes and tremors while Chad and the Central African Republic rarely do?</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happening deep under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the theory that explains volcanoes and earthquakes.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theory explains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theory of plate tectonics.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most volcanoes and earthquakes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plate margins, where plates meet.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maps of plates to identify areas at risk of earthquakes and eruptions.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gives the modern explanation of the major landforms and hazards of the Earth, including those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PRINCIPLES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lates_big.png">    </p:cNvPr>
          <p:cNvPicPr>
            <a:picLocks noChangeAspect="1"/>
          </p:cNvPicPr>
          <p:nvPr/>
        </p:nvPicPr>
        <p:blipFill>
          <a:blip r:embed="rId1"/>
          <a:stretch>
            <a:fillRect/>
          </a:stretch>
        </p:blipFill>
        <p:spPr>
          <a:xfrm>
            <a:off x="1034813" y="1783080"/>
            <a:ext cx="1012206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main tectonic plates.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PRINCIPLES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which plate is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PRINCIPLES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African plate.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PLATE MARGINS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margins.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plates move apart and together.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PLATE MARGINS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at a divergent margin?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PLATE MARGINS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Plates move apart and magma rises to form new crust.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PLATE MARGINS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subduc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Subduction.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PLATE MARGINS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oceanic plate sink under the continental plate?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PLATE MARGINS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denser (heavier).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PLATE MARGINS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sanandrea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San Andreas Fault.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PLATE MARGINS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there no volcanoes at a conservative margin?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PLATE MARGINS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crust is destroyed, so no magma is formed.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mantle_convec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mantle convection.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drags the plates along?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Convection currents in the mantle.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Development of the Earth's Structure</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Theories of Earth Structure and Resultant Landforms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3: Theory of Plate Tectonics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Plate tectonics: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theory that the lithosphere is broken into plates that move over the asthenosphere.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Tectonic plate: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large rigid piece of the lithosphere.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Kinetic aspect: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study of the movements of the plates: their direction and speed.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Geometric aspect: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study of the shape, size and boundaries of the plates.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Subduction: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sinking of a denser plate beneath another plate into the mantle.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Genesis of the Theory</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theory of plate tectonics developed as follows: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From drift to plate tectonics: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In the 1960s, scientists such as Harry Hess, John Tuzo Wilson and Dan McKenzie combined the ideas of continental drift and sea-floor spreading. They showed that the whole lithosphere, and not only the continents, moves in large plates.</a:t>
            </a:r>
            <a:endParaRPr lang="en-US" sz="2800" dirty="0"/>
          </a:p>
        </p:txBody>
      </p:sp>
      <p:pic>
        <p:nvPicPr>
          <p:cNvPr id="5" name="Image 0" descr="/home/claude/f4/img/v2/plates_big.png">    </p:cNvPr>
          <p:cNvPicPr>
            <a:picLocks noChangeAspect="1"/>
          </p:cNvPicPr>
          <p:nvPr/>
        </p:nvPicPr>
        <p:blipFill>
          <a:blip r:embed="rId1"/>
          <a:stretch>
            <a:fillRect/>
          </a:stretch>
        </p:blipFill>
        <p:spPr>
          <a:xfrm>
            <a:off x="6537960" y="2764195"/>
            <a:ext cx="5470855" cy="2308017"/>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tectonic plates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Genesis of the Theory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 unifying theory: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theory explains in one idea the location of mountains, volcanoes, earthquakes and ocean trenches. It has become the basic theory of modern geology.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Principles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theory is based on the following principles: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lithosphere is broken into plates: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lithosphere is divided into about seven large plates, such as the African, Eurasian, Pacific and South American plates, and many small ones. A plate can carry both continental and oceanic crust.</a:t>
            </a:r>
            <a:endParaRPr lang="en-US" sz="3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Principles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plates move (kinetic aspect):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plates move over the soft asthenosphere at a few centimetres a year, about as fast as fingernails grow. They move apart, towards each other or past each 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Principles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plates are rigid (geometric aspect):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interior of each plate is stable, so the plates keep their shape as they move. Deformation happens mainly along their edges, called plate margins.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Principles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Activity at the margins: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Most earthquakes, volcanoes and mountain building take place along the plate margins. A world map of earthquakes and volcanoes therefore shows the outlines of the plates.</a:t>
            </a:r>
            <a:endParaRPr lang="en-US" sz="3600" dirty="0"/>
          </a:p>
        </p:txBody>
      </p:sp>
      <p:pic>
        <p:nvPicPr>
          <p:cNvPr id="5" name="Image 0" descr="/home/claude/f4/img/v2/geo2_margins3.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plate margins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Plate Margins and Activities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three types of plate margins have the following activities: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Constructive (divergent) margins: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The plates move apart, and rising magma forms new crust, creating mid-ocean ridges on the sea floor and rift valleys on land. Volcanic eruptions are gentle and earthquakes shallow, as along the Mid-Atlantic Ridge and the East African Rift.</a:t>
            </a:r>
            <a:endParaRPr lang="en-US" sz="2800" dirty="0"/>
          </a:p>
        </p:txBody>
      </p:sp>
      <p:pic>
        <p:nvPicPr>
          <p:cNvPr id="5" name="Image 0" descr="/home/claude/f4/img/v2/margins_last.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three types of margins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Plate Margins and Activities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Destructive (convergent) margins: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plates move towards each other, and the denser oceanic plate sinks under the other plate (subduction). This creates deep trenches, explosive volcanoes, strong earthquakes and fold mountains, as in the Andes and Japan.</a:t>
            </a:r>
            <a:endParaRPr lang="en-US" sz="3200" dirty="0"/>
          </a:p>
        </p:txBody>
      </p:sp>
      <p:pic>
        <p:nvPicPr>
          <p:cNvPr id="5" name="Image 0" descr="/home/claude/f4/img/v2/subduction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subduction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Plate Margins and Activities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Conservative (transform) margins: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plates slide past each other, so no crust is created or destroyed. There are no volcanoes, but friction causes strong earthquakes, as along the San Andreas Fault in California.</a:t>
            </a:r>
            <a:endParaRPr lang="en-US" sz="3600" dirty="0"/>
          </a:p>
        </p:txBody>
      </p:sp>
      <p:pic>
        <p:nvPicPr>
          <p:cNvPr id="5" name="Image 0" descr="/home/claude/f4/img/v2/f4_sanandreas.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San Andreas Fault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Causes of Plate Motion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plates are moved by the following forces: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Sub-crustal convection currents: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Heat from the core and from radioactive elements warms the mantle; hot rock rises, spreads under the lithosphere, cools and sinks. These slow circular currents drag the plates along like luggage on a conveyor belt.</a:t>
            </a:r>
            <a:endParaRPr lang="en-US" sz="2800" dirty="0"/>
          </a:p>
        </p:txBody>
      </p:sp>
      <p:pic>
        <p:nvPicPr>
          <p:cNvPr id="5" name="Image 0" descr="/home/claude/f4/img/v2/mantle_convection_mid.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convection currents in the mantle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Causes of Plate Motion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Ridge push: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mid-ocean ridges, the new crust stands high and hot. As it cools and slides down the sides of the ridge, it pushes the plate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Causes of Plate Motion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Slab pull: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subduction zones, the cold, dense edge of the oceanic plate sinks into the mantle. As it sinks, it pulls the rest of the plate behind it, and this is now thought to be the strongest force.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what happens at a destructive margin.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Two plates move towards each other; the denser plate sinks (subduction), forming trenches, explosive volcanoes, earthquakes and fold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Cameroon Volcanic Line volcanic although it is not on a plate margin?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zone of weakness in the African plate where magma rises to the surface.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Plates move over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At a ______ margin, plates slide past each other.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sinking of a plate is called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 fault.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Landforms at Constructive or Divergent Margins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Plate tectonics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tectonique des plaques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Plate margin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limite de plaque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Volcano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volcan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Earthquake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séisme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Convection current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courant de convection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Subduction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subduction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Development of the Earth's Structure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 Theory of Plate Tectonics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State the principles of plate tectonics. Describe constructive, destructive and conservative margins. Explain the landforms and activities of each margin. Explain the cause of plate movement. Explain the Cameroon Volcanic Line.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plate tectonics and use it to explain the distribution of volcanoes and earthquakes, including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Genesis of the Theory; Main Principles; Plate Margins and Activities; Causes of Plate Motion.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fault.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Activities 2 and 5 are animations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main plates on a world sketch.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use two books to show the movements.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subduction zone.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slide two hands past each other.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the pot of porridge.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Geomorphology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“faultfind_48” by dsearls, CC BY-SA 2.0, via Flickr (https://www.flickr.com/photos/52614599@N00/15392616)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61</Slides>
  <Notes>61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61</vt:i4>
      </vt:variant>
    </vt:vector>
  </HeadingPairs>
  <TitlesOfParts>
    <vt:vector size="6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2026-09-29T12:18:35Z</dcterms:created>
  <dcterms:modified xsi:type="dcterms:W3CDTF">2026-09-29T12:18:35Z</dcterms:modified>
</cp:coreProperties>
</file>