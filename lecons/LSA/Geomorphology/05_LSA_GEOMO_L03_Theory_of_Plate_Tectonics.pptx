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Theory of Plate Tectonics.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the Earth's Structure, and the sub-topic is Theories of Earth Structure and Resultant Landforms. The key notions we shall use today are: plate tectonics, lithosphere, asthenosphere, tectonic plate, plate margin, divergent, convergent, conservative, subduction, convection current. At the end, you should be able to do this: learners are able to explain plate tectonics and use it to explain the distribution of volcanoes and earthquakes, including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Theory of Sea-Floor Spreading. The question was: Name the three types of plate margins.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Constructive (divergent), destructive (convergent) and conservative (transform) margins.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state the principles of plate tectonics. Number 2: describe constructive, destructive and conservative margins. Number 3: explain the landforms and activities of each margin. Number 4: explain the cause of plate movement. Number 5: explain the Cameroon Volcanic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New sea floor forms at mid-ocean ridges. Convection currents move in the mantle. Mount Cameroon is an active volcano.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radio in Garoua, a reporter announces a small earth tremor near Mount Cameroon and says that the mountain is an active volcano. You think of the old volcanic peaks of Rhumsiki in the Mandara Mountains. You ask your elder brother: "Why does Cameroon have volcanoes and tremors while Chad and the Central African Republic rarely do? What is happening deep under the ground?"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theory that explains volcanoes and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theory explains them?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theory of plate tectonics.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are most volcanoes and earthquakes found?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plate margins, where plates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maps of plates to identify areas at risk of earthquakes and eruptions.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gives the modern explanation of the major landforms and hazards of the Earth, including those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tectonic plates.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On which plate is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African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plates move apart and together.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happens at a divergent margin?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Plates move apart and magma rises to form new crust.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subduction.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the oceanic plate sink under the continental plate?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denser (heavier).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San Andreas Fault.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there no volcanoes at a conservative margin?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crust is destroyed, so no magma is 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animation: animation: mantle convection.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drags the plates along?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Convection currents in the mantle.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Plate tectonics and Tectonic plate.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Plate margin and Subduction.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Genesis and Principles. The genesis and principles of plate tectonics are the following. On this slide we have Genesis.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Plates on the left, then draw the diagram on the right: the main plates.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Genesis and Principles. On this slide we have Movement.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Activity at margins on the left, then draw the diagram on the right: three types of margins.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Plate Margins and Activities. The three types of plate margins are the following. Copy the point on Constructive (divergent) margin on the left, then draw the diagram on the right: plates moving apart and together.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Plate Margins and Activities. On this slide we have Activity of constructive margins.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Destructive (convergent) margin on the left, then draw the diagram on the right: subduction.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Conservative (transform) margin on the left, then draw the diagram on the right: the San Andreas Fault.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Plate Motion. The causes of plate motion are the following. Copy the point on Convection currents on the left, then draw the diagram on the right: mantle convection.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Plate Motion. On this slide we have Conveyor belt and Ridge push and slab pull.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Application to Cameroon. Plate tectonics explains the relief of Cameroon as follows. Copy the point on The Cameroon Volcanic Line on the left, then draw the diagram on the right: the Cameroon Volcanic Line.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Application to Cameroon. On this slide we have Not a plate margin.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Consequences on the left, then draw the diagram on the right: mount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what happens at a destructive margin.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two plates move towards each other; the denser plate sinks (subduction), forming trenches, explosive volcanoes, earthquakes and fold mountains.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Cameroon Volcanic Line volcanic although it is not on a plate margin?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a zone of weakness in the African plate where magma rises to the surface.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asthenosphere; number 2, conservative; number 3, subduction.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 fault.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Landforms at Constructive or Divergent Margins.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THEORY OF PLATE TECTONICS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gif"/><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Theory of Plate Tectonics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the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Earth Structure and Resultant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Theory of Plate Tectonics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Plate tectonics, lithosphere, asthenosphere, tectonic plate, plate margin, divergent, convergent, conservative, subduction, convection current.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Genesis and principles of plate tectonics; the three types of plate margins with their processes and landforms; causes of plate motion; the Cameroon Volcanic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plate tectonics and use it to explain the distribution of volcanoes and earthquakes, including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Theory of Sea-Floor Spreading):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plate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Constructive (divergent), destructive (convergent) and conservative (transform)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principles of plate tectonics.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constructive, destructive and conservative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landforms and activities of each margin.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 of plate movement.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Cameroon Volcanic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New sea floor forms at mid-ocean ridges.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Convection currents move in the mantle.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radio in Garoua, a reporter announces a small earth tremor near Mount Cameroon and says that the mountain is an active volcano.</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think of the old volcanic peaks of Rhumsiki in the Mandara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your elder brother: "Why does Cameroon have volcanoes and tremors while Chad and the Central African Republic rarely do?</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happening deep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theory that explains volcanoes and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explains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theory of plate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volcanoes and earthquakes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plate margins, where plates meet.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maps of plates to identify areas at risk of earthquakes and eruptions.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gives the modern explanation of the major landforms and hazards of the Earth, including those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lat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tectonic plates.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plate is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African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argins.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plates move apart and together.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at a divergent margin?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move apart and magma rises to form new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ubduc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Subduction.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oceanic plate sink under the continental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denser (heavier).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sanandrea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San Andreas Fault.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no volcanoes at a conservative margin?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crust is destroyed, so no magma is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antle_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mantle convection.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drags the plates along?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 currents in the mantle.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the Earth's Structure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Theories of Earth Structure and Resultant Landforms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 Theory of Plate Tectonics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tectonics: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theory that the lithosphere is broken into plates that move over the asthenosphere.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Tectonic plate: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rigid piece of the lithosphere.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margin: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boundary where two plates meet.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Subduction: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sinking of a denser plate beneath another plate into the mantle.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Genesis and Principles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genesis and principles of plate tectonics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Genesis: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theory appeared in the 1960s, combining continental drift and sea-floor spreading.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Genesis and Principles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Plates: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lithosphere is broken into about seven large and many small plates, such as the African, Eurasian and Pacific plates.</a:t>
            </a:r>
            <a:endParaRPr lang="en-US" sz="3600" dirty="0"/>
          </a:p>
        </p:txBody>
      </p:sp>
      <p:pic>
        <p:nvPicPr>
          <p:cNvPr id="5" name="Image 0" descr="/home/claude/f4/img/v2/plates_big.png">    </p:cNvPr>
          <p:cNvPicPr>
            <a:picLocks noChangeAspect="1"/>
          </p:cNvPicPr>
          <p:nvPr/>
        </p:nvPicPr>
        <p:blipFill>
          <a:blip r:embed="rId1"/>
          <a:stretch>
            <a:fillRect/>
          </a:stretch>
        </p:blipFill>
        <p:spPr>
          <a:xfrm>
            <a:off x="5349240" y="2513450"/>
            <a:ext cx="6659575" cy="280950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main plates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Genesis and Principles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move a few centimetres a year over the soft asthenosphere.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Genesis and Principles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Activity at margins: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Most earthquakes, volcanoes and mountain building happen at plate margins.</a:t>
            </a:r>
            <a:endParaRPr lang="en-US" sz="3600" dirty="0"/>
          </a:p>
        </p:txBody>
      </p:sp>
      <p:pic>
        <p:nvPicPr>
          <p:cNvPr id="5" name="Image 0" descr="/home/claude/f4/img/v2/geo2_margins3.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three types of margins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Plate Margins and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three types of plate margins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Constructive (divergent) margin: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Plates move apart and rising magma forms new crust, creating mid-ocean ridges and rift valleys.</a:t>
            </a:r>
            <a:endParaRPr lang="en-US" sz="3200" dirty="0"/>
          </a:p>
        </p:txBody>
      </p:sp>
      <p:pic>
        <p:nvPicPr>
          <p:cNvPr id="5" name="Image 0" descr="/home/claude/f4/img/v2/margins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plates moving apart and together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Plate Margins and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Activity of constructive margins: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Gentle volcanoes and small, shallow earthquakes occur, as along the Mid-Atlantic Ridge and the East African 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Plate Margins and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Destructive (convergent) margin: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Plates move towards each other and the denser plate sinks (subduction), creating trenches, explosive volcanoes and fold mountains.</a:t>
            </a:r>
            <a:endParaRPr lang="en-US" sz="3400" dirty="0"/>
          </a:p>
        </p:txBody>
      </p:sp>
      <p:pic>
        <p:nvPicPr>
          <p:cNvPr id="5" name="Image 0" descr="/home/claude/f4/img/v2/subduction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subduction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Plate Margins and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Conservative (transform) margin: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Plates slide past each other; no crust is made or destroyed, so there are strong earthquakes but no volcanoes, as on the San Andreas Fault.</a:t>
            </a:r>
            <a:endParaRPr lang="en-US" sz="3600" dirty="0"/>
          </a:p>
        </p:txBody>
      </p:sp>
      <p:pic>
        <p:nvPicPr>
          <p:cNvPr id="5" name="Image 0" descr="/home/claude/f4/img/v2/f4_sanandrea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San Andreas Fault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Plate Motion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causes of plate motion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Convection currents: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Heat from the core warms the mantle; hot rock rises, cools and sinks in slow circular currents.</a:t>
            </a:r>
            <a:endParaRPr lang="en-US" sz="3200" dirty="0"/>
          </a:p>
        </p:txBody>
      </p:sp>
      <p:pic>
        <p:nvPicPr>
          <p:cNvPr id="5" name="Image 0" descr="/home/claude/f4/img/v2/mantle_convection_mi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mantle convection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Plate Motion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Conveyor belt: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currents drag the plates along, like luggage on a conveyor belt at an airport.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Ridge push and slab pull: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crust pushes plates away from the ridges, and sinking plates pull the rest behind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Application to Cameroon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Plate tectonics explains the relief of Cameroon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Cameroon Volcanic Line: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It runs from the islands of the Gulf of Guinea through Mount Cameroon, the Western Highlands and the Adamawa.</a:t>
            </a:r>
            <a:endParaRPr lang="en-US" sz="3200" dirty="0"/>
          </a:p>
        </p:txBody>
      </p:sp>
      <p:pic>
        <p:nvPicPr>
          <p:cNvPr id="5" name="Image 0" descr="/home/claude/f4/img/cameroon_volcanic_line.png">    </p:cNvPr>
          <p:cNvPicPr>
            <a:picLocks noChangeAspect="1"/>
          </p:cNvPicPr>
          <p:nvPr/>
        </p:nvPicPr>
        <p:blipFill>
          <a:blip r:embed="rId1"/>
          <a:stretch>
            <a:fillRect/>
          </a:stretch>
        </p:blipFill>
        <p:spPr>
          <a:xfrm>
            <a:off x="6021727" y="1783080"/>
            <a:ext cx="5314602" cy="427024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Cameroon Volcanic Line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Application to Cameroon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Not a plate margin: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inside the African plate, along an old zone of weakness where magma can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Application to Cameroon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Consequences: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explains Mount Cameroon (active), the crater lakes such as Nyos, and the tremors of the South-West.</a:t>
            </a:r>
            <a:endParaRPr lang="en-US" sz="3600" dirty="0"/>
          </a:p>
        </p:txBody>
      </p:sp>
      <p:pic>
        <p:nvPicPr>
          <p:cNvPr id="5" name="Image 0" descr="/home/claude/f4/img/v2/lsa_mtcameroo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Mount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what happens at a destructive margin.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plates move towards each other; the denser plate sinks (subduction), forming trenches, explosive volcanoes, earthquakes and fold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Cameroon Volcanic Line volcanic although it is not on a plate margin?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zone of weakness in the African plate where magma rises to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Plates move over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a ______ margin, plates slide past each other.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sinking of a plate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fault.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Landforms at Constructive or Divergent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 tectonics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tectonique des plaques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 margin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 de plaque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Earthquake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séisme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Convection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de 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the Earth's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Theory of Plate Tectonics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principles of plate tectonics. Describe constructive, destructive and conservative margins. Explain the landforms and activities of each margin. Explain the cause of plate movement. Explain the Cameroon Volcanic Line.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plate tectonics and use it to explain the distribution of volcanoes and earthquakes, including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Genesis and Principles; Plate Margins and Activities; Causes of Plate Motion; Application to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fault.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Activities 2 and 5 are animations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main plates on a world sketch.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two books to show the movements.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subduction zone.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slide two hands past each other.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pot of porridge.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“faultfind_48” by dsearls, CC BY-SA 2.0, via Flickr (https://www.flickr.com/photos/52614599@N00/15392616)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(Consequences):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2026-09-29T03:12:46Z</dcterms:created>
  <dcterms:modified xsi:type="dcterms:W3CDTF">2026-09-29T03:12:46Z</dcterms:modified>
</cp:coreProperties>
</file>