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plate tectonics, lithosphere, asthenosphere, tectonic plate, plate margin, divergent, convergent, conservative, subduction, convection current. At the end, you should be able to do this: learners are able to explain plate tectonics and use it to explain the distribution of volcanoes and earthquakes, including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Theory of Sea-Floor Spreading. The question was: Name the three types of plate margins.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Constructive (divergent), destructive (convergent) and conservative (transform) margins.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state the principles of plate tectonics. Number 2: describe constructive, destructive and conservative margins. Number 3: explain the landforms and activities of each margin. Number 4: explain the cause of plate movement. Number 5: explain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New sea floor forms at mid-ocean ridges. Convection currents move in the mantle.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radio in Garoua, a reporter announces a small earth tremor near Mount Cameroon and says that the mountain is an active volcano. You think of the old volcanic peaks of Rhumsiki in the Mandara Mountains. You ask your elder brother: "Why does Cameroon have volcanoes and tremors while Chad and the Central African Republic rarely do? What is happening deep under the ground?"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theory that explains volcanoes and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explains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are most volcanoes and earthquakes found?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plate margins, where plates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of plates to identify areas at risk of earthquakes and eruptions.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modern explanation of the major landforms and hazards of the Earth, including those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tectonic plates.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plates move apart and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Plates move apart and magma rises to form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subduction.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the oceanic plate sink under the continental plate?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denser (heavier).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San Andreas Fault.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there no volcanoes at a conservative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crust is destroyed, so no magma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mantle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drags the plates along?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Tectonic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Kinetic aspect, Geometric aspect and Subduction.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Genesis of the Theory. The theory of plate tectonics developed as follows. Copy the point on From drift to plate tectonics on the left, then draw the diagram on the right: the tectonic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Genesis of the Theory. Copy the point on A unifying theory: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Principles. The theory is based on the following principles. Copy the point on The lithosphere is broken into plates: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move (kinetic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Principles. Copy the point on The plates are rigid (geometric aspect):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Activity at the margins on the left, then draw the diagram on the right: the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Activities. The three types of plate margins have the following activities. Copy the point on Constructive (divergent) margins on the left, then draw the diagram on the right: the three types of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subduction.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Conservative (transform) margins on the left, then draw the diagram on the right: the San Andreas Fault.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Plate Motion. The plates are moved by the following forces. Copy the point on Sub-crustal convection currents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Ridge push: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Plate Motion. Copy the point on Slab pull: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towards each other; the denser plate sinks (subduction), forming trenches, explosive volcanoes, earthquakes and fold mountains.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Cameroon Volcanic Line volcanic although it is not on a plate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 zone of weakness in the African plate where magma rises to the surface.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asthenosphere; number 2, conservative;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fault.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Landforms at Constructive or Divergent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THEORY OF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Theory of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lithosphere, asthenosphere, tectonic plate, plate margin, divergent, convergent, conservative, subduction, convection current.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Genesis and principles of plate tectonics; the three types of plate margins with their processes and landforms; causes of plate motion; the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Theory of Sea-Floor Spreading):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Constructive (divergent), destructive (convergent) and conservative (transform)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principles of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constructive,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landforms and activities of each margin.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 of plate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New sea floor forms at mid-ocean ridges.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 currents move in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radio in Garoua, a reporter announces a small earth tremor near Mount Cameroon and says that the mountain is an active volcano.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think of the old volcanic peaks of Rhumsiki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your elder brother: "Why does Cameroon have volcanoes and tremors while Chad and the Central African Republic rarely do?</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happening deep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theory that explains volcanoes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volcanoes and earthquakes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where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of plates to identify areas at risk of earthquakes and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modern explanation of the major landforms and hazards of the Earth, including those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tectonic plates.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PRINCIPLES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and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apart and magma rises to form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Subduction.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oceanic plate sink under the continental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denser (heavier).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 Andreas Fault.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volcanoes at a conservative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PLATE MARGINS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crust is destroyed, so no magma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mantle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drags the plates along?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lithosphere is broken into plates that move over the asthenosphere.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Tectonic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lithosphere.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movements of the plates: their direction and speed.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shape, size and boundaries of the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a denser plate beneath another plate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theory of plate tectonics developed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From drift to plate tectonics: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1960s, scientists such as Harry Hess, John Tuzo Wilson and Dan McKenzie combined the ideas of continental drift and sea-floor spreading. They showed that the whole lithosphere, and not only the continents, moves in large plates.</a:t>
            </a:r>
            <a:endParaRPr lang="en-US" sz="2800" dirty="0"/>
          </a:p>
        </p:txBody>
      </p:sp>
      <p:pic>
        <p:nvPicPr>
          <p:cNvPr id="5" name="Image 0" descr="/home/claude/f4/img/v2/plates_big.png">    </p:cNvPr>
          <p:cNvPicPr>
            <a:picLocks noChangeAspect="1"/>
          </p:cNvPicPr>
          <p:nvPr/>
        </p:nvPicPr>
        <p:blipFill>
          <a:blip r:embed="rId1"/>
          <a:stretch>
            <a:fillRect/>
          </a:stretch>
        </p:blipFill>
        <p:spPr>
          <a:xfrm>
            <a:off x="6537960" y="2764195"/>
            <a:ext cx="5470855" cy="230801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tectonic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Genesis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unifying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explains in one idea the location of mountains, volcanoes, earthquakes and ocean trenches. It has become the basic theory of modern geology.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is based on the following principles: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lithosphere is broken into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is divided into about seven large plates, such as the African, Eurasian, Pacific and South American plates, and many small ones. A plate can carry both continental and oceanic crust.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move (kinetic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plates move over the soft asthenosphere at a few centimetres a year, about as fast as fingernails grow. They move apart, towards each other or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plates are rigid (geometric aspect):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interior of each plate is stable, so the plates keep their shape as they move. Deformation happens mainly along their edges, called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Principles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Activity at the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Most earthquakes, volcanoes and mountain building take place along the plate margins. A world map of earthquakes and volcanoes therefore shows the outlines of the plates.</a:t>
            </a:r>
            <a:endParaRPr lang="en-US" sz="3600" dirty="0"/>
          </a:p>
        </p:txBody>
      </p:sp>
      <p:pic>
        <p:nvPicPr>
          <p:cNvPr id="5" name="Image 0" descr="/home/claude/f4/img/v2/geo2_margin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three types of plate margins have the following activities: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plates move apart, and rising magma forms new crust, creating mid-ocean ridges on the sea floor and rift valleys on land. Volcanic eruptions are gentle and earthquakes shallow, as along the Mid-Atlantic Ridge and the East African Rift.</a:t>
            </a:r>
            <a:endParaRPr lang="en-US" sz="2800" dirty="0"/>
          </a:p>
        </p:txBody>
      </p:sp>
      <p:pic>
        <p:nvPicPr>
          <p:cNvPr id="5" name="Image 0" descr="/home/claude/f4/img/v2/margins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plates move towards each other, and the denser oceanic plate sinks under the other plate (subduction). This creates deep trenches, explosive volcanoes, strong earthquakes and fold mountains, as in the Andes and Japan.</a:t>
            </a:r>
            <a:endParaRPr lang="en-US" sz="3200" dirty="0"/>
          </a:p>
        </p:txBody>
      </p:sp>
      <p:pic>
        <p:nvPicPr>
          <p:cNvPr id="5" name="Image 0" descr="/home/claude/f4/img/v2/subduction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subduction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Activities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slide past each other, so no crust is created or destroyed. There are no volcanoes, but friction causes strong earthquakes, as along the San Andreas Fault in California.</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San Andreas Fault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plates are moved by the following forces: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Sub-crustal convection currents: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Heat from the core and from radioactive elements warms the mantle; hot rock rises, spreads under the lithosphere, cools and sinks. These slow circular currents drag the plates along like luggage on a conveyor belt.</a:t>
            </a:r>
            <a:endParaRPr lang="en-US" sz="28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Ridge push: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ridges, the new crust stands high and hot. As it cools and slides down the sides of the ridge, it pushes the plate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Causes of Plate Motion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Slab pull: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subduction zones, the cold, dense edge of the oceanic plate sinks into the mantle. As it sinks, it pulls the rest of the plate behind it, and this is now thought to be the strongest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towards each other; the denser plate sinks (subduction), forming trenches, explosive volcanoes, earthquakes and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Cameroon Volcanic Line volcanic although it is not on a plate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weakness in the African plate where magma rises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move over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______ margin, plates slide past each other.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a plate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tectonics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tectonique des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Theory of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principles of plate tectonics. Describe constructive, destructive and conservative margins. Explain the landforms and activities of each margin. Explain the cause of plate movement. Explain the Cameroon Volcanic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plate tectonics and use it to explain the distribution of volcanoes and earthquakes, including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Genesis of the Theory; Main Principles; Plate Margins and Activities; Causes of Plate Motion.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fault.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5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main plates on a world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two books to show the movements.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subduction zone.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slide two hands past each 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pot of porridge.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2026-09-29T11:21:59Z</dcterms:created>
  <dcterms:modified xsi:type="dcterms:W3CDTF">2026-09-29T11:21:59Z</dcterms:modified>
</cp:coreProperties>
</file>