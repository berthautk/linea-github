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Theory of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plate tectonics, plates, plate margins, convection currents. At the end, you should be able to do this: learners are able to locate the main plates and explain why they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Theory of Sea-Floor Spreading. The question was: Name three countries that often have earthquakes or volcanoes. Find them on a map.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Japan, Indonesia and Chile often have earthquakes and volcanoes. They lie on the Pacific "Ring of Fire" where plates collide.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main principles of plate tectonics. Number 2: identify the three types of plate margins. Number 3: explain the causes of plate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Wegener proposed continental drift. Hess explained sea-floor spreading.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television, Mariam sees an earthquake in Japan and a volcano in Italy. She learns that Mount Cameroon is also active, but that Garoua rarely feels earthquakes.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Mariam wants to know why some places have earthquakes and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 most of them happen?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edges of the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Garoua safer?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far from plate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distribution of volcanoes and earthquakes to reduce disaster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theory that explains earthquakes, volcanoes and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plates of the Earth (blue star: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plate is Cameroon? Name two other plates.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African Plate. Others: Eurasian, Pacific, South American.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convection currents in the mantle.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moves the plates?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 currents in the mantle, caused by heat from the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plates move apart and together.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three types of plate margins.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Constructive (apart), destructive (together), conservative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San Andreas Fault (USA).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Here two plates slide past each other. What happens there?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Strong earthquakes, but no volcanoes: a conservative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mount Kilimanjaro, a volcano in East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volcanoes and earthquakes found in bands around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follow the plate margins, where plates interact.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Plate tectonics and Plate margin.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Genesis and Main Principles. The theory of plate tectonics can be summarised as follows. On this slide we have Genesis.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Genesis and Main Principles. On this slide we have Principles.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major plates.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Plate Margins and Processes. There are three types of plate margins. On this slide we have Constructive (divergent) margins.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Plate Margins and Processes. On this slide we have Destructive (convergent) margins.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Plate Margins and Processes. On this slide we have Conservative (transform) margins.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plate margins.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Plate Motions. Plates move because of the following forces. On this slide we have Convection currents.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Plate Motions. On this slide we have Ridge push and slab pull.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convection currents in the mantle.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moves the plates?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convection currents in the mantle.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each type of margin.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mid-Atlantic Ridge (constructive), Andes (destructive), San Andreas (conservative).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African; number 2, constructive; number 3, conservative.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picture of the East African Rift Valley. Describe its shape in two sentences.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Landforms at Constructive or Divergent Margins.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THEORY OF PLATE TECTONICS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gif"/><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gif"/><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Theory of Plate Tectonics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Theory of Plate Tectonics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Plate tectonics, plates, plate margins, convection currents.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Genesis and principles; plate margins and processes; causes of plate motion.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main plates and explain why they move.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Theory of Sea-Floor Spreading):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countries that often have earthquakes or volcanoes. Find them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Japan, Indonesia and Chile often have earthquakes and volcanoes. They lie on the Pacific "Ring of Fire" where plates collide.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main principles of plate tectonics.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three types of plate margins.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plate motion.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Wegener proposed continental drift.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Hess explained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television, Mariam sees an earthquake in Japan and a volcano in Italy. She learns that Mount Cameroon is also active, but that Garoua rarely feels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wants to know why some places have earthquakes and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most of them happen?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edges of the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Garoua safer?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 from plate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distribution of volcanoes and earthquakes to reduce disaster risks.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theory that explains earthquakes, volcanoes and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GENESIS: THE PLATES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plates of the Earth (blue star: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GENESIS: THE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plate is Cameroon? Name two other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GENESIS: THE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African Plate. Others: Eurasian, Pacific, South American.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CAUSES OF PLATE MOTION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ntle_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convection currents in the mantle.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CAUSES OF PLATE MOTION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moves the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CAUSES OF PLATE MOTION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 currents in the mantle, caused by heat from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argin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plates move apart and together.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plate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Constructive (apart), destructive (together), conservative (side by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CONSERVATIVE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anandrea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 Andreas Fault (USA).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CONSERVATIVE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Here two plates slide past each other. What happens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CONSERVATIVE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earthquakes, but no volcanoes: a conservative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PRINCIPLES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kilimanjar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Kilimanjaro, a volcano in East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volcanoes and earthquakes found in bands around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follow the plate margins, where plates interact.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tectonics: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lithosphere is broken into rigid plates that move over the asthenosphere.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margin: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boundary where two plates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Genesis and Main Principles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theory of plate tectonics can be summarised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Genesis: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1960s, continental drift and sea-floor spreading were combined into one theory. It explained where mountains, volcanoes and earthquakes are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Genesis and Main Principles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lithosphere is divided into about 7 major and many minor plates, such as the African, Eurasian and Pacific plates. They move a few centimetres a year, and most activity happens at their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Genesis and Main Principles</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major plates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Plate Margins and Processes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There are three types of plate margins: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Constructive (divergent)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move apart and new crust is formed, as at the Mid-Atlantic Ridge and the East African Rift. Eruptions are gentle and earthquakes shallow.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Plate Margins and Processes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Destructive (convergent)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move towards each other and one sinks under the other (subduction), or they collide. Explosive volcanoes, deep earthquakes and fold mountains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Plate Margins and Processes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Conservative (transform)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slide past each other without creating or destroying crust. Strong earthquakes occur, as on the San Andreas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Plate Margins and Processes</a:t>
            </a:r>
            <a:endParaRPr lang="en-US" sz="3600" dirty="0"/>
          </a:p>
        </p:txBody>
      </p:sp>
      <p:pic>
        <p:nvPicPr>
          <p:cNvPr id="4" name="Image 0" descr="/home/claude/f4/img/v2/margin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plate margins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Plate Motions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Plates move because of the following forces: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Convection currents: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from the core makes the mantle rock rise, spread and sink in slow currents. These currents drag the plates above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Plate Motions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Ridge push and slab pull: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crust at the ridges pushes the plates away. The heavy sinking plate at a trench pulls the rest of the plate behind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Plate Motions</a:t>
            </a:r>
            <a:endParaRPr lang="en-US" sz="3600" dirty="0"/>
          </a:p>
        </p:txBody>
      </p:sp>
      <p:pic>
        <p:nvPicPr>
          <p:cNvPr id="4" name="Image 0" descr="/home/claude/f4/img/v2/mantle_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convection currents in the mantle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moves the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 currents in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each type of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Mid-Atlantic Ridge (constructive), Andes (destructive), San Andreas (conservative).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on the ______ Plate.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Plates moving apart form a ______ margin.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Plates sliding past each other form a ______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picture of the East African Rift Valley. Describe its shape in two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Landforms at Constructive or Divergent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 margin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 de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de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dorsale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Theory of Plate Tectonics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main principles of plate tectonics. Identify the three types of plate margins. Explain the causes of plate motion.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main plates and explain why they move.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Genesis and Main Principles; Plate Margins and Processes; Causes of Plate Motions.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picture of the East African Rift Valley. Describe its shape in two sentences.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2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world with a few plate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water moving in a pot on the fire.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move two books apart, together and side by side.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rub your two hands against each other.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the Pacific "Ring of Fire"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“faultfind_48” by dsearls, CC BY-SA 2.0, via Flickr (https://www.flickr.com/photos/52614599@N00/15392616)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“Kilimanjaro” by ian 1602, CC BY-NC 2.0, via Flickr (https://www.flickr.com/photos/98181641@N00/2179855841)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2026-09-27T10:31:29Z</dcterms:created>
  <dcterms:modified xsi:type="dcterms:W3CDTF">2026-09-27T10:31:29Z</dcterms:modified>
</cp:coreProperties>
</file>