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Landforms at Constructive or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divergence, tension, fault, rift valley (graben), block mountain (horst), escarpment, basin and range, mid-ocean ridge, shield volcano. At the end, you should be able to do this: learners are able to explain the formation of rift valleys, block mountains and ridges and relate them to the Benue Trough.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Theory of Plate Tectonics. The question was: Define a fault.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fault is a crack in the crust along which rocks have moved.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how tension creates faults. Number 2: explain the formation of rift valleys and block mountains. Number 3: describe the landforms of oceanic spreading. Number 4: describe the hazards of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At a divergent margin, plates move apart. A fault is a crack along which rocks have moved. Mid-ocean ridges are made of basalt.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travel by bus from Garoua to Ngaoundéré. After the wide, flat plain of the Benue, the road climbs a long, steep slope. From the top, you look back and see the vast low valley stretching for kilometres, as if a huge piece of land had sunk between two higher blocks. You ask: "Why is the landscape arranged like this, with a sunken basin next to high, steep-sided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land sinks and rises along faults at divergent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crust when it is stretched?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cracks along faults.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a block of land that has sunk between two faults?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rift valley (graben).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fault landforms such as escarpments and valleys in the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formation of major landforms of Africa and Cameroon, such as the Rift Valley and the Benue Trough.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rift valley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force pulls the crust apart at a divergent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Great Rift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sunken block of a rift valley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escarpment.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steep slope at the edge of a horst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escarpment (fault scarp).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shield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shield volcanoes wide with gentle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runny basic lava flows far before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rift in Iceland.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Are earthquakes at divergent margins usually strong or weak?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Usually frequent but shallow and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Fault and Rift valley (graben).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Block mountain (horst) and Escarpment.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Divergence and Faulting. Divergence and faulting are presented as follows. Copy the point on Tension on the left, then draw the diagram on the right: a rift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Divergence and Faulting. On this slide we have Faulting and Result.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Continental Rifting. Continental rifting creates the following landforms. Copy the point on Rift valley (graben) on the left, then draw the diagram on the right: the Great Rift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Continental Rifting. On this slide we have The Benue Trough and Block mountains (horsts).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Escarpment on the left, then draw the diagram on the right: an escarpment.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Continental Rifting. On this slide we have Basin and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Landforms of Oceanic Spreading. Oceanic spreading creates the following landforms. Copy the point on Mid-ocean ridges on the left, then draw the diagram on the right: a mid-ocean ridge.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Shield volcanoes on the left, then draw the diagram on the right: a shield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Landforms of Oceanic Spreading. On this slide we have Effusive eruptions.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Associated Hazards. The hazards of divergent margins are the following. On this slide we have Earthquakes.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Lava flows on the left, then draw the diagram on the right: a rift in Iceland.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the formation of a rift valley.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tension pulls the crust apart; faults form and the block between two parallel faults sinks to form a graben.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was the Benue Trough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by rifting when Africa separated from South America, which made a block of crust sink.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graben (rift valley); number 2, horst (block mountain); number 3, basic (runny).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range of fold mountains.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Landforms at Destructive and Conservative Margins.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LANDFORMS AT CONSTRUCTIVE OR DIVERGENT MARGINS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Landforms at Constructive or Divergent Margins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Landforms at Constructive or Divergent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Divergence, tension, fault, rift valley (graben), block mountain (horst), escarpment, basin and range, mid-ocean ridge, shield volcano.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Divergence and faulting; landforms of continental rifting (rift valley, horst, escarpment, basin and range, the Benue Trough); landforms of oceanic spreading (ridges, shield volcanoes); associated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of rift valleys, block mountains and ridges and relate them to the Benue Trough.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Theory of Plate Tectonics):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fault is a crack in the crust along which rocks have 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tension creates faults.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rift valleys and block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landforms of oceanic spreading.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hazards of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a divergent margin, plates move apart.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fault is a crack along which rocks have moved.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Mid-ocean ridges are made of basalt.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travel by bus from Garoua to Ngaoundéré.</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wide, flat plain of the Benue, the road climbs a long, steep slope.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top, you look back and see the vast low valley stretching for kilometres, as if a huge piece of land had sunk between two higher blocks.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landscape arranged like this, with a sunken basin next to high, steep-sided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land sinks and rises along faults at divergent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crust when it is stretched?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 along faults.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block of land that has sunk between two faults?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rift valley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fault landforms such as escarpments and valleys in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formation of major landforms of Africa and Cameroon, such as the Rift Valley and the Benue Trough.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horst_grabe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rift valley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force pulls the crust apart at a divergent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FAULTING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ift_vall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Great Rift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sunken block of a rift valley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escarpme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escarpment.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steep slope at the edge of a horst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RIFTING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escarpment (fault scarp).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OCEANIC SPREADING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h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shield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OCEANIC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shield volcanoes wide with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OCEANIC SPREADING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runny basic lava flows far before cooling.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hingvelli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rift in Iceland.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 earthquakes at divergent margins usually strong or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Usually frequent but shallow and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Landforms at Constructive or Divergent Margins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fracture in the crust along which rocks have moved.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Rift valley (graben):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 valley formed when a block of land sinks between two parallel faults.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Block mountain (horst):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block of land left standing high between faults.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Escarpment: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steep slope marking the edge of a horst or of 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Divergence and Faulting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Divergence and faulting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Tension: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At a constructive margin, tension pulls the crust apart.</a:t>
            </a:r>
            <a:endParaRPr lang="en-US" sz="3600" dirty="0"/>
          </a:p>
        </p:txBody>
      </p:sp>
      <p:pic>
        <p:nvPicPr>
          <p:cNvPr id="5" name="Image 0" descr="/home/claude/f4/img/v2/horst_grabe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rift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Divergence and Faulting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Faulting: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brittle crust breaks along faults, and blocks move up or down along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Result: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Faulting creates rift valleys, block mountains and escarpments on continents, and ridges on the ocean floor.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Continental Rifting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Continental rifting creates the following landforms: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Rift valley (graben):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A long block sinks between two parallel faults, like the Great Rift Valley of East Africa.</a:t>
            </a:r>
            <a:endParaRPr lang="en-US" sz="3400" dirty="0"/>
          </a:p>
        </p:txBody>
      </p:sp>
      <p:pic>
        <p:nvPicPr>
          <p:cNvPr id="5" name="Image 0" descr="/home/claude/f4/img/v2/f2t_rift_valle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Great Rift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Continental Rifting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Benue Trough: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rift formed when Africa and South America separated; the Benue flows in it past Garoua.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Block mountains (horsts):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Blocks left standing high on each side of a graben, often with flat tops, like the Ruwenzori.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Continental Rifting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Escarpment: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steep slope at the edge of a horst, which shows the fault line.</a:t>
            </a:r>
            <a:endParaRPr lang="en-US" sz="3600" dirty="0"/>
          </a:p>
        </p:txBody>
      </p:sp>
      <p:pic>
        <p:nvPicPr>
          <p:cNvPr id="5" name="Image 0" descr="/home/claude/f4/img/v2/lsa_escarpmen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escarpment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Landforms of Continental Rifting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and 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parallel faults create alternating horsts and grabens, as in Nevada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Landforms of Oceanic Spreading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Oceanic spreading creates the following landforms: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Mid-ocean ridges: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underwater mountain chains built by rising magma, like the Mid-Atlantic Ridge.</a:t>
            </a:r>
            <a:endParaRPr lang="en-US" sz="3600" dirty="0"/>
          </a:p>
        </p:txBody>
      </p:sp>
      <p:pic>
        <p:nvPicPr>
          <p:cNvPr id="5" name="Image 0" descr="/home/claude/f4/img/v2/seafloor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mid-ocean ridge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Landforms of Oceanic Spreading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Shield volcanoes: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Runny basaltic lava flows far and builds broad volcanoes with gentle slopes, as in Iceland.</a:t>
            </a:r>
            <a:endParaRPr lang="en-US" sz="3600" dirty="0"/>
          </a:p>
        </p:txBody>
      </p:sp>
      <p:pic>
        <p:nvPicPr>
          <p:cNvPr id="5" name="Image 0" descr="/home/claude/f4/img/v2/lsa_sh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shield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Landforms of Oceanic Spreading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Effusive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Eruptions are gentle: lava flows out rather than exploding.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Associated Hazards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hazards of divergent margins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Movements along faults cause frequent earthquakes, usually shallow and weaker than at other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Associated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Non-explosive eruptions destroy property but usually give people time to escape.</a:t>
            </a:r>
            <a:endParaRPr lang="en-US" sz="3600" dirty="0"/>
          </a:p>
        </p:txBody>
      </p:sp>
      <p:pic>
        <p:nvPicPr>
          <p:cNvPr id="5" name="Image 0" descr="/home/claude/f4/img/v2/f4_thingvelli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rift in Iceland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formation of a rift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Tension pulls the crust apart; faults form and the block between two parallel faults sinks to form a graben.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the Benue Trough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rifting when Africa separated from South America, which made a block of crust sink.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sunken block between two faults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block left standing high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Shield volcanoes are built by ______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range of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Landforms at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fossé d'effondrement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Block 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horst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Escarpment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L'escarpement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Landforms at Constructive or Divergent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tension creates faults. Explain the formation of rift valleys and block mountains. Describe the landforms of oceanic spreading. Describe the hazards of divergent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of rift valleys, block mountains and ridges and relate them to the Benue Trough.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Divergence and Faulting; Landforms of Continental Rifting; Landforms of Oceanic Spreading; Associated Hazards.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range of fold mountains.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pull a slab of clay apart.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graben between two faults.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Adamawa escarpment.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pour honey and thick porridge to compare.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destructive margins.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“Great Rift Valley” by GSAPP_SIDL, CC BY-NC-ND 2.0, via Flickr (https://www.flickr.com/photos/77974798@N04/7341392488)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“1959 Hebgen Lake Earthquake fault scarp (Cabin Creek, Gallatin County,” by James St. John, CC BY 2.0, via Flickr (https://www.flickr.com/photos/47445767@N05/45610123392)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“Fire and Stars” by howardignatius, CC BY-NC-ND 2.0, via Flickr (https://www.flickr.com/photos/25659032@N07/39966052052)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“Silfra Fissure” by Daveography.ca, CC BY-NC-SA 2.0, via Flickr (https://www.flickr.com/photos/71482738@N00/32857247053)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2026-09-29T03:12:47Z</dcterms:created>
  <dcterms:modified xsi:type="dcterms:W3CDTF">2026-09-29T03:12:47Z</dcterms:modified>
</cp:coreProperties>
</file>