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Landforms at Constructive or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divergence, tension, fault, rift valley (graben), block mountain (horst), escarpment, basin and range, mid-ocean ridge, shield volcano. At the end, you should be able to do this: learners are able to explain the formation of rift valleys, block mountains and ridges and relate them to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Theory of Plate Tectonics. The question was: Define a fault.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fault is a crack in the crust along which rocks have moved.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tension creates faults. Number 2: explain the formation of rift valleys and block mountains. Number 3: describe the landforms of oceanic spreading. Number 4: describe the hazards of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divergent margin, plates move apart. A fault is a crack along which rocks have moved. Mid-ocean ridges are made of basalt.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by bus from Garoua to Ngaoundéré. After the wide, flat plain of the Benue, the road climbs a long, steep slope. From the top, you look back and see the vast low valley stretching for kilometres, as if a huge piece of land had sunk between two higher blocks. You ask: "Why is the landscape arranged like this, with a sunken basin next to high, steep-sided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land sinks and rises along faults at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crust when it is stretched?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 along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block of land that has sunk between two faults?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rift valley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fault landforms such as escarpments and valleys in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formation of major landforms of Africa and Cameroon, such as the Rift Valley and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rift valley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force pulls the crust apart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Great Rift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sunken block of a rift valley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steep slope at the edge of a horst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escarpment (fault scarp).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shield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shield volcanoes wide with gentle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runny basic lava flows far before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Are earthquakes at divergent margins usually strong or weak?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frequent but shallow and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Constructive (divergent) margin.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Faulting, Fault and Folding.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Divergence and Faulting. At constructive margins, faulting takes place as follows. Copy the point on Tension on the left, then draw the diagram on the right: horst and graben.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Copy the point on Normal faults: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Copy the point on Result on the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Ridges, Rift Valleys and Shield Volcanoes. Divergence creates the following major landforms. Copy the point on Mid-ocean ridges on the left, then draw the diagram on the right: a mid-ocean ridge.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valleys on the left, then draw the diagram on the right: a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Faulted Landforms. Faulting at divergent margins creates the following landforms. Copy the point on Block mountains (horsts):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Faulted Landforms. Copy the point on Plateaux: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Escarpments (fault scarps) on the left, then draw the diagram on the right: an escarpment.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Faulted Landforms. Copy the point on Basin and range landscape: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Eruptions and Earthquakes. Constructive margins have the following types of eruptions and earthquakes. Copy the point on Fissure (Icelandic) eruptions on the left, then draw the diagram on the right: a fissure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Eruptions and Earthquakes. Copy the point on Hawaiian-type eruptions: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Eruptions and Earthquakes. Copy the point on Shallow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formation of a rift valley.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tension pulls the crust apart; faults form and the block between two parallel faults sinks to form a graben.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was the Benue Trough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rifting when Africa separated from South America, which made a block of crust sink.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graben (rift valley); number 2, horst (block mountain); number 3, basic (runny).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range of fold mountains.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Landforms at Destructive and Conservative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LANDFORMS AT CONSTRUCTIVE OR DIVERGENT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Constructive or Divergent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Landforms at Constructive or Divergent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tension, fault, rift valley (graben), block mountain (horst), escarpment, basin and range, mid-ocean ridge, shield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and faulting; landforms of continental rifting (rift valley, horst, escarpment, basin and range, the Benue Trough); landforms of oceanic spreading (ridges, shield volcanoes); associated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Theory of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fault is a crack in the crust along which rocks have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tension creates faults.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rift valleys and block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of oceanic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hazards of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divergent margin, plates move apart.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fault is a crack along which rocks have moved.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Mid-ocean ridges are made of 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by bus from Garoua to Ngaoundéré.</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wide, flat plain of the Benue, the road climbs a long, steep slope.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you look back and see the vast low valley stretching for kilometres, as if a huge piece of land had sunk between two higher blocks.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landscape arranged like this, with a sunken basin next to high, steep-sided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land sinks and rises along faults at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it is stretched?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along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block of land that has sunk between two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rift valley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fault landforms such as escarpments and valleys in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formation of major landforms of Africa and Cameroon, such as the Rift Valley and the Benue Trough.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rift valley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pulls the crust apart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sunken block of a rift valley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steep slope at the edge of a horst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escarpment (fault scarp).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shield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with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runny basic lava flows far before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earthquakes at divergent margins usually strong or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frequent but shallow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(divergent)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apart and new crust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of the crust under stress, with movement of blocks along the fractures.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fracture in the crust along which rocks have 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layers of rock under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At constructive margins, faulting takes place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Tension: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At a constructive margin, the plates move apart and the crust is stretched by tension. The brittle rocks of the crust cannot bend much, so they break.</a:t>
            </a:r>
            <a:endParaRPr lang="en-US" sz="3200" dirty="0"/>
          </a:p>
        </p:txBody>
      </p:sp>
      <p:pic>
        <p:nvPicPr>
          <p:cNvPr id="5" name="Image 0" descr="/home/claude/f4/img/v2/horst_graben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horst and graben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faults: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produces normal faults, in which one block slides down along a sloping fracture. Parallel faults divide the crust into blocks that move up or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on the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Faulting creates rift valleys, block mountains and escarpments on the continents. On the ocean floor, it creates the central rift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Divergence creates the following major landforms: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Where two oceanic plates move apart, rising magma builds long underwater mountain chains, like the Mid-Atlantic Ridge. They are cut by a central rift and by many transform faults.</a:t>
            </a:r>
            <a:endParaRPr lang="en-US" sz="3000" dirty="0"/>
          </a:p>
        </p:txBody>
      </p:sp>
      <p:pic>
        <p:nvPicPr>
          <p:cNvPr id="6" name="Image 0" descr="/home/claude/f4/img/v2/seafloor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mid-ocean ridge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Rift valleys: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Where a continent is pulled apart, a long block sinks between two parallel faults and forms a rift valley (graben), like the Great Rift Valley of East Africa. The Benue Trough, in which the Benue flows past Garoua, is an old rift formed when Africa and South America separated.</a:t>
            </a:r>
            <a:endParaRPr lang="en-US" sz="2800" dirty="0"/>
          </a:p>
        </p:txBody>
      </p:sp>
      <p:pic>
        <p:nvPicPr>
          <p:cNvPr id="6" name="Image 0" descr="/home/claude/f4/img/v2/f2t_rift_valley.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at divergent margins is basic and runny, so lava flows far before it cools. It builds broad volcanoes with gentle slopes, as in Iceland and along the East African Rift.</a:t>
            </a:r>
            <a:endParaRPr lang="en-US" sz="3600" dirty="0"/>
          </a:p>
        </p:txBody>
      </p:sp>
      <p:pic>
        <p:nvPicPr>
          <p:cNvPr id="6" name="Image 0" descr="/home/claude/f4/img/v2/lsa_sh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Faulting at divergent margins creates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Block mountains (horsts):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block of land left standing high between two faults, or pushed up, forms a block mountain with a flat top. The Ruwenzori Mountains, between Uganda and the Democratic Republic of Congo, are an example.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large blocks are uplifted as a whole, they form high, flat plateaux bounded by faults. Parts of the East African plateau were formed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Faulted Landforms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Escarpments (fault scarps):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escarpment is the steep slope along the edge of a horst or a rift valley, which marks the line of the fault. Its steepness shows that the fault is recent or active.</a:t>
            </a:r>
            <a:endParaRPr lang="en-US" sz="3600" dirty="0"/>
          </a:p>
        </p:txBody>
      </p:sp>
      <p:pic>
        <p:nvPicPr>
          <p:cNvPr id="6" name="Image 0" descr="/home/claude/f4/img/v2/lsa_escarpmen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escarpment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range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crust is stretched over a wide area, many parallel faults form alternating horsts (ranges) and grabens (basins). This landscape is found in Nevada and Utah in the United 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Constructive margins have the following types of eruptions and earthquakes: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Fissure (Icelandic) eruptions: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Runny basaltic lava pours quietly out of long cracks in the ground. These eruptions build lava plateaux and give people time to move away.</a:t>
            </a:r>
            <a:endParaRPr lang="en-US" sz="3200" dirty="0"/>
          </a:p>
        </p:txBody>
      </p:sp>
      <p:pic>
        <p:nvPicPr>
          <p:cNvPr id="5" name="Image 0" descr="/home/claude/f4/img/v2/f4_thingvelli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fissure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Hawaiian-type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flows out of a central vent with fountains of red-hot lava but few explosions, because the magma contains little gas. They build shield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Shallow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along the faults cause frequent earthquakes, with a focus less than about 70 km deep. They are usually weaker than those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formation of a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pulls the crust apart; faults form and the block between two parallel faults sinks to form a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Benue Trough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rifting when Africa separated from South America, which made a block of crust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sunken block between two faults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block left standing high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Shield volcanoes are built by ______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fossé d'effondrement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Block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Escarpment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L'escarpement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Landforms at Constructive or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tension creates faults. Explain the formation of rift valleys and block mountains. Describe the landforms of oceanic spreading. Describe the hazards of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Divergence and Faulting; Ridges, Rift Valleys and Shield Volcanoes; Faulted Landforms; Volcanic Eruptions and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range of fold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pull a slab of clay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graben between two faults.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escarpment.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honey and thick porridge to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destructive margins.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2026-10-06T05:43:51Z</dcterms:created>
  <dcterms:modified xsi:type="dcterms:W3CDTF">2026-10-06T05:43:51Z</dcterms:modified>
</cp:coreProperties>
</file>