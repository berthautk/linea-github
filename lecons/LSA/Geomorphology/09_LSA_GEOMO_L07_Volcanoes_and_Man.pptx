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 resource, volcanic hazard, andosol, geothermal energy, pyroclastic flow, lahar, limnic eruption, monitoring, mitigation, adaptation. At the end, you should be able to do this: learners are able to explain why people live near volcanoes and propose measures to reduce volcanic risks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Give one benefit of volcanoes to man.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Fertile soils, tourism, geothermal energy, building stone or minerals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resources provided by volcanoes. Number 2: explain the hazards of volcanoes. Number 3: describe the Lake Nyos disaster. Number 4: describe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Mount Cameroon is an active composite cone. Lake Nyos is a crater lake. Eruptions release lava, pyroclasts and gases.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friend's elder sister works for the Cameroon Development Corporation (CDC) on a banana plantation near Tiko, on the slopes of Mount Cameroon. In her photos the soil is very dark and the plants grow extremely well. Yet you know that Mount Cameroon is an active volcano. You ask: "Why do people choose to farm and live so close to a mountain that can erupt, and how can they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volcanoes are both a resource and a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CDC plantations on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Volcanic ash weathers into very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people living there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Use monitoring, hazard maps, education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advice of the authorities in volcanic areas and support monitoring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advantages and dangers of volcanoes and to reduce disasters such as Lake Nyos.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volcanic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Ash and lava weather into soils rich in minerals (andosols).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the heat of magma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heats underground water into steam that turns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house destroyed by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volcanic hazard is the most deadly?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pyroclastic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killed about 1,700 people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sudden release of carbon dioxide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monitoring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monitor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seismometer, a gas sensor or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resource and Volcanic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are important to man in the following ways. Copy the point on Fertile soils on the left, then draw the diagram on the right: a banana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Copy the point on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Copy the point on Building materials and minerals: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cause the following hazards. Copy the point on Lava flows on the left, then draw the diagram on the right: a house destroyed by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Copy the point on Ash falls and pyroclastic flows: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Lahars on the left, then draw the diagram on the right: a lahar.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People reduce volcanic risks with the following strategies. Copy the point on Monitoring and warning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Copy the point on Hazard mapping and land-use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Copy the point on Education and evacuation plans: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Engineering measures on the left, then draw the diagram on the right: volcanoes and man.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volcano is both a resource and a hazard.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fertile soils, energy and tourism, but its eruptions and gases destroy property and kill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risks.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hazard maps and zoning, education and evacuation plans, engineering works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andosols; number 2, pyroclastic; number 3,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epicentre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resource, volcanic hazard, andosol, geothermal energy, pyroclastic flow, lahar, limnic eruption, monitoring,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resources (soils, tourism, energy, materials, minerals); volcanoes as hazards (lava, ash, pyroclastic flows, lahars, gases, Lake Nyos);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tourism, geothermal energy, building stone or minerals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resources provided by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hazards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Lake Nyos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composite cone.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Eruptions release lava,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friend's elder sister works for the Cameroon Development Corporation (CDC) on a banana plantation near Tiko, on the slopes of Mount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her photos the soil is very dark and the plants grow extremely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know that Mount Cameroon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people choose to farm and live so close to a mountain that can erupt, and how can they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volcanoes are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CDC plantations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weathers into very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people living there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monitoring, hazard maps, education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advice of the authorities in volcanic areas and support monitoring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advantages and dangers of volcanoes and to reduce disasters such as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and lava weather into soils rich in minerals (andosols).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heat of magma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underground water into steam that turns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house destroyed by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volcanic hazard is the most deadly?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pyroclastic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about 1,700 people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sudden release of carbon dioxide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Monitoring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monitor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seismometer, a gas sensor or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benefit that people obtain from volcanoes, such as fertile soils or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adjustment of people's way of life to live with a hazard.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actions that reduce the damage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Volcanoes are important to man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Volcanic ash and lava weather into deep, rich soils called andosols. On the slopes of Mount Cameroon, they support the CDC plantations of bananas, rubber, tea and oil palm, and in the Western Highlands dense farming of coffee and food crops.</a:t>
            </a:r>
            <a:endParaRPr lang="en-US" sz="2800" dirty="0"/>
          </a:p>
        </p:txBody>
      </p:sp>
      <p:pic>
        <p:nvPicPr>
          <p:cNvPr id="5" name="Image 0" descr="/home/claude/f4/img/v2/usa_banan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banana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and crater lakes attract visitors, which creates jobs and income. The Mount Cameroon Race of Hope and the crater lakes of the Western Highlands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Underground heat turns water into steam, which drives turbines to produce electricity and heats houses. Iceland and Kenya produce a large part of their electricity in this way.</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6537960" y="2093695"/>
            <a:ext cx="5470855" cy="364901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quarried for roads, houses and cement. Volcanic areas also contain valuable minerals such as sulphur, copper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Rivers of molten rock destroy houses, roads and farms in their path, as during the 1999 eruption of Mount Cameroon, which cut the road near Bakingili. They usually move slowly, so people can escape.</a:t>
            </a:r>
            <a:endParaRPr lang="en-US" sz="3200" dirty="0"/>
          </a:p>
        </p:txBody>
      </p:sp>
      <p:pic>
        <p:nvPicPr>
          <p:cNvPr id="5" name="Image 0" descr="/home/claude/f4/img/v2/f4_lavahous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house destroyed by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and 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ash collapses roofs, ruins crops and damages engines and aircraft. Pyroclastic flows, clouds of hot ash, rock and gas moving at over 100 km/h, destroy everything and are the deadliest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Lahars: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mixed with heavy rain or melted snow forms fast mudflows that rush down valleys. In 1985, a lahar from Nevado del Ruiz in Colombia buried the town of Armero and killed about 23,000 people.</a:t>
            </a:r>
            <a:endParaRPr lang="en-US" sz="3600" dirty="0"/>
          </a:p>
        </p:txBody>
      </p:sp>
      <p:pic>
        <p:nvPicPr>
          <p:cNvPr id="5" name="Image 0" descr="/home/claude/f4/img/v2/lsa_laha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lahar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gases can suffocate people and animals. In 1986, Lake Nyos suddenly released a cloud of carbon dioxide that killed about 1,700 people and thousands of cattle.</a:t>
            </a:r>
            <a:endParaRPr lang="en-US" sz="3600" dirty="0"/>
          </a:p>
        </p:txBody>
      </p:sp>
      <p:pic>
        <p:nvPicPr>
          <p:cNvPr id="5" name="Image 0" descr="/home/claude/f4/img/v2/f4_nyo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People reduce volcanic risks with the following strategies: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Seismometers detect the small earthquakes caused by rising magma, sensors measure gases and satellites detect the swelling of the volcano. When an eruption is likely, warnings allow people to leave in time.</a:t>
            </a:r>
            <a:endParaRPr lang="en-US" sz="2800" dirty="0"/>
          </a:p>
        </p:txBody>
      </p:sp>
      <p:pic>
        <p:nvPicPr>
          <p:cNvPr id="5" name="Image 0" descr="/home/claude/f4/img/v2/lsa_volcmonito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mapping and 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the zones threatened by lava, ash, lahars and gases. Houses, schools and hospitals are then built outside the most dangerous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evacuation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the warning signs and what to do during an eruption. Evacuation routes and shelters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Engineering measures: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Strong, steep roofs resist the weight of ash, and barriers or channels divert lava and lahars. At Lake Nyos, pipes have been installed since 2001 to release the gas slowly and prevent another disaster.</a:t>
            </a:r>
            <a:endParaRPr lang="en-US" sz="3400" dirty="0"/>
          </a:p>
        </p:txBody>
      </p:sp>
      <p:pic>
        <p:nvPicPr>
          <p:cNvPr id="5" name="Image 0" descr="/home/claude/f4/img/v2/geo2_volc_m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and man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volcano is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fertile soils, energy and tourism, but its eruptions and gases destroy property and kill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hazard maps and zoning, education and evacuation plans, engineering works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Volcanic soils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deadliest volcanic hazard is the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Lake Nyos released ______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resources provided by volcanoes. Explain the hazards of volcanoes. Describe the Lake Nyos disaster. Describe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epicentre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kettle producing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volcanic hazards.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Nyos in the North-West.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evacuation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(Lahars):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2026-09-29T11:23:33Z</dcterms:created>
  <dcterms:modified xsi:type="dcterms:W3CDTF">2026-09-29T11:23:33Z</dcterms:modified>
</cp:coreProperties>
</file>