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Volcanoes and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Crustal Processes and their Effect on the Land Surface and Man, and the sub-topic is Volcanicity. The key notions we shall use today are: volcanic resource, volcanic hazard, andosol, geothermal energy, pyroclastic flow, lahar, limnic eruption, monitoring, mitigation, adaptation. At the end, you should be able to do this: learners are able to explain why people live near volcanoes and propose measures to reduce volcanic risks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Volcanism. The question was: Give one benefit of volcanoes to man.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Fertile soils, tourism, geothermal energy, building stone or minerals (any 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explain the resources provided by volcanoes. Number 2: explain the hazards of volcanoes. Number 3: describe the Lake Nyos disaster. Number 4: describe adaptation and mitigation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Mount Cameroon is an active composite cone. Lake Nyos is a crater lake. Eruptions release lava, pyroclasts and gases.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Your friend's elder sister works for the Cameroon Development Corporation (CDC) on a banana plantation near Tiko, on the slopes of Mount Cameroon. In her photos the soil is very dark and the plants grow extremely well. Yet you know that Mount Cameroon is an active volcano. You ask: "Why do people choose to farm and live so close to a mountain that can erupt, and how can they protect themselves?"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why volcanoes are both a resource and a hazard.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CDC plantations on Mount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Volcanic ash weathers into very fertile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must people living there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Use monitoring, hazard maps, education and evacuation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the advice of the authorities in volcanic areas and support monitoring and evacuation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weigh the advantages and dangers of volcanoes and to reduce disasters such as Lake Nyos.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banana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volcanic soils so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Ash and lava weather into soils rich in minerals (andosols).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geothermal power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the heat of magma produce electricity?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heats underground water into steam that turns turbines.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house destroyed by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volcanic hazard is the most deadly?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pyroclastic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lake Nyos.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killed about 1,700 people at Lake Nyos in 1986?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sudden release of carbon dioxide gas from the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monitoring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one instrument used to monitor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seismometer, a gas sensor or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Volcanic resource and Volcanic hazard.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Adaptation and Mitigation.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Volcanoes as a Resource. Volcanoes are important to man in the following ways. Copy the point on Fertile soils on the left, then draw the diagram on the right: a banana plantation.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Volcanoes as a Resource. Copy the point on Tourism: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Geothermal energy on the left, then draw the diagram on the right: a geothermal power station.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Volcanoes as a Resource. Copy the point on Building materials and minerals: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Volcanoes as a Hazard. Volcanoes cause the following hazards. Copy the point on Lava flows on the left, then draw the diagram on the right: a house destroyed by lava.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Volcanoes as a Hazard. Copy the point on Ash falls and pyroclastic flows: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Lahars on the left, then draw the diagram on the right: a lahar.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Poisonous gases on the left, then draw the diagram on the right: lake Nyos.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Strategies. People reduce volcanic risks with the following strategies. Copy the point on Monitoring and warning on the left, then draw the diagram on the right: monitoring a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Strategies. Copy the point on Hazard mapping and land-use planning: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Strategies. Copy the point on Education and evacuation plans: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Engineering measures on the left, then draw the diagram on the right: volcanoes and man.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why a volcano is both a resource and a hazard.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gives fertile soils, energy and tourism, but its eruptions and gases destroy property and kill people.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to reduce volcanic risks.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monitoring, hazard maps and zoning, education and evacuation plans, engineering works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andosols; number 2, pyroclastic; number 3, carbon dioxide.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the epicentre of an earthquake.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Earthquakes and Man.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VOLCANOES AND MAN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Volcanoes and Man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Volcanoes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 resource, volcanic hazard, andosol, geothermal energy, pyroclastic flow, lahar, limnic eruption, monitoring, mitigation,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as resources (soils, tourism, energy, materials, minerals); volcanoes as hazards (lava, ash, pyroclastic flows, lahars, gases, Lake Nyos); adaptation and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people live near volcanoes and propose measures to reduce volcanic risks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Volcanism):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benefit of volcanoes to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soils, tourism, geothermal energy, building stone or minerals (any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resources provided by volcanoes.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hazards of volcanoes.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Lake Nyos disaster.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adaptation and mitigation strategies.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composite cone.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Lake Nyos is a crater lake.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Eruptions release lava, pyroclasts and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friend's elder sister works for the Cameroon Development Corporation (CDC) on a banana plantation near Tiko, on the slopes of Mount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her photos the soil is very dark and the plants grow extremely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Yet you know that Mount Cameroon is an active volcano.</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 people choose to farm and live so close to a mountain that can erupt, and how can they protect themselves?"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why volcanoes are both a resource and a hazard.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CDC plantations on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ash weathers into very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people living there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monitoring, hazard maps, education and evacuation plans.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the advice of the authorities in volcanic areas and support monitoring and evacuation plans.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weigh the advantages and dangers of volcanoes and to reduce disasters such as Lake Nyos.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anan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banana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volcanic soils so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Ash and lava weather into soils rich in minerals (andosols).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geothermal.jpg">    </p:cNvPr>
          <p:cNvPicPr>
            <a:picLocks noChangeAspect="1"/>
          </p:cNvPicPr>
          <p:nvPr/>
        </p:nvPicPr>
        <p:blipFill>
          <a:blip r:embed="rId1"/>
          <a:stretch>
            <a:fillRect/>
          </a:stretch>
        </p:blipFill>
        <p:spPr>
          <a:xfrm>
            <a:off x="2894725" y="1783080"/>
            <a:ext cx="64022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geothermal power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the heat of magma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heats underground water into steam that turns turbines.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ava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house destroyed by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volcanic hazard is the most deadly?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pyroclastic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nyo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Nyos.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killed about 1,700 people at Lake Nyos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sudden release of carbon dioxide gas from the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volcmoni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Monitoring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instrument used to monitor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seismometer, a gas sensor or GPS.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Crustal Processes and their Effect on the Land Surface and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Volcanicity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Volcanoes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benefit that people obtain from volcanoes, such as fertile soils or energy.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hazard: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volcanic event that can harm people and property.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adjustment of people's way of life to live with a hazard.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actions that reduce the damage of a hazard.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Volcanoes as a Resource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Volcanoes are important to man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Fertile soils: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Volcanic ash and lava weather into deep, rich soils called andosols. On the slopes of Mount Cameroon, they support the CDC plantations of bananas, rubber, tea and oil palm, and in the Western Highlands dense farming of coffee and food crops.</a:t>
            </a:r>
            <a:endParaRPr lang="en-US" sz="2800" dirty="0"/>
          </a:p>
        </p:txBody>
      </p:sp>
      <p:pic>
        <p:nvPicPr>
          <p:cNvPr id="5" name="Image 0" descr="/home/claude/f4/img/v2/usa_banana.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banana plantation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Volcanoes as a Resource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Volcanoes and crater lakes attract visitors, which creates jobs and income. The Mount Cameroon Race of Hope and the crater lakes of the Western Highlands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Volcanoes as a Resource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Geothermal 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Underground heat turns water into steam, which drives turbines to produce electricity and heats houses. Iceland and Kenya produce a large part of their electricity in this way.</a:t>
            </a:r>
            <a:endParaRPr lang="en-US" sz="3600" dirty="0"/>
          </a:p>
        </p:txBody>
      </p:sp>
      <p:pic>
        <p:nvPicPr>
          <p:cNvPr id="5" name="Image 0" descr="/home/claude/f4/img/v2/f4_geothermal.jpg">    </p:cNvPr>
          <p:cNvPicPr>
            <a:picLocks noChangeAspect="1"/>
          </p:cNvPicPr>
          <p:nvPr/>
        </p:nvPicPr>
        <p:blipFill>
          <a:blip r:embed="rId1"/>
          <a:stretch>
            <a:fillRect/>
          </a:stretch>
        </p:blipFill>
        <p:spPr>
          <a:xfrm>
            <a:off x="6537960" y="2093695"/>
            <a:ext cx="5470855" cy="364901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geothermal power station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Volcanoes as a Resource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and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Basalt and pozzolana are quarried for roads, houses and cement. Volcanic areas also contain valuable minerals such as sulphur, copper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Volcanoes as a Hazard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Volcanoes cause the following hazards: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Lava flows: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Rivers of molten rock destroy houses, roads and farms in their path, as during the 1999 eruption of Mount Cameroon, which cut the road near Bakingili. They usually move slowly, so people can escape.</a:t>
            </a:r>
            <a:endParaRPr lang="en-US" sz="3200" dirty="0"/>
          </a:p>
        </p:txBody>
      </p:sp>
      <p:pic>
        <p:nvPicPr>
          <p:cNvPr id="5" name="Image 0" descr="/home/claude/f4/img/v2/f4_lavahouse.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house destroyed by lava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Volcanoes as a Hazard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Ash falls and pyroclastic flows: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ash collapses roofs, ruins crops and damages engines and aircraft. Pyroclastic flows, clouds of hot ash, rock and gas moving at over 100 km/h, destroy everything and are the deadliest hazard.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Volcanoes as a Hazard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Lahars: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Ash mixed with heavy rain or melted snow forms fast mudflows that rush down valleys. In 1985, a lahar from Nevado del Ruiz in Colombia buried the town of Armero and killed about 23,000 people.</a:t>
            </a:r>
            <a:endParaRPr lang="en-US" sz="3600" dirty="0"/>
          </a:p>
        </p:txBody>
      </p:sp>
      <p:pic>
        <p:nvPicPr>
          <p:cNvPr id="5" name="Image 0" descr="/home/claude/f4/img/v2/lsa_lahar.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lahar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Volcanoes as a Hazard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Poisonous gases: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Volcanic gases can suffocate people and animals. In 1986, Lake Nyos suddenly released a cloud of carbon dioxide that killed about 1,700 people and thousands of cattle.</a:t>
            </a:r>
            <a:endParaRPr lang="en-US" sz="3600" dirty="0"/>
          </a:p>
        </p:txBody>
      </p:sp>
      <p:pic>
        <p:nvPicPr>
          <p:cNvPr id="5" name="Image 0" descr="/home/claude/f4/img/v2/f4_nyos.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Nyos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People reduce volcanic risks with the following strategies: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Monitoring and warning: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Seismometers detect the small earthquakes caused by rising magma, sensors measure gases and satellites detect the swelling of the volcano. When an eruption is likely, warnings allow people to leave in time.</a:t>
            </a:r>
            <a:endParaRPr lang="en-US" sz="2800" dirty="0"/>
          </a:p>
        </p:txBody>
      </p:sp>
      <p:pic>
        <p:nvPicPr>
          <p:cNvPr id="5" name="Image 0" descr="/home/claude/f4/img/v2/lsa_volcmonitor.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monitoring a volcano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Hazard mapping and land-use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Maps show the zones threatened by lava, ash, lahars and gases. Houses, schools and hospitals are then built outside the most dangerous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evacuation plans: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learn the warning signs and what to do during an eruption. Evacuation routes and shelters are prepared in advance.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Engineering measures: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Strong, steep roofs resist the weight of ash, and barriers or channels divert lava and lahars. At Lake Nyos, pipes have been installed since 2001 to release the gas slowly and prevent another disaster.</a:t>
            </a:r>
            <a:endParaRPr lang="en-US" sz="3400" dirty="0"/>
          </a:p>
        </p:txBody>
      </p:sp>
      <p:pic>
        <p:nvPicPr>
          <p:cNvPr id="5" name="Image 0" descr="/home/claude/f4/img/v2/geo2_volc_man.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volcanoes and man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a volcano is both a resource and a hazard.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fertile soils, energy and tourism, but its eruptions and gases destroy property and kill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to reduce volcanic risks.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Monitoring, hazard maps and zoning, education and evacuation plans, engineering works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Volcanic soils are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deadliest volcanic hazard is the ______ flow.</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Lake Nyos released ______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epicentre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Earthquakes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risque / l'aléa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Geothermal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géothermique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Volcanoes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resources provided by volcanoes. Explain the hazards of volcanoes. Describe the Lake Nyos disaster. Describe adaptation and mitigation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people live near volcanoes and propose measures to reduce volcanic risks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Volcanoes as a Resource; Volcanoes as a Hazard; Adaptation and Mitigation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epicentre of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crops of the South-West.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kettle producing steam.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volcanic hazards.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locate Nyos in the North-West.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an evacuation plan.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“Banana Plantation” by AfricaTravelAssociation, CC BY 2.0, via Flickr (https://www.flickr.com/photos/65134942@N06/8164706151)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“Global Geothermal Alliance Stakeholder Meeting and Site Tour, 15-16 Ju” by International Renewable Energy Agency (IRENA), CC BY-NC-SA 2.0, via Flickr (https://www.flickr.com/photos/127932406@N06/18856399410)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“Lava flow over road” by J. N. Stuart, CC BY-NC-ND 2.0, via Flickr (https://www.flickr.com/photos/21786539@N03/3387263273)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“Lake Nyos, Cameroon” by jbdodane, CC BY-NC 2.0, via Flickr (https://www.flickr.com/photos/27998473@N02/11584073056)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“Hawaiian Volcano Observatory, Hawaiʻi Volcanoes National Park, Hawaii” by Ken Lund, CC BY-SA 2.0, via Flickr (https://www.flickr.com/photos/75683070@N00/4528702285)</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(Lahars): “Lahar (mudflow) remnants from Mount Ruapehu” by Wade Tregaskis, CC BY-NC 2.0, via Flickr (https://www.flickr.com/photos/7725552@N06/502073245)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2026-10-06T05:43:54Z</dcterms:created>
  <dcterms:modified xsi:type="dcterms:W3CDTF">2026-10-06T05:43:54Z</dcterms:modified>
</cp:coreProperties>
</file>