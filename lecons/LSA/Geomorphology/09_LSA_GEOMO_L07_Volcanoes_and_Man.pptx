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Volcanoes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resource, hazard, mitigation, adaptation. At the end, you should be able to do this: learners are able to weigh the benefits and dangers of volcanoes and propose safety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Volcanism. The question was: Ask an adult what people grow around Buea and Limbe, and why the soils are good.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Buea and Limbe people grow bananas, tea, oil palm, cocoa and food crops. The soils are fertile because they come from weathered volcanic rocks rich in minerals.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volcanoes as a resource. Number 2: describe volcanic hazards.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Volcanoes give lava, ash and gases. Mount Cameroon is active.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family wants to buy a farm near Buea because the soil is very fertile. A neighbour warns them that lava from Mount Cameroon destroyed farms in 1999 and 2000.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fertile but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advantage?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fertile volcanic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should the family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Follow warnings and have a plan to leave if there is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live safely near volcanoes by using their resources and preparing for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live safely near volcanoes and to use their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Mount Cameroon, farmers grow bananas and tea. Why are the soils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ash and lava weather into soils rich in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geothermal power station in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Steam from hot rocks turns turbines (geothermal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damage can lava flows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and bury farms, roads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Nyos, North-West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happened at Lake Nyos in 1986?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of carbon dioxide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Hawaiian Volcano Observatory, where scientists watch Kilauea.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scientists reduce the danger of eruptions?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monitor earthquakes, gases and ground swelling and give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 hazard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Resource. Volcanoes are important in the following ways. On this slide we have Fertile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Minerals and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Geothermal energy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Hazard. Volcanoes can cause the following hazards. On this slide we have Lava flows and pyroclastic flows.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On this slide we have Ash falls and lahars.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On this slide we have Toxic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People reduce volcanic risks through. On this slide we have Monitoring and warning.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Land-use planning and preparedness and Protection 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benefits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soils and geothermal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volcanic hazards.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monitoring and warnings; degassing Lake Nyos.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if an earthquake has ever been felt in your region. Ask an elder.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Earthquakes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VOLCANOES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Volcanoes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mitigation,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as a resource; volcanoes as a hazard;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benefits and dangers of volcanoes and propose safety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Volcanism):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what people grow around Buea and Limbe, and why the soils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Buea and Limbe people grow bananas, tea, oil palm, cocoa and food crops. The soils are fertile because they come from weathered volcanic rocks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 as a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volcanic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wants to buy a farm near Buea because the soil is very fertile. A neighbour warns them that lava from Mount Cameroon destroyed farms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fertile but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fertile volcanic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 family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warnings and have a plan to leave if there is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Live safely near volcanoes by using their resources and preparing for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live safely near volcanoes and to use their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Mount Cameroon, farmers grow bananas and tea. Why are the soils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ash and lava weather into soils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geothermal power station in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VOLCANOES AS A RESOURCE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Steam from hot rocks turns turbines (geothermal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flows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and bury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VOLCANOES AS A HAZARD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carbon dioxide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Hawaiian Volcano Observatory, where scientists watch Kilauea.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monitor earthquakes, gases and ground swelling and give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volcanic event that can cause loss of life and property.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reduction of the effects of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volcanic rocks give rich soils for farming. Plantations of bananas, tea and rubber cover the slopes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and 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provide sulphur, pumice, basalt and gravel. Basalt is used for roads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underground water produces electricity in Iceland and Kenya. Volcanoes and crater lakes attract tourists, like the Mount Cameroon Race of Hope.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can cause the following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flows and pyroclastic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destroys houses, roads and farms, as in 1999 near Bakingili. Pyroclastic flows of hot gas and ash move fast and kill everything.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and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destroys crops and roofs and harms breathing. Lahars are mudflows of ash and water that bury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Toxic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released from Lake Nyos in 1986 killed about 1,700 people and many animals. Lake Monoun killed 37 people in 1984.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volcanic risks through: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tiltmeters and gas sensors detect signs of eruptions. Early warnings allow people to evacuate.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and preparedness: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Hazard maps show where not to build, and evacuation plans are prepared. Degassing pipes now remove carbon dioxide from Lake Nyos.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Barriers and channels can divert lava flows. Strong roofs resist ash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and geothermal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volcanic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Monitoring and warnings; degassing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disaster of 1986 was at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the effects of a hazard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if an earthquake has ever been felt in your region. Ask an elder.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risque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Monitoring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surveillance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Volcanoes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volcanoes as a resource. Describe volcanic hazards.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benefits and dangers of volcanoes and propose safety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Volcanoes as a Resource; Volcanoes as a Hazard;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if an earthquake has ever been felt in your region. Ask an elder.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mention the CDC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steam from a boiling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1999 lava flow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tell the story of Lake Nyos.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warning signs of an eruption.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2026-09-27T10:31:30Z</dcterms:created>
  <dcterms:modified xsi:type="dcterms:W3CDTF">2026-09-27T10:31:30Z</dcterms:modified>
</cp:coreProperties>
</file>