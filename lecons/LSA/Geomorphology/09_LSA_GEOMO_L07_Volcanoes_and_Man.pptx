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Volcanoes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volcanic resource, volcanic hazard, andosol, geothermal energy, pyroclastic flow, lahar, limnic eruption, monitoring, mitigation, adaptation. At the end, you should be able to do this: learners are able to explain why people live near volcanoes and propose measures to reduce volcanic risks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Volcanism. The question was: Give one benefit of volcanoes to man.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Fertile soils, tourism, geothermal energy, building stone or minerals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resources provided by volcanoes. Number 2: explain the hazards of volcanoes. Number 3: describe the Lake Nyos disaster. Number 4: describe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Mount Cameroon is an active composite cone. Lake Nyos is a crater lake. Eruptions release lava, pyroclasts and gases.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friend's elder sister works for the Cameroon Development Corporation (CDC) on a banana plantation near Tiko, on the slopes of Mount Cameroon. In her photos the soil is very dark and the plants grow extremely well. Yet you know that Mount Cameroon is an active volcano. You ask: "Why do people choose to farm and live so close to a mountain that can erupt, and how can they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volcanoes are both a resource and a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CDC plantations on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Volcanic ash weathers into very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people living there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Use monitoring, hazard maps, education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advice of the authorities in volcanic areas and support monitoring and evacuation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weigh the advantages and dangers of volcanoes and to reduce disasters such as Lake Nyos.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volcanic soils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Ash and lava weather into soils rich in minerals (andosols).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geothermal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the heat of magma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heats underground water into steam that turns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house destroyed by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volcanic hazard is the most deadly?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pyroclastic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killed about 1,700 people at Lake Nyos in 1986?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sudden release of carbon dioxide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monitoring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instrument used to monitor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seismometer, a gas sensor or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 resource and Volcanic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Resource. Volcanoes provide the following resources. Copy the point on Fertile soils on the left, then draw the diagram on the right: a banana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Resource. On this slide we have Building materials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Volcanoes as a Hazard. Volcanoes cause the following hazards. Copy the point on Lava flows on the left, then draw the diagram on the right: a house destroyed by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Volcanoes as a Hazard. On this slide we have Ash fall and Pyroclastic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Lahars on the left, then draw the diagram on the right: a lahar.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volcanic risks with the following strategies.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Hazard mapping and zoning and Education and evacuation.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Engineering on the left, then draw the diagram on the right: volcanoes and man.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volcano is both a resource and a hazard.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fertile soils, energy and tourism, but its eruptions and gases destroy property and kill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to reduce volcanic risks.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monitoring, hazard maps and zoning, education and evacuation plans, engineering works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andosols; number 2, pyroclastic; number 3,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epicentre of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Earthquakes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VOLCANOES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Volcanoes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resource, volcanic hazard, andosol, geothermal energy, pyroclastic flow, lahar, limnic eruption, monitoring, mitigation,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as resources (soils, tourism, energy, materials, minerals); volcanoes as hazards (lava, ash, pyroclastic flows, lahars, gases, Lake Nyos);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Volcanism):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soils, tourism, geothermal energy, building stone or minerals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resources provided by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hazards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Lake Nyos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composite cone.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Eruptions release lava, pyroclasts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friend's elder sister works for the Cameroon Development Corporation (CDC) on a banana plantation near Tiko, on the slopes of Mount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her photos the soil is very dark and the plants grow extremely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know that Mount Cameroon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people choose to farm and live so close to a mountain that can erupt, and how can they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volcanoes are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CDC plantations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ash weathers into very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people living there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monitoring, hazard maps, education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advice of the authorities in volcanic areas and support monitoring and evacuation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weigh the advantages and dangers of volcanoes and to reduce disasters such as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and lava weather into soils rich in minerals (andosols).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geothermal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heat of magma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heats underground water into steam that turns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house destroyed by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volcanic hazard is the most deadly?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pyroclastic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about 1,700 people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sudden release of carbon dioxide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Monitoring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used to monitor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seismometer, a gas sensor or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benefit that people obtain from volcanoes, such as fertile soils or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volcanic event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actions that reduce the damage of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and lava weather into rich andosols, as on the CDC plantations of bananas, rubber, tea and palm oil on Mount Cameroon.</a:t>
            </a:r>
            <a:endParaRPr lang="en-US" sz="3600" dirty="0"/>
          </a:p>
        </p:txBody>
      </p:sp>
      <p:pic>
        <p:nvPicPr>
          <p:cNvPr id="5" name="Image 0" descr="/home/claude/f4/img/v2/usa_banan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banana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Volcanoes attract visitors, like the Mount Cameroon Race of Hope and the crater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Underground heat produces steam and electricity, as in Iceland and Kenya.</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Volcanoes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scoria are quarried for roads and houses.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Sulphur, diamonds and copper are found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Rivers of molten rock destroy houses, roads and farms, as in the 1999 eruption of Mount Cameroon, though people can usually escape.</a:t>
            </a:r>
            <a:endParaRPr lang="en-US" sz="32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house destroyed by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collapses roofs, ruins crops and damages engines and aircraft.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Pyroclastic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of hot ash, rock and gas (over 500 °C, over 100 km/h) destroy everything; they are the deadliest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Lahars: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Ash mixed with rain or melted snow forms fast mudflows in valleys.</a:t>
            </a:r>
            <a:endParaRPr lang="en-US" sz="3600" dirty="0"/>
          </a:p>
        </p:txBody>
      </p:sp>
      <p:pic>
        <p:nvPicPr>
          <p:cNvPr id="5" name="Image 0" descr="/home/claude/f4/img/v2/lsa_lah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lahar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Volcanoes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1986, Lake Nyos suddenly released carbon dioxide that killed about 1,700 people and thousands of cattle.</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People reduce volcanic risks with the following strategies: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Seismometers detect small earthquakes, gas sensors measure emissions and GPS detects swelling of the volcano.</a:t>
            </a:r>
            <a:endParaRPr lang="en-US" sz="32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mapping and zoning: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danger zones where houses, schools and hospitals should not be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what to do, and evacuation routes and shelters are prepared.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Engineering: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steep roofs resist ash, barriers divert lava, and pipes now degas Lake Nyos.</a:t>
            </a:r>
            <a:endParaRPr lang="en-US" sz="3600" dirty="0"/>
          </a:p>
        </p:txBody>
      </p:sp>
      <p:pic>
        <p:nvPicPr>
          <p:cNvPr id="5" name="Image 0" descr="/home/claude/f4/img/v2/geo2_volc_ma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and man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volcano is both a resource and a hazard.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fertile soils, energy and tourism, but its eruptions and gases destroy property and kill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to reduce volcanic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Monitoring, hazard maps and zoning, education and evacuation plans, engineering works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Volcanic soils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deadliest volcanic hazard is the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Lake Nyos released ______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Volcanoes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resources provided by volcanoes. Explain the hazards of volcanoes. Describe the Lake Nyos disaster. Describe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people live near volcanoes and propose measures to reduce volcanic risks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Volcanoes as a Resource; Volcanoes as a Hazard;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epicentre of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kettle producing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volcanic hazards.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Nyos in the North-West.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evacuation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“Hawaiian Volcano Observatory, Hawaiʻi Volcanoes National Park, Hawaii” by Ken Lund, CC BY-SA 2.0, via Flickr (https://www.flickr.com/photos/75683070@N00/4528702285)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(Lahars):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2026-09-28T22:07:44Z</dcterms:created>
  <dcterms:modified xsi:type="dcterms:W3CDTF">2026-09-28T22:07:44Z</dcterms:modified>
</cp:coreProperties>
</file>