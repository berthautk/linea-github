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erosion, mass movement, slope, convex, concave, rectilinear, slope system, mechanical, chemical and biological weathering. At the end, you should be able to do this: learners are able to explain how rocks are broken down and how slopes work as systems, using examples from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Define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is the breakdown of rocks in place, at or near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denudation, weathering and slope. Number 2: describe the types of slopes. Number 3: explain the slope as an open system. Number 4: explain mechanical, chemical and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land. Igneous rocks form from cooled magma. Garoua is very hot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you notice that the surface of a large rock in your quarter of Garoua is peeling off in thin layers, like an onion. After the first heavy rains, you see small gullies cut into the slopes of nearby hills, with piles of sand at the bottom. You ask: "What makes hard rock crumble, and where does all the soil that moves down the hills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rocks break down and how material moves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general name for the wearing down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breaks the rock before it is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slopes with vegetation to limit the removal of weathered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landscapes are worn down and how soils form, which matters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three parts of denudation.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denudation happens without any movement?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types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slope becomes steeper as you go down?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convex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slope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input of the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heat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exfoliation.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rock peel like an onion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in the heat of the day and contracts at night, so the outer layers crack.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weathering do these roots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Weathering, Erosion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Denudation. Denudation is made up of the following processes. Copy the point on Weathering on the left, then draw the diagram on the right: the three parts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On this slide we have Mass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are presented as follows. On this slide we have Types of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three types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Inputs of the slope system on the left, then draw the diagram on the right: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Slopes. On this slide we have Processes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and Chemical Weathering. Mechanical and chemical weathering are presented as follows. On this slide we have Mechanical (physical)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Exfoliation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On this slide we have Frost action and Chemical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On this slide we have Chemical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and Chemical Weathering.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Weathering. Biological weathering is caused by the following agents. Copy the point on Plants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Weathering. On this slide we have Animals and Humans.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types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from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the material away.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exfoliation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heating by day and cooling at night make the outer layers of rocks expand and contract until they crack and peel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bare; number 2, concave; number 3,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most important factor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erosion, mass movement, slope, convex, concave, rectilinear, slope system, mechanical, chemical and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denudation; slopes (types and the slope system); weathering and its types (mechanical, chemical, biological).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breakdown of rocks in place, at or near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weathering and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slopes.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slope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mechanical, chemical and 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Igneous rocks form from cooled magma.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you notice that the surface of a large rock in your quarter of Garoua is peeling off in thin layers, like an onion.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you see small gullies cut into the slopes of nearby hills, with piles of sand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hard rock crumble, and where does all the soil that moves down the hills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rocks break down and how material moves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general name for 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breaks the rock before it is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slopes with vegetation to limit the removal of weathered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landscapes are worn down and how soils form, which matters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denudat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parts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denudation happens without any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slo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becomes steeper as you go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convex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the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heat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rock peel like an onion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in the heat of the day and contracts at night, so the outer layers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weathering do these roots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weathering, mass movement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breakdown of rocks in place, at or near the surface, without movement.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material by rivers, wind, ice or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inclined surface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is made up of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are broken down in place.</a:t>
            </a:r>
            <a:endParaRPr lang="en-US" sz="3600" dirty="0"/>
          </a:p>
        </p:txBody>
      </p:sp>
      <p:pic>
        <p:nvPicPr>
          <p:cNvPr id="5" name="Image 0" descr="/home/claude/f4/img/v2/geo2_denudatio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parts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 under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Rivers, wind, ice and waves carry the material away.</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Convex: it becomes steeper downwards.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Concave: it becomes gentler downwards.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Rectilinear: it keeps a constant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hills combine a convex top, a straight middle and a concave foot.</a:t>
            </a:r>
            <a:endParaRPr lang="en-US" sz="3600" dirty="0"/>
          </a:p>
        </p:txBody>
      </p:sp>
      <p:pic>
        <p:nvPicPr>
          <p:cNvPr id="5" name="Image 0" descr="/home/claude/f4/img/v2/geo2_slop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types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of the slope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from the Sun, rainwater and weathered rock enter the system.</a:t>
            </a:r>
            <a:endParaRPr lang="en-US" sz="3600" dirty="0"/>
          </a:p>
        </p:txBody>
      </p:sp>
      <p:pic>
        <p:nvPicPr>
          <p:cNvPr id="5" name="Image 0" descr="/home/claude/f4/img/v2/slope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soil creep and surface runoff act on the slope.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rock fragments and water leave the slope, usually into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Mechanical and chemical weathering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pieces without changing their chemical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the outer layer of rock by day and it cools at night, so layers crack and peel off; it is the main type around Garoua.</a:t>
            </a:r>
            <a:endParaRPr lang="en-US" sz="3600" dirty="0"/>
          </a:p>
        </p:txBody>
      </p:sp>
      <p:pic>
        <p:nvPicPr>
          <p:cNvPr id="6"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and Chemical Weathering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in cracks freezes, expands by about 9 % and splits the rock, in cold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reactions change the minerals of rocks and weaken them; it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Mechanical and Chemical Weathering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processes: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iron minerals rust, giving red soils and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Solution: minerals such as rock salt dissolve.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Mechanical and Chemical Weathering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Carbonation: rain with carbon dioxide dissolves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Biological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Biological weathering is caused by the following agents: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into cracks and force them apart.</a:t>
            </a:r>
            <a:endParaRPr lang="en-US" sz="3600" dirty="0"/>
          </a:p>
        </p:txBody>
      </p:sp>
      <p:pic>
        <p:nvPicPr>
          <p:cNvPr id="6"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Biological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rodents and worms bring rock fragments to the surface and expose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quarrying and farming break up rocks and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Biological Weathering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types of weathering usually act together.</a:t>
            </a:r>
            <a:endParaRPr lang="en-US" sz="3600" dirty="0"/>
          </a:p>
        </p:txBody>
      </p:sp>
      <p:pic>
        <p:nvPicPr>
          <p:cNvPr id="6" name="Image 0" descr="/home/claude/f4/img/v2/geo2_weatherin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the material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exfoliation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heating by day and cooling at night make the outer layers of rocks expand and contract until they crack and peel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Denudation means "to make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slope that becomes gentler downwards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Rusting of iron in rocks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weathering and slope. Describe the types of slopes. Explain the slope as an open system. Explain mechanical, chemical and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Denudation; Slopes; Mechanical and Chemical Weathering;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most important factor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three processes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inputs, processes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peeling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a tree growing in a crack.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(Erosion):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2026-09-29T03:12:48Z</dcterms:created>
  <dcterms:modified xsi:type="dcterms:W3CDTF">2026-09-29T03:12:48Z</dcterms:modified>
</cp:coreProperties>
</file>