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Denudation and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Weathering. The key notions we shall use today are: denudation, weathering, slope, degradation, aggradation. At the end, you should be able to do this: learners are able to identify the processes that wear down slopes and the types of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Earthquakes and Man. The question was: Look at an old wall or a big rock near your home. Describe how it is breaking.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Elders near Buea may remember tremors during the eruptions of 1982 and 1999. In Garoua, earthquakes are rarely felt because it is far from active margins.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denudation and weathering. Number 2: describe slopes and the slope system. Number 3: explain the types of weathering and their processes.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External forces wear down the relief. Rocks break down over time.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Near Garoua, Yaya sees that a big granite rock is peeling in thin layers, while an old metal gate in town has turned red and crumbles.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Yaya does not know why the rock and the gate are breaking.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breaking the rock?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Heating and cooling (physical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breaking the gate?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Water and air (chemical change, like oxidation).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how rocks break down to form soils and landforms.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slopes and rocks are slowly worn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processes of denudation.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four processes of denudation in order.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Weathering, erosion, transport and deposition.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slope as a 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are the inputs and outputs of a slope 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Inputs: rain, sun heat, weathered rock. Outputs: soil and rock that reach the foot and the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heating by day, cooling at night.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granite peel off in hot dry areas?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expands by day and contracts at night until the outer layer breaks (exfoliation).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rusty metal.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Water and oxygen attack iron. What is this process called in rocks?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Oxidation (a type of chemical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roots breaking rocks.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 plants weather rocks?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Roots widen cracks and plants release acids.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Classification of Denudation. Denudation can be understood as follows. On this slide we have Denudation.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Classification of Denudation. On this slide we have Classification.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processes of denudation.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Slopes. Slopes can be studied as follows. On this slide we have Meaning and types.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Slopes. On this slide we have The slope system.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slope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Weathering and its Types. Weathering is the breakdown of rocks in place; it is of three types. On this slide we have Mechanical (physical) weathering.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Weathering and its Types. On this slide we have Chemical weathering.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Weathering and its Types. On this slide we have Biological weathering.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exfoliation.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weathering and erosion.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weathering breaks rocks in place; erosion removes and carries material.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process of each type of weathering.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exfoliation (physical), oxidation (chemical), root action (biological).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denudation; number 2, aggradation; number 3, exfoliation.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rocks in the dry North and in the wet South of Cameroon. Where are they more deeply weathered? Why?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Intensity and Factors of Weathering.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9: DENUDATION AND WEATHERING</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gif"/><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gif"/><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gif"/><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Denudation and Weathering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Denudation and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weathering, slope, degradation, aggradation.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classification of denudation; slopes and the slope system; weathering types and agents.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processes that wear down slopes and the types of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Earthquakes and Man):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an old wall or a big rock near your home. Describe how it is breaking.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Elders near Buea may remember tremors during the eruptions of 1982 and 1999. In Garoua, earthquakes are rarely felt because it is far from active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denudation and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slopes and the slope system.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types of weathering and their processes.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External forces wear down the relief.</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Rocks break down over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Garoua, Yaya sees that a big granite rock is peeling in thin layers, while an old metal gate in town has turned red and crumbles.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Yaya does not know why the rock and the gate are breaking.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breaking the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Heating and cooling (physical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breaking the gate?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and air (chemical change, like oxidation).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how rocks break down to form soils and landforms.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slopes and rocks are slowly worn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CLASSIFICATION OF DENUDATION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enuda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processes of denudation.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CLASSIFICATION OF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processes of denudation in order.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CLASSIFICATION OF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erosion, transport and deposition.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SLOPES AND THE SLOPE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lope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slope as a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SLOPES AND THE SLOPE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inputs and outputs of a slope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SLOPES AND THE SLOPE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rain, sun heat, weathered rock. Outputs: soil and rock that reach the foot and the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PHYSICAL WEATHERING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exfolia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heating by day, cooling at night.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PHYSICAL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granite peel off in hot dry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PHYSICAL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expands by day and contracts at night until the outer layer breaks (exfoliation).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CHEMICAL WEATHERING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ru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Rusty metal.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CHEMICAL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and oxygen attack iron. What is this process called in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CHEMICAL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Oxidation (a type of chemical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BIOLOGICAL WEATHERING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root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Roots breaking rocks.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BIOLOGICAL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plants weather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BIOLOGICAL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Roots widen cracks and plants release acids.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Weathering</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Denudation and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Classification of Denudation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Denudation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Denudation: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wearing down and lowering of the land surface by external forces.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Classification of Denudation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Classification: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Denudation includes weathering (breaking rocks in place), mass wasting (movement by gravity), erosion (removal by agents) and transport. Deposition ends the process.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Classification of Denudation</a:t>
            </a:r>
            <a:endParaRPr lang="en-US" sz="3600" dirty="0"/>
          </a:p>
        </p:txBody>
      </p:sp>
      <p:pic>
        <p:nvPicPr>
          <p:cNvPr id="4" name="Image 0" descr="/home/claude/f4/img/v2/denuda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processes of denudation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Slopes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Slopes can be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and 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slope is an inclined surface of the land. Slopes can be convex, concave, straight (rectilinear) or free faces (cliffs).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Slopes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slope system: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are rain, sun energy and weathered material from above. Processes are weathering and mass movement, and outputs are material moved downslope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Slopes</a:t>
            </a:r>
            <a:endParaRPr lang="en-US" sz="3600" dirty="0"/>
          </a:p>
        </p:txBody>
      </p:sp>
      <p:pic>
        <p:nvPicPr>
          <p:cNvPr id="4" name="Image 0" descr="/home/claude/f4/img/v2/slope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slope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Weathering and its Types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Weathering is the breakdown of rocks in place; it is of three types: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Mechanical (physical) 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Rocks break into pieces without chemical change. Processes are exfoliation by heating and cooling, frost shattering and salt crystallisation.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Weathering and its Types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Chemical 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Rock minerals are changed by water, oxygen and acids. Processes are oxidation (rust), hydrolysis of feldspar, carbonation of limestone and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Weathering and its Types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Biological 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Plants and animals break rocks. Roots widen cracks, and lichens and termites produce acids and mix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Weathering and its Types</a:t>
            </a:r>
            <a:endParaRPr lang="en-US" sz="3600" dirty="0"/>
          </a:p>
        </p:txBody>
      </p:sp>
      <p:pic>
        <p:nvPicPr>
          <p:cNvPr id="4" name="Image 0" descr="/home/claude/f4/img/v2/exfolia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exfoliation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weathering and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breaks rocks in place; erosion removes and carries material.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process of each type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Exfoliation (physical), oxidation (chemical), root action (biological).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wearing down of the land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Building up of the land by deposition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Peeling of rock by heating and cooling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rocks in the dry North and in the wet South of Cameroon. Where are they more deeply weathered?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Intensity and Factors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Weathering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L'altération / la météorisation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Denudation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 (dénudation)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Slope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versant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Exfoliation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desquamation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Oxidation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L'oxydation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Deposition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dépôt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Denudation and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denudation and weathering. Describe slopes and the slope system. Explain the types of weathering and their processes.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processes that wear down slopes and the types of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Classification of Denudation; Slopes; Weathering and its Types.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rocks in the dry North and in the wet South of Cameroon. Where are they more deeply weathered? Why?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1 and 3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four words with arrows.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slope with arrows.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use the example of the granite rock.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show a rusty nail.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show a road cracked by roots.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“Lock down!” by ViNo Gv, CC BY 2.0, via Flickr (https://www.flickr.com/photos/38217093@N03/20143584561)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“Stones 'n' Roots” by erix!, CC BY 2.0, via Flickr (https://www.flickr.com/photos/68387408@N00/55692423)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2026-09-27T10:31:31Z</dcterms:created>
  <dcterms:modified xsi:type="dcterms:W3CDTF">2026-09-27T10:31:31Z</dcterms:modified>
</cp:coreProperties>
</file>