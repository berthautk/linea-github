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Denudation and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Weathering. The key notions we shall use today are: denudation, weathering, erosion, mass movement, slope, convex, concave, rectilinear, slope system, mechanical, chemical and biological weathering. At the end, you should be able to do this: learners are able to explain how rocks are broken down and how slopes work as systems, using examples from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Earthquakes and Man. The question was: Define weathering.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Weathering is the breakdown of rocks in place, at or near the surface of the Earth.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denudation, weathering and slope. Number 2: describe the types of slopes. Number 3: explain the slope as an open system. Number 4: explain mechanical, chemical and biological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External forces wear down the land. Igneous rocks form from cooled magma. Garoua is very hot in the dry season.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you notice that the surface of a large rock in your quarter of Garoua is peeling off in thin layers, like an onion. After the first heavy rains, you see small gullies cut into the slopes of nearby hills, with piles of sand at the bottom. You ask: "What makes hard rock crumble, and where does all the soil that moves down the hills come from?"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rocks break down and how material moves down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general name for the wearing down of the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Denudation.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breaks the rock before it is moved?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slopes with vegetation to limit the removal of weathered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how landscapes are worn down and how soils form, which matters for farming and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three parts of denudation.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part of denudation happens without any movement?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three types of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slope becomes steeper as you go down?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convex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slope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input of the slope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Rainwater or heat from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exfoliation.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a rock peel like an onion in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expands in the heat of the day and contracts at night, so the outer layers crack.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roots in a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type of weathering do these roots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Biological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Denudation and Degradation.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Aggradation, Weathering and Slope.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Denudation. Denudation is explained and classified as follows. Copy the point on Meaning on the left, then draw the diagram on the right: the processes of denudation.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Denudation. Copy the point on Weathering: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Denudation. Copy the point on Mass movement: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Erosion, transport and deposition on the left, then draw the diagram on the right: gully erosion.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Slopes. Slopes are explained as follows. Copy the point on Meaning: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Convex and concave slopes on the left, then draw the diagram on the right: types of slopes.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Slopes. Copy the point on Rectilinear slopes and free faces: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slope system on the left, then draw the diagram on the right: the slope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Mechanical (Physical) Weathering. Mechanical weathering breaks rocks without changing their minerals, by the following processes. Copy the point on Exfoliation (thermal expansion):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Mechanical (Physical) Weathering. Copy the point on Frost action: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Pressure release on the left, then draw the diagram on the right: exfoliation and sheeting.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Chemical Weathering. Chemical weathering changes the minerals of rocks by the following processes. Copy the point on Oxidation: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 Weathering. Copy the point on Solution and carbonation: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 Weathering. Copy the point on Hydrolysis and hydration: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Biological Weathering. Biological weathering is caused by the following agents. Copy the point on Plants on the left, then draw the diagram on the right: roots splitting a rock.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Biological Weathering. Copy the point on Animals: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Man on the left, then draw the diagram on the right: the types of weathering.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weathering from erosion.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weathering breaks rocks in place; erosion removes and carries the material away.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exfoliation in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strong heating by day and cooling at night make the outer layers of rocks expand and contract until they crack and peel off.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bare; number 2, concave; number 3, oxidation.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most important factor of weathering.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Intensity and Factors of Weathering.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DENUDATION AND WEATHERING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gif"/><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Denudation and Weathering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Denudation and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weathering, erosion, mass movement, slope, convex, concave, rectilinear, slope system, mechanical, chemical and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denudation; slopes (types and the slope system); weathering and its types (mechanical, chemical, biological).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rocks are broken down and how slopes work as systems, using examples from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Earthquakes and Man):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is the breakdown of rocks in place, at or near the surface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denudation, weathering and slope.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of slopes.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slope as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mechanical, chemical and biological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External forces wear down the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Igneous rocks form from cooled magma.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is very hot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you notice that the surface of a large rock in your quarter of Garoua is peeling off in thin layers, like an onion.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first heavy rains, you see small gullies cut into the slopes of nearby hills, with piles of sand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"What makes hard rock crumble, and where does all the soil that moves down the hills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rocks break down and how material moves down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general name for the wearing down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breaks the rock before it is 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slopes with vegetation to limit the removal of weathered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how landscapes are worn down and how soils form, which matters for farming and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o2_denudation.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parts of denudation.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denudation happens without any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SLOPES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eo2_slope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types of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SLOPES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slope becomes steeper as you go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SLOPES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convex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SLOPES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lope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slope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SLOPES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input of the slope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SLOPES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or heat 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exfoli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exfoliation.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rock peel like an onion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expands in the heat of the day and contracts at night, so the outer layers crack.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Roots in a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weathering do these roots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Biological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Denudation and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Denudation: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general wearing down and lowering of the land surface by weathering, mass movement and erosion.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lowering of the land surface by the removal of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building up of the land surface by the deposition of material.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breakdown of rocks in place, at or near the surface, without movement.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inclined surface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Denudation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Denudation is explained and classified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Denudation is the sum of all the processes that wear down the relief, lowering high land (degradation) and filling low land with deposits (aggradation). It is driven by the energy of the Sun and by gravity.</a:t>
            </a:r>
            <a:endParaRPr lang="en-US" sz="3200" dirty="0"/>
          </a:p>
        </p:txBody>
      </p:sp>
      <p:pic>
        <p:nvPicPr>
          <p:cNvPr id="5" name="Image 0" descr="/home/claude/f4/img/v2/geo2_denudation.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processes of denudation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Denudation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is the first stage of denudation: rocks are broken down in place by heat, water, chemicals and living things. It prepares loose material that can be 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Denudation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Mass 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movement is the second stage: the weathered material moves down the slopes under the pull of gravity. It feeds material to the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Denudation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Erosion, transport and deposition: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Rivers, wind, ice and waves then remove the material, carry it away and deposit it in lowlands, lakes and seas. For example, the Benue carries the sand of the North towards the Niger.</a:t>
            </a:r>
            <a:endParaRPr lang="en-US" sz="3600" dirty="0"/>
          </a:p>
        </p:txBody>
      </p:sp>
      <p:pic>
        <p:nvPicPr>
          <p:cNvPr id="5" name="Image 0" descr="/home/claude/f4/img/v2/f4_gully.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gully erosion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Slopes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Slopes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slope is any inclined surface of the land, from a gentle river bank to a steep mountain side. Slopes cover most of the land surface and are the place where weathering and mass movement 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Slopes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Convex and concave slopes: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convex slope becomes steeper downwards, while a concave slope becomes gentler downwards. Most hills have a convex top and a concave foot.</a:t>
            </a:r>
            <a:endParaRPr lang="en-US" sz="3600" dirty="0"/>
          </a:p>
        </p:txBody>
      </p:sp>
      <p:pic>
        <p:nvPicPr>
          <p:cNvPr id="5" name="Image 0" descr="/home/claude/f4/img/v2/geo2_slope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types of slopes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Slopes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Rectilinear slopes and free faces: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rectilinear slope keeps the same angle from top to bottom. A free face is a vertical rock wall, often found in the middle of a hillside.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Slopes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slope system: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Inputs such as solar energy, rainwater and weathered rock enter the slope, and processes such as weathering, soil creep and runoff act on it. Outputs of soil, rock fragments and water leave it at the foot, usually into a river.</a:t>
            </a:r>
            <a:endParaRPr lang="en-US" sz="3200" dirty="0"/>
          </a:p>
        </p:txBody>
      </p:sp>
      <p:pic>
        <p:nvPicPr>
          <p:cNvPr id="5" name="Image 0" descr="/home/claude/f4/img/v2/slope_system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slope system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Weathering and its Products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Mechanical (Physical) Weathering</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Mechanical weathering breaks rocks without changing their minerals, by the following processes: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Exfoliation (thermal expansion):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 sun heats the outer layer of the rock by day, and it cools quickly at night, so it expands and contracts more than the inside. The outer layers crack and peel off like an onion skin, as is common around Garoua.</a:t>
            </a:r>
            <a:endParaRPr lang="en-US" sz="34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Weathering and its Products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Mechanical (Physical) Weathering</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Frost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in cracks freezes at night, expands by about 9 % and forces the cracks open. When repeated, it splits the rock into sharp fragments that form scree on cold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Weathering and its Products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Mechanical (Physical) Weathering</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Pressure release: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When the rocks above a buried granite are removed by erosion, the pressure on it is reduced and it expands. Cracks parallel to the surface form, and sheets of rock break off, giving rounded domes.</a:t>
            </a:r>
            <a:endParaRPr lang="en-US" sz="3200" dirty="0"/>
          </a:p>
        </p:txBody>
      </p:sp>
      <p:pic>
        <p:nvPicPr>
          <p:cNvPr id="6" name="Image 0" descr="/home/claude/f4/img/v2/exfoliation_last.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exfoliation and sheeting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Weathering and its Products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Chemical Weathering</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Chemical weathering changes the minerals of rocks by the following processes: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Oxidation: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Oxygen dissolved in water reacts with iron minerals in the rock and turns them into rust. This weakens the rock and gives the red colour of soils and laterite in the tropics.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Weathering and its Products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Chemical Weathering</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and carbonation: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minerals, such as rock salt, dissolve directly in water. Rainwater that contains carbon dioxide forms a weak acid, which slowly dissolves limestone and forms caves and karst.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Weathering and its Products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Chemical Weathering</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Hydrolysis and hydration: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hydrolysis, water reacts with minerals such as feldspar in granite and turns them into clay. In hydration, minerals absorb water, swell and crumble; both are fastest in hot, wet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Weathering and its Products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Biological Weathering</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Biological weathering is caused by the following agents: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Plants: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Roots grow into cracks and force them apart as they thicken, and decaying plants release acids that attack the rock. Lichens and mosses also slowly eat into bare rock surfaces.</a:t>
            </a:r>
            <a:endParaRPr lang="en-US" sz="3000" dirty="0"/>
          </a:p>
        </p:txBody>
      </p:sp>
      <p:pic>
        <p:nvPicPr>
          <p:cNvPr id="6" name="Image 0" descr="/home/claude/f4/img/v2/f4_roots.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roots splitting a rock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Weathering and its Products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Biological Weathering</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Animals: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Termites, rodents and earthworms dig in the soil and bring rock fragments to the surface, where they are exposed to weathering. Their burrows also let water and air enter deeper.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Weathering and its Products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Biological Weathering</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Quarrying, building, mining and ploughing break up rocks and expose fresh surfaces. Pollution also produces acid rain, which speeds up chemical weathering.</a:t>
            </a:r>
            <a:endParaRPr lang="en-US" sz="3600" dirty="0"/>
          </a:p>
        </p:txBody>
      </p:sp>
      <p:pic>
        <p:nvPicPr>
          <p:cNvPr id="6" name="Image 0" descr="/home/claude/f4/img/v2/geo2_weatherin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types of weathering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weathering from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breaks rocks in place; erosion removes and carries the material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exfoliation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heating by day and cooling at night make the outer layers of rocks expand and contract until they crack and peel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Denudation means "to make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slope that becomes gentler downwards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Rusting of iron in rocks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most important factor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Intensity and Factors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Denudation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dénudation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Exfoliation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desquamation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Denudation and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denudation, weathering and slope. Describe the types of slopes. Explain the slope as an open system. Explain mechanical, chemical and biological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rocks are broken down and how slopes work as systems, using examples from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Denudation; Slopes; Mechanical (Physical) Weathering; Chemical Weathering; Biological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most important factor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three processes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slopes.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inputs, processes and outputs.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peeling rock.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a tree growing in a crack.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(Erosion, transport and deposition):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2026-10-06T05:43:55Z</dcterms:created>
  <dcterms:modified xsi:type="dcterms:W3CDTF">2026-10-06T05:43:55Z</dcterms:modified>
</cp:coreProperties>
</file>