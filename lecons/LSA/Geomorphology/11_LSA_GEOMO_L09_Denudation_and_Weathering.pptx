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Denudation and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denudation, weathering, erosion, mass movement, slope, convex, concave, rectilinear, slope system, mechanical, chemical and biological weathering. At the end, you should be able to do this: learners are able to explain how rocks are broken down and how slopes work as systems, using examples from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Earthquakes and Man. The question was: Define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Weathering is the breakdown of rocks in place, at or near the surface of the Earth.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denudation, weathering and slope. Number 2: describe the types of slopes. Number 3: explain the slope as an open system. Number 4: explain mechanical, chemical and biological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External forces wear down the land. Igneous rocks form from cooled magma. Garoua is very hot in the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you notice that the surface of a large rock in your quarter of Garoua is peeling off in thin layers, like an onion. After the first heavy rains, you see small gullies cut into the slopes of nearby hills, with piles of sand at the bottom. You ask: "What makes hard rock crumble, and where does all the soil that moves down the hills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rocks break down and how material moves down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general name for the wearing down of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breaks the rock before it is moved?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slopes with vegetation to limit the removal of weathered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how landscapes are worn down and how soils form, which matters for farming and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three parts of denudation.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denudation happens without any movement?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three types of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slope becomes steeper as you go down?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convex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slope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input of the slope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Rainwater or heat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exfoliation.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 rock peel like an onion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in the heat of the day and contracts at night, so the outer layers crack.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type of weathering do these roots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Biological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Denudation.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Weathering, Erosion and Slope.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Denudation. Denudation is made up of the following processes. Copy the point on Weathering on the left, then draw the diagram on the right: the three parts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Denudation. On this slide we have Mass movement.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Erosion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Slopes. Slopes are presented as follows. On this slide we have Types of slopes.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Illustration on the left, then draw the diagram on the right: three types of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Inputs of the slope system on the left, then draw the diagram on the right: the slope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Slopes. On this slide we have Processes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Mechanical and Chemical Weathering. Mechanical and chemical weathering are presented as follows. On this slide we have Mechanical (physical)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Exfoliation on the left, then draw the diagram on the right: exfoliation.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Mechanical and Chemical Weathering. On this slide we have Frost action and Chemical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Mechanical and Chemical Weathering. On this slide we have Chemical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Mechanical and Chemical Weathering.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Biological Weathering. Biological weathering is caused by the following agents. Copy the point on Plants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Biological Weathering. On this slide we have Animals and Humans.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Summary on the left, then draw the diagram on the right: types of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weathering from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breaks rocks in place; erosion removes and carries the material away.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exfoliation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strong heating by day and cooling at night make the outer layers of rocks expand and contract until they crack and peel 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bare; number 2, concave; number 3,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most important factor of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Intensity and Factors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DENUDATION AND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 and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Denudation and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weathering, erosion, mass movement, slope, convex, concave, rectilinear, slope system, mechanical, chemical and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denudation; slopes (types and the slope system); weathering and its types (mechanical, chemical, biological).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rocks are broken down and how slopes work as systems, using examples from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Earthquakes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is the breakdown of rocks in place, at or near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 weathering and slope.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slopes.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slope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mechanical, chemical and biological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External forces wear down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Igneous rocks form from cooled magma.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very hot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you notice that the surface of a large rock in your quarter of Garoua is peeling off in thin layers, like an onion.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first heavy rains, you see small gullies cut into the slopes of nearby hills, with piles of sand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makes hard rock crumble, and where does all the soil that moves down the hills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rocks break down and how material moves down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general name for the wearing down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breaks the rock before it is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slopes with vegetation to limit the removal of weathered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how landscapes are worn down and how soils form, which matters for farming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denudati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parts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denudation happens without any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slop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becomes steeper as you go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convex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lop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slope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input of the slope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or heat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exfoliation.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rock peel like an onion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in the heat of the day and contracts at night, so the outer layers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weathering do these roots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Biological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wearing down and lowering of the land surface by weathering, mass movement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breakdown of rocks in place, at or near the surface, without movement.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material by rivers, wind, ice or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inclined surface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Denudation is made up of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Rocks are broken down in place.</a:t>
            </a:r>
            <a:endParaRPr lang="en-US" sz="3600" dirty="0"/>
          </a:p>
        </p:txBody>
      </p:sp>
      <p:pic>
        <p:nvPicPr>
          <p:cNvPr id="5" name="Image 0" descr="/home/claude/f4/img/v2/geo2_denudation.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parts of denudation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material moves down slopes under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Rivers, wind, ice and waves carry the material away.</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Slopes are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Convex: it becomes steeper downwards.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Concave: it becomes gentler downwards.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Rectilinear: it keeps a constant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Illustration: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hills combine a convex top, a straight middle and a concave foot.</a:t>
            </a:r>
            <a:endParaRPr lang="en-US" sz="3600" dirty="0"/>
          </a:p>
        </p:txBody>
      </p:sp>
      <p:pic>
        <p:nvPicPr>
          <p:cNvPr id="5" name="Image 0" descr="/home/claude/f4/img/v2/geo2_slop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types of slopes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Inputs of the slope 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Heat from the Sun, rainwater and weathered rock enter the system.</a:t>
            </a:r>
            <a:endParaRPr lang="en-US" sz="3600" dirty="0"/>
          </a:p>
        </p:txBody>
      </p:sp>
      <p:pic>
        <p:nvPicPr>
          <p:cNvPr id="5" name="Image 0" descr="/home/claude/f4/img/v2/slope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slope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soil creep and surface runoff act on the slope.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rock fragments and water leave the slope, usually into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Mechanical and Chemical Weathering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Mechanical and chemical weathering are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 (physical)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into pieces without changing their chemical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Mechanical and Chemical Weathering</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Exfoliation: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the outer layer of rock by day and it cools at night, so layers crack and peel off; it is the main type around Garoua.</a:t>
            </a:r>
            <a:endParaRPr lang="en-US" sz="3600" dirty="0"/>
          </a:p>
        </p:txBody>
      </p:sp>
      <p:pic>
        <p:nvPicPr>
          <p:cNvPr id="6" name="Image 0" descr="/home/claude/f4/img/v2/exfoli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exfoliation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Mechanical and Chemical Weathering</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in cracks freezes, expands by about 9 % and splits the rock, in cold mountains.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reactions change the minerals of rocks and weaken them; it is fastest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A) Mechanical and Chemical Weathering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processes: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Oxidation: iron minerals rust, giving red soils and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Solution: minerals such as rock salt dissolve.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A) Mechanical and Chemical Weathering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Carbonation: rain with carbon dioxide dissolves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Biological Weathering</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Biological weathering is caused by the following agents: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grow into cracks and force them apart.</a:t>
            </a:r>
            <a:endParaRPr lang="en-US" sz="3600" dirty="0"/>
          </a:p>
        </p:txBody>
      </p:sp>
      <p:pic>
        <p:nvPicPr>
          <p:cNvPr id="6"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Biological Weathering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Termites, rodents and worms bring rock fragments to the surface and expose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quarrying and farming break up rocks and speed up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Biological Weathering</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Summary: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types of weathering usually act together.</a:t>
            </a:r>
            <a:endParaRPr lang="en-US" sz="3600" dirty="0"/>
          </a:p>
        </p:txBody>
      </p:sp>
      <p:pic>
        <p:nvPicPr>
          <p:cNvPr id="6" name="Image 0" descr="/home/claude/f4/img/v2/geo2_weatherin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weathering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breaks rocks in place; erosion removes and carries the material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exfoliation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heating by day and cooling at night make the outer layers of rocks expand and contract until they crack and peel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Denudation means "to make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slope that becomes gentler downwards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Rusting of iron in rocks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most important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Denudation and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weathering and slope. Describe the types of slopes. Explain the slope as an open system. Explain mechanical, chemical and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rocks are broken down and how slopes work as systems, using examples from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Denudation; Slopes; Mechanical and Chemical Weathering;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most important factor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three processes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slopes.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inputs, processes and outputs.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peeling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a tree growing in a crack.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(Erosion):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2026-09-28T22:07:44Z</dcterms:created>
  <dcterms:modified xsi:type="dcterms:W3CDTF">2026-09-28T22:07:44Z</dcterms:modified>
</cp:coreProperties>
</file>