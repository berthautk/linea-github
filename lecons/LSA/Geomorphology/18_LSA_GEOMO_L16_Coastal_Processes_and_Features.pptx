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Lst>
  <p:notesMasterIdLst>
    <p:notesMasterId r:id="rId7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notesMaster" Target="notesMasters/notesMaster1.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16: Coastal Processes and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Denudational Processes on Slopes, and the sub-topic is Erosion and Depositional Processes and Landforms. The key notions we shall use today are: coast, wave, fetch, tide, storm surge, hydraulic action, abrasion, attrition, solution, longshore drift, swash, backwash, cliff, wave-cut platform, cave, arch, stack, stump, beach, spit, bar. At the end, you should be able to do this: learners are able to explain coastal processes and landforms and the problems of the coast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15: River Action on its Long Profile. The question was: Define longshore drift.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Longshore drift is the movement of sand and pebbles along a coast by waves that reach the shore at an angle.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five things. Number 1: describe waves, tides and storm surges. Number 2: explain the processes of wave erosion. Number 3: explain longshore drift. Number 4: describe landforms of coastal erosion and deposition. Number 5: explain the threats to coasts.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Rivers erode by hydraulic action, abrasion, attrition and solution. Deposition happens when energy falls. Kribi and Limbe are on the coast of Cameroon.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You travel from Garoua to Kribi for the holidays and see the sea for the first time. Unlike the Benue, which flows in one direction, the sea moves constantly, with waves crashing on the shore. You build a sandcastle, but a few hours later the rising water washes it away. In some places the shore is sandy and wide; in others, tall rocks are being worn away. You ask: "What forces shape and change the land where it meets the sea?"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the processes and landforms of the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gives waves their energy?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wind blowing over the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was the sandcastle washed away?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tide rose and brought the water further up the shore.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mangroves and beaches and avoid dumping waste on the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coast of Cameroon, its landforms and the dangers faced by coastal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large waves.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one factor of the size of waves.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Wind speed, wind duration or the fetch.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erosion of a headland.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Put in order: arch, cave, stack, stump.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Cave, arch, stack, stump.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longshore drift.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does longshore drift move sand along the beach?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swash comes up at an angle and the backwash goes straight down, so sand zig-zags along.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spit.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is a spit?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long ridge of sand or shingle joined to the land and projecting into the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threats to the coast.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threat faced by Kribi or Limbe.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Coastal erosion, flooding or pollution.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Coast and Fetch.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Wave refraction, Longshore drift and Storm surge.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Coast and the Coastal System. The coast and the coastal system are explained as follows. Copy the point on The coast on the left, then draw the diagram on the right: a beach.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Coast and the Coastal System. Copy the point on The coastal system: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Influencing Coasts. The form of a coast depends on the following factors. Copy the point on Wave energy: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Influencing Coasts. Copy the point on Geology: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Influencing Coasts. Copy the point on Changes of sea level: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Influencing Coasts. Copy the point on Human activities and vegetation: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Waves and Energy. Waves carry energy to the coast in the following ways. Copy the point on Formation of waves on the left, then draw the diagram on the right: large waves.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Waves and Energy. Copy the point on Breaking waves: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Wave refraction on the left, then draw the diagram on the right: wave refraction.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Other Coastal Processes. Coasts are also affected by the following processes. Copy the point on Tides on the left, then draw the diagram on the right: the tides.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Other Coastal Processes. Copy the point on Storm surges: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Tsunamis on the left, then draw the diagram on the right: a tsunami.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Wave Erosion, Transport and Deposition. Waves shape the coast by the following processes. Copy the point on Wave erosion on the left, then draw the diagram on the right: coastal processes.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Longshore drift on the left, then draw the diagram on the right: longshore drift.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Wave Erosion, Transport and Deposition. Copy the point on Deposition: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Features of Erosion. Wave erosion produces the following features. Copy the point on Headlands and bays: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Cliffs and wave-cut platforms on the left, then draw the diagram on the right: a cliff.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Caves, arches, stacks and stumps on the left, then draw the diagram on the right: the erosion of a headland.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Features of Deposition. Wave deposition produces the following features. Copy the point on Beaches: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Spits on the left, then draw the diagram on the right: a spit.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Features of Deposition. Copy the point on Bars and tombolos: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Threats to Coasts. Coasts face the following threats. Copy the point on Coastal erosion on the left, then draw the diagram on the right: threats to coasts.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Threats to Coasts. Copy the point on Flooding and sea-level rise: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Pollution on the left, then draw the diagram on the right: an oil spill.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Destruction of mangroves on the left, then draw the diagram on the right: mangroves.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Explain how waves break a hard cliff.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hydraulic action compresses air in cracks, abrasion hurls pebbles against the rock, and solution dissolves some minerals.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Describe the formation of a stack.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crack in a headland is enlarged into a cave, then an arch; the arch collapses, leaving a stack.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fetch; number 2, swash; number 3,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highest mountain of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3: Relief of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16: COASTAL PROCESSES AND FEATURES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gif"/><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gif"/><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2.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2.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2.xml"/><Relationship Id="rId3" Type="http://schemas.openxmlformats.org/officeDocument/2006/relationships/notesSlide" Target="../notesSlides/notesSlide7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Coastal Processes and Features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Denudational Processes on Slopes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Erosion and Depositional Processes and Landforms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16: Coastal Processes and Features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Coast, wave, fetch, tide, storm surge, hydraulic action, abrasion, attrition, solution, longshore drift, swash, backwash, cliff, wave-cut platform, cave, arch, stack, stump, beach, spit, bar.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coastal system and wave action; coastal processes (erosion, transportation, deposition); landforms of erosion and deposition; threats to coasts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coastal processes and landforms and the problems of the coast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15: River Action on its Long Profile):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longshore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Longshore drift is the movement of sand and pebbles along a coast by waves that reach the shore at an angle.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waves, tides and storm surges.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processes of wave erosion.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longshore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landforms of coastal erosion and deposition.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threats to coasts.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erode by hydraulic action, abrasion, attrition and solution.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Deposition happens when energy falls.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Kribi and Limbe are on the coast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travel from Garoua to Kribi for the holidays and see the sea for the first time.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Unlike the Benue, which flows in one direction, the sea moves constantly, with waves crashing on the shore.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build a sandcastle, but a few hours later the rising water washes it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some places the shore is sandy and wide; in others, tall rocks are being worn away.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"What forces shape and change the land where it meets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the processes and landforms of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gives waves their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blowing over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was the sandcastle washed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tide rose and brought the water further up the shore.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mangroves and beaches and avoid dumping waste on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coast of Cameroon, its landforms and the dangers faced by coastal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WAVES AND TIDES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bigwav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Large waves.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WAVES AND TIDES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factor of the size of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WAVES AND TIDES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 speed, wind duration or the fetch.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EROSION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headland.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erosion of a headland.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in order: arch, cave, stack, stump.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Cave, arch, stack, stump.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TRANSPORTATION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ongshor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longshore drift.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TRANSPORTATION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longshore drift move sand along the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TRANSPORTATION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swash comes up at an angle and the backwash goes straight down, so sand zig-zags along.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DEPOSITION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spi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spit.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DEPOSITION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spit?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DEPOSITION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long ridge of sand or shingle joined to the land and projecting into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THREATS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geo2_coast_threats.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Threats to the coast.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THREATS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threat faced by Kribi or Limbe.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THREATS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Coastal erosion, flooding or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Denudational Processes on Slopes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Erosion and Depositional Processes and Landforms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16: Coastal Processes and Features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Coast: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narrow zone where the land meets the sea.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Fetch: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distance of open water over which the wind blows.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Wave refraction: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bending of waves as they approach an irregular coastline.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Longshore drift: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movement of sediment along the coast by waves reaching the shore at an angle.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Storm surge: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abnormal rise of the sea level caused by a storm.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Coast and the Coastal System</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coast and the coastal system are explained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The coast: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 coast is the zone where the land meets the sea, from the highest level reached by storm waves to the lowest level of the tides. It is always changing because of waves, tides and currents.</a:t>
            </a:r>
            <a:endParaRPr lang="en-US" sz="3200" dirty="0"/>
          </a:p>
        </p:txBody>
      </p:sp>
      <p:pic>
        <p:nvPicPr>
          <p:cNvPr id="5" name="Image 0" descr="/home/claude/f4/img/v2/usa_beach.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beach</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Coast and the Coastal System</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coastal system: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Energy from waves, tides and winds and sediments from rivers and cliffs are the inputs of the system. Erosion, transport and deposition are its processes, and landforms and sediments carried out to sea are its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Influencing Coasts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form of a coast depends on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Wave energy: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Strong waves, driven by strong winds over a long fetch, erode the coast quickly. Sheltered coasts with weak waves favour deposition.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Influencing Coasts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Geology: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Hard rocks such as granite form headlands and high cliffs, while soft rocks such as clay are eroded into bays. The structure of the rocks, their joints and dip, also controls the shape of cliffs.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Influencing Coasts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Changes of sea level: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rise of sea level drowns valleys and forms estuaries and rias, while a fall leaves raised beaches. The present rise of sea level increases erosion on many coasts.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Influencing Coasts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activities and 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Ports, sea walls and the removal of sand change the movement of sediments. Mangroves and dune vegetation protect coasts, and their destruction increases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Waves and Energy</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400" i="1" dirty="0">
                <a:solidFill>
                  <a:srgbClr val="111111"/>
                </a:solidFill>
                <a:latin typeface="Times New Roman" pitchFamily="34" charset="0"/>
                <a:ea typeface="Times New Roman" pitchFamily="34" charset="-122"/>
                <a:cs typeface="Times New Roman" pitchFamily="34" charset="-120"/>
              </a:rPr>
              <a:t>Waves carry energy to the coast in the following ways:</a:t>
            </a:r>
            <a:endParaRPr lang="en-US" sz="3400" dirty="0"/>
          </a:p>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Formation of waves: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Wind blowing over the sea transfers energy to the water and forms waves. Their size depends on the wind speed, how long it blows and the fetch.</a:t>
            </a:r>
            <a:endParaRPr lang="en-US" sz="3400" dirty="0"/>
          </a:p>
        </p:txBody>
      </p:sp>
      <p:pic>
        <p:nvPicPr>
          <p:cNvPr id="5" name="Image 0" descr="/home/claude/f4/img/v2/f4_bigwaves.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large waves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Waves and Energy</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Breaking waves: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the shore, the base of the wave is slowed by the sea bed, and the top falls forward and breaks. Constructive waves have a strong swash and build beaches, while destructive waves have a strong backwash and erode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Waves and Energy</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Wave refraction: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Waves slow down in shallow water off headlands and bend so that they strike the headlands on three sides. Energy is concentrated on headlands, which are eroded, and spread out in bays, where deposition takes place.</a:t>
            </a:r>
            <a:endParaRPr lang="en-US" sz="3400" dirty="0"/>
          </a:p>
        </p:txBody>
      </p:sp>
      <p:pic>
        <p:nvPicPr>
          <p:cNvPr id="5" name="Image 0" descr="/home/claude/f4/img/v2/refraction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wave refraction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Other Coastal Processes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Coasts are also affected by the following processes: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Tides: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sea rises and falls about twice a day because of the pull of the Moon and the Sun. The tidal range decides how much of the shore is attacked by waves.</a:t>
            </a:r>
            <a:endParaRPr lang="en-US" sz="3600" dirty="0"/>
          </a:p>
        </p:txBody>
      </p:sp>
      <p:pic>
        <p:nvPicPr>
          <p:cNvPr id="5" name="Image 0" descr="/home/claude/f4/img/tides.png">    </p:cNvPr>
          <p:cNvPicPr>
            <a:picLocks noChangeAspect="1"/>
          </p:cNvPicPr>
          <p:nvPr/>
        </p:nvPicPr>
        <p:blipFill>
          <a:blip r:embed="rId1"/>
          <a:stretch>
            <a:fillRect/>
          </a:stretch>
        </p:blipFill>
        <p:spPr>
          <a:xfrm>
            <a:off x="6537960" y="2623552"/>
            <a:ext cx="5470855" cy="2589304"/>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tides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Other Coastal Processes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Storm surges: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Strong winds and low pressure during a storm raise the sea level well above normal. The surge floods low coasts and causes severe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Other Coastal Processes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Tsunamis: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Undersea earthquakes, eruptions or landslides set off giant waves that can reach tens of metres high at the coast. They flood the land and destroy everything in their path.</a:t>
            </a:r>
            <a:endParaRPr lang="en-US" sz="3600" dirty="0"/>
          </a:p>
        </p:txBody>
      </p:sp>
      <p:pic>
        <p:nvPicPr>
          <p:cNvPr id="5" name="Image 0" descr="/home/claude/f4/img/v2/lsa_tsunami.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tsunami</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Wave Erosion, Transport and Deposition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Waves shape the coast by the following processes:</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Wave erosion: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Waves erode the coast by hydraulic action, when water and compressed air break the rock, and by abrasion, when they throw sand and pebbles against cliffs. Attrition rounds the pebbles, and solution dissolves limestone.</a:t>
            </a:r>
            <a:endParaRPr lang="en-US" sz="3000" dirty="0"/>
          </a:p>
        </p:txBody>
      </p:sp>
      <p:pic>
        <p:nvPicPr>
          <p:cNvPr id="5" name="Image 0" descr="/home/claude/f4/img/v2/geo2_coast.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coastal processes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Wave Erosion, Transport and Deposition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Longshore drift: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Waves reaching the beach at an angle carry sediment up the beach in the swash, and the backwash brings it straight back down. The sediment therefore moves step by step along the coast.</a:t>
            </a:r>
            <a:endParaRPr lang="en-US" sz="3600" dirty="0"/>
          </a:p>
        </p:txBody>
      </p:sp>
      <p:pic>
        <p:nvPicPr>
          <p:cNvPr id="5" name="Image 0" descr="/home/claude/f4/img/v2/longshore_last.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longshore drift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Wave Erosion, Transport and Deposition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Deposition: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Waves drop their load where they lose energy, in sheltered bays, behind islands and where the coast changes direction. Constructive waves build beaches in these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Features Produced</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Features of Erosion</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3800" i="1" dirty="0">
                <a:solidFill>
                  <a:srgbClr val="111111"/>
                </a:solidFill>
                <a:latin typeface="Times New Roman" pitchFamily="34" charset="0"/>
                <a:ea typeface="Times New Roman" pitchFamily="34" charset="-122"/>
                <a:cs typeface="Times New Roman" pitchFamily="34" charset="-120"/>
              </a:rPr>
              <a:t>Wave erosion produces the following features:</a:t>
            </a:r>
            <a:endParaRPr lang="en-US" sz="3800" dirty="0"/>
          </a:p>
          <a:p>
            <a:pPr algn="l" indent="0" marL="0">
              <a:spcAft>
                <a:spcPts val="800"/>
              </a:spcAft>
              <a:buNone/>
            </a:pPr>
            <a:r>
              <a:rPr lang="en-US" sz="3800" b="1" dirty="0">
                <a:solidFill>
                  <a:srgbClr val="111111"/>
                </a:solidFill>
                <a:latin typeface="Times New Roman" pitchFamily="34" charset="0"/>
                <a:ea typeface="Times New Roman" pitchFamily="34" charset="-122"/>
                <a:cs typeface="Times New Roman" pitchFamily="34" charset="-120"/>
              </a:rPr>
              <a:t>Headlands and bays: </a:t>
            </a:r>
            <a:pPr algn="l" indent="0" marL="0">
              <a:spcAft>
                <a:spcPts val="800"/>
              </a:spcAft>
              <a:buNone/>
            </a:pPr>
            <a:r>
              <a:rPr lang="en-US" sz="3800" dirty="0">
                <a:solidFill>
                  <a:srgbClr val="111111"/>
                </a:solidFill>
                <a:latin typeface="Times New Roman" pitchFamily="34" charset="0"/>
                <a:ea typeface="Times New Roman" pitchFamily="34" charset="-122"/>
                <a:cs typeface="Times New Roman" pitchFamily="34" charset="-120"/>
              </a:rPr>
              <a:t>Where hard and soft rocks alternate along the coast, the soft rocks are eroded into bays and the hard rocks remain as headlands. Refraction then concentrates erosion on the headlands.</a:t>
            </a:r>
            <a:endParaRPr lang="en-US" sz="3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Features Produced</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Features of Erosion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Cliffs and wave-cut platforms: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Waves cut a notch at the foot of a cliff; the rock above collapses and the cliff retreats. A flat rock platform, visible at low tide, is left in front of it.</a:t>
            </a:r>
            <a:endParaRPr lang="en-US" sz="3600" dirty="0"/>
          </a:p>
        </p:txBody>
      </p:sp>
      <p:pic>
        <p:nvPicPr>
          <p:cNvPr id="6" name="Image 0" descr="/home/claude/f4/img/v2/f4_cliff.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cliff</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Features Produced</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Features of Erosion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Caves, arches, stacks and stumps: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On a headland, waves widen a crack into a cave, and two caves meet to form an arch. The arch collapses and leaves a stack, which is worn down into a stump.</a:t>
            </a:r>
            <a:endParaRPr lang="en-US" sz="3600" dirty="0"/>
          </a:p>
        </p:txBody>
      </p:sp>
      <p:pic>
        <p:nvPicPr>
          <p:cNvPr id="6" name="Image 0" descr="/home/claude/f4/img/v2/headland_last.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erosion of a headland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Features Produced</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Features of Deposition</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Wave deposition produces the following features: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Beaches: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 and shingle accumulate between the low and high tide levels, especially in bays. The beaches of Kribi and Limbe, with black volcanic sand at Limbe, are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Features Produced</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Features of Deposition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Spits: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Where the coast changes direction, longshore drift continues to deposit sand into the sea. It builds a long, narrow ridge attached to the land at one end, often with a curved tip.</a:t>
            </a:r>
            <a:endParaRPr lang="en-US" sz="3600" dirty="0"/>
          </a:p>
        </p:txBody>
      </p:sp>
      <p:pic>
        <p:nvPicPr>
          <p:cNvPr id="6" name="Image 0" descr="/home/claude/f4/img/v2/f4_spit.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spit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Features Produced</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Features of Deposition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Bars and tombolos: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spit that grows across a bay forms a bar, which traps a lagoon behind it. A ridge of sand that joins an island to the mainland is a tombolo.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7. Threats to Coasts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Coasts face the following threats: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Coastal erosion: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Beaches, roads and houses are lost as the coast retreats, especially at Kribi and Limbe. Sand mining on beaches makes erosion worse.</a:t>
            </a:r>
            <a:endParaRPr lang="en-US" sz="3600" dirty="0"/>
          </a:p>
        </p:txBody>
      </p:sp>
      <p:pic>
        <p:nvPicPr>
          <p:cNvPr id="5" name="Image 0" descr="/home/claude/f4/img/v2/geo2_coast_threats.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threats to coasts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7. Threats to Coasts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Flooding and sea-level rise: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Global warming is raising the sea level, and storm surges flood low areas. Parts of Douala and the Wouri estuary are threatened.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7. Threats to Coasts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Pollution: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Waste from towns and industries, and oil from ships and platforms, pollute the water and the beaches. They harm fishing and tourism.</a:t>
            </a:r>
            <a:endParaRPr lang="en-US" sz="3600" dirty="0"/>
          </a:p>
        </p:txBody>
      </p:sp>
      <p:pic>
        <p:nvPicPr>
          <p:cNvPr id="5" name="Image 0" descr="/home/claude/f4/img/v2/usa_oilspill.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an oil spill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7. Threats to Coasts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Destruction of mangroves: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Mangroves are cut for firewood, for smoking fish and to build houses, as around Douala. Without them, the coast loses its natural protection against waves and its fish nurseries.</a:t>
            </a:r>
            <a:endParaRPr lang="en-US" sz="3600" dirty="0"/>
          </a:p>
        </p:txBody>
      </p:sp>
      <p:pic>
        <p:nvPicPr>
          <p:cNvPr id="5" name="Image 0" descr="/home/claude/f4/img/v2/lsa_mangrove.jpg">    </p:cNvPr>
          <p:cNvPicPr>
            <a:picLocks noChangeAspect="1"/>
          </p:cNvPicPr>
          <p:nvPr/>
        </p:nvPicPr>
        <p:blipFill>
          <a:blip r:embed="rId1"/>
          <a:stretch>
            <a:fillRect/>
          </a:stretch>
        </p:blipFill>
        <p:spPr>
          <a:xfrm>
            <a:off x="6537960" y="2400113"/>
            <a:ext cx="5470855" cy="3036181"/>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mangroves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how waves break a hard cliff.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Hydraulic action compresses air in cracks, abrasion hurls pebbles against the rock, and solution dissolves some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formation of a stack.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crack in a headland is enlarged into a cave, then an arch; the arch collapses, leaving a stack.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distance of open water over which wind blows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Waves going up the beach are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ridge of sand closing a bay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highest mountain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3: Relief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côte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vague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Beach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marée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Cliff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falaise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Denudational Processes on Slopes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16: Coastal Processes and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waves, tides and storm surges. Explain the processes of wave erosion. Explain longshore drift. Describe landforms of coastal erosion and deposition. Explain the threats to coasts.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coastal processes and landforms and the problems of the coast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Coast and the Coastal System; Factors Influencing Coasts; Waves and Energy; Other Coastal Processes; Wave Erosion, Transport and Deposition; Features of Erosion; Features of Deposition; Threats to Coasts.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highest mountain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Activities 2 and 3 are animations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blow over a basin of water.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four stages.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zig-zag.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a spit and a bar.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coastal problems.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Geomorphology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“Wave Explosion, Monterey Bay, California” by John William Hammond, CC BY-NC-SA 2.0, via Flickr (https://www.flickr.com/photos/8398907@N02/16328053911)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“Coastal defences no longer being maintained - Why? Spurn Head, Yorkshi” by Richard Allaway, CC BY 2.0, via Flickr (https://www.flickr.com/photos/16287002@N00/6605676971)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(The coast): “Crowded Sunny Beach, Bulgaria” by phototouring, CC BY-NC-SA 2.0, via Flickr (https://www.flickr.com/photos/19054742@N00/1557605901)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(Tsunamis): “Tsunami damage” by robertodevido, CC BY-NC-ND 2.0, via Flickr (https://www.flickr.com/photos/63082042@N00/5531541425)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(Cliffs and wave-cut platforms): “Forces of Nature” by liquidcrash, CC BY-SA 2.0, via Flickr (https://www.flickr.com/photos/124320023@N06/13938903780)</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(Pollution): “Exxon Valdez Oil Spill - 0038” by ARLIS Reference, CC BY-SA 2.0, via Flickr (https://www.flickr.com/photos/51606297@N07/4750613516)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(Destruction of mangroves): “Pitchavaram waterway - Mangrove forest” by Balaji.B Photography, CC BY 2.0, via Flickr (https://www.flickr.com/photos/81073027@N00/1745978833)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75</Slides>
  <Notes>75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75</vt:i4>
      </vt:variant>
    </vt:vector>
  </HeadingPairs>
  <TitlesOfParts>
    <vt:vector size="7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2026-09-29T11:26:01Z</dcterms:created>
  <dcterms:modified xsi:type="dcterms:W3CDTF">2026-09-29T11:26:01Z</dcterms:modified>
</cp:coreProperties>
</file>