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 wave, fetch, tide, storm surge, hydraulic action, abrasion, attrition, solution, longshore drift, swash, backwash, cliff, wave-cut platform, cave, arch, stack, stump, beach, spit, bar. At the end, you should be able to do this: learners are able to explain coastal processes and landforms and the problems of the coast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Define longshore drift.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Longshore drift is the movement of sand and pebbles along a coast by waves that reach the shore at an angle.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waves, tides and storm surges. Number 2: explain the processes of wave erosion. Number 3: explain longshore drift. Number 4: describe landforms of coastal erosion and deposition. Number 5: explain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by hydraulic action, abrasion, attrition and solution. Deposition happens when energy falls. Kribi and Limbe are on the coast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to Kribi for the holidays and see the sea for the first time. Unlike the Benue, which flows in one direction, the sea moves constantly, with waves crashing on the shore. You build a sandcastle, but a few hours later the rising water washes it away. In some places the shore is sandy and wide; in others, tall rocks are being worn away. You ask: "What forces shape and change the land where it meets the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processes and landforms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gives waves their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sandcastle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tide rose and brought the water further up the shore.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beaches and avoid dumping waste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coast of Cameroon, its landforms and the dangers faced by coastal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large waves.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factor of the size of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wind duration or the fetch.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in order: arch, cave, stack, stump.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longshore drift move sand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comes up at an angle and the backwash goes straight down, so sand zig-zags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ridge of sand or shingle joined to the land and projecting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threats to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threat faced by Kribi or Limbe.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flooding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Fetch.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Longshore drift and Spit.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System and Wave Action. The forces acting on the coast are the following. Copy the point on Waves on the left, then draw the diagram on the right: large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Tides on the left, then draw the diagram on the right: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System and Wave Action. On this slide we have Storm surges.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Processes. Waves shape the coast by the following processes. Copy the point on Hydraulic action on the left, then draw the diagram on the right: coastal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Abrasion and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Longshore drift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processes create the following landforms. Copy the point on Cliffs and wave-cut platforms on the left, then draw the diagram on the right: a cliff.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Caves, arches, stacks and stumps on the left, then draw the diagram on the right: erosion of a headland.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Beaches on the left, then draw the diagram on the right: a beach.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Spits and bars on the left, then draw the diagram on the right: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Threats to Coasts. The coasts of Cameroon face the following threats. Copy the point on Coastal erosion on the left, then draw the diagram on the right: threats to the coast.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Threats to Coasts. On this slide we have Flooding.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oil pollution.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waves break a hard cliff.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hydraulic action compresses air in cracks, abrasion hurls pebbles against the rock, and solution dissolves some minerals.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formation of a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crack in a headland is enlarged into a cave, then an arch; the arch collapses, leaving a stack.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fetch; number 2, swash; number 3,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highest mountain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 wave, fetch, tide, storm surge, hydraulic action, abrasion, attrition, solution, longshore drift, swash, backwash, cliff, wave-cut platform, cave, arch, stack, stump, beach, spit, bar.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wave action; coastal processes (erosion, transportation, deposition); landforms of erosion and deposition; threats to coasts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 is the movement of sand and pebbles along a coast by waves that reach the shore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waves, tides and storm surges.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wave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landforms of coastal erosion and deposition.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energy falls.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and Limbe are on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to Kribi for the holidays and see the sea for the first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Unlike the Benue, which flows in one direction, the sea moves constantly, with waves crashing on the shore.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build a sandcastle, but a few hours later the rising water washes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the shore is sandy and wide; in others, tall rocks are being worn away.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forces shape and change the land where it meets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processes and landforms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waves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sandcastle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tide rose and brought the water further up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beaches and avoid dumping waste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coast of Cameroon, its landforms and the dangers faced by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 of the size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wind duration or the fetch.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cave,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longshore drift move sand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comes up at an angle and the backwash goes straight down, so sand zig-zags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ridge of sand or shingle joined to the land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coast_threa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Threats to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threat faced by Kribi or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flooding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narrow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water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sediment along the coast by waves reaching the shore at an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ridge of sand or shingle joined to the land at one end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forces acting on the coast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transfers energy to the water; wave size depends on wind speed, duration and fetch.</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large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sea rises and falls about twice a day, because of the pull of the Moon and the Sun.</a:t>
            </a:r>
            <a:endParaRPr lang="en-US" sz="3600" dirty="0"/>
          </a:p>
        </p:txBody>
      </p:sp>
      <p:pic>
        <p:nvPicPr>
          <p:cNvPr id="5"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Coastal System and Wave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Powerful storms raise the sea level abnormally and flood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Waves shape the coast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crash against the coast and compress air in cracks, breaking the rock.</a:t>
            </a:r>
            <a:endParaRPr lang="en-US" sz="3600" dirty="0"/>
          </a:p>
        </p:txBody>
      </p:sp>
      <p:pic>
        <p:nvPicPr>
          <p:cNvPr id="5" name="Image 0" descr="/home/claude/f4/img/v2/geo2_co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throw sand and pebbles against cliffs like sandpaper.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and 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Pebbles hit each other and become rounded, and seawater dissolves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swash carries sediment up the beach at an angle and the backwash brings it straight back, moving it along the coast.</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drop their load where they lose energy, in sheltered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Coastal processes create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Cliffs and wave-cut platforms: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Waves erode the foot of a cliff, which collapses and retreats, leaving a flat rock platform.</a:t>
            </a:r>
            <a:endParaRPr lang="en-US" sz="3400" dirty="0"/>
          </a:p>
        </p:txBody>
      </p:sp>
      <p:pic>
        <p:nvPicPr>
          <p:cNvPr id="5" name="Image 0" descr="/home/claude/f4/img/v2/f4_clif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cliff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Caves, arches, stacks and stumps: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a headland, a crack becomes a cave, then an arch; the arch collapses into a stack, which wears down to a stump.</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of a headland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Beaches: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and shingle accumulate in bays, like the beaches of Kribi and Limbe.</a:t>
            </a:r>
            <a:endParaRPr lang="en-US" sz="3600" dirty="0"/>
          </a:p>
        </p:txBody>
      </p:sp>
      <p:pic>
        <p:nvPicPr>
          <p:cNvPr id="5" name="Image 0" descr="/home/claude/f4/img/v2/usa_bea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beach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Spits and bars: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Longshore drift builds spits into the sea; a bar closes a bay and traps a lagoon.</a:t>
            </a:r>
            <a:endParaRPr lang="en-US" sz="3600" dirty="0"/>
          </a:p>
        </p:txBody>
      </p:sp>
      <p:pic>
        <p:nvPicPr>
          <p:cNvPr id="5" name="Image 0" descr="/home/claude/f4/img/v2/f4_spi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coasts of Cameroon face the following threats: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Beaches, roads and houses are lost, especially at Kribi and Limbe.</a:t>
            </a:r>
            <a:endParaRPr lang="en-US" sz="3600" dirty="0"/>
          </a:p>
        </p:txBody>
      </p:sp>
      <p:pic>
        <p:nvPicPr>
          <p:cNvPr id="5" name="Image 0" descr="/home/claude/f4/img/v2/geo2_coast_threa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threats to the coast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Storm surges and rising sea level threaten low areas such as parts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Threats to Coasts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Waste from towns, industries and ships damages mangroves, fishing and tourism.</a:t>
            </a:r>
            <a:endParaRPr lang="en-US" sz="3600" dirty="0"/>
          </a:p>
        </p:txBody>
      </p:sp>
      <p:pic>
        <p:nvPicPr>
          <p:cNvPr id="5" name="Image 0" descr="/home/claude/f4/img/v2/usa_oilspi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oil pollution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waves break a hard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compresses air in cracks, abrasion hurls pebbles against the rock, and solution dissolves some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formation of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crack in a headland is enlarged into a cave, then an arch; the arch collapses, leaving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of open water over which wind blows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Waves going up the beach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ridge of sand closing a bay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waves, tides and storm surges. Explain the processes of wave erosion. Explain longshore drift. Describe landforms of coastal erosion and deposition. Explain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Coastal System and Wave Action; Coastal Processes; Coastal Landforms;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highest mountain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spit and a bar.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coastal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(Tides):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(Cliffs and wave-cut platforms):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(Beaches): “Crowded Sunny Beach, Bulgaria” by phototouring, CC BY-NC-SA 2.0, via Flickr (https://www.flickr.com/photos/19054742@N00/1557605901)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(Pollution):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2026-09-29T03:12:50Z</dcterms:created>
  <dcterms:modified xsi:type="dcterms:W3CDTF">2026-09-29T03:12:50Z</dcterms:modified>
</cp:coreProperties>
</file>