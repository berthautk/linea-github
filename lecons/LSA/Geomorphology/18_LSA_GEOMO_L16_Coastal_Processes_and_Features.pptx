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 wave, fetch, tide, storm surge, hydraulic action, abrasion, attrition, solution, longshore drift, swash, backwash, cliff, wave-cut platform, cave, arch, stack, stump, beach, spit, bar. At the end, you should be able to do this: learners are able to explain coastal processes and landforms and the problems of the coast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Define longshore drift.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Longshore drift is the movement of sand and pebbles along a coast by waves that reach the shore at an angle.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waves, tides and storm surges. Number 2: explain the processes of wave erosion. Number 3: explain longshore drift. Number 4: describe landforms of coastal erosion and deposition. Number 5: explain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by hydraulic action, abrasion, attrition and solution. Deposition happens when energy falls. Kribi and Limbe are on the coast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to Kribi for the holidays and see the sea for the first time. Unlike the Benue, which flows in one direction, the sea moves constantly, with waves crashing on the shore. You build a sandcastle, but a few hours later the rising water washes it away. In some places the shore is sandy and wide; in others, tall rocks are being worn away. You ask: "What forces shape and change the land where it meets the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processes and landforms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gives waves their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sandcastle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tide rose and brought the water further up the shore.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beaches and avoid dumping waste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coast of Cameroon, its landforms and the dangers faced by coastal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large waves.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factor of the size of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wind duration or the fetch.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in order: arch, cave, stack, stump.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longshore drift move sand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comes up at an angle and the backwash goes straight down, so sand zig-zags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ridge of sand or shingle joined to the land and projecting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threats to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threat faced by Kribi or Limbe.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flooding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Fetch.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Wave refraction, Longshore drift and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 and the Coastal System. The coast and the coastal system are explained as follows. Copy the point on The coast on the left, then draw the diagram on the right: a beach.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 and the Coastal System. Copy the point on The coastal system: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Coasts. The form of a coast depends on the following factors. Copy the point on Wave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Geology: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Changes of sea level: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Human activities and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Waves and Energy. Waves carry energy to the coast in the following ways. Copy the point on Formation of waves on the left, then draw the diagram on the right: large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Waves and Energy. Copy the point on Breaking waves: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Wave refraction on the left, then draw the diagram on the right: wave refraction.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Coastal Processes. Coasts are also affected by the following processes. Copy the point on Tides on the left, then draw the diagram on the right: the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Coastal Processes. Copy the point on Storm surges: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 Erosion, Transport and Deposition. Waves shape the coast by the following processes. Copy the point on Wave erosion on the left, then draw the diagram on the right: coastal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Longshore drift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Deposition. Copy the point on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Erosion. Wave erosion produces the following features. Copy the point on Headlands and bays: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Cliffs and wave-cut platforms on the left, then draw the diagram on the right: a cliff.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Caves, arches, stacks and stumps on the left, then draw the diagram on the right: the erosion of a headland.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Deposition. Wave deposition produces the following features. Copy the point on Beaches: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Spits on the left, then draw the diagram on the right: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of Deposition. Copy the point on Bars and tombolos: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Threats to Coasts. Coasts face the following threats. Copy the point on Coastal erosion on the left, then draw the diagram on the right: threats to coasts.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Threats to Coasts. Copy the point on Flooding and sea-level rise: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an oil spill.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of mangroves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waves break a hard cliff.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hydraulic action compresses air in cracks, abrasion hurls pebbles against the rock, and solution dissolves some minerals.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formation of a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crack in a headland is enlarged into a cave, then an arch; the arch collapses, leaving a stack.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fetch; number 2, swash; number 3,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components of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 wave, fetch, tide, storm surge, hydraulic action, abrasion, attrition, solution, longshore drift, swash, backwash, cliff, wave-cut platform, cave, arch, stack, stump, beach, spit, bar.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wave action; coastal processes (erosion, transportation, deposition); landforms of erosion and deposition; threats to coasts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 is the movement of sand and pebbles along a coast by waves that reach the shore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waves, tides and storm surges.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wave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landforms of coastal erosion and deposition.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energy falls.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and Limbe are on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to Kribi for the holidays and see the sea for the first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Unlike the Benue, which flows in one direction, the sea moves constantly, with waves crashing on the shore.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build a sandcastle, but a few hours later the rising water washes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the shore is sandy and wide; in others, tall rocks are being worn away.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forces shape and change the land where it meets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processes and landforms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waves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sandcastle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tide rose and brought the water further up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beaches and avoid dumping waste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coast of Cameroon, its landforms and the dangers faced by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 of the size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wind duration or the fetch.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cave,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longshore drift move sand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comes up at an angle and the backwash goes straight down, so sand zig-zags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ridge of sand or shingle joined to the land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coast_threa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Threats to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threat faced by Kribi or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flooding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narrow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water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waves as they approach an irregular coastline.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sediment along the coast by waves reaching the shore at an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 and the Coastal System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coast and the coastal system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coast: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is the zone where the land meets the sea, from the highest level reached by storm waves to the lowest level of the tides. It is always changing because of waves, tides and currents.</a:t>
            </a:r>
            <a:endParaRPr lang="en-US" sz="3200" dirty="0"/>
          </a:p>
        </p:txBody>
      </p:sp>
      <p:pic>
        <p:nvPicPr>
          <p:cNvPr id="5" name="Image 0" descr="/home/claude/f4/img/v2/usa_beach.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beach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 and the Coastal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coastal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from waves, tides and winds and sediments from rivers and cliffs are the inputs of the system. Erosion, transport and deposition are its processes, and landforms and sediments carried out to sea are its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form of a coast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driven by strong winds over a long fetch, erode the coast quickly. Sheltered coasts with weak waves favour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rocks such as granite form headlands and high cliffs, while soft rocks such as clay are eroded into bays. The structure of the rocks, their joints and dip, also controls the shape of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of sea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rise of sea level drowns valleys and forms estuaries and rias, while a fall leaves raised beaches. The present rise of sea level increases erosion on many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sea walls and the removal of sand change the movement of sediments. Mangroves and dune vegetation protect coasts, and their destruction increases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Waves carry energy to the coast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of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Wind blowing over the sea transfers energy to the water and forms waves. Their size depends on the wind speed, how long it blows and the fetch.</a:t>
            </a:r>
            <a:endParaRPr lang="en-US" sz="3400" dirty="0"/>
          </a:p>
        </p:txBody>
      </p:sp>
      <p:pic>
        <p:nvPicPr>
          <p:cNvPr id="5" name="Image 0" descr="/home/claude/f4/img/v2/f4_bigwav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large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shore, the base of the wave is slowed by the sea bed, and the top falls forward and breaks. Constructive waves have a strong swash and build beaches, while destructive waves have a strong backwash and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Waves slow down in shallow water off headlands and bend so that they strike the headlands on three sides. Energy is concentrated on headlands, which are eroded, and spread out in bays, where deposition takes place.</a:t>
            </a:r>
            <a:endParaRPr lang="en-US" sz="3400" dirty="0"/>
          </a:p>
        </p:txBody>
      </p:sp>
      <p:pic>
        <p:nvPicPr>
          <p:cNvPr id="5" name="Image 0" descr="/home/claude/f4/img/v2/refra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 refraction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also affected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sea rises and falls about twice a day because of the pull of the Moon and the Sun. The tidal range decides how much of the shore is attacked by waves.</a:t>
            </a:r>
            <a:endParaRPr lang="en-US" sz="3600" dirty="0"/>
          </a:p>
        </p:txBody>
      </p:sp>
      <p:pic>
        <p:nvPicPr>
          <p:cNvPr id="5" name="Image 0" descr="/home/claude/f4/img/tides.png">    </p:cNvPr>
          <p:cNvPicPr>
            <a:picLocks noChangeAspect="1"/>
          </p:cNvPicPr>
          <p:nvPr/>
        </p:nvPicPr>
        <p:blipFill>
          <a:blip r:embed="rId1"/>
          <a:stretch>
            <a:fillRect/>
          </a:stretch>
        </p:blipFill>
        <p:spPr>
          <a:xfrm>
            <a:off x="6537960" y="2623552"/>
            <a:ext cx="5470855" cy="2589304"/>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and low pressure during a storm raise the sea level well above normal. The surge floods low coasts and causes severe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Undersea earthquakes, eruptions or landslides set off giant waves that can reach tens of metres high at the coast. They flood the land and destroy everything in their path.</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Waves shape the coast by the following processes: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Waves erode the coast by hydraulic action, when water and compressed air break the rock, and by abrasion, when they throw sand and pebbles against cliffs. Attrition rounds the pebbles, and solution dissolves limestone.</a:t>
            </a:r>
            <a:endParaRPr lang="en-US" sz="3000" dirty="0"/>
          </a:p>
        </p:txBody>
      </p:sp>
      <p:pic>
        <p:nvPicPr>
          <p:cNvPr id="5" name="Image 0" descr="/home/claude/f4/img/v2/geo2_co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reaching the beach at an angle carry sediment up the beach in the swash, and the backwash brings it straight back down. The sediment therefore moves step by step along the coast.</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drop their load where they lose energy, in sheltered bays, behind islands and where the coast changes direction. Constructive waves build beaches in these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Features of Erosion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Wave erosion produces the following features: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Headlands and bays: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Where hard and soft rocks alternate along the coast, the soft rocks are eroded into bays and the hard rocks remain as headlands. Refraction then concentrates erosion on the headlands.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Features of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Cliffs and wave-cut platforms: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a cliff; the rock above collapses and the cliff retreats. A flat rock platform, visible at low tide, is left in front of it.</a:t>
            </a:r>
            <a:endParaRPr lang="en-US" sz="3600" dirty="0"/>
          </a:p>
        </p:txBody>
      </p:sp>
      <p:pic>
        <p:nvPicPr>
          <p:cNvPr id="6" name="Image 0" descr="/home/claude/f4/img/v2/f4_cliff.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cliff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Features of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Caves, arches, stacks and stumps: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a headland, waves widen a crack into a cave, and two caves meet to form an arch. The arch collapses and leaves a stack, which is worn down into a stump.</a:t>
            </a:r>
            <a:endParaRPr lang="en-US" sz="3600" dirty="0"/>
          </a:p>
        </p:txBody>
      </p:sp>
      <p:pic>
        <p:nvPicPr>
          <p:cNvPr id="6" name="Image 0" descr="/home/claude/f4/img/v2/headland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erosion of a headland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produces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shingle accumulate between the low and high tide levels, especially in bays. The beaches of Kribi and Limbe, with black volcanic sand at Limbe,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of Deposition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the coast changes direction, longshore drift continues to deposit sand into the sea. It builds a long, narrow ridge attached to the land at one end, often with a curved tip.</a:t>
            </a:r>
            <a:endParaRPr lang="en-US" sz="3600" dirty="0"/>
          </a:p>
        </p:txBody>
      </p:sp>
      <p:pic>
        <p:nvPicPr>
          <p:cNvPr id="6" name="Image 0" descr="/home/claude/f4/img/v2/f4_spi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Bars and tombolos: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that grows across a bay forms a bar, which traps a lagoon behind it. A ridge of sand that joins an island to the mainland is 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face the following threats: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Beaches, roads and houses are lost as the coast retreats, especially at Kribi and Limbe. Sand mining on beaches makes erosion worse.</a:t>
            </a:r>
            <a:endParaRPr lang="en-US" sz="3600" dirty="0"/>
          </a:p>
        </p:txBody>
      </p:sp>
      <p:pic>
        <p:nvPicPr>
          <p:cNvPr id="5" name="Image 0" descr="/home/claude/f4/img/v2/geo2_coast_threa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threats to coasts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Flooding and 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 is raising the sea level, and storm surges flood low areas. Parts of Douala and the Wouri estuary are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Waste from towns and industries, and oil from ships and platforms, pollute the water and the beaches. They harm fishing and tourism.</a:t>
            </a:r>
            <a:endParaRPr lang="en-US" sz="3600" dirty="0"/>
          </a:p>
        </p:txBody>
      </p:sp>
      <p:pic>
        <p:nvPicPr>
          <p:cNvPr id="5" name="Image 0" descr="/home/claude/f4/img/v2/usa_oilspi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spill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of mangroves: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are cut for firewood, for smoking fish and to build houses, as around Douala. Without them, the coast loses its natural protection against waves and its fish nurseries.</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6537960" y="2400113"/>
            <a:ext cx="5470855" cy="30361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waves break a hard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compresses air in cracks, abrasion hurls pebbles against the rock, and solution dissolves some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formation of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crack in a headland is enlarged into a cave, then an arch; the arch collapses, leaving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of open water over which wind blows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Waves going up the beach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ridge of sand closing a bay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waves, tides and storm surges. Explain the processes of wave erosion. Explain longshore drift. Describe landforms of coastal erosion and deposition. Explain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 and the Coastal System; Factors Influencing Coasts; Waves and Energy; Other Coastal Processes; Wave Erosion, Transport and Deposition; Features of Erosion; Features of Deposition;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components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spit and a bar.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coastal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coast):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(Cliffs and wave-cut platforms): “Forces of Nature” by liquidcrash, CC BY-SA 2.0, via Flickr (https://www.flickr.com/photos/124320023@N06/13938903780)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(Pollution):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(Destruction of mangroves):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2026-10-06T05:43:59Z</dcterms:created>
  <dcterms:modified xsi:type="dcterms:W3CDTF">2026-10-06T05:43:59Z</dcterms:modified>
</cp:coreProperties>
</file>