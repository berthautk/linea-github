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Coastal Processes and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coast, wave, fetch, tide, storm surge, hydraulic action, abrasion, attrition, solution, longshore drift, swash, backwash, cliff, wave-cut platform, cave, arch, stack, stump, beach, spit, bar. At the end, you should be able to do this: learners are able to explain coastal processes and landforms and the problems of the coast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River Action on its Long Profile. The question was: Define longshore drift.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Longshore drift is the movement of sand and pebbles along a coast by waves that reach the shore at an angle.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describe waves, tides and storm surges. Number 2: explain the processes of wave erosion. Number 3: explain longshore drift. Number 4: describe landforms of coastal erosion and deposition. Number 5: explain the threats to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by hydraulic action, abrasion, attrition and solution. Deposition happens when energy falls. Kribi and Limbe are on the coast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travel from Garoua to Kribi for the holidays and see the sea for the first time. Unlike the Benue, which flows in one direction, the sea moves constantly, with waves crashing on the shore. You build a sandcastle, but a few hours later the rising water washes it away. In some places the shore is sandy and wide; in others, tall rocks are being worn away. You ask: "What forces shape and change the land where it meets the sea?"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processes and landforms of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gives waves their energy?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wind blowing over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was the sandcastle washed away?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tide rose and brought the water further up the shore.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mangroves and beaches and avoid dumping waste on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coast of Cameroon, its landforms and the dangers faced by coastal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large waves.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factor of the size of waves.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 speed, wind duration or the fetch.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erosion of a headland.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Put in order: arch, cave, stack, stump.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 arch, stack, stump.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longshore drift.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longshore drift move sand along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swash comes up at an angle and the backwash goes straight down, so sand zig-zags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spit.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a spit?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long ridge of sand or shingle joined to the land and projecting into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threats to the coast.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threat faced by Kribi or Limbe.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Coastal erosion, flooding or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Coast and Fetch.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Longshore drift and Spit.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Coastal System and Wave Action. The forces acting on the coast are the following. Copy the point on Waves on the left, then draw the diagram on the right: large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Tides on the left, then draw the diagram on the right: low tide.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System and Wave Action. On this slide we have Storm surges.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Processes. Waves shape the coast by the following processes. Copy the point on Hydraulic action on the left, then draw the diagram on the right: coastal processes.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Processes. On this slide we have Abrasion and Attrition and solution.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Longshore drift on the left, then draw the diagram on the right: longshore drift.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Processes. On this slide we have Deposition.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Landforms. Coastal processes create the following landforms. Copy the point on Cliffs and wave-cut platforms on the left, then draw the diagram on the right: a cliff.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Caves, arches, stacks and stumps on the left, then draw the diagram on the right: erosion of a headland.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Beaches on the left, then draw the diagram on the right: a beach.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Spits and bars on the left, then draw the diagram on the right: a spit.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Threats to Coasts. The coasts of Cameroon face the following threats. Copy the point on Coastal erosion on the left, then draw the diagram on the right: threats to the coast.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Threats to Coasts. On this slide we have Flooding.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Pollution on the left, then draw the diagram on the right: oil pollution.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waves break a hard cliff.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hydraulic action compresses air in cracks, abrasion hurls pebbles against the rock, and solution dissolves some minerals.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Describe the formation of a stack.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crack in a headland is enlarged into a cave, then an arch; the arch collapses, leaving a stack.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fetch; number 2, swash; number 3,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highest mountain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Relief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COASTAL PROCESSES AND FEATURES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Coastal Processes and Features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Coastal Processes and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Coast, wave, fetch, tide, storm surge, hydraulic action, abrasion, attrition, solution, longshore drift, swash, backwash, cliff, wave-cut platform, cave, arch, stack, stump, beach, spit, bar.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coastal system and wave action; coastal processes (erosion, transportation, deposition); landforms of erosion and deposition; threats to coasts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coastal processes and landforms and the problems of the coast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River Action on its Long Profile):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Longshore drift is the movement of sand and pebbles along a coast by waves that reach the shore at an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waves, tides and storm surges.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processes of wave erosion.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landforms of coastal erosion and deposition.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threats to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by hydraulic action, abrasion, attrition and solution.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happens when energy falls.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Kribi and Limbe are on the coast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travel from Garoua to Kribi for the holidays and see the sea for the first time.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Unlike the Benue, which flows in one direction, the sea moves constantly, with waves crashing on the shore.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build a sandcastle, but a few hours later the rising water washes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places the shore is sandy and wide; in others, tall rocks are being worn away.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forces shape and change the land where it meets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processes and landforms of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gives waves their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blowing over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sandcastle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tide rose and brought the water further up the shore.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mangroves and beaches and avoid dumping waste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coast of Cameroon, its landforms and the dangers faced by coastal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TIDES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Large waves.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TIDES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 of the size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TIDES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speed, wind duration or the fetch.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ead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erosion of a headland.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in order: arch, cave,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ongshor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longshore drift move sand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 comes up at an angle and the backwash goes straight down, so sand zig-zags along.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spit.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spit?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ridge of sand or shingle joined to the land and projecting into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eo2_coast_threa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Threats to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threat faced by Kribi or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erosion, flooding or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16: Coastal Processes and Features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narrow zone where the land meets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open water over which the wind blows.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sediment along the coast by waves reaching the shore at an angle.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ridge of sand or shingle joined to the land at one end and projecting into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Wave Action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forces acting on the coast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wind transfers energy to the water; wave size depends on wind speed, duration and fetch.</a:t>
            </a:r>
            <a:endParaRPr lang="en-US" sz="3600" dirty="0"/>
          </a:p>
        </p:txBody>
      </p:sp>
      <p:pic>
        <p:nvPicPr>
          <p:cNvPr id="5" name="Image 0" descr="/home/claude/f4/img/v2/f4_bigwav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large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Wave Action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sea rises and falls about twice a day, because of the pull of the Moon and the Sun.</a:t>
            </a:r>
            <a:endParaRPr lang="en-US" sz="3600" dirty="0"/>
          </a:p>
        </p:txBody>
      </p:sp>
      <p:pic>
        <p:nvPicPr>
          <p:cNvPr id="5" name="Image 0" descr="/home/claude/f4/img/v2/f4_lowtid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low tide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Wave Action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surges: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Powerful storms raise the sea level abnormally and flood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Waves shape the coast by the following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Waves crash against the coast and compress air in cracks, breaking the rock.</a:t>
            </a:r>
            <a:endParaRPr lang="en-US" sz="3600" dirty="0"/>
          </a:p>
        </p:txBody>
      </p:sp>
      <p:pic>
        <p:nvPicPr>
          <p:cNvPr id="5" name="Image 0" descr="/home/claude/f4/img/v2/geo2_co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coastal processes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throw sand and pebbles against cliffs like sandpaper.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and 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Pebbles hit each other and become rounded, and seawater dissolves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swash carries sediment up the beach at an angle and the backwash brings it straight back, moving it along the coast.</a:t>
            </a:r>
            <a:endParaRPr lang="en-US" sz="3600" dirty="0"/>
          </a:p>
        </p:txBody>
      </p:sp>
      <p:pic>
        <p:nvPicPr>
          <p:cNvPr id="5" name="Image 0" descr="/home/claude/f4/img/v2/longshor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longshore drift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drop their load where they lose energy, in sheltered bays.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Coastal processes create the following landforms: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Cliffs and wave-cut platforms: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Waves erode the foot of a cliff, which collapses and retreats, leaving a flat rock platform.</a:t>
            </a:r>
            <a:endParaRPr lang="en-US" sz="3400" dirty="0"/>
          </a:p>
        </p:txBody>
      </p:sp>
      <p:pic>
        <p:nvPicPr>
          <p:cNvPr id="5" name="Image 0" descr="/home/claude/f4/img/v2/f4_cliff.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cliff</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Caves, arches, stacks and stumps: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 a headland, a crack becomes a cave, then an arch; the arch collapses into a stack, which wears down to a stump.</a:t>
            </a:r>
            <a:endParaRPr lang="en-US" sz="3600" dirty="0"/>
          </a:p>
        </p:txBody>
      </p:sp>
      <p:pic>
        <p:nvPicPr>
          <p:cNvPr id="5" name="Image 0" descr="/home/claude/f4/img/v2/headland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erosion of a headland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Beaches: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Sand and shingle accumulate in bays, like the beaches of Kribi and Limbe.</a:t>
            </a:r>
            <a:endParaRPr lang="en-US" sz="3600" dirty="0"/>
          </a:p>
        </p:txBody>
      </p:sp>
      <p:pic>
        <p:nvPicPr>
          <p:cNvPr id="5" name="Image 0" descr="/home/claude/f4/img/v2/usa_beach.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beach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Spits and bars: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Longshore drift builds spits into the sea; a bar closes a bay and traps a lagoon.</a:t>
            </a:r>
            <a:endParaRPr lang="en-US" sz="3600" dirty="0"/>
          </a:p>
        </p:txBody>
      </p:sp>
      <p:pic>
        <p:nvPicPr>
          <p:cNvPr id="5" name="Image 0" descr="/home/claude/f4/img/v2/f4_spi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spit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Threats to Coasts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coasts of Cameroon face the following threats: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Coastal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Beaches, roads and houses are lost, especially at Kribi and Limbe.</a:t>
            </a:r>
            <a:endParaRPr lang="en-US" sz="3600" dirty="0"/>
          </a:p>
        </p:txBody>
      </p:sp>
      <p:pic>
        <p:nvPicPr>
          <p:cNvPr id="5" name="Image 0" descr="/home/claude/f4/img/v2/geo2_coast_threat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threats to the coast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Threats to Coasts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Storm surges and rising sea level threaten low areas such as parts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Threats to Coasts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Waste from towns, industries and ships damages mangroves, fishing and tourism.</a:t>
            </a:r>
            <a:endParaRPr lang="en-US" sz="3600" dirty="0"/>
          </a:p>
        </p:txBody>
      </p:sp>
      <p:pic>
        <p:nvPicPr>
          <p:cNvPr id="5" name="Image 0" descr="/home/claude/f4/img/v2/usa_oilspi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oil pollution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waves break a hard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Hydraulic action compresses air in cracks, abrasion hurls pebbles against the rock, and solution dissolves some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formation of a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crack in a headland is enlarged into a cave, then an arch; the arch collapses, leaving a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distance of open water over which wind blows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Waves going up the beach are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ridge of sand closing a bay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highest mountain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Coastal Processes and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waves, tides and storm surges. Explain the processes of wave erosion. Explain longshore drift. Describe landforms of coastal erosion and deposition. Explain the threats to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coastal processes and landforms and the problems of the coast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Coastal System and Wave Action; Coastal Processes; Coastal Landforms; Threats to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highest mountain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blow over a basin of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zig-zag.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spit and a bar.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coastal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“Coastal defences no longer being maintained - Why? Spurn Head, Yorkshi” by Richard Allaway, CC BY 2.0, via Flickr (https://www.flickr.com/photos/16287002@N00/6605676971)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(Tides): “Praia de Itapororoca” by Rodrigo_Soldon, CC BY-ND 2.0, via Flickr (https://www.flickr.com/photos/8865243@N02/10838180494)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(Cliffs and wave-cut platforms): “Forces of Nature” by liquidcrash, CC BY-SA 2.0, via Flickr (https://www.flickr.com/photos/124320023@N06/13938903780)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(Beaches): “Crowded Sunny Beach, Bulgaria” by phototouring, CC BY-NC-SA 2.0, via Flickr (https://www.flickr.com/photos/19054742@N00/1557605901)</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(Pollution): “Exxon Valdez Oil Spill - 0038” by ARLIS Reference, CC BY-SA 2.0, via Flickr (https://www.flickr.com/photos/51606297@N07/4750613516)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2026-09-28T22:07:46Z</dcterms:created>
  <dcterms:modified xsi:type="dcterms:W3CDTF">2026-09-28T22:07:46Z</dcterms:modified>
</cp:coreProperties>
</file>