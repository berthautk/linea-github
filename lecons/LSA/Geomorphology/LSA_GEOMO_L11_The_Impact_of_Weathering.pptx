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11: The Impact of Weathering.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dig a small hole and show the layers.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an aluminium 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what materials are used to build houses in your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landslides in the West Region.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an old damaged wall.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bauxite 2. laterite 3. landslides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11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 of Weathering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11: The Impact of Weathering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Regolith, soil, bauxite, laterite, resource.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 of weathering as resources and their economic importance; effects on the landscape and on man.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positive and negative impacts of weathering.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products of weathering used as resources.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effects of weathering on the landscape.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effects of weathering on man.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Weathering is strong in hot, wet climates.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produces a regolith.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 Minim-Martap in the Adamawa, a company plans to mine bauxite formed by weathering. In the same region, heavy rains cause landslides on weathered slopes.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 brings both riches and dangers.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resource comes from weathering here?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Bauxite (aluminium ore).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danger comes from it?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Landslides on weathered slopes.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use the products of weathering and reduce its dangers.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PRODUCTS AS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oil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soil profile.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PRODUCTS AS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weathering help agriculture?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PRODUCTS AS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Weathered rock forms soil, which supports crops.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PRODUCTS AS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baux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bauxite mine.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PRODUCTS AS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Bauxite forms by deep chemical weathering. What metal is made from it?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PRODUCTS AS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Aluminium.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PRODUCTS AS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later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6746" y="1691640"/>
            <a:ext cx="8155459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Laterite, a red weathered material used for roads and bricks.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PRODUCTS AS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building materials that come from weathering.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PRODUCTS AS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Sand, gravel, clay and laterite.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EFFECTS ON THE LANDSCAPE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landsl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landslide on a road.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EFFECTS ON THE LANDSCAPE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landslides happen on deeply weathered slopes?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EFFECTS ON THE LANDSCAPE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weak weathered material slides when it is wet and heavy.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 ON MAN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weather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weathered stone statue.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 ON MAN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weathering damage buildings and monuments?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 ON MAN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Rain, salts and heat crack and dissolve the stone.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Impact of Weathering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Denudational Processes on Slopes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Weathering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11: The Impact of Weathering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Resource: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anything in nature that people can use.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Bauxite: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rock rich in aluminium formed by deep weathering.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Laterite: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hard red layer rich in iron formed by weathering.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Products of Weathering as Resources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Soils: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 forms the soils on which agriculture depends. Volcanic and alluvial soils are very fertile.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Minerals: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Deep weathering concentrates bauxite and iron. Cameroon has bauxite at Minim-Martap and Ngaoundal.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Products of Weathering as Resources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Building materials: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Sand, gravel, clay and laterite come from weathered rock. They are used for bricks, roads and houses.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Effects on the Landscape and on Man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Landforms: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 forms tors, inselbergs and rounded boulders. It prepares material for erosion.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Hazards: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Weathered slopes can slide after heavy rain. Landslides block roads and destroy houses.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Effects on the Landscape and on Man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Damage and leaching: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 damages buildings and monuments. Leaching removes plant food from tropical soils.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resources formed by weathering.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and bauxite (also laterite, clay).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negative effect of weathering.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Landslides on weathered slopes.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Aluminium is made from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hard red iron-rich layer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Weathered slopes can cause ______ after heavy rain.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Look for signs of soil moving down a slope near your home (leaning posts, cracks). Write what you see.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12: Mass Wasting.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Bauxite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bauxite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latérite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sol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carrière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Landslide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glissement de terrain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lessivage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11: The Impact of Weathering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the products of weathering used as resources. Explain the effects of weathering on the landscape. Explain the effects of weathering on man.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positive and negative impacts of weathering.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Resource, Bauxite, Laterite; II. Products of Weathering as Resources: Soils, Minerals, Building materials; III. Effects on the Landscape and on Man: Landforms, Hazards, Damage and leaching.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for signs of soil moving down a slope near your home (leaning posts, cracks). Write what you see.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“Bauxite mine near Itea, Greece” by Jason-Morrison, CC BY-NC 2.0, via Flickr (https://www.flickr.com/photos/8998833@N07/929316608)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“Laterite soil bricks in Richard Rebello's farm” by India Water Portal, CC BY-NC-SA 2.0, via Flickr (https://www.flickr.com/photos/21623815@N03/10720461943)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“Siuslaw National Forest, landslide, road failure.jpg” by Forest Service Pacific Northwest Region, Public domain 1.0, via Flickr (https://www.flickr.com/photos/135886671@N08/36218241110)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“Moisturise Daily (Statue at Palladio's Teatro Olimpico), Vicenza” by flatworldsedge, CC BY-SA 2.0, via Flickr (https://www.flickr.com/photos/53196512@N07/5624073650)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2026-09-26T11:43:25Z</dcterms:created>
  <dcterms:modified xsi:type="dcterms:W3CDTF">2026-09-26T11:43:25Z</dcterms:modified>
</cp:coreProperties>
</file>