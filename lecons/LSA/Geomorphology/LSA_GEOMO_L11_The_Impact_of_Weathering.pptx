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The Impact of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Denudational Processes on Slopes, and the sub-topic is Weathering. The key notions we shall use today are: regolith, soil, bauxite, laterite, resource. At the end, you should be able to do this: learners are able to explain the positive and negative impacts of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Intensity and Factors of Weathering. The question was: List three useful materials that come from weathered rock (for example sand, clay, laterite).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Useful materials from weathered rock: sand for building, clay for bricks and pottery, laterite for roads, and bauxite for aluminium.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products of weathering used as resources. Number 2: explain the effects of weathering on the landscape. Number 3: explain the effects of weathering on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Weathering is strong in hot, wet climates. It produces a regolith.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Near Minim-Martap in the Adamawa, a company plans to mine bauxite formed by weathering. In the same region, heavy rains cause landslides on weathered slopes.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Weathering brings both riches and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resource comes from weathering 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Bauxite (aluminium 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danger comes from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Landslides on weathered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products of weathering sustainably and protect buildings from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use the products of weathering and reduce its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soil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weathering help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Weathered rock forms soil, which supports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bauxite mine.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Bauxite forms by deep chemical weathering. What metal is made from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Aluminium.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laterite, a red weathered material used for roads and bricks.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building materials that come from weathering.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Sand, gravel, clay and laterite.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landslide on a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landslides happen on deeply weathered slopes?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weak weathered material slides when it is wet and 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weathered stone statue.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weathering damage buildings and monuments?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salts and heat crack and dissolve the 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Weathering products.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Products of Weathering as Resources. Weathering products have the following economic importance. On this slide we have Soil.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Products of Weathering as Resources. On this slide we have Minerals.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Products of Weathering as Resources. On this slide we have Building materials.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Weathering on the Landscape. Weathering shapes the landscape as follows. On this slide we have Landforms.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Weathering on the Landscape. On this slide we have Slope instability.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Weathering on Man. Weathering affects man in the following ways. On this slide we have Positive effects.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Weathering on Man. On this slide we have Negative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resources formed by weathering.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soil and bauxite (also laterite, clay).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negative effect of weathering.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landslides on weathered slopes.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bauxite; number 2, laterite; number 3, landslides.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for signs of soil moving down a slope near your home (leaning posts, cracks). Write what you see.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Mass Wasting (Movement).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THE IMPACT OF WEATHERING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 The Impact of Weathering</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Impact of Weathering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Denudational Processes on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The Impact of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Regolith, soil, bauxite, laterite, resource.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Products of weathering as resources and their economic importance; effects on the landscape and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positive and negative impacts of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Intensity and Factors of Weathering):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useful materials that come from weathered rock (for example sand, clay, laterite).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Useful materials from weathered rock: sand for building, clay for bricks and pottery, laterite for roads, and bauxite for aluminium.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products of weathering used as resources.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weathering on the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weathering on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is strong in hot, wet climates.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produces a regolith.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Minim-Martap in the Adamawa, a company plans to mine bauxite formed by weathering. In the same region, heavy rains cause landslides on weathered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brings both riches and dangers.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resource comes from weathering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Bauxite (aluminium 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danger comes from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Landslides on weathered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products of weathering sustainably and protect buildings from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use the products of weathering and reduce its dangers.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 AS RESOURCES: SOIL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 AS RESOURCES: SOIL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weathering help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 AS RESOURCES: SOIL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Weathered rock forms soil, which supports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 AS RESOURCES: MINERALS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baux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bauxite mine.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 AS RESOURCES: MINERALS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Bauxite forms by deep chemical weathering. What metal is made from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 AS RESOURCES: MINERALS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Aluminium.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 AS RESOURCES: BUILDING MATERIALS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laterite.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Laterite, a red weathered material used for roads and bricks.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 AS RESOURCES: BUILDING MATERIALS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building materials that come from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 AS RESOURCES: BUILDING MATERIALS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gravel, clay and laterite.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ON THE LANDSCAPE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landsli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landslide on a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ON THE LANDSCAPE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landslides happen on deeply weathered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ON THE LANDSCAPE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weak weathered material slides when it is wet and heavy.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weathere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weathered stone statue.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weathering damage buildings and monuments?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salts and heat crack and dissolve the 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Denudational Processes on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The Impact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Weathering products: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materials produced by the breakdown of rocks, such as regolith, rock fragments and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Products of Weathering as Resources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Weathering products have the following economic importance: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produces the mineral part of soil, which supports farming and forests. Deep tropical soils support cocoa, coffee and food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Products of Weathering as Resources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Deep chemical weathering concentrates bauxite (Minim-Martap, Fongo-Tongo) and iron ore. These are important resources for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Products of Weathering as Resources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gravel, clay and laterite are used for roads, bricks and houses. Kaolin is used for pottery and paper.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Weathering on the Landscape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Weathering shapes the landscape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forms inselbergs, tors, scree slopes and karst features. In the North, granite domes stand above plains.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Weathering on the Landscape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Slope instability: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Deep regolith on steep slopes becomes unstable when wet. This causes landslides, as in the Western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Weathering on Man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Weathering affects man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provides soils, minerals and building materials. It also creates tourist landscapes such as the Rhumsiki peaks.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Weathering on Man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damages buildings, monuments and roads, and loosens slopes. Laterite crusts (hardpans) make farming difficult.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resources formed by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and bauxite (also laterite,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negative effect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Landslides on weathered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Aluminium is made from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hard red iron-rich layer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Weathered slopes can cause ______ after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for signs of soil moving down a slope near your home (leaning posts, cracks). Write what you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Mass Wasting (Movement)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Laterite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latérite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Quarry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carrière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Landslide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glissement de terrain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lessivage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Denudational Processes on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The Impact of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products of weathering used as resources. Explain the effects of weathering on the landscape. Explain the effects of weathering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positive and negative impacts of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Products of Weathering as Resources; Effects of Weathering on the Landscape; Effects of Weathering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for signs of soil moving down a slope near your home (leaning posts, cracks). Write what you see.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dig a small hole and show the layers.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an aluminium pot.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what materials are used to build houses in your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landslides in the West Region.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show an old damaged wall.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“Bauxite mine near Itea, Greece” by Jason-Morrison, CC BY-NC 2.0, via Flickr (https://www.flickr.com/photos/8998833@N07/929316608)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“Laterite soil bricks in Richard Rebello's farm” by India Water Portal, CC BY-NC-SA 2.0, via Flickr (https://www.flickr.com/photos/21623815@N03/10720461943)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“Siuslaw National Forest, landslide, road failure.jpg” by Forest Service Pacific Northwest Region, Public domain 1.0, via Flickr (https://www.flickr.com/photos/135886671@N08/36218241110)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“Moisturise Daily (Statue at Palladio's Teatro Olimpico), Vicenza” by flatworldsedge, CC BY-SA 2.0, via Flickr (https://www.flickr.com/photos/53196512@N07/5624073650)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2026-09-27T09:33:10Z</dcterms:created>
  <dcterms:modified xsi:type="dcterms:W3CDTF">2026-09-27T09:33:10Z</dcterms:modified>
</cp:coreProperties>
</file>