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Origin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 Origin and Earth's Structure. The key notions we shall use today are: geomorphology, Big Bang, geologic time scale, era. At the end, you should be able to do this: learners are able to explain how the Earth was formed and to place the main events of its history on a time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Drainage Basin Morphometry. The question was: On a topographic map, order the streams of a small basin and calculate its bifurcation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12 first-order, 3 second-order and 1 third-order streams. Bifurcation ratios: 12 ÷ 3 = 4 and 3 ÷ 1 = 3; mean ratio = 3.5.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geomorphology. Number 2: explain the Big Bang theory. Number 3: describe the four eras of the geologic time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one of the eight planets of the solar system. Rocks and fossils tell us about the past of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museum in Yaoundé, Ibrahim sees a fossil shell found in rocks of the North Region. The guide says that the shell is millions of years old and that the sea once covered that area.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how the Earth and its rocks have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fossil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That the sea once covered that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geographers study the history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study rocks and fossils and use the geologic time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long history of the Earth and value fossils and rocks as records of the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the Earth was formed and how its surface has changed over millions of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thousands of galaxies seen by a space telescope.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Scientists say that the universe began with a great expansion about 13.8 billion years ago. What is this theory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Big Bang theory. The Sun and the Earth formed much later, about 4.6 billion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eras of the history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eras from the oldest to the youngest. Which one is the longest?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Precambrian, Palaeozoic, Mesozoic, Cenozoic. The Precambrian is by far the longest.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stromatolites: rocks built by very simple living things.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These rocks were built by bacteria. In which era did such simple life appear?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Precambrian 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trilobite fossil (a sea animal).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Trilobites lived in the Palaeozoic seas. What does their fossil tell us about the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rock was formed under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skeleton of a dinosaur.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era did dinosaurs live? Which era is the age of mammals?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Dinosaurs lived in the Mesozoic. The Cenozoic is the age of mammals.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Big Bang.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Geologic time scale and Fossil.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Big Bang Theory. The theory explains the origin of the Earth as follows. On this slide we have Origin of the universe.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Big Bang Theory. On this slide we have Origin of the Earth.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Geologic Time Scale. The history of the Earth is divided into four eras. On this slide we have Precambrian (4,600–541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Geologic Time Scale. On this slide we have Palaeozoic (541–252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Geologic Time Scale. On this slide we have Mesozoic (252–66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Geologic Time Scale. On this slide we have Cenozoic (66 million years ago to today).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geologic time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geomorphology.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study of landforms and the processes that shape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eras and give one event of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precambrian (simple life), Palaeozoic (fish, land plants), Mesozoic (dinosaurs), Cenozoic (mammals, humans).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Big Bang; number 2, Precambrian; number 3, Mesozoic.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geologic time scale in your exercise book and write one event for each era.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ORIGIN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Origin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Origin and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Origin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Geomorphology, Big Bang, geologic time scale, era.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Big Bang theory; the geologic time scale and the four eras.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the Earth was formed and to place the main events of its history on a time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Drainage Basin Morphometry):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order the streams of a small basin and calculate its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12 first-order, 3 second-order and 1 third-order streams. Bifurcation ratios: 12 ÷ 3 = 4 and 3 ÷ 1 = 3; mean ratio = 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geomorphology.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Big Bang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eras of the geologic time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of the solar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Rocks and fossils tell us about the past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museum in Yaoundé, Ibrahim sees a fossil shell found in rocks of the North Region. The guide says that the shell is millions of years old and that the sea once covered that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how the Earth and its rocks have changed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fossil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the sea once covered that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geographers study the history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study rocks and fossils and use the geologic time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long history of the Earth and value fossils and rocks as records of the past.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the Earth was formed and how its surface has changed over millions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BIG BANG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galax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Thousands of galaxies seen by a space telescope.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BIG BANG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Scientists say that the universe began with a great expansion about 13.8 billion years ago. What is this theory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BIG BANG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Big Bang theory. The Sun and the Earth formed much later, about 4.6 billion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GEOLOGIC TIME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logic_tim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eras of the history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eras from the oldest to the youngest. Which one is the longest?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Precambrian, Palaeozoic, Mesozoic, Cenozoic. The Precambrian is by far the longest.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PRECAMBRIAN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tromatol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Stromatolites: rocks built by very simple living things.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PRECAMBRIAN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rocks were built by bacteria. In which era did such simple life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PRECAMBRIAN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Precambrian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PALAEOZOIC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trilob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trilobite fossil (a sea animal).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PALAEOZOIC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Trilobites lived in the Palaeozoic seas. What does their fossil tell us about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PALAEOZOIC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rock was formed under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C–D) MESOZOIC AND CENOZOIC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inosau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skeleton of a dinosaur.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C–D) MESOZOIC AND CENOZOIC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era did dinosaurs live? Which era is the age of mammals?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C–D) MESOZOIC AND CENOZOIC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Dinosaurs lived in the Mesozoic. The Cenozoic is the age of mammals.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Origin and Earth's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Origin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Big Bang: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universe began about 13.8 billion years ago from a very hot, dense point that expanded.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Geologic time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division of the history of the Earth into eras, periods and epochs.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Fossil: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remains or trace of an ancient plant or animal preserved in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Big Bang Theory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explains the origin of the Earth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 of the 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13.8 billion years ago, all matter and energy were packed in a tiny hot point that suddenly expanded. As it cooled, atoms, stars and galaxies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Big Bang Theory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4.6 billion years ago, a cloud of gas and dust around the young sun collapsed into planets. The Earth was first molten and slowly cooled to form a crust, oceans and an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history of the Earth is divided into four eras: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Precambrian (4,600–541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almost 90 % of Earth history. The crust, the oceans and the first simple life (bacteria, stromatolites) 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Palaeozoic (541–252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Life with shells (trilobites), fishes, forests and reptiles appeared. The Caledonian and Hercynian mountains were formed, and it ended with a mass extinction.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Mesozoic (252–66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age of dinosaurs, when Pangaea broke up and the Atlantic opened. It ended with the extinction of the dinosaurs.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Cenozoic (66 million years ago to 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age of mammals and of man. The Alps and Himalayas were formed and the ice ages occurred.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Geologic Time Scale</a:t>
            </a:r>
            <a:endParaRPr lang="en-US" sz="3600" dirty="0"/>
          </a:p>
        </p:txBody>
      </p:sp>
      <p:pic>
        <p:nvPicPr>
          <p:cNvPr id="4" name="Image 0" descr="/home/claude/f4/img/v2/geologic_tim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geologic time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geomorphology.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landforms and the processes that shape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eras and give one event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Precambrian (simple life), Palaeozoic (fish, land plants), Mesozoic (dinosaurs), Cenozoic (mammals, humans).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theory of the origin of the universe is the ______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oldest and longest era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age of the dinosaurs is the ______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geologic time scale in your exercise book and write one event for each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Geomorphology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géomorphologie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 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 des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Galaxy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galaxie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Expansion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L'expansion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Origin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geomorphology. Explain the Big Bang theory. Describe the four eras of the geologic time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the Earth was formed and to place the main events of its history on a time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Big Bang Theory; The Geologic Time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geologic time scale in your exercise book and write one event for each era.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blow up a balloon with dots on it: the dots move apart.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long bar on the board and divide it into four parts.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the first life was very small and simple.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fossil shell or a picture of 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what they know about dinosaurs.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“Hubble Spies Charming Spiral Galaxy Bursting with Stars” by NASA Goddard Photo and Video, CC BY 2.0, via nasa (https://www.flickr.com/photos/24662369@N07/15766783527)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“Western Australia, Stromatolites Sharks Bay” by VladPix, CC BY-NC-ND 2.0, via Flickr (https://www.flickr.com/photos/62825712@N07/8766549873)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“Trilobite Fossil at NMNH” by Mr.TinDC, CC BY-ND 2.0, via Flickr (https://www.flickr.com/photos/7471115@N08/2948579998)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“dinosaur” by ianturton, CC BY-NC-SA 2.0, via Flickr (https://www.flickr.com/photos/16041363@N00/9555513)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2026-09-27T10:07:55Z</dcterms:created>
  <dcterms:modified xsi:type="dcterms:W3CDTF">2026-09-27T10:07:55Z</dcterms:modified>
</cp:coreProperties>
</file>