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1: Origin of the Earth.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blow up a balloon with dots on it: the dots move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long bar on the board and divide it into four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that the first life was very small and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fossil shell or a picture of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what they know about dinosaurs.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Big Bang 2. Precambrian 3. Mesozoic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of the Earth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Development of the Earth's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Origin and Earth's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Origin of the Earth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Geomorphology, Big Bang, geologic time scale, era.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Big Bang theory; the geologic time scale and the four eras.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the Earth was formed and to place the main events of its history on a time scale.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geomorphology.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Big Bang theory.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eras of the geologic time scale.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is one of the eight planets of the solar system.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 and fossils tell us about the past of the Earth.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museum in Yaoundé, Ibrahim sees a fossil shell found in rocks of the North Region. The guide says that the shell is millions of years old and that the sea once covered that area.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Ibrahim does not understand how the Earth and its rocks have changed over time.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the fossil show?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the sea once covered that area.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geographers study the history of the Earth?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study rocks and fossils and use the geologic time scale.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the Earth was formed and how its surface has changed over millions of years.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ORIGIN OF THE EARTH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sa_galax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Thousands of galaxies seen by a space telescope.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ORIGIN OF THE EARTH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Scientists say that the universe began with a great expansion about 13.8 billion years ago. What is this theory called?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ORIGIN OF THE EARTH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Big Bang theory. The Sun and the Earth formed much later, about 4.6 billion years ago.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geologic_tim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eras of the history of the Earth.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eras from the oldest to the youngest. Which one is the longest?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Precambrian, Palaeozoic, Mesozoic, Cenozoic. The Precambrian is by far the longest.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stromatol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Stromatolites: rocks built by very simple living things.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rocks were built by bacteria. In which era did such simple life appear?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Precambrian era.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trilob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trilobite fossil (a sea animal).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Trilobites lived in the Palaeozoic seas. What does their fossil tell us about the rock?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rock was formed under the sea.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dinosau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skeleton of a dinosaur.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era did dinosaurs live? Which era is the age of mammals?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GEOLOGIC TIME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Dinosaurs lived in the Mesozoic. The Cenozoic is the age of mammals.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 of the Earth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Development of the Earth's Structure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Origin and Earth's Structure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1: Origin of the Earth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Geomorphology: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study of landforms and the processes that shape them.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Geologic time scale: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division of the history of the Earth into eras and periods.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very long division of geologic time.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Origin of the Earth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The Big Bang: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universe began with a great expansion about 13.8 billion years ago. Galaxies, stars and planets formed from this matter.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Formation of the Earth: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formed about 4.6 billion years ago from dust and gas around the Sun. It cooled slowly and formed a solid crust.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Four Eras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Precambrian: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oldest and longest era, about 4,000 million years. The crust formed and simple life appeared in the seas.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Palaeozoic: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lasted about 290 million years. Fish, land plants and the first reptiles appeared.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Four Eras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Mesozoic: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lasted about 186 million years. It was the age of the dinosaurs, and Pangaea broke up.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Cenozoic: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began 66 million years ago and continues today. Mammals and humans appeared, and the Alps and the Himalayas were formed.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Four Eras (3/3)</a:t>
            </a:r>
            <a:endParaRPr lang="en-US" sz="3600" dirty="0"/>
          </a:p>
        </p:txBody>
      </p:sp>
      <p:pic>
        <p:nvPicPr>
          <p:cNvPr id="13" name="Image 0" descr="/home/claude/f4/img/v2/geologic_tim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time scale.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geomorphology.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study of landforms and the processes that shape them.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eras and give one event of each.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Precambrian (simple life), Palaeozoic (fish, land plants), Mesozoic (dinosaurs), Cenozoic (mammals, humans).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theory of the origin of the universe is the ______ theory.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oldest and longest era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 of the dinosaurs is the ______ era.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geologic time scale in your exercise book and write one event for each era.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2: Internal Structure of the Earth.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Geomorphology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géomorphologie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fossile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scale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L'échelle des temps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Galaxy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galaxie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L'expansion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Development of the Earth's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Origin of the Earth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geomorphology. Explain the Big Bang theory. Describe the four eras of the geologic time scale.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the Earth was formed and to place the main events of its history on a time scale.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Geomorphology, Geologic time scale, Era; II. Origin of the Earth: The Big Bang, Formation of the Earth; III. The Four Eras: Precambrian, Palaeozoic, Mesozoic, Cenozoic.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geologic time scale in your exercise book and write one event for each era.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“Hubble Spies Charming Spiral Galaxy Bursting with Stars” by NASA Goddard Photo and Video, CC BY 2.0, via nasa (https://www.flickr.com/photos/24662369@N07/15766783527)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“Western Australia, Stromatolites Sharks Bay” by VladPix, CC BY-NC-ND 2.0, via Flickr (https://www.flickr.com/photos/62825712@N07/8766549873)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“Trilobite Fossil at NMNH” by Mr.TinDC, CC BY-ND 2.0, via Flickr (https://www.flickr.com/photos/7471115@N08/2948579998)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“dinosaur” by ianturton, CC BY-NC-SA 2.0, via Flickr (https://www.flickr.com/photos/16041363@N00/9555513)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2026-09-27T04:25:31Z</dcterms:created>
  <dcterms:modified xsi:type="dcterms:W3CDTF">2026-09-27T04:25:31Z</dcterms:modified>
</cp:coreProperties>
</file>