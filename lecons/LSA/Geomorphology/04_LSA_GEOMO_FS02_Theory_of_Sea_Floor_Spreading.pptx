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Theory of Sea-Floor Spreading.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Theories of Earth Structure and Resultant Landforms. The key notions we shall use today are: sea-floor spreading, mid-ocean ridge, convection current, palaeomagnetism, magnetic stripes, rift valley. At the end, you should be able to do this: learners are able to explain sea-floor spreading and use its evidence to show how continents are pushed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Early Theories of Crustal Movements. The question was: Define a mid-ocean ridge.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mid-ocean ridge is a long underwater mountain chain where new oceanic crust is formed, such as the Mid-Atlantic Ridge.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state the theory of sea-floor spreading. Number 2: explain its cause (mantle convection and eruptions at ridges). Number 3: explain the evidence of the age of rocks and palaeomagnetism. Number 4: describe the landforms it creates on the ocean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Wegener could not explain what moved the continents. The mantle flows very slowly. Basalt forms when lava cools.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 help your mother prepare a big pot of bouillie. As it gets very hot, you notice that the thick porridge in the middle rises to the surface, moves to the sides and sinks back along the edges. This reminds you of the last geography lesson: we knew that the continents move, but not why. You ask: "Could the answer be similar to what happens in this pot?"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what force moves the continents.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makes the porridge move in circles?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Heat from below: hot porridge rises, cools and sinks (convection).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did scientists find the "engine" of drift?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Along the mid-ocean ridges, where new sea floor is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simple models, like the pot of porridge, to explain natural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gives the missing explanation of continental drift and prepares the theory of plate tectonics.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convection currents in the mantle.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drives sea-floor spreading?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Convection currents in the mantle.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pillow lava cooled under the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rock forms when lava cools at a mid-ocean ridge?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Basalt.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new sea floor and magnetic stripes.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are the youngest rocks of the ocean floor?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the centre of the mid-ocean ridges.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new volcanic island.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the magnetic stripes form a mirror image on each side of the ridge?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rock records the magnetic field and is pushed equally to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rift in Iceland.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ridge crosses Iceland?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Mid-Atlantic 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Sea-floor spreading.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Mid-ocean ridge and Convection current.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Palaeomagnetism.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Theory of Sea-Floor Spreading. The theory of sea-floor spreading is presented as follows. On this slide we have Author.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Principle on the left, then draw the diagram on the right: new sea floor.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Theory of Sea-Floor Spreading. On this slide we have Conveyor belt.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Cause on the left, then draw the diagram on the right: mantle convection.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Evidence of Sea-Floor Spreading. The evidence of sea-floor spreading is the following. On this slide we have Age of oceanic rocks.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Sea-Floor Spreading. On this slide we have Thin sediments at the ridges.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Palaeomagnetism on the left, then draw the diagram on the right: pillow lava.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Sea-Floor Spreading. On this slide we have Magnetic stripes.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on Ocean Relief. Sea-floor spreading creates the following landforms. Copy the point on Mid-ocean ridges on the left, then draw the diagram on the right: the Mid-Atlantic rift in Iceland.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on Ocean Relief. On this slide we have Rift valleys.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Volcanic islands on the left, then draw the diagram on the right: a new volcanic island.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does the age of oceanic rocks prove sea-floor spreading?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rocks are youngest at the ridge and older away from it, showing that new crust forms at the ridge and moves outwards.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cause of sea-floor spreading?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convection currents in the mantle bring magma up at the mid-ocean ridges.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Harry Hess; number 2, mid-ocean ridges; number 3, palaeomagnetism.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three types of plate margins.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Theory of Plate Tectonics.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2: THEORY OF SEA-FLOOR SPREADING</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Theory of Sea-Floor Spreading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Earth Structure and Resultant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Theory of Sea-Floor Spreading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Sea-floor spreading, mid-ocean ridge, convection current, palaeomagnetism, magnetic stripes, rift valley.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theory of sea-floor spreading (Hess, 1960s) and its cause; evidence (age of oceanic rocks, palaeomagnetism); effects on ocean relief.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sea-floor spreading and use its evidence to show how continents are pushed apart.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Early Theories of Crustal Movements):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mid-ocean ridge.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mid-ocean ridge is a long underwater mountain chain where new oceanic crust is formed, such as the Mid-Atlantic Ridge.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theory of sea-floor spreading.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cause (mantle convection and eruptions at ridges).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evidence of the age of rocks and palaeomagnetism.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landforms it creates on the ocean floor.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Wegener could not explain what moved the continents.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flows very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Basalt forms when lava cools.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help your mother prepare a big pot of bouillie.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it gets very hot, you notice that the thick porridge in the middle rises to the surface, moves to the sides and sinks back along the edges.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reminds you of the last geography lesson: we knew that the continents move, but not why.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"Could the answer be similar to what happens in this pot?"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what force moves the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porridge move in circles?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from below: hot porridge rises, cools and sinks (convection).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scientists find the "engine" of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the mid-ocean ridges, where new sea floor is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simple models, like the pot of porridge, to explain natural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gives the missing explanation of continental drift and prepares the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antle_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convection currents in the mantle.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drives sea-floor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 currents in the mantle.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pill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Pillow lava cooled under the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rock forms when lava cools at a mid-ocean ridge?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eafloor.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new sea floor and magnetic stripes.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youngest rocks of the ocean floor?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centre of the mid-ocean ridges.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urts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new volcanic island.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 magnetic stripes form a mirror image on each side of the ridge?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rock records the magnetic field and is pushed equally to both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thingvelli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rift in Iceland.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ridge crosses Iceland?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Mid-Atlantic Ridge.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Earth Structure and Resultant Landforms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2: Theory of Sea-Floor Spreading</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Sea-floor spreading: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process by which new oceanic crust forms at mid-ocean ridges and moves away from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Mid-ocean ridge: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underwater mountain chain where new oceanic crust is formed.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Convection current: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circular movement of hot material that rises, cools and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Palaeomagnetism: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record of the past magnetic field of the Earth kept in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Sea-Floor Spreading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theory of sea-floor spreading is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Author: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Harry Hess proposed it in the early 1960s, giving the mechanism that Wegener lacked.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Sea-Floor Spreading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sea floor spreads apart along the crests of mid-ocean ridges.</a:t>
            </a:r>
            <a:endParaRPr lang="en-US" sz="3600" dirty="0"/>
          </a:p>
        </p:txBody>
      </p:sp>
      <p:pic>
        <p:nvPicPr>
          <p:cNvPr id="5" name="Image 0" descr="/home/claude/f4/img/v2/seafloor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new sea floor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Sea-Floor Spreading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Conveyor 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crust pushes older crust away from the ridge and carries the continents with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Sea-Floor Spreading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Cause: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Heat in the mantle creates convection currents; hot magma rises at the ridges and erupts as lava, which cools into new basalt.</a:t>
            </a:r>
            <a:endParaRPr lang="en-US" sz="3600" dirty="0"/>
          </a:p>
        </p:txBody>
      </p:sp>
      <p:pic>
        <p:nvPicPr>
          <p:cNvPr id="5" name="Image 0" descr="/home/claude/f4/img/v2/mantle_convection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mantle convection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Sea-Floor Spreading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evidence of sea-floor spreading is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 of oceanic rocks: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Drilling shows that the youngest rocks are at the ridges and that rocks become older towards the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Sea-Floor Spreading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Thin sediments at the ridges: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Sediments are thin near the ridges and thicker further away, because the sea floor there is older.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Sea-Floor Spreading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Palaeomagnetism: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Iron minerals in cooling lava align with the magnetic field of the Earth, which has reversed many times.</a:t>
            </a:r>
            <a:endParaRPr lang="en-US" sz="3600" dirty="0"/>
          </a:p>
        </p:txBody>
      </p:sp>
      <p:pic>
        <p:nvPicPr>
          <p:cNvPr id="5" name="Image 0" descr="/home/claude/f4/img/v2/lsa_pillow.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pillow lava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Evidence of Sea-Floor Spreading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Magnetic stripes: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Stripes of normal and reversed polarity form a perfect mirror image on both sides of the ridge, proving spreading from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on Ocean Relief</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Sea-floor spreading creates the following landforms: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Mid-ocean ridges: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the longest mountain chains on Earth, like the Mid-Atlantic Ridge.</a:t>
            </a:r>
            <a:endParaRPr lang="en-US" sz="3600" dirty="0"/>
          </a:p>
        </p:txBody>
      </p:sp>
      <p:pic>
        <p:nvPicPr>
          <p:cNvPr id="5" name="Image 0" descr="/home/claude/f4/img/v2/f4_thingvelli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Mid-Atlantic rift in Iceland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on Ocean Relief</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Rift valleys: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deep, steep-sided valley runs along the centre of the ridge where the crust is pulled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on Ocean Relief</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Volcanic islands: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Eruptions build islands on the ridge, like Iceland and Surtsey.</a:t>
            </a:r>
            <a:endParaRPr lang="en-US" sz="3600" dirty="0"/>
          </a:p>
        </p:txBody>
      </p:sp>
      <p:pic>
        <p:nvPicPr>
          <p:cNvPr id="5" name="Image 0" descr="/home/claude/f4/img/v2/lsa_surtse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new volcanic island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age of oceanic rocks prove sea-floor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Rocks are youngest at the ridge and older away from it, showing that new crust forms at the ridge and moves outwards.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cause of sea-floor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 currents in the mantle bring magma up at the mid-ocean ridges.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Sea-floor spreading was proposed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youngest oceanic rocks are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Magnetic stripes are evidence from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plate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Sea-floor spreading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L'expansion des fonds océaniques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Mid-ocean 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dorsale médio-océanique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magma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Palaeomagnetism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paléomagnétisme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de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Theory of Sea-Floor Spreading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theory of sea-floor spreading. Explain its cause (mantle convection and eruptions at ridges). Explain the evidence of the age of rocks and palaeomagnetism. Describe the landforms it creates on the ocean floor.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sea-floor spreading and use its evidence to show how continents are pushed apart.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Theory of Sea-Floor Spreading; Evidence of Sea-Floor Spreading; Effects on Ocean Relief.</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three types of plate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1 and 3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pot of porridge.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piece of dark rock.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ridge and the stripes.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fold a paper with stripes.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locate Iceland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“expl1536” by NOAA Photo Library, CC BY 2.0, via Flickr (https://www.flickr.com/photos/51647007@N08/9664185645)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“Iceland's Vestmannaeyjar the town that held back an erupting lava flow” by moonjazz, CC BY-SA 2.0, via Flickr (https://www.flickr.com/photos/8398907@N02/21228033348)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“Silfra Fissure” by Daveography.ca, CC BY-NC-SA 2.0, via Flickr (https://www.flickr.com/photos/71482738@N00/32857247053)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2026-09-29T03:12:46Z</dcterms:created>
  <dcterms:modified xsi:type="dcterms:W3CDTF">2026-09-29T03:12:46Z</dcterms:modified>
</cp:coreProperties>
</file>