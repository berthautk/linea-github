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Theory of Sea-Floor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sea-floor spreading, mid-ocean ridge, convection current, palaeomagnetism, magnetic stripes, rift valley. At the end, you should be able to do this: learners are able to explain sea-floor spreading and use its evidence to show how continents are pushed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Early Theories of Crustal Movements. The question was: Define a mid-ocean ridge.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mid-ocean ridge is a long underwater mountain chain where new oceanic crust is formed, such as the Mid-Atlantic Ridge.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state the theory of sea-floor spreading. Number 2: explain its cause (mantle convection and eruptions at ridges). Number 3: explain the evidence of the age of rocks and palaeomagnetism. Number 4: describe the landforms it creates on the ocean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Wegener could not explain what moved the continents. The mantle flows very slowly. Basalt forms when lava cools.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help your mother prepare a big pot of bouillie. As it gets very hot, you notice that the thick porridge in the middle rises to the surface, moves to the sides and sinks back along the edges. This reminds you of the last geography lesson: we knew that the continents move, but not why. You ask: "Could the answer be similar to what happens in this pot?"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what force moves the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makes the porridge move in circles?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 from below: hot porridge rises, cools and sinks (convection).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did scientists find the "engine" of drift?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Along the mid-ocean ridges, where new sea floor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simple models, like the pot of porridge, to explain natural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missing explanation of continental drift and prepares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drives sea-floor spreading?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pillow lava cooled under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rock forms when lava cools at a mid-ocean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Basalt.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new sea floor and magnetic stripes.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the youngest rocks of the ocean floor?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centre of the mid-ocean 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new volcanic island.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the magnetic stripes form a mirror image on each side of the ridge?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rock records the magnetic field and is pushed equally to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ridge crosses Iceland?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Mid-Atlantic 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Sea-floor spreading.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Mid-ocean ridge and Convection current.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Palaeomagnetism.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the Theory Says about Crustal Motion. The theory of sea-floor spreading says the following. Copy the point on The author and the principle on the left, then draw the diagram on the right: sea-floor spreading.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the Theory Says about Crustal Motion. Copy the point on A conveyor belt: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Mid-Oceanic Volcanic Eruptions as the Cause. Sea-floor spreading is caused by volcanic activity at the ridges in the following way. Copy the point on Convection currents in the mantle on the left, then draw the diagram on the right: convection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Eruptions along the ridge on the left, then draw the diagram on the right: pillow lava.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Spreading. Sea-floor spreading is proved by the following evidence. Copy the point on Age of the oceanic rocks: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Thickness of sediments: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Magnetic stripes: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Spreading. Copy the point on Heat flow and earthquakes: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the Relief of the Ocean. Sea-floor spreading creates the following features on the ocean floor. Copy the point on Mid-ocean ridges on the left, then draw the diagram on the right: a rift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Relief of the Ocean. Copy the point on Central rift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islands on the left, then draw the diagram on the right: surtsey.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the Relief of the Ocean. Copy the point on Deepening of the ocean floor: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the age of oceanic rocks prove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rocks are youngest at the ridge and older away from it, showing that new crust forms at the ridge and moves outwards.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cause of sea-floor spreading?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convection currents in the mantle bring magma up at the mid-ocean ridges.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Harry Hess; number 2, mid-ocean ridges; number 3, palaeomagnetism.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plate margins.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Theory of Plate Tectonics.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2: THEORY OF SEA-FLOOR SPREADING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Theory of Sea-Floor Spreading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Theory of Sea-Floor Spreading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Sea-floor spreading, mid-ocean ridge, convection current, palaeomagnetism, magnetic stripes, rift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theory of sea-floor spreading (Hess, 1960s) and its cause; evidence (age of oceanic rocks, palaeomagnetism); effects on ocean relief.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Early Theories of Crustal Movements):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mid-ocean ridge is a long underwater mountain chain where new oceanic crust is formed, such as 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sea-floor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cause (mantle convection and eruptions at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of the age of rocks and palaeomagnetism.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it creates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moved the continents.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flows very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Basalt forms when lava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help your mother prepare a big pot of bouillie.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it gets very hot, you notice that the thick porridge in the middle rises to the surface, moves to the sides and sinks back along the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reminds you of the last geography lesson: we knew that the continents move, but not why.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"Could the answer be similar to what happens in this pot?"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what force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porridge move in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from below: hot porridge rises, cools and sinks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scientists find the "engine"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mid-ocean ridges, where new sea floor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simple models, like the pot of porridge, to explain natural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missing explanation of continental drift and prepares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drives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pill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Pillow lava cooled under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rock forms when lava cools at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afloo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new sea floor and magnetic stripes.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youngest rocks of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centre of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urts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 volcanic island.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 magnetic stripes form a mirror image on each side of the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rock records the magnetic field and is pushed equally to both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ridge crosses Iceland?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Mid-Atlantic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Sea-floor spreading: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by which new oceanic crust forms at mid-ocean ridges and moves away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Mid-ocean ridge: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underwater mountain chain where new oceanic crust is formed.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current: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circular movement of hot material that rises, cools and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Palaeomagnetism: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record of the past magnetic field of the Earth kept in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 Theory Says about Crustal Motion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sea-floor spreading says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author and the principle: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 the early 1960s, the American geologist Harry Hess proposed that the ocean floor spreads apart along the mid-ocean ridges. New crust forms at the ridges and moves away on both sides.</a:t>
            </a:r>
            <a:endParaRPr lang="en-US" sz="3200" dirty="0"/>
          </a:p>
        </p:txBody>
      </p:sp>
      <p:pic>
        <p:nvPicPr>
          <p:cNvPr id="5" name="Image 0" descr="/home/claude/f4/img/v2/seafloor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sea-floor spreading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the Theory Says about Crustal Motion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conveyor belt: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 crust pushes the older crust away from the ridge like a conveyor belt, carrying the continents with it. Far from the ridges, old crust sinks back into the mantle in deep ocean trenches, so the Earth does not grow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as the Cause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Sea-floor spreading is caused by volcanic activity at the ridges in the following way:</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Convection currents in the mantle: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Heat from the core warms the mantle, and hot, light rock rises slowly under the ridges. There, it spreads sideways, cools and sinks again, forming convection currents.</a:t>
            </a:r>
            <a:endParaRPr lang="en-US" sz="3000" dirty="0"/>
          </a:p>
        </p:txBody>
      </p:sp>
      <p:pic>
        <p:nvPicPr>
          <p:cNvPr id="5" name="Image 0" descr="/home/claude/f4/img/v2/mantle_convection_mid.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Mid-Oceanic Volcanic Eruptions as the Cause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Eruptions along the ridge: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rising hot rock partly melts into magma, which erupts through cracks along the ridge as lava. The lava cools into new basalt crust, which is then pushed aside by the next eruptions.</a:t>
            </a:r>
            <a:endParaRPr lang="en-US" sz="3600" dirty="0"/>
          </a:p>
        </p:txBody>
      </p:sp>
      <p:pic>
        <p:nvPicPr>
          <p:cNvPr id="5" name="Image 0" descr="/home/claude/f4/img/v2/lsa_pillow.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pillow lava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Sea-floor spreading is proved by the following evidence: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 of the oceanic rocks: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Drilling of the ocean floor shows that the youngest rocks are at the ridges and that rocks become older towards the continents. No oceanic crust is older than about 200 million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Thickness of 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Sediments are very thin or absent at the ridges and become thicker towards the continents. This is because the sea floor further from the ridge is older and has had more time to collect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Magnetic stripes: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lava cools, its iron minerals point towards the magnetic north, and the magnetic field of the Earth has reversed many times. The ocean floor therefore shows stripes of normal and reversed polarity that form a mirror image on both sides of the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Spreading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flow and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heat coming out of the ocean floor is highest at the ridges, where magma rises. Shallow earthquakes are also concentrated along the ridges, where the crust is being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Sea-floor spreading creates the following features on the ocean floor:</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the longest mountain chains on Earth, rising about 2 to 3 km above the ocean floor, like the Mid-Atlantic Ridge. They form where hot rock rises and new crust is added.</a:t>
            </a:r>
            <a:endParaRPr lang="en-US" sz="3000" dirty="0"/>
          </a:p>
        </p:txBody>
      </p:sp>
      <p:pic>
        <p:nvPicPr>
          <p:cNvPr id="5" name="Image 0" descr="/home/claude/f4/img/v2/f4_thingvellir.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Central rift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deep, steep-sided valley runs along the crest of many ridges, where the crust is pulled apart. It is the zone of active eruptions and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Volcanic islands: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Where eruptions are very strong, the ridge rises above sea level and forms islands. Iceland and the new island of Surtsey, born in 1963, formed in this way.</a:t>
            </a:r>
            <a:endParaRPr lang="en-US" sz="3600" dirty="0"/>
          </a:p>
        </p:txBody>
      </p:sp>
      <p:pic>
        <p:nvPicPr>
          <p:cNvPr id="5" name="Image 0" descr="/home/claude/f4/img/v2/lsa_surtse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Surtsey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Effects on the Relief of the Ocean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Deepening of the ocean floor: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new crust moves away from the ridge, it cools, becomes denser and sinks. The ocean therefore becomes deeper towards the continents, forming wide abyssal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age of oceanic rocks prove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Rocks are youngest at the ridge and older away from it, showing that new crust forms at the ridge and moves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cause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mantle bring magma up at the mid-ocean 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Sea-floor spreading was proposed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youngest oceanic rocks are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Magnetic stripes are evidence from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plate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Sea-floor spreading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L'expansion des fonds océaniques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Mid-ocean 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 médio-océanique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magma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Palaeomagnetism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paléomagnétisme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Theory of Sea-Floor Spreading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theory of sea-floor spreading. Explain its cause (mantle convection and eruptions at ridges). Explain the evidence of the age of rocks and palaeomagnetism. Describe the landforms it creates on the ocean floor.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sea-floor spreading and use its evidence to show how continents are pushed apart.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the Theory Says about Crustal Motion; Mid-Oceanic Volcanic Eruptions as the Cause; Evidence of Spreading; Effects on the Relief of the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plate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pot of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piece of dark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ridge and the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fold a paper with stripes.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locate Iceland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“expl1536” by NOAA Photo Library, CC BY 2.0, via Flickr (https://www.flickr.com/photos/51647007@N08/9664185645)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“Iceland's Vestmannaeyjar the town that held back an erupting lava flow” by moonjazz, CC BY-SA 2.0, via Flickr (https://www.flickr.com/photos/8398907@N02/21228033348)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2026-09-29T11:21:58Z</dcterms:created>
  <dcterms:modified xsi:type="dcterms:W3CDTF">2026-09-29T11:21:58Z</dcterms:modified>
</cp:coreProperties>
</file>