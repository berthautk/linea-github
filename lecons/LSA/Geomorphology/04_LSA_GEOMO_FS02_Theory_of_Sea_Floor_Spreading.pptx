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Theory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sea-floor spreading, mid-ocean ridge, convection current, palaeomagnetism, magnetic stripes, rift valley. At the end, you should be able to do this: learners are able to explain sea-floor spreading and use its evidence to show how continents are pushed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Early Theories of Crustal Movements. The question was: Define a mid-ocean ridge.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mid-ocean ridge is a long underwater mountain chain where new oceanic crust is formed, such as the Mid-Atlantic Ridge.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theory of sea-floor spreading. Number 2: explain its cause (mantle convection and eruptions at ridges). Number 3: explain the evidence of the age of rocks and palaeomagnetism. Number 4: describe the landforms it creates on the ocean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could not explain what moved the continents. The mantle flows very slowly. Basalt forms when lava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mother prepare a big pot of bouillie. As it gets very hot, you notice that the thick porridge in the middle rises to the surface, moves to the sides and sinks back along the edges. This reminds you of the last geography lesson: we knew that the continents move, but not why. You ask: "Could the answer be similar to what happens in this pot?"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force moves the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porridge move in circles?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 from below: hot porridge rises, cools and sinks (convection).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did scientists find the "engine" of drift?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Along the mid-ocean ridges, where new sea floor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like the pot of porridge, to explain natural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missing explanation of continental drift and prepares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drives sea-floor spreading?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pillow lava cooled under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rock forms when lava cools at a mid-ocean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new sea floor and magnetic stripes.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the youngest rocks of the ocean floor?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centre of the mid-ocean 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new volcanic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 magnetic stripes form a mirror image on each side of the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rock records the magnetic field and is pushed equally to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ridge crosses Iceland?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Mid-Atlantic 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Sea-floor spreading.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Mid-ocean ridge and Convection current.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Palaeomagnetism.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Sea-Floor Spreading. The theory of sea-floor spreading is presented as follows. On this slide we have Author.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Principle on the left, then draw the diagram on the right: new sea floor.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Sea-Floor Spreading. On this slide we have Conveyor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 on the left, then draw the diagram on the right: mantle convection.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Sea-Floor Spreading. The evidence of sea-floor spreading is the following. On this slide we have Age of oceanic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Sea-Floor Spreading. On this slide we have Thin sediments at the ridges.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Palaeomagnetism on the left, then draw the diagram on the right: pillow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Sea-Floor Spreading. On this slide we have Magnetic stripes.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Ocean Relief. Sea-floor spreading creates the following landforms. Copy the point on Mid-ocean ridges on the left, then draw the diagram on the right: the Mid-Atlantic rift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Ocean Relief. On this slide we have Rift valleys.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islands on the left, then draw the diagram on the right: a new volcanic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the age of oceanic rocks prove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rocks are youngest at the ridge and older away from it, showing that new crust forms at the ridge and moves outwards.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cause of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 currents in the mantle bring magma up at the mid-ocean ridges.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Harry Hess; number 2, mid-ocean ridges; number 3, palaeomagnetism.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plate margins.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THEORY OF SEA-FLOOR SPREADING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Sea-Floor Spreading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Theory of Sea-Floor Spreading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Sea-floor spreading, mid-ocean ridge, convection current, palaeomagnetism, magnetic stripes, rift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theory of sea-floor spreading (Hess, 1960s) and its cause; evidence (age of oceanic rocks, palaeomagnetism); effects on ocean relief.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Early Theories of Crustal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mid-ocean ridge is a long underwater mountain chain where new oceanic crust is formed, such as 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sea-floor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 (mantle convection and eruptions at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of the age of rocks and palaeomagnetism.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it creates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moved the continents.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Basalt forms when lava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mother prepare a big pot of bouillie.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it gets very hot, you notice that the thick porridge in the middle rises to the surface, moves to the sides and sinks back along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reminds you of the last geography lesson: we knew that the continents move, but not why.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"Could the answer be similar to what happens in this pot?"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force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porridge move in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from below: hot porridge rises, cools and sinks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scientists find the "engine"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mid-ocean ridges, where new sea floor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like the pot of porridge, to explain natural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missing explanation of continental drift and prepares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drives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pill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Pillow lava cooled under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rock forms when lava cools at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new sea floor and magnetic stripes.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youngest rocks of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centre of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urts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 volcanic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magnetic stripes form a mirror image on each side of the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rock records the magnetic field and is pushed equally to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ridge crosses Iceland?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Sea-floor spreading: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new oceanic crust forms at mid-ocean ridges and moves away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Mid-ocean ridge: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underwater mountain chain where new oceanic crust is formed.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current: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circular movement of hot material that rises, cools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Palaeomagnetism: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record of the past magnetic field of the Earth kept in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sea-floor spreading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Harry Hess proposed it in the early 1960s, giving the mechanism that Wegener lacked.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sea floor spreads apart along the crests of mid-ocean ridges.</a:t>
            </a:r>
            <a:endParaRPr lang="en-US" sz="3600" dirty="0"/>
          </a:p>
        </p:txBody>
      </p:sp>
      <p:pic>
        <p:nvPicPr>
          <p:cNvPr id="5" name="Image 0" descr="/home/claude/f4/img/v2/seafloo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new sea floor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Conveyor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crust pushes older crust away from the ridge and carries the continents with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in the mantle creates convection currents; hot magma rises at the ridges and erupts as lava, which cools into new basalt.</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mantle convection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Sea-Floor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evidence of sea-floor spreading is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oceanic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Drilling shows that the youngest rocks are at the ridges and that rocks become older towards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Sea-Floor Spreading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Thin sediments at the 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Sediments are thin near the ridges and thicker further away, because the sea floor there is 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Sea-Floor Spreading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Palaeomagnetism: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Iron minerals in cooling lava align with the magnetic field of the Earth, which has reversed many times.</a:t>
            </a:r>
            <a:endParaRPr lang="en-US" sz="3600" dirty="0"/>
          </a:p>
        </p:txBody>
      </p:sp>
      <p:pic>
        <p:nvPicPr>
          <p:cNvPr id="5" name="Image 0" descr="/home/claude/f4/img/v2/lsa_pillow.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pillow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Sea-Floor Spreading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Magnetic stripes: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Stripes of normal and reversed polarity form a perfect mirror image on both sides of the ridge, proving spreading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Ocean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Sea-floor spreading creates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the longest mountain chains on Earth, like the Mid-Atlantic Ridge.</a:t>
            </a:r>
            <a:endParaRPr lang="en-US" sz="3600" dirty="0"/>
          </a:p>
        </p:txBody>
      </p:sp>
      <p:pic>
        <p:nvPicPr>
          <p:cNvPr id="5" name="Image 0" descr="/home/claude/f4/img/v2/f4_thingvelli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Mid-Atlantic rift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Ocean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deep, steep-sided valley runs along the centre of the ridge where the crust is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Ocean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Volcanic islands: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Eruptions build islands on the ridge, like Iceland and Surtsey.</a:t>
            </a:r>
            <a:endParaRPr lang="en-US" sz="3600" dirty="0"/>
          </a:p>
        </p:txBody>
      </p:sp>
      <p:pic>
        <p:nvPicPr>
          <p:cNvPr id="5" name="Image 0" descr="/home/claude/f4/img/v2/lsa_surts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new volcanic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age of oceanic rocks prove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are youngest at the ridge and older away from it, showing that new crust forms at the ridge and moves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cause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 bring magma up at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Sea-floor spreading was proposed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youngest oceanic rocks are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Magnetic stripes are evidence from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Sea-floor spreading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 des fonds océaniques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Mid-ocean 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 médio-océanique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Palaeomagnetism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paléomagnétisme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Theory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sea-floor spreading. Explain its cause (mantle convection and eruptions at ridges). Explain the evidence of the age of rocks and palaeomagnetism. Describe the landforms it creates on the ocean floor.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Theory of Sea-Floor Spreading; Evidence of Sea-Floor Spreading; Effects on Ocean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plate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pot of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piece of dark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ridge and the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fold a paper with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locate Iceland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“expl1536” by NOAA Photo Library, CC BY 2.0, via Flickr (https://www.flickr.com/photos/51647007@N08/9664185645)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“Iceland's Vestmannaeyjar the town that held back an erupting lava flow” by moonjazz, CC BY-SA 2.0, via Flickr (https://www.flickr.com/photos/8398907@N02/21228033348)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2026-09-28T22:07:43Z</dcterms:created>
  <dcterms:modified xsi:type="dcterms:W3CDTF">2026-09-28T22:07:43Z</dcterms:modified>
</cp:coreProperties>
</file>