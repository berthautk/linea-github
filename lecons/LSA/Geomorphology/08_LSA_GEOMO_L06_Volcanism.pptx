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volcanism (vulcanicity), magma, lava, active, dormant and extinct volcanoes, pyroclasts, basic and acid lava, cone, crater, caldera, lava plateau. At the end, you should be able to do this: learners are able to classify volcanoes and explain the landforms built by different volcanic materials, with Cameroonian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Landforms at Destructive and Conservative Margins. The question was: Distinguish magma from lava.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Magma is molten rock below the surface; lava is molten rock that has reached the surface.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volcanism, magma and lava. Number 2: distinguish active, dormant and extinct volcanoes. Number 3: describe the products of an eruption. Number 4: explain the formation of volcanic cones and other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Magma rises at weak zones of the crust. Mount Cameroon is on the Cameroon Volcanic Line. Shield volcanoes have gentle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news says that Mount Cameroon shows signs of activity, with rumbling and smoke near its peak. Your uncle in Mokolo says: "Don't worry, the peak of Rhumsiki near here looks like a volcano, but it has been silent for millions of years." You ask: "Why is one mountain active and the other a quiet rocky peak, and why do volcanoes have different shapes?"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life cycle of volcanoes and the causes of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process of molten rock reaching the surface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Volcanism (vulcanicity).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Mount Cameroon active and Rhumsiki not?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 erupted recently; Rhumsiki is the remains of an extinct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volcanic landforms and rocks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volcanic landforms of Cameroon and the risks of active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magma and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is below the surface; lava has reached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did Mount Cameroon last erupt significantly?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1999–2000 (small activity in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volcanic necks near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peak of Rhumsiki called extinct?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not erupted for millions of years and will not erupt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solidified runny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lava flows far: basic or acid?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Basic lava (runny, low in silica).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volcanic crater.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difference between a crater and a caldera?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crater is small (under 1 km); a caldera is a very large basin formed by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Volcanism (vulcanicity)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and Pyroclasts.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Life Cycle of a Volcano. Volcanoes are classified by their activity as follows. Copy the point on Active volcano on the left, then draw the diagram on the right: the life cycle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Dormant volcano on the left, then draw the diagram on the right: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Extinct volcano on the left, then draw the diagram on the right: volcanic necks near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a Volcanic Eruption. An eruption releases the following products. On this slide we have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Pyroclastic materials on the left, then draw the diagram on the right: products of an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a Volcanic Eruption. On this slide we have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Cones. The main types of volcanic cones are the following. Copy the point on Shield (basic lava) cones on the left, then draw the diagram on the right: a shield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Cones. On this slide we have Acid lava domes and Ash and cinder cones.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Composite cones (stratovolcanoes) on the left, then draw the diagram on the right: a composite cone.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Volcanic Landforms. Other volcanic landforms are the following. Copy the point on Lava plateau on the left, then draw the diagram on the right: basalt columns.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Volcanic Landforms. On this slide we have Crater lakes and Caldera.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an active volcano from an extinct volcano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active volcano has erupted in recorded history (Mount Cameroon); an extinct one will not erupt again (Rhumsiki necks).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shield volcanoes wide and composite cones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shield volcanoes are built by runny lava that flows far; composite cones are built by layers of lava and ash that pile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magma; number 2, dormant; number 3, caldera.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benefit of volcanoes to man.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Volcanoes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VOLCANISM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Volcanism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Volcanism (vulcanicity), magma, lava, active, dormant and extinct volcanoes, pyroclasts, basic and acid lava, cone, crater, caldera, lava plateau.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volcanism; the life cycle of volcanoes; products of eruptions; volcanic landforms (cones, lava plateaux, craters and calderas).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Landforms at Destructive and Conservative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magma from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molten rock below the surface; lava is molten rock that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volcanism, magma and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active, dormant and extinct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products of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volcanic cones and other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weak zones of the crust.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Shield volcanoes have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news says that Mount Cameroon shows signs of activity, with rumbling and smoke near its peak.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uncle in Mokolo says: "Don't worry, the peak of Rhumsiki near here looks like a volcano, but it has been silent for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one mountain active and the other a quiet rocky peak, and why do volcanoes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life cycle of volcanoes and the causes of their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process of molten rock reaching the surface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(vulcanicity).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Mount Cameroon active and Rhumsiki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erupted recently; Rhumsiki is the remains of an extinct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volcanic landforms and rocks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volcanic landforms of Cameroon and the risks of active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magma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below the surface; lava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Mount Cameroon last erupt significantly?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1999–2000 (small activity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necks near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peak of Rhumsiki called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millions of years and will not erupt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Solidified runny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lava flows far: basic or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lava (runny, low in silica).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cr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crater.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crater and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crater is small (under 1 km); a caldera is a very large basin formed by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(vulcanicity):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processes by which molten rock, gases and other materials are forced from the interior of the Earth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below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that has reached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Pyroclasts: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solid fragments thrown out by an eruption, such as ash, cinders and bombs.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Life Cycle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Volcanoes are classified by their activity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erupting or has erupted in recorded history, like Mount Cameroon (1999, 2000 and small activity in 2012).</a:t>
            </a:r>
            <a:endParaRPr lang="en-US" sz="3200" dirty="0"/>
          </a:p>
        </p:txBody>
      </p:sp>
      <p:pic>
        <p:nvPicPr>
          <p:cNvPr id="5" name="Image 0" descr="/home/claude/f4/img/v2/geo2_volc_lif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life cycle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Life Cycle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not erupted for a long time but may erupt again, like Kilimanjaro and Mount Fuji.</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Life Cycle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not erupted for thousands or millions of years and will not erupt again, like the volcanic necks of Rhumsiki.</a:t>
            </a:r>
            <a:endParaRPr lang="en-US" sz="3600" dirty="0"/>
          </a:p>
        </p:txBody>
      </p:sp>
      <p:pic>
        <p:nvPicPr>
          <p:cNvPr id="5" name="Image 0" descr="/home/claude/f4/img/v2/lsa_mandara.jpg">    </p:cNvPr>
          <p:cNvPicPr>
            <a:picLocks noChangeAspect="1"/>
          </p:cNvPicPr>
          <p:nvPr/>
        </p:nvPicPr>
        <p:blipFill>
          <a:blip r:embed="rId1"/>
          <a:stretch>
            <a:fillRect/>
          </a:stretch>
        </p:blipFill>
        <p:spPr>
          <a:xfrm>
            <a:off x="5349240" y="3040233"/>
            <a:ext cx="6659575" cy="175594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volcanic necks near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a Volcanic Eruption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eruption releases the following products: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Basic lava: runny, low in silica, flows far (basalt).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Acid lava: thick and sticky, rich in silica, stays near the 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a Volcanic Eruption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Pyroclastic materials: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Fine ash, small stones (cinders or lapilli) and large volcanic bombs are blown into the air.</a:t>
            </a:r>
            <a:endParaRPr lang="en-US" sz="3600" dirty="0"/>
          </a:p>
        </p:txBody>
      </p:sp>
      <p:pic>
        <p:nvPicPr>
          <p:cNvPr id="5" name="Image 0" descr="/home/claude/f4/img/v2/geo2_product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products of an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water vapour, with carbon dioxide and sulphur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types of volcanic cones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Shield (basic lava) cones: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Runny lava builds very wide volcanoes with gentle slopes, like Mauna Loa in Hawaii.</a:t>
            </a:r>
            <a:endParaRPr lang="en-US" sz="3200" dirty="0"/>
          </a:p>
        </p:txBody>
      </p:sp>
      <p:pic>
        <p:nvPicPr>
          <p:cNvPr id="6" name="Image 0" descr="/home/claude/f4/img/v2/lsa_shiel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shield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Cones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lava domes: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Sticky lava piles up near the vent and forms steep domes.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Explosive eruptions of pyroclasts build steep but small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Composite cones (stratovolcanoes):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Alternate layers of lava and ash build tall, steep cones, like Mount Cameroon (4,095 m) and Mount Fuji.</a:t>
            </a:r>
            <a:endParaRPr lang="en-US" sz="3600" dirty="0"/>
          </a:p>
        </p:txBody>
      </p:sp>
      <p:pic>
        <p:nvPicPr>
          <p:cNvPr id="6" name="Image 0" descr="/home/claude/f4/img/v2/lsa_may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composite cone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Other Volcanic Landforms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Other volcanic landforms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Lava plateau: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Very runny lava erupts from long fissures and covers huge areas, like the Deccan Plateau of India.</a:t>
            </a:r>
            <a:endParaRPr lang="en-US" sz="3400" dirty="0"/>
          </a:p>
        </p:txBody>
      </p:sp>
      <p:pic>
        <p:nvPicPr>
          <p:cNvPr id="6" name="Image 0" descr="/home/claude/f4/img/v2/lsa_basal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 columns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Other Volcanic Landforms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bowl-shaped depression at the top of the vent, usually less than 1 km wide.</a:t>
            </a:r>
            <a:endParaRPr lang="en-US" sz="3600" dirty="0"/>
          </a:p>
        </p:txBody>
      </p:sp>
      <p:pic>
        <p:nvPicPr>
          <p:cNvPr id="6" name="Image 0" descr="/home/claude/f4/img/v2/f4_crate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Other Volcanic Landforms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Crater lakes: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fills craters to form lakes, like Lake Nyos and Lake Barombi Mbo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Caldera: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large basin, several kilometres wide, formed when the top of a volcano collapses after a huge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an active volcano from an extinct volcano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active volcano has erupted in recorded history (Mount Cameroon); an extinct one will not erupt again (Rhumsiki necks).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shield volcanoes wide and composite cones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Shield volcanoes are built by runny lava that flows far; composite cones are built by layers of lava and ash that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Molten rock below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Kilimanjaro is a ______ volcano.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collapsed crater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of volcanoes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Extinct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éteint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volcanism, magma and lava. Distinguish active, dormant and extinct volcanoes. Describe the products of an eruption. Explain the formation of volcanic cones and other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Life Cycle of a Volcano; Products of a Volcanic Eruption; Volcanic Cones; Other Volcanic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benefit of volcanoes to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volcano with its vent.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eruptions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peaks of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water and thick porridge.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crater and a caldera.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(Dormant volcano): “Kilimanjaro” by ian 1602, CC BY-NC 2.0, via Flickr (https://www.flickr.com/photos/98181641@N00/2179855841)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(Shield (basic lava) cones):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(Composite cones (stratovolcanoes)): “Mayon Volcano, Albay, Luzon, Philippines” by Ray in Manila, CC BY 2.0, via Flickr (https://www.flickr.com/photos/21186555@N07/20591774278)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(Lava plateau):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2026-09-28T22:07:44Z</dcterms:created>
  <dcterms:modified xsi:type="dcterms:W3CDTF">2026-09-28T22:07:44Z</dcterms:modified>
</cp:coreProperties>
</file>