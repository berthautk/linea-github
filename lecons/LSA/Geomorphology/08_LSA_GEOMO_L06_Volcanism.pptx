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Volcanism.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Crustal Processes and their Effect on the Land Surface and Man, and the sub-topic is Volcanicity. The key notions we shall use today are: volcanicity, lava, magma, cones, crater, caldera. At the end, you should be able to do this: learners are able to identify volcanic landforms and explain why they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Landforms at Destructive and Conservative Margins. The question was: Collect information about Mount Cameroon: its height and the years of its recent eruptions.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Mount Cameroon is about 4,040 m high, the highest mountain in West and Central Africa. Recent eruptions: 1959, 1982, 1999 and 2000.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process of volcanism. Number 2: describe the products of volcanoes. Number 3: explain the different types of volcanic cones and depressions.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Magma rises at plate margins and hot spots. Mount Cameroon is an active volcano.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2000, lava from Mount Cameroon flowed towards the road near Bakingili. Some visitors are surprised that the mountain has gentle slopes, while pictures of Mount Fuji show a steep cone.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visitors do not know why volcanoes have different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came out of Mount Cameroon in 2000?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decides the shape of a volcano?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type of lava and the type of eruption.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volcanic landforms in Cameroon and understand how they 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volcanoes form and why their landforms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flow of hot lava.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difference between magma and lava?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Magma is melted rock underground; lava is magma that reaches the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parts of a volcano.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three products of a volcano.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Lava, ash (pyroclasts) and gases.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mayon Volcano, Philippines: a steep cone of ash and lava.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This cone has layers of ash and lava. What type of cone is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strato-volcano (composite cone).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large lake inside an old volcano.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the difference between a crater and a caldera?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crater is a small hollow at the top; a caldera is a huge hollow after a collapse.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columns of basalt from old lava.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Many flows of runny lava can cover a large area. What landform do they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lava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Process and Cycle. Volcanism can be understood as follows. On this slide we have Volcanism.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Process and Cycle. On this slide we have Process.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Process and Cycle. On this slide we have Life cycle of a volcano.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structure of a volcano.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Products of Volcanoes. Volcanoes produce the following materials. On this slide we have Lava and Pyroclasts.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Products of Volcanoes. On this slide we have Gases.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Volcanic Landforms. The type of landform depends on the lava and the eruption. On this slide we have Basic lava cones.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Volcanic Landforms. On this slide we have Acid lava cones (cumulo-domes) and Ash and cinder cones.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Volcanic Landforms. On this slide we have Composite (strato) cones.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composite cone.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Plateaux and Depressions. Other volcanic landforms include. On this slide we have Lava plateaux.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Plateaux and Depressions. On this slide we have Craters and calderas.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difference between magma and lava?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magma is underground; lava is on the surface.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a composite cone steep and layered?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built of alternating layers of ash and lava.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lava; number 2, caldera; number 3, shield (basic lava).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an adult what people grow around Buea and Limbe, and why the soils are good.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Volcanoes and Man.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6: VOLCANISM</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Volcanism</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Crustal Processes and their Effect on the Land Surface and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Volcanicity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Volcanism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Volcanicity, lava, magma, cones, crater, caldera.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process; products; types of cones and why they differ; the life cycle of a volcano.</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volcanic landforms and explain why they differ.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Landforms at Destructive and Conservative Margins):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information about Mount Cameroon: its height and the years of its recent eruptions.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is about 4,040 m high, the highest mountain in West and Central Africa. Recent eruptions: 1959, 1982, 1999 and 2000.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process of volcanism.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products of volcanoes.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different types of volcanic cones and depressions.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Magma rises at plate margins and hot spots.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an active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2000, lava from Mount Cameroon flowed towards the road near Bakingili. Some visitors are surprised that the mountain has gentle slopes, while pictures of Mount Fuji show a steep cone.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visitors do not know why volcanoes have different shapes.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came out of Mount Cameroon in 2000?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Lava.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decides the shape of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type of lava and the type of eruption.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volcanic landforms in Cameroon and understand how they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volcanoes form and why their landforms differ.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pahoeho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flow of hot lava.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magma and lava?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PROCESS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Magma is melted rock underground; lava is magma that reaches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PRODUCTS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volcano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parts of a volcano.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PRODUCTS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products of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PRODUCTS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Lava, ash (pyroclasts) and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LANDFORMS: CONES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may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Mayon Volcano, Philippines: a steep cone of ash and lava.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LANDFORMS: CONES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cone has layers of ash and lava. What type of cone is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LANDFORMS: CONES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strato-volcano (composite cone).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LANDFORMS: DEPRESSIONS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cra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large lake inside an old volcano.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LANDFORMS: DEPRESSIONS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a crater and a caldera?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LANDFORMS: DEPRESSIONS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crater is a small hollow at the top; a caldera is a huge hollow after a collapse.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LANDFORMS: LAVA PLATEAUX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basal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Columns of basalt from old lava.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LANDFORMS: LAVA PLATEAUX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flows of runny lava can cover a large area. What landform do they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LANDFORMS: LAVA PLATEAUX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lava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Crustal Processes and their Effect on the Land Surface and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Volcanicity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Volcanism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Process and Cycle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Volcanism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Volcanism: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process by which magma and gases from inside the Earth reach the surface or the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Process and Cycle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Magma forms in the mantle, rises because it is lighter and collects in a magma chamber. It escapes through a vent when gas pressure is high enough.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Process and Cycle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Life cycle of a volcano: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volcano is active when it erupts often, dormant when it is sleeping, and extinct when it will not erupt again. Mount Cameroon is active, Mount Manengouba is extinct.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Process and Cycle</a:t>
            </a:r>
            <a:endParaRPr lang="en-US" sz="3600" dirty="0"/>
          </a:p>
        </p:txBody>
      </p:sp>
      <p:pic>
        <p:nvPicPr>
          <p:cNvPr id="4" name="Image 0" descr="/home/claude/f4/img/v2/volcano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structure of a volcano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Products of Volcanoes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Volcanoes produce the following materials: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Lava: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magma at the surface; basic lava is runny, while acid lava is thick. Pahoehoe and aa are types of lava flows.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Pyroclasts: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solid fragments: ash, lapilli and volcanic bombs. They fall around the volcano and build cones.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Products of Volcanoes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Volcanoes release water vapour, carbon dioxide and sulphur gases. These gases can be deadly, as at Lake Nyos.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Volcanic Landforms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type of landform depends on the lava and the eruption: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Basic lava cones: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Runny lava forms wide cones with gentle slopes (shield volcanoes). Mauna Loa is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Volcanic Landforms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Acid lava cones (cumulo-domes):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Thick lava forms steep, dome-shaped cones. The lava does not flow far.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Ash and cinder cones: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Pyroclasts pile up into small, steep, concave cones. Many exist on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Volcanic Landforms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Composite (strato) cones: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Layers of ash and lava build large, symmetrical cones. Mount Cameroon and Mount Fuji are composite cones.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Volcanic Landforms</a:t>
            </a:r>
            <a:endParaRPr lang="en-US" sz="3600" dirty="0"/>
          </a:p>
        </p:txBody>
      </p:sp>
      <p:pic>
        <p:nvPicPr>
          <p:cNvPr id="4" name="Image 0" descr="/home/claude/f4/img/v2/lsa_may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composite cone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Volcanic Landforms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Plateaux and Depressions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Other volcanic landforms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Lava plateaux: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flows of runny lava from fissures cover large areas. The Deccan plateau and parts of the Adamawa and Bamenda plateaux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Volcanic Landforms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Plateaux and Depressions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Craters and calderas: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crater is the small hollow at the top of the vent. A caldera is a much larger hollow formed when the top collapses; it may contain a lake like Lake Nyos.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magma and lava?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Magma is underground; lava is on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 composite cone steep and layered?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built of alternating layers of ash and lava.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Magma on the surface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huge hollow after a collapse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Runny lava forms ______ volcanoes with gentle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adult what people grow around Buea and Limbe, and why the soils are good.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Volcanoes and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Volcano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volcan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Lava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cendre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cratère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Caldera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caldeira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cône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Crustal Processes and their Effect on the Land Surface and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Volcanism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process of volcanism. Describe the products of volcanoes. Explain the different types of volcanic cones and depressions.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volcanic landforms and explain why they differ.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Process and Cycle; Products of Volcanoes; Volcanic Landforms; Plateaux and Depressions.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an adult what people grow around Buea and Limbe, and why the soils are good.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volcano and mark magma and lava.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solid, liquid and gas products.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alternating layers of ash and lava.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crater lakes of Cameroon (Barombi Mbo, Nyos).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the basalt plateaux of the Western Highlands.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“Pahoehoe Lava Flow” by graysky., CC BY-NC-SA 2.0, via Flickr (https://www.flickr.com/photos/20021588@N00/540223861)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“Mayon Volcano, Albay, Luzon, Philippines” by Ray in Manila, CC BY 2.0, via Flickr (https://www.flickr.com/photos/21186555@N07/20591774278)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“Taal Lake and Volcano, Tagaytay, Philippines” by Ray in Manila, CC BY 2.0, via Flickr (https://www.flickr.com/photos/21186555@N07/28260012661)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“Snapshot, Daguoye Columnar Basalt, Penghu, Taiwan, 隨拍, 池東大菓葉玄武岩, 大菓葉柱狀” by bryan..., CC BY-SA 2.0, via Flickr (https://www.flickr.com/photos/91049143@N00/52316527525)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2026-09-27T10:31:30Z</dcterms:created>
  <dcterms:modified xsi:type="dcterms:W3CDTF">2026-09-27T10:31:30Z</dcterms:modified>
</cp:coreProperties>
</file>