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volcanism (vulcanicity), magma, lava, active, dormant and extinct volcanoes, pyroclasts, basic and acid lava, cone, crater, caldera, lava plateau. At the end, you should be able to do this: learners are able to classify volcanoes and explain the landforms built by different volcanic materials, with Cameroonian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Distinguish magma from lava.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Magma is molten rock below the surface; lava is molten rock that has reached the surface.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volcanism, magma and lava. Number 2: distinguish active, dormant and extinct volcanoes. Number 3: describe the products of an eruption. Number 4: explain the formation of volcanic cones and other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weak zones of the crust. Mount Cameroon is on the Cameroon Volcanic Line. Shield volcanoes have gentle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news says that Mount Cameroon shows signs of activity, with rumbling and smoke near its peak. Your uncle in Mokolo says: "Don't worry, the peak of Rhumsiki near here looks like a volcano, but it has been silent for millions of years." You ask: "Why is one mountain active and the other a quiet rocky peak, and why do volcanoes have different shapes?"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life cycle of volcanoes and the causes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process of molten rock reaching the surface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Volcanism (vulcanicity).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Mount Cameroon active and Rhumsiki not?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erupted recently; Rhumsiki is the remains of an extinct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and rocks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volcanic landforms of Cameroon and the risks of active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below the surface; lava has reached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did Mount Cameroon last erupt significantly?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1999–2000 (small activity in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volcanic necks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peak of Rhumsiki called extinct?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not erupted for millions of years and will not erupt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solidified runny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lava flows far: basic or acid?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Basic lava (runny, low in silica).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volcanic crater.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small (under 1 km); a caldera is a very large basin formed by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Volcanicity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of Volcanism. Volcanism is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Process on the left, then draw the diagram on the right: the life cycle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in the Life Cycle of a Volcano. A volcano passes through the following stages.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Dormant volcano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Extinct volcano on the left, then draw the diagram on the right: volcanic necks at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Volcanic Eruptions. An eruption releases the following products. Copy the point on Lava: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Pyroclasts on the left, then draw the diagram on the right: the products of an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Volcanic Eruptions. Copy the point on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Cones. Different materials and eruptions build the following types of cones. Copy the point on Basic lava cones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Copy the point on Acid lava cones (cumulo-domes):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Copy the point on Ash and cinder cones: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Composite cones (strato-volcanoes) on the left, then draw the diagram on the right: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Lava Plateaux and Volcanic Depressions. Volcanism also forms the following landforms. Copy the point on Lava plateaux on the left, then draw the diagram on the right: basalt columns.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Craters and crater lakes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Lava Plateaux and Volcanic Depressions. Copy the point on Calderas: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active volcano from an extinct volcano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active volcano has erupted in recorded history (Mount Cameroon); an extinct one will not erupt again (Rhumsiki necks).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shield volcanoes wide and composite cones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shield volcanoes are built by runny lava that flows far; composite cones are built by layers of lava and ash that pile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magma; number 2, dormant; number 3, caldera.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benefit of volcanoes to man.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Volcanism (vulcanicity), magma, lava, active, dormant and extinct volcanoes, pyroclasts, basic and acid lava, cone, crater, caldera, lava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volcanism; the life cycle of volcanoes; products of eruptions; volcanic landforms (cones, lava plateaux, craters and calderas).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molten rock below the surface; lava is molten rock that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volcanism, magma and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active, dormant and extinct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volcanic cones and other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weak zones of the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news says that Mount Cameroon shows signs of activity, with rumbling and smoke near its peak.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Mokolo says: "Don't worry, the peak of Rhumsiki near here looks like a volcano, but it has been silent for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one mountain active and the other a quiet rocky peak, and why do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life cycle of volcanoes and the causes of their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process of molten rock reaching the surface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(vulcanicity).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Mount Cameroon active and Rhumsiki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erupted recently; Rhumsiki is the remains of an extinct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and rocks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volcanic landforms of Cameroon and the risks of active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below the surface; lava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Mount Cameroon last erupt significantly?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1999–2000 (small activity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necks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peak of Rhumsiki called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millions of years and will not erupt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Solidified runny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lava flows far: basic or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(runny, low in silica).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crater.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small (under 1 km); a caldera is a very large basin formed by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processes by which molten rock, gases and other materials are forced from the interior of the Earth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below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that has reached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mountain built around a vent by the materials of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of Volcanism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Volcanism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is the movement of molten rock and gases from inside the Earth towards the surface. It includes eruptions at the surface (extrusive activity) and the cooling of magma inside the crust (intrusive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of Volcanism</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Magma forms where rocks of the mantle or crust melt, at plate margins or hot spots, and it rises because it is lighter than the rocks around it. It collects in a magma chamber, and when the pressure of the gases is high enough, it forces its way up through a vent and erupts.</a:t>
            </a:r>
            <a:endParaRPr lang="en-US" sz="3200" dirty="0"/>
          </a:p>
        </p:txBody>
      </p:sp>
      <p:pic>
        <p:nvPicPr>
          <p:cNvPr id="5" name="Image 0" descr="/home/claude/f4/img/v2/geo2_volc_lif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life cycle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volcano passes through the following stages: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active volcano is erupting or has erupted in recorded history and shows signs of activity. Mount Cameroon, which erupted in 1999 and 2000, is the most active volcano of West Africa.</a:t>
            </a:r>
            <a:endParaRPr lang="en-US" sz="3200" dirty="0"/>
          </a:p>
        </p:txBody>
      </p:sp>
      <p:pic>
        <p:nvPicPr>
          <p:cNvPr id="5" name="Image 0" descr="/home/claude/f4/img/v2/lsa_mtcamero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dormant volcano has not erupted for a long time but may erupt again, because magma is still present below it. Kilimanjaro and Mount Fuji are examples.</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An extinct volcano has not erupted for thousands or millions of years and has no more magma supply. Erosion wears it down, leaving hard plugs such as the volcanic necks of Rhumsiki in the Mandara Mountains.</a:t>
            </a:r>
            <a:endParaRPr lang="en-US" sz="3400" dirty="0"/>
          </a:p>
        </p:txBody>
      </p:sp>
      <p:pic>
        <p:nvPicPr>
          <p:cNvPr id="5"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volcanic necks at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eruption releases the following products: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is low in silica, very hot and runny, so it flows far before cooling into basalt. Acid lava is rich in silica, thick and sticky, so it cools quickly near the vent and blocks it, causing explosions.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Explosions throw out solid fragments of all sizes: fine ash, small stones called cinders or lapilli, and large blocks and bombs. The ash can be carried by winds over thousands of kilometres.</a:t>
            </a:r>
            <a:endParaRPr lang="en-US" sz="3600" dirty="0"/>
          </a:p>
        </p:txBody>
      </p:sp>
      <p:pic>
        <p:nvPicPr>
          <p:cNvPr id="5" name="Image 0" descr="/home/claude/f4/img/v2/geo2_produc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products of an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gases are mostly water vapour, with carbon dioxide, sulphur dioxide and hydrogen sulphide. Their pressure drives the eruption, and some are poisonous.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Different materials and eruptions build the following types of cones: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Basic lava cones (shield volcanoes):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Runny basic lava flows far before it solidifies, so it builds very wide volcanoes with gentle slopes. Mauna Loa in Hawaii is the largest example.</a:t>
            </a:r>
            <a:endParaRPr lang="en-US" sz="3000" dirty="0"/>
          </a:p>
        </p:txBody>
      </p:sp>
      <p:pic>
        <p:nvPicPr>
          <p:cNvPr id="6" name="Image 0" descr="/home/claude/f4/img/v2/lsa_sh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cones (cumulo-domes):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Sticky acid lava cannot flow far and piles up around the vent. It forms small, steep-sided domes, like the domes of the Puy region in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Explosive eruptions throw out ash and cinders, which fall around the vent. They build small, steep cones with a crater at the top, like Paricutin in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Composite cones (strato-volcanoes):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Alternating eruptions of lava and pyroclasts build layers, and the lava binds the ash together. They form tall, steep, symmetrical cones, like Mount Cameroon (4,095 m) and Mount Fuji.</a:t>
            </a:r>
            <a:endParaRPr lang="en-US" sz="3200" dirty="0"/>
          </a:p>
        </p:txBody>
      </p:sp>
      <p:pic>
        <p:nvPicPr>
          <p:cNvPr id="6" name="Image 0" descr="/home/claude/f4/img/v2/lsa_may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Volcanism also forms the following landforms: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Lava plateaux: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Very runny basic lava erupts from long fissures, spreads in thin sheets and covers huge areas, layer upon layer. The Deccan Plateau of India and the Adamawa basalts in Cameroon were formed in this way.</a:t>
            </a:r>
            <a:endParaRPr lang="en-US" sz="2800" dirty="0"/>
          </a:p>
        </p:txBody>
      </p:sp>
      <p:pic>
        <p:nvPicPr>
          <p:cNvPr id="6" name="Image 0" descr="/home/claude/f4/img/v2/lsa_basal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 columns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Craters and crater lakes: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crater is a bowl-shaped depression at the top of a vent, usually less than 1 km wide. Rainwater can fill it to form a crater lake, like Lake Nyos and Lake Barombi Mbo in Cameroon.</a:t>
            </a:r>
            <a:endParaRPr lang="en-US" sz="3200" dirty="0"/>
          </a:p>
        </p:txBody>
      </p:sp>
      <p:pic>
        <p:nvPicPr>
          <p:cNvPr id="6" name="Image 0" descr="/home/claude/f4/img/v2/f4_crate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Calderas: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caldera is a very large basin, several kilometres wide, formed when the top of a volcano collapses into its emptied magma chamber after a huge eruption. Crater Lake in the United States fills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active volcano from an extinct volcano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active volcano has erupted in recorded history (Mount Cameroon); an extinct one will not erupt again (Rhumsiki necks).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and composite cones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Shield volcanoes are built by runny lava that flows far; composite cones are built by layers of lava and ash that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Molten rock below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Kilimanjaro is a ______ volcano.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collapsed crater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Extinct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éteint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volcanism, magma and lava. Distinguish active, dormant and extinct volcanoes. Describe the products of an eruption. Explain the formation of volcanic cones and other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Process of Volcanism; Stages in the Life Cycle of a Volcano; Products of Volcanic Eruptions; Volcanic Cones; Lava Plateaux and Volcanic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benefit of volcanoes to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with its vent.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eruptions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peaks of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water and thick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crater and a caldera.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(Dormant volcano): “Kilimanjaro” by ian 1602, CC BY-NC 2.0, via Flickr (https://www.flickr.com/photos/98181641@N00/2179855841)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(Basic lava cones (shield volcanoes)):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(Composite cones (strato-volcanoes)):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(Lava plateaux):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2026-09-29T11:23:32Z</dcterms:created>
  <dcterms:modified xsi:type="dcterms:W3CDTF">2026-09-29T11:23:32Z</dcterms:modified>
</cp:coreProperties>
</file>