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16: Coastal Processes and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beach with arrows up and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headland with bending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four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zigzag movement of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threats to Douala and Kribi.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swash 2. drift 3. 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Processes and Features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 and Depositional Processes and Landforms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Coastal Processes and 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system, wave refraction, swash, backwash, longshore drift, storm surge.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coastal system and its factors; waves and refraction; erosion, transport and deposition; threats to coasts.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coastal landforms and the threats to coasts.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coastal system and waves.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erosional features.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depositional features and threats to coasts.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are caused by the wind.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waves build beaches; destructive waves erode them.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Limbe, waves attack black volcanic rocks. At Kribi, the beach is wide and sandy. In Douala, people fear that the sea level will rise.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coasts are different and some are threatened.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coast at Limbe rocky?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erode hard volcanic rock and leave cliffs.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Douala threatened?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low and the sea level is rising.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coastal landforms and protect coastal areas.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wash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swash and backwash.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swash and the backwash?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swash goes up the beach; the backwash goes back to the sea.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refrac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refraction at a headland.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wave energy concentrated on headlands?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bend (refract) around headlands and attack them from three sides.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headlan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headland is worn away.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in order: stack, cave, stump, arch.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Cave, arch, stack, stump.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ongsho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longshore drift.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longshore drift form a spit?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is carried along the coast and extends out where the coast changes direction.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THREATS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sp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sea defences broken by waves (England).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THREATS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threats to coasts.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THREATS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Coastal erosion, storm surges, sea-level rise and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Coastal Processes and Features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Erosion and Depositional Processes and Landforms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16: Coastal Processes and Features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zone where land meets the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refraction: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bending of waves as they approach an irregular coast.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Longshore drift: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sand along the coast by waves.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 surge: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sudden rise of the sea during a storm.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Coastal System and Waves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Waves, tides, currents, rock type and sea level shape coasts. People also change coasts with ports and walls.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Waves and energy: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energy depends on wind speed, duration and fetch. Constructive waves build beaches and destructive waves erode them.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Coastal System and Waves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Refraction: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bend around headlands and concentrate their energy there. Bays receive weaker waves and collect sand.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Features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Erosional features: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erode by hydraulic action, abrasion, attrition and solution. They form cliffs, wave-cut platforms, caves, arches, stacks and stumps.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Depositional features: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deposit sand as beaches, spits, bars and tombolos. Longshore drift moves the sand.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Features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Threats: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Coasts suffer from erosion, storm surges, tsunamis and sea-level rise. Douala and Limbe need sea walls, groynes and mangrove protection.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Features (3/3)</a:t>
            </a:r>
            <a:endParaRPr lang="en-US" sz="3600" dirty="0"/>
          </a:p>
        </p:txBody>
      </p:sp>
      <p:pic>
        <p:nvPicPr>
          <p:cNvPr id="13" name="Image 0" descr="/home/claude/f4/img/v2/headland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cave, arch, stack and stump.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wave refraction.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bend around headlands and concentrate their energy on them.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depositional features.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Spit and tombolo (also beach, bar).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going up the beach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of sand along the coast is longshore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cave that goes through a headland becomes an ______.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of Cameroon, find Mount Cameroon, the Adamawa Plateau and the Chad Plain.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3: The Relief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côte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vague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falaise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flèche littorale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Longshore drift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dérive littorale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 surge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surcote (onde de tempête)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Coastal Processes and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coastal system and waves. Explain the formation of erosional features. Explain depositional features and threats to coasts.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coastal landforms and the threats to coasts.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Coast, Wave refraction, Longshore drift, Storm surge; II. The Coastal System and Waves: Factors, Waves and energy, Refraction; III. Features: Erosional features, Depositional features, Threats.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map of Cameroon, find Mount Cameroon, the Adamawa Plateau and the Chad Plain.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1 and 3 and 4 are animations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“Coastal defences no longer being maintained - Why? Spurn Head, Yorkshi” by Richard Allaway, CC BY 2.0, via Flickr (https://www.flickr.com/photos/16287002@N00/6605676971)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2026-09-26T11:43:25Z</dcterms:created>
  <dcterms:modified xsi:type="dcterms:W3CDTF">2026-09-26T11:43:25Z</dcterms:modified>
</cp:coreProperties>
</file>