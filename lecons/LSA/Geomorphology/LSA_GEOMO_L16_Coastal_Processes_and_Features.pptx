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Coastal Processes and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coastal system, wave refraction, swash, backwash, longshore drift, storm surge. At the end, you should be able to do this: learners are able to explain coastal landforms and the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River Action on its Long Profile. The question was: Describe the coast at Kribi or Limbe from a picture: beach, rocks or cliffs.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Kribi the coast has sandy beaches, rocks and the Lobé falls reaching the sea. At Limbe there are dark volcanic beaches, rocky headlands and small bays.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coastal system and waves. Number 2: explain the formation of erosional features. Number 3: explain depositional features and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Waves are caused by the wind. Constructive waves build beaches; destructive waves erode them.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Limbe, waves attack black volcanic rocks. At Kribi, the beach is wide and sandy. In Douala, people fear that the sea level will rise.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coasts are different and some are threatened.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coast at Limbe rocky?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Waves erode hard volcanic rock and leave cliffs.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Douala threatened?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low and the sea level is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our coasts from erosion, pollution and rising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coastal landforms and protect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swash and backwash.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the swash and the backwash?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goes up the beach; the backwash goes back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wave refraction at a headland.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wave energy concentrated on headlands?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Waves bend (refract) around headlands and attack them from three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headland is worn away.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Put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longshore drift form a spit?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is carried along the coast and extends out where the coast changes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old sea defences broken by waves (England).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threats to coasts.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storm surges, sea-level rise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Coast and Wave refraction.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Longshore drift.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System and Processes. The coastal system and its processes are. On this slide we have Coastal system and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Processes. On this slide we have Waves and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Processes. On this slide we have Refraction and other processes.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wave refraction.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Wave Erosion, Transport and Features. Waves erode and transport as follows. On this slide we have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Features.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Features. On this slide we have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cave, arch, stack and stump.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and Threats. Deposition features and threats to coasts are. On this slide we have Depositional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Threats. On this slide we have Threats or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wave refraction.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waves bend around headlands and concentrate their energy on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depositional features.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spit and tombolo (also beach, bar).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swash; number 2, drift; number 3,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Cameroon, find Mount Cameroon, the Adamawa Plateau and the Chad Plain.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COASTAL PROCESSES AND FEATURES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 Coastal Processes and Features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Coastal Processes and Features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Coastal Processes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Coastal system, wave refraction, swash, backwash, longshore drift, storm surge.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coastal system and its factors; waves and refraction; erosion, transport and deposition; threats to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coastal landforms and the threats to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River Action on its Long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coast at Kribi or Limbe from a picture: beach, rocks or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Kribi the coast has sandy beaches, rocks and the Lobé falls reaching the sea. At Limbe there are dark volcanic beaches, rocky headlands and small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coastal system and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erosional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depositional features and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caused by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Limbe, waves attack black volcanic rocks. At Kribi, the beach is wide and sandy. In Douala, people fear that the sea level will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are different and some are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at Limbe rocky?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erode hard volcanic rock and leave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low and the sea level is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our coasts from erosion, pollution and rising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coastal landforms and protect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swash and backwash.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swash and 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fra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 refraction at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wave energy concentrated on headlands?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REFRACTION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bend (refract) around headlands and attack them from three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headland is worn away.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longshore drift form 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is carried along the coast and extends out where the coast changes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sea defences broken by waves (England).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 TO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storm surges, sea-level rise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land meets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refraction: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waves as they approach an irregular coastline.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material along the coast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coastal system and its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system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wave, wind and tidal energy and sediment; outputs are landforms and sediment. Rock type, waves, tides, currents and sea-level change influence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are made by wind blowing over the sea; their energy depends on wind speed, duration and fetch. Constructive waves build beaches, while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Refraction and other 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Refraction concentrates energy on headlands and spreads it in bays. Tides, storm surges and tsunamis also shape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Processes</a:t>
            </a:r>
            <a:endParaRPr lang="en-US" sz="3600" dirty="0"/>
          </a:p>
        </p:txBody>
      </p:sp>
      <p:pic>
        <p:nvPicPr>
          <p:cNvPr id="4" name="Image 0" descr="/home/claude/f4/img/v2/refra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wave refraction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and transport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erode by hydraulic action, abrasion, attrition and solution. They cut notches,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Headlands and bays form on alternating hard and soft rocks. A crack in a headland becomes a cave, an arch, a stack and finally a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Swash carries material up the beach at an angle and backwash pulls it straight down. This moves material along the coast by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Wave Erosion, Transport and Features</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cave, arch, stack and stump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Threats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Deposition features and threats to coasts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tombolos form where waves lose energy. A spit grows across a bay by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Threats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or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sand mining, pollution, mangrove cutting and sea-level rise threaten coasts. In Cameroon, Limbe and Kribi suffer erosion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wave refraction.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bend around headlands and concentrate their energy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depositional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Spit and tombolo (also beach,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up the beach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sand along the coast is longshore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find Mount Cameroon, the Adamawa Plateau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 surge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surcote (onde de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Coastal Processes and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coastal system and waves. Explain the formation of erosional features. Explain depositional features and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coastal landforms and the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Coastal System and Processes; Wave Erosion, Transport and Features; Deposition and Threats.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Cameroon, find Mount Cameroon, the Adamawa Plateau and the Chad Plain.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beach with arrows up and down.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headland with bending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zigzag movement of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threats to Douala and Kribi.</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2026-09-27T09:33:12Z</dcterms:created>
  <dcterms:modified xsi:type="dcterms:W3CDTF">2026-09-27T09:33:12Z</dcterms:modified>
</cp:coreProperties>
</file>