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Coastal Processes and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coastal system, wave refraction, swash, backwash, longshore drift, storm surge. At the end, you should be able to do this: learners are able to explain coastal landforms and the threats to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River Action on its Long Profile. The question was: Describe the coast at Kribi or Limbe from a picture: beach, rocks or cliffs.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 Kribi the coast has sandy beaches, rocks and the Lobé falls reaching the sea. At Limbe there are dark volcanic beaches, rocky headlands and small bays.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coastal system and waves. Number 2: explain the formation of erosional features. Number 3: explain depositional features and threats to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Waves are caused by the wind. Constructive waves build beaches; destructive waves erode them.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Limbe, waves attack black volcanic rocks. At Kribi, the beach is wide and sandy. In Douala, people fear that the sea level will rise.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coasts are different and some are threatened.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coast at Limbe rocky?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Waves erode hard volcanic rock and leave cliffs.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Douala threatened?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low and the sea level is 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our coasts from erosion, pollution and rising sea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coastal landforms and protect coastal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swash and backwash.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are the swash and the backwash?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swash goes up the beach; the backwash goes back 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wave refraction at a headland.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wave energy concentrated on headlands?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Waves bend (refract) around headlands and attack them from three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headland is worn away.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Put in order: stack, cave, stump, arch.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 arch, stack, stump.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longshore drift.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longshore drift form a spit?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Sand is carried along the coast and extends out where the coast changes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old sea defences broken by waves (England).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threats to coasts.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Coastal erosion, storm surges, sea-level rise and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Coast and Wave refraction.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Longshore drift.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Coastal System and Processes. The coastal system and its processes are. On this slide we have Coastal system and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System and Processes. On this slide we have Waves and energy.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System and Processes. On this slide we have Refraction and other processes.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wave refraction.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Wave Erosion, Transport and Features. Waves erode and transport as follows. On this slide we have Erosion.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Wave Erosion, Transport and Features. On this slide we have Erosional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Wave Erosion, Transport and Features. On this slide we have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cave, arch, stack and stump.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 and Threats. Deposition features and threats to coasts are. On this slide we have Depositional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 and Threats. On this slide we have Threats or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wave refraction.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waves bend around headlands and concentrate their energy on them.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depositional features.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spit and tombolo (also beach, bar).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swash; number 2, drift; number 3, 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of Cameroon, find Mount Cameroon, the Adamawa Plateau and the Chad Plain.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Relief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COASTAL PROCESSES AND FEATURES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gif"/><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Coastal Processes and Features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Coastal Processes and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Coastal system, wave refraction, swash, backwash, longshore drift, storm surge.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coastal system and its factors; waves and refraction; erosion, transport and deposition; threats to coasts.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coastal landforms and the threats to coasts.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River Action on its Long Profile):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coast at Kribi or Limbe from a picture: beach, rocks or cliffs.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Kribi the coast has sandy beaches, rocks and the Lobé falls reaching the sea. At Limbe there are dark volcanic beaches, rocky headlands and small bays.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coastal system and waves.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erosional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depositional features and threats to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are caused by the wind.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Constructive waves build beaches; destructive waves erode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Limbe, waves attack black volcanic rocks. At Kribi, the beach is wide and sandy. In Douala, people fear that the sea level will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coasts are different and some are threatened.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coast at Limbe rocky?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erode hard volcanic rock and leave cliffs.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 threatened?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low and the sea level is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our coasts from erosion, pollution and rising sea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coastal landforms and protect coastal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ENERGY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was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swash and backwash.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swash and the backwash?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 goes up the beach; the backwash goes back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REFRACTION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efra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Wave refraction at a headland.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REFRACTION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wave energy concentrated on headlands?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REFRACTION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bend (refract) around headlands and attack them from three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ead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headland is worn away.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in order: stack, cave, stump, 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 arch,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ongshor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longshore drift form a spit?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is carried along the coast and extends out where the coast changes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 TO COASTS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Old sea defences broken by waves (England).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 TO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threats to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 TO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erosion, storm surges, sea-level rise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Coastal Processes and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zone where the land meets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refraction: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bending of waves as they approach an irregular coastline.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material along the coast by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Processes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coastal system and its processes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system and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wave, wind and tidal energy and sediment; outputs are landforms and sediment. Rock type, waves, tides, currents and sea-level change influence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Processes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Waves and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are made by wind blowing over the sea; their energy depends on wind speed, duration and fetch. Constructive waves build beaches, while destructive waves erode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Processes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Refraction and other 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Refraction concentrates energy on headlands and spreads it in bays. Tides, storm surges and tsunamis also shape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Processes</a:t>
            </a:r>
            <a:endParaRPr lang="en-US" sz="3600" dirty="0"/>
          </a:p>
        </p:txBody>
      </p:sp>
      <p:pic>
        <p:nvPicPr>
          <p:cNvPr id="4" name="Image 0" descr="/home/claude/f4/img/v2/refra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wave refraction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Wave Erosion, Transport and Features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Waves erode and transport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erode by hydraulic action, abrasion, attrition and solution. They cut notches, cliffs and wave-cut platforms.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Wave Erosion, Transport and Features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Erosional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Headlands and bays form on alternating hard and soft rocks. A crack in a headland becomes a cave, an arch, a stack and finally a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Wave Erosion, Transport and Features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Swash carries material up the beach at an angle and backwash pulls it straight down. This moves material along the coast by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Wave Erosion, Transport and Features</a:t>
            </a:r>
            <a:endParaRPr lang="en-US" sz="3600" dirty="0"/>
          </a:p>
        </p:txBody>
      </p:sp>
      <p:pic>
        <p:nvPicPr>
          <p:cNvPr id="4" name="Image 0" descr="/home/claude/f4/img/v2/head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cave, arch, stack and stump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 and Threats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Deposition features and threats to coasts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Depositional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Beaches, spits, bars and tombolos form where waves lose energy. A spit grows across a bay by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 and Threats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Threats or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erosion, sand mining, pollution, mangrove cutting and sea-level rise threaten coasts. In Cameroon, Limbe and Kribi suffer erosion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wave refraction.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bend around headlands and concentrate their energy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depositional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Spit and tombolo (also beach, bar).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going up the beach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of sand along the coast is longshore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cave that goes through a headland becomes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Cameroon, find Mount Cameroon, the Adamawa Plateau and the Chad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falaise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flèche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Longshore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 surge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surcote (onde de tempête)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Coastal Processes and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coastal system and waves. Explain the formation of erosional features. Explain depositional features and threats to coasts.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coastal landforms and the threats to coasts.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Coastal System and Processes; Wave Erosion, Transport and Features; Deposition and Threats.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of Cameroon, find Mount Cameroon, the Adamawa Plateau and the Chad Plain.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beach with arrows up and down.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headland with bending waves.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four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zigzag movement of sand.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threats to Douala and Kribi.</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“Coastal defences no longer being maintained - Why? Spurn Head, Yorkshi” by Richard Allaway, CC BY 2.0, via Flickr (https://www.flickr.com/photos/16287002@N00/6605676971)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2026-09-27T10:07:59Z</dcterms:created>
  <dcterms:modified xsi:type="dcterms:W3CDTF">2026-09-27T10:07:59Z</dcterms:modified>
</cp:coreProperties>
</file>