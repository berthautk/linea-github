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Intensity and Factors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Weathering. The key notions we shall use today are: peltier's graph, regolith, lithology, joints. At the end, you should be able to do this: learners are able to explain why weathering is stronger in some places than in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Denudation and Weathering. The question was: Compare rocks in the dry North and in the wet South of Cameroon. Where are they more deeply weathered? Why?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Rocks in the wet South are more deeply weathered, because heat and water speed up chemical weathering. In the dry North, weathering is mainly physical and shallow.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use Peltier's graph to explain the effect of climate. Number 2: explain the influence of rock type and relief. Number 3: explain the role of vegetation and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There are physical, chemical and biological weathering. Weathering breaks rocks in place.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Douala, road cuttings show red soil tens of metres deep. In the Far North, bare granite rocks stand on the surface with only a thin layer of soil.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why weathering is deeper in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difference between the two climates?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Douala is hot and very wet; the Far North is hot and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type of weathering is strong in Douala?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Chemical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predict where rocks weather deeply and use this in building and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soils and landscapes differ from place 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peltier's graph: climate and weathering.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chemical weathering strongest? Where is frost action strongest?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Chemical: hot and wet climates. Frost action: cold and wet climates.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deep red weathered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 weathered layer very deep in humid tropical areas?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Heat and water speed up chemical reactions all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cave in limestone.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limestone quickly weathered by rain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dissolved by weak acid in rain (carbonation).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broken rocks on a steep mountain slope.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there many broken rocks on steep mountain slopes?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Freezing and heating break the rocks, and the pieces fall down the steep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quarry.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people speed up weathering?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Quarries, roads and deforestation expose fresh rock; pollution makes acid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Intensity of weathering and Regolith.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Climate. Climate is the main factor of weathering. On this slide we have Temperature and rainfall.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Climate. On this slide we have Peltier's graph.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peltier's weathering regions.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Geology, Relief, Vegetation and Man. Other factors of weathering are. On this slide we have Geology (rock characteristics).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Geology, Relief, Vegetation and Man. On this slide we have Relief and Vegetation.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Geology, Relief, Vegetation and Man. On this slide we have Human activities.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According to Peltier, where is chemical weathering strongest?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hot and wet climates.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of weathering other than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rock type (geology) and vegetation.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regolith; number 2, joints; number 3, carbonation (solution).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useful materials that come from weathered rock (for example sand, clay, laterite).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The Impact of Weathering.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10: INTENSITY AND FACTORS OF WEATHERING</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Intensity and Factors of Weathering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Intensity and Factors of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Peltier's graph, regolith, lithology, joints.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Factors of weathering: climate (Peltier), geology, relief, vegetation,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weathering is stronger in some places than in others.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Denudation and Weathering):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rocks in the dry North and in the wet South of Cameroon. Where are they more deeply weathered?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Rocks in the wet South are more deeply weathered, because heat and water speed up chemical weathering. In the dry North, weathering is mainly physical and shallow.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Use Peltier's graph to explain the effect of 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influence of rock type and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vegetation and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There are physical, chemical and biological weathering.</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Weathering breaks rocks in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Douala, road cuttings show red soil tens of metres deep. In the Far North, bare granite rocks stand on the surface with only a thin layer of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why weathering is deeper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the two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is hot and very wet; the Far North is hot and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type of weathering is strong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Predict where rocks weather deeply and use this in building and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soils and landscapes differ from place to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 PELTIER'S 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eltier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Peltier's graph: climate and weathering.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 PELTIER'S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chemical weathering strongest? Where is frost action strongest?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 PELTIER'S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 hot and wet climates. Frost action: cold and wet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deep red weathered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weathered layer very deep in humid tropical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and water speed up chemical reactions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GEOLOGY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kar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cave in limestone.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GEOLOGY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limestone quickly weathered by rain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GEOLOGY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dissolved by weak acid in rain (carbonation).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RELIEF AND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c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Broken rocks on a steep mountain slope.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RELIEF AND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many broken rocks on steep mountain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RELIEF AND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Freezing and heating break the rocks, and the pieces fall down the steep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HUMAN ACTIVITIES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marb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quarry.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HUMAN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people speed up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HUMAN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Quarries, roads and deforestation expose fresh rock; pollution makes acid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Intensity and Factors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Intensity of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speed and depth at which rocks break down.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Regolith: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layer of loose weathered material above solid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Weathering</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Climate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Climate is the main factor of weathering: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and 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 weathering is strongest where it is hot and wet, as in equatorial regions, where regolith can be 60 m deep.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Weathering</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Climate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Frost weathering is strongest where temperatures cross 0 °C often.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Peltier's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weathering regions according to mean annual temperature and rainfall. Deserts have weak weathering, and humid tropics strong 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Weathering</a:t>
            </a:r>
            <a:endParaRPr lang="en-US" sz="3600" dirty="0"/>
          </a:p>
        </p:txBody>
      </p:sp>
      <p:pic>
        <p:nvPicPr>
          <p:cNvPr id="4" name="Image 0" descr="/home/claude/f4/img/v2/peltier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Peltier's weathering regions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Weathering</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Geology, Relief, Vegetation and Man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Other factors of weathering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Geology (rock 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 type, minerals, joints and permeability control weathering. Limestone dissolves quickly, while quartz resists.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Weathering</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Geology, Relief, Vegetation and Man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steep slopes, weathered material is removed quickly, exposing fresh rock. On gentle slopes, thick regolith builds up.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Roots and organic acids increase biological and chemical weathering. Plant cover also keeps the soil moist.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of Weathering</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000" b="1" dirty="0">
                <a:solidFill>
                  <a:srgbClr val="990011"/>
                </a:solidFill>
                <a:latin typeface="Times New Roman" pitchFamily="34" charset="0"/>
                <a:ea typeface="Times New Roman" pitchFamily="34" charset="-122"/>
                <a:cs typeface="Times New Roman" pitchFamily="34" charset="-120"/>
              </a:rPr>
              <a:t>B) Geology, Relief, Vegetation and Man (continued)</a:t>
            </a:r>
            <a:endParaRPr lang="en-US" sz="2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Mining, quarrying and road building expose rocks. Acid rain from industries speeds up the weathering of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According to Peltier, where is chemical weathering strongest?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hot and wet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weathering other than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 type (geology)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layer of loose weathered material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Natural cracks in rocks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Limestone is weathered by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useful materials that come from weathered rock (for example sand, clay, laterite).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The Impact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Regolith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régolithe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 type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type de roche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Joint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diaclase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Quarry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carrière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Acid 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pluie acide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Intensity and Factors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Use Peltier's graph to explain the effect of climate. Explain the influence of rock type and relief. Explain the role of vegetation and people.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weathering is stronger in some places than in others.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Climate; Geology, Relief, Vegetation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useful materials that come from weathered rock (for example sand, clay, laterite).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graph with two axes: temperature and rainfall.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road cuttings in the South.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drop chalk in vinegar.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a steep slope and a flat plain.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where stones are quarried near the school.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“Songam Cave” by D-Stanley, CC BY 2.0, via Flickr (https://www.flickr.com/photos/79721788@N00/5063216873)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“Full Screen Plate Tectonics” by subarcticmike, CC BY 2.0, via Flickr (https://www.flickr.com/photos/31856336@N03/3109980958)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“Marble quarry, Carrara” by Russell Carman, CC BY-NC-SA 2.0, via Flickr (https://www.flickr.com/photos/11328254@N02/2095886412)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2026-09-27T10:31:31Z</dcterms:created>
  <dcterms:modified xsi:type="dcterms:W3CDTF">2026-09-27T10:31:31Z</dcterms:modified>
</cp:coreProperties>
</file>