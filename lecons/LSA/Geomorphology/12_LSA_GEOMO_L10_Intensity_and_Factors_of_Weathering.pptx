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Intensity and Factors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intensity of weathering, climate, Peltier's diagram, rock hardness, joints, relief, vegetation, human activities, acid rain. At the end, you should be able to do this: learners are able to explain why weathering is faster in some places and apply this to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Denudation and Weathering. The question was: Name the most important factor of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Climate (temperature and rainfall).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role of climate and read Peltier's diagram. Number 2: explain the role of rock characteristics. Number 3: explain the role of relief. Number 4: explain the roles of vegetation and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can be mechanical, chemical or biological. Chemical weathering is fastest where it is hot and wet. Oxidation gives red soils.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an old quarter of Garoua, you see two stone walls. One was built last year: its stones are sharp and bright. The other, about 100 years old, has rounded, cracked stones covered with green algae, and its surface is crumbly. Both are made of the same local rock. You ask: "Why has the old wall weathered so much, and what controls the speed of weathering?"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factors that control the intensity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process has worn the old wall?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most important factor of weathering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strong heat and seasonal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resistant rocks and protect buildings from water to slow down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soils and landscapes of our region and to choose durable building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peltier's diagram.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climate is chemical weathering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hot, wet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red laterite.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soils around Garoua 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minerals are oxidised in the hot, seasonally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limestone dissolved by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weathers faster: limestone or granite?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Limestone.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scree on a steep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fresh rock often exposed on steep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Weathered material is quickly washed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weathered stone surface.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acid rain speed up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acids dissolve and weaken rocks and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Intensity of weathering and Peltier's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Joints.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Climate. Climate influences weathering in the following ways. Copy the point on Temperature on the left, then draw the diagram on the right: peltier's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Copy the point on Moisture: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Peltier's weathering regions on the left, then draw the diagram on the right: red laterite.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Geology (Rock Characteristics). Rock characteristics influence weathering in the following ways. Copy the point on Mineral composition and hardness on the left, then draw the diagram on the right: weathered limestone.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Geology (Rock Characteristics). Copy the point on Structure (joints and bedding):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Geology (Rock Characteristics). Copy the point on Colour and grain size: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Relief influences weathering in the following ways. Copy the point on Steep slopes on the left, then draw the diagram on the right: scree on a steep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Copy the point on Gentle slopes and plains: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Vegetation influences weathering in the following ways. Copy the point on Increase of weathering: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Protection of rocks on the left, then draw the diagram on the right: the factors of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Human activities influence weathering in the following ways. Copy the point on Quarrying and construction: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Copy the point on Agriculture and deforestation: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Copy the point on Pollution: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climate the most important factor of weathering in North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strong heat causes exfoliation and speeds up chemical reactions, while the heavy rains provide water for chemical weathering.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vegetation both increase and reduce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roots split rocks, but a dense cover protects rocks from sun and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Peltier; number 2, granite; number 3, chemical.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regolith.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Impact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INTENSITY AND FACTORS OF WEATHERING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Intensity and Factors of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Intensity and Factors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Intensity of weathering, climate, Peltier's diagram, rock hardness, joints, relief, vegetation, human activities, acid rain.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Factors of the intensity of weathering: climate (Peltier's diagram), geology, relief, vegetation and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weathering is faster in some places and apply this to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Denudation and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most important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climate and read Peltier's diagram.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rock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roles of vegetation and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can be mechanical, chemical or biological.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is fastest where it is hot and wet.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Oxidation gives red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an old quarter of Garoua, you see two stone walls.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was built last year: its stones are sharp and bright.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other, about 100 years old, has rounded, cracked stones covered with green algae, and its surface is crumbly.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are made of the same local rock.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has the old wall weathered so much, and what controls the speed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factors that control the intensity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process has worn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most important factor of weathering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strong heat and seasonal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resistant rocks and protect buildings from water to slow down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soils and landscapes of our region and to choose durable building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eltie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Peltier's diagram.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climate is chemical weathering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 laterite.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around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minerals are oxidised in the hot, seasonally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kar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Limestone dissolved by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weathers faster: limestone or granite?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Scree on a steep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fresh rock often exposed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material is quickly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weathere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weathered stone surface.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acid rain speed up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acids dissolve and weaken rocks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Intensity of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speed and depth at which rocks are broken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Peltier's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linking mean annual temperature and rainfall to the dominant type and intensity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natural cracks in rocks that let water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Climate influences weathering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High temperatures speed up chemical reactions, which are about twice as fast for each rise of 10 °C. Large daily ranges of temperature, as in deserts and in Garoua in the dry season, cause exfoliation.</a:t>
            </a:r>
            <a:endParaRPr lang="en-US" sz="3200" dirty="0"/>
          </a:p>
        </p:txBody>
      </p:sp>
      <p:pic>
        <p:nvPicPr>
          <p:cNvPr id="5" name="Image 0" descr="/home/claude/f4/img/v2/peltier_big.png">    </p:cNvPr>
          <p:cNvPicPr>
            <a:picLocks noChangeAspect="1"/>
          </p:cNvPicPr>
          <p:nvPr/>
        </p:nvPicPr>
        <p:blipFill>
          <a:blip r:embed="rId1"/>
          <a:stretch>
            <a:fillRect/>
          </a:stretch>
        </p:blipFill>
        <p:spPr>
          <a:xfrm>
            <a:off x="6537960" y="2678713"/>
            <a:ext cx="5470855" cy="24789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Peltier's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Moisture: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needed for almost all chemical weathering and for frost action. Wet regions therefore weather faster and more deeply than dry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Peltier's weathering regions: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Peltier showed that chemical weathering is strongest in hot, wet climates, and frost action is strongest in cold, moist climates. In hot or cold deserts, weathering is weak and mostly mechanical, while in Garoua both types act and give deep red soils.</a:t>
            </a:r>
            <a:endParaRPr lang="en-US" sz="3000" dirty="0"/>
          </a:p>
        </p:txBody>
      </p:sp>
      <p:pic>
        <p:nvPicPr>
          <p:cNvPr id="5" name="Image 0" descr="/home/claude/f4/img/v2/f2t_laterite.jpg">    </p:cNvPr>
          <p:cNvPicPr>
            <a:picLocks noChangeAspect="1"/>
          </p:cNvPicPr>
          <p:nvPr/>
        </p:nvPicPr>
        <p:blipFill>
          <a:blip r:embed="rId1"/>
          <a:stretch>
            <a:fillRect/>
          </a:stretch>
        </p:blipFill>
        <p:spPr>
          <a:xfrm>
            <a:off x="6537960" y="2400042"/>
            <a:ext cx="5470855" cy="303632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red laterite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Geology (Rock Characteristics)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Rock characteristics influence weathering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Mineral composition and hardness: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Rocks made of soluble or weak minerals, such as limestone or rocks rich in feldspar, weather quickly. Rocks rich in quartz, such as quartzite, resist weathering.</a:t>
            </a:r>
            <a:endParaRPr lang="en-US" sz="3200" dirty="0"/>
          </a:p>
        </p:txBody>
      </p:sp>
      <p:pic>
        <p:nvPicPr>
          <p:cNvPr id="5" name="Image 0" descr="/home/claude/f4/img/v2/f4_kars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weathered limestone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Geology (Rock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(joints and bedding):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Joints, cracks and bedding planes let water and roots enter the rock. The more jointed a rock is, the faster it weathers, and weathering follows the joints.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Geology (Rock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Colour and grain 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Dark rocks absorb more heat and expand and contract more than light rocks. Coarse-grained rocks such as granite break apart more easily into grains than fine-grained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Relief</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Relief influences weathering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Steep slopes: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On steep slopes, as in the Mandara Mountains, weathered material is quickly removed by gravity and runoff. Fresh rock is constantly exposed, so mechanical weathering dominates and soils remain thin.</a:t>
            </a:r>
            <a:endParaRPr lang="en-US" sz="3200" dirty="0"/>
          </a:p>
        </p:txBody>
      </p:sp>
      <p:pic>
        <p:nvPicPr>
          <p:cNvPr id="5" name="Image 0" descr="/home/claude/f4/img/v2/lsa_scre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scree on a steep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Relief</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Gentle slopes and plains: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gentle slopes and plains, water stays longer in contact with the rock and the weathered material remains in place. Chemical weathering therefore acts deeply and forms thick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Vegetation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influences weathering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Increase of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split rocks, and decaying leaves release humic acids and carbon dioxide into the soil water. This makes chemical weathering faster under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Vegetation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Protection of rocks: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dense plant cover shades the rocks from the sun and keeps the soil moist. It therefore reduces the daily range of temperature and slows down mechanical weathering.</a:t>
            </a:r>
            <a:endParaRPr lang="en-US" sz="3600" dirty="0"/>
          </a:p>
        </p:txBody>
      </p:sp>
      <p:pic>
        <p:nvPicPr>
          <p:cNvPr id="5" name="Image 0" descr="/home/claude/f4/img/v2/geo2_wfactor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factors of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Human Activities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Human activities influence weathering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Quarrying and construction: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Quarries, road cuts and building sites, as around Garoua, break rocks and expose fresh surfaces to the weather. They speed up weathering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Human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and 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forests and ploughing remove the protective plant cover. The bare rocks and soils are then exposed to strong heating and to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Human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from vehicles, factories and power stations produces acid rain. It dissolves limestone and marble and damages buildings and monuments.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climate the most important factor of weathering in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heat causes exfoliation and speeds up chemical reactions, while the heavy rains provide water for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vegetation both increase and reduce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split rocks, but a dense cover protects rocks from sun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diagram linking climate and weathering is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weathers faster than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Acid rain speeds up ______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regolith.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pluies acides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Intensity and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role of climate and read Peltier's diagram. Explain the role of rock characteristics. Explain the role of relief. Explain the roles of vegetation and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weathering is faster in some places and apply this to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Climate; Geology (Rock Characteristics); Relief; Vegetation;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regolith.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axes of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handful of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drop vinegar on chalk.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hill and a plain.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human activities that expose rock.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“Songam Cave” by D-Stanley, CC BY 2.0, via Flickr (https://www.flickr.com/photos/79721788@N00/5063216873)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“Moisturise Daily (Statue at Palladio's Teatro Olimpico), Vicenza” by flatworldsedge, CC BY-SA 2.0, via Flickr (https://www.flickr.com/photos/53196512@N07/5624073650)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2026-10-06T05:43:55Z</dcterms:created>
  <dcterms:modified xsi:type="dcterms:W3CDTF">2026-10-06T05:43:55Z</dcterms:modified>
</cp:coreProperties>
</file>