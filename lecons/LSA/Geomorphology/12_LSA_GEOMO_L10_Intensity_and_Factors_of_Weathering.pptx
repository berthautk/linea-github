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10: Intensity and Factors of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Denudational Processes on Slopes, and the sub-topic is Weathering. The key notions we shall use today are: intensity of weathering, climate, Peltier's diagram, rock hardness, joints, relief, vegetation, human activities, acid rain. At the end, you should be able to do this: learners are able to explain why weathering is faster in some places and apply this to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9: Denudation and Weathering. The question was: Name the most important factor of weathering.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Climate (temperature and rainfall).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explain the role of climate and read Peltier's diagram. Number 2: explain the role of rock characteristics. Number 3: explain the role of relief. Number 4: explain the roles of vegetation and human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Weathering can be mechanical, chemical or biological. Chemical weathering is fastest where it is hot and wet. Oxidation gives red soils.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an old quarter of Garoua, you see two stone walls. One was built last year: its stones are sharp and bright. The other, about 100 years old, has rounded, cracked stones covered with green algae, and its surface is crumbly. Both are made of the same local rock. You ask: "Why has the old wall weathered so much, and what controls the speed of weathering?"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factors that control the intensity of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process has worn the old wall?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most important factor of weathering in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Climate: strong heat and seasonal heavy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choose resistant rocks and protect buildings from water to slow down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soils and landscapes of our region and to choose durable building materials.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peltier's diagram.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In which climate is chemical weathering strongest?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hot, wet climates.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red laterite.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soils around Garoua red?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Iron minerals are oxidised in the hot, seasonally wet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limestone dissolved by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weathers faster: limestone or granite?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Limestone.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scree on a steep slope.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fresh rock often exposed on steep slopes?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Weathered material is quickly washed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weathered stone surface.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acid rain speed up weathering?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Its acids dissolve and weaken rocks and buildings.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Intensity of weathering and Peltier's diagram.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Joints.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Climate. Climate influences weathering as follows. Copy the point on The most important factor on the left, then draw the diagram on the right: peltier's diagram.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Climate. On this slide we have Temperature and Moisture.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Climate. On this slide we have Peltier's diagram.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Garoua on the left, then draw the diagram on the right: red laterite.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Geology (Rock Characteristics). Rock characteristics influence weathering as follows. Copy the point on Hardness and minerals on the left, then draw the diagram on the right: dissolved limestone.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Geology (Rock Characteristics). On this slide we have Structure and Colour.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Relief, Vegetation and Human Activities. Relief, vegetation and human activities influence weathering as follows. Copy the point on Steep slopes on the left, then draw the diagram on the right: scree on a slope.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Relief, Vegetation and Human Activities. On this slide we have Gentle slopes and plains and Vegetation.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Relief, Vegetation and Human Activities. On this slide we have Human activities.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is climate the most important factor of weathering in North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strong heat causes exfoliation and speeds up chemical reactions, while the heavy rains provide water for chemical weathering.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can vegetation both increase and reduce weathering?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roots split rocks, but a dense cover protects rocks from sun and rain.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Peltier; number 2, granite; number 3, chemical.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regolith.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11: The Impact of Weathering.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10: INTENSITY AND FACTORS OF WEATHERING</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Intensity and Factors of Weathering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Denudational Processes on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10: Intensity and Factors of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Intensity of weathering, climate, Peltier's diagram, rock hardness, joints, relief, vegetation, human activities, acid rain.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Factors of the intensity of weathering: climate (Peltier's diagram), geology, relief, vegetation and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weathering is faster in some places and apply this to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9: Denudation and Weathering):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most important factor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(temperature and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role of climate and read Peltier's diagram.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role of rock characteristics.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role of relief.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roles of vegetation and human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Weathering can be mechanical, chemical or biological.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Chemical weathering is fastest where it is hot and wet.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Oxidation gives red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an old quarter of Garoua, you see two stone walls.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was built last year: its stones are sharp and bright.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other, about 100 years old, has rounded, cracked stones covered with green algae, and its surface is crumbly.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Both are made of the same local rock.</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has the old wall weathered so much, and what controls the speed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factors that control the intensity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process has worn the old wall?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most important factor of weathering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strong heat and seasonal heavy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resistant rocks and protect buildings from water to slow down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soils and landscapes of our region and to choose durable building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eltier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Peltier's diagram.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climate is chemical weathering strongest?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hot, wet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laterite.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Red laterite.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soils around Garoua 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Iron minerals are oxidised in the hot, seasonally wet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ROCK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kar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Limestone dissolved by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ROCK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weathers faster: limestone or granite?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ROCK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Limestone.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RELIEF</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scr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Scree on a steep slope.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fresh rock often exposed on steep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Weathered material is quickly washed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HUMANS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weathere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weathered stone surface.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HUMANS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acid rain speed up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HUMANS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acids dissolve and weaken rocks and buildings.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Denudational Processes on Slopes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Weathering</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Intensity and Factors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Intensity of 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speed and depth at which rocks are broken down.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Peltier's diagram: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graph linking mean annual temperature and rainfall to the dominant type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Joints: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natural cracks in rocks that let water 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Climate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Climate influences weathering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most important factor: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Temperature and rainfall control both the type and the speed of weathering.</a:t>
            </a:r>
            <a:endParaRPr lang="en-US" sz="3600" dirty="0"/>
          </a:p>
        </p:txBody>
      </p:sp>
      <p:pic>
        <p:nvPicPr>
          <p:cNvPr id="5" name="Image 0" descr="/home/claude/f4/img/v2/peltier_big.png">    </p:cNvPr>
          <p:cNvPicPr>
            <a:picLocks noChangeAspect="1"/>
          </p:cNvPicPr>
          <p:nvPr/>
        </p:nvPicPr>
        <p:blipFill>
          <a:blip r:embed="rId1"/>
          <a:stretch>
            <a:fillRect/>
          </a:stretch>
        </p:blipFill>
        <p:spPr>
          <a:xfrm>
            <a:off x="5349240" y="2409394"/>
            <a:ext cx="6659575" cy="3017620"/>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Peltier's diagram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Climate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daily ranges cause expansion and contraction (exfoliation), and high temperatures speed up chemical reactions.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Moisture: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is necessary for chemical weathering, so rainy areas weather faster.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Climate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Peltier's diagram: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Strong chemical weathering in hot, wet climates.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Strong frost action in cold, wet climates.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Weak weathering in dry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Climate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Garoua: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Its heat and heavy rainy-season showers give strong mechanical and chemical weathering and deep red soils.</a:t>
            </a:r>
            <a:endParaRPr lang="en-US" sz="3600" dirty="0"/>
          </a:p>
        </p:txBody>
      </p:sp>
      <p:pic>
        <p:nvPicPr>
          <p:cNvPr id="5" name="Image 0" descr="/home/claude/f4/img/v2/f2t_laterite.jpg">    </p:cNvPr>
          <p:cNvPicPr>
            <a:picLocks noChangeAspect="1"/>
          </p:cNvPicPr>
          <p:nvPr/>
        </p:nvPicPr>
        <p:blipFill>
          <a:blip r:embed="rId1"/>
          <a:stretch>
            <a:fillRect/>
          </a:stretch>
        </p:blipFill>
        <p:spPr>
          <a:xfrm>
            <a:off x="5349240" y="2070172"/>
            <a:ext cx="6659575" cy="36960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red laterite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Geology (Rock Characteristics)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Rock characteristics influence weathering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Hardness and minerals: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Soft or soluble rocks such as limestone weather faster than hard granite.</a:t>
            </a:r>
            <a:endParaRPr lang="en-US" sz="3600" dirty="0"/>
          </a:p>
        </p:txBody>
      </p:sp>
      <p:pic>
        <p:nvPicPr>
          <p:cNvPr id="5" name="Image 0" descr="/home/claude/f4/img/v2/f4_kars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dissolved limestone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Geology (Rock Characteristics)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Joints, cracks and layers let water in and speed up weathering.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Colour: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Dark rocks absorb more heat and expand more.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Relief, Vegetation and Human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Relief, vegetation and human activities influence weathering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Steep slopes: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In the Mandara Mountains, weathered material is washed away quickly, exposing fresh rock.</a:t>
            </a:r>
            <a:endParaRPr lang="en-US" sz="3200" dirty="0"/>
          </a:p>
        </p:txBody>
      </p:sp>
      <p:pic>
        <p:nvPicPr>
          <p:cNvPr id="5" name="Image 0" descr="/home/claude/f4/img/v2/lsa_scre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scree on a slope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Relief, Vegetation and Human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Gentle slopes and plains: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stays longer, so chemical weathering forms deep soils.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Vegetation: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Roots split rocks and increase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Relief, Vegetation and Human Activities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dense plant cover protects rocks from sun and rain and slows weathering.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activities: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Quarries around Garoua, roads and ploughing expose fresh rock, and acid rain from vehicles and industries dissolves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climate the most important factor of weathering in North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Strong heat causes exfoliation and speeds up chemical reactions, while the heavy rains provide water for chemical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vegetation both increase and reduce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Roots split rocks, but a dense cover protects rocks from sun and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diagram linking climate and weathering is by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Limestone weathers faster than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Acid rain speeds up ______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regolith.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The Impact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Weathering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L'altération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climat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Vegetation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végétation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Acid 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pluies acides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Denudational Processes on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10: Intensity and Factors of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role of climate and read Peltier's diagram. Explain the role of rock characteristics. Explain the role of relief. Explain the roles of vegetation and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weathering is faster in some places and apply this to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Climate; Geology (Rock Characteristics); Relief, Vegetation and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regolith.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two axes of the diagram.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a handful of red soil.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drop vinegar on chalk.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a hill and a plain.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human activities that expose rock.</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“Laterite soil bricks in Richard Rebello's farm” by India Water Portal, CC BY-NC-SA 2.0, via Flickr (https://www.flickr.com/photos/21623815@N03/10720461943)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“Songam Cave” by D-Stanley, CC BY 2.0, via Flickr (https://www.flickr.com/photos/79721788@N00/5063216873)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“Full Screen Plate Tectonics” by subarcticmike, CC BY 2.0, via Flickr (https://www.flickr.com/photos/31856336@N03/3109980958)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“Moisturise Daily (Statue at Palladio's Teatro Olimpico), Vicenza” by flatworldsedge, CC BY-SA 2.0, via Flickr (https://www.flickr.com/photos/53196512@N07/5624073650)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2026-09-29T03:12:48Z</dcterms:created>
  <dcterms:modified xsi:type="dcterms:W3CDTF">2026-09-29T03:12:48Z</dcterms:modified>
</cp:coreProperties>
</file>