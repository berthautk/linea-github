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Intensity and Factors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intensity of weathering, climate, Peltier's diagram, rock hardness, joints, relief, vegetation, human activities, acid rain. At the end, you should be able to do this: learners are able to explain why weathering is faster in some places and apply this 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Denudation and Weathering. The question was: Name the most important factor of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role of climate and read Peltier's diagram. Number 2: explain the role of rock characteristics. Number 3: explain the role of relief. Number 4: explain the roles of vegetation and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can be mechanical, chemical or biological. Chemical weathering is fastest where it is hot and wet. Oxidation gives red soils.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quarter of Garoua, you see two stone walls. One was built last year: its stones are sharp and bright. The other, about 100 years old, has rounded, cracked stones covered with green algae, and its surface is crumbly. Both are made of the same local rock. You ask: "Why has the old wall weathered so much, and what controls the speed of weathering?"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that control the intensity of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process has worn the old wall?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most important factor of weathering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strong heat and seasonal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resistant rocks and protect buildings from water to slow down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soils and landscapes of our region and to choose durable building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peltier's diagram.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climate is chemical weathering strongest?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hot, wet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red laterite.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around Garoua 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Iron minerals are oxidised in the hot, seasonally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limestone dissolved by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weathers faster: limestone or granite?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Limestone.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scree on a steep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fresh rock often exposed on steep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Weathered material is quickly washed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weathered stone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acid rain speed up weathering?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acids dissolve and weaken rocks and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Intensity of weathering and Peltier's diagram.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Joints.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Climate. Climate influences weathering as follows. Copy the point on The most important factor on the left, then draw the diagram on the right: peltier's diagram.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Temperature and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Climate. On this slide we have Peltier's diagram.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Garoua on the left, then draw the diagram on the right: red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Geology (Rock Characteristics). Rock characteristics influence weathering as follows. Copy the point on Hardness and minerals on the left, then draw the diagram on the right: dissolved limestone.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Geology (Rock Characteristics). On this slide we have Structure and Colour.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Vegetation and Human Activities. Relief, vegetation and human activities influence weathering as follows. Copy the point on Steep slopes on the left, then draw the diagram on the right: scree on a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Vegetation and Human Activities. On this slide we have Gentle slopes and plains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Relief, Vegetation and Human Activities.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climate the most important factor of weathering in North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 causes exfoliation and speeds up chemical reactions, while the heavy rains provide water for chemical weathering.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vegetation both increase and reduce weathering?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roots split rocks, but a dense cover protects rocks from sun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Peltier; number 2, granite; number 3, chemical.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regolith.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Impact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INTENSITY AND FACTORS OF WEATHERING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Intensity and Factors of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Intensity and Factors of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Intensity of weathering, climate, Peltier's diagram, rock hardness, joints, relief, vegetation, human activities, acid rain.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the intensity of weathering: climate (Peltier's diagram), geology, relief,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Denudation and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climate and read Peltier's diagram.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rock characteristics.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vegetation and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can be mechanical, chemical or biological.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Chemical weathering is fastest where it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Oxidation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quarter of Garoua, you see two stone walls.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was built last year: its stones are sharp and bright.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other, about 100 years old, has rounded, cracked stones covered with green algae, and its surface is crumbly.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made of the same local rock.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has the old wall weathered so much, and what controls the speed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that control the intensity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has worn the old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important factor of weathering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strong heat and seasonal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resistant rocks and protect buildings from water to slow down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soils and landscapes of our region and to choose durable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eltie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Peltier's diagram.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climate is chemical weathering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Red laterite.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around Garoua 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Iron minerals are oxidised in the hot, seasonally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kar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Limestone dissolved by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weathers faster: limestone or granite?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Scree on a steep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fresh rock often exposed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Weathered material is quickly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eathere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weathered stone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acid rain speed up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HUMANS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acids dissolve and weaken rocks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Intensity of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speed and depth at which rocks are broken down.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diagram: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linking mean annual temperature and rainfall to the dominant type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natural cracks in rocks that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influences weathering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most important factor: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and rainfall control both the type and the speed of weathering.</a:t>
            </a:r>
            <a:endParaRPr lang="en-US" sz="3600" dirty="0"/>
          </a:p>
        </p:txBody>
      </p:sp>
      <p:pic>
        <p:nvPicPr>
          <p:cNvPr id="5" name="Image 0" descr="/home/claude/f4/img/v2/peltier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Peltier's diagram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daily ranges cause expansion and contraction (exfoliation), and high temperatures speed up chemical reactions.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necessary for chemical weathering, so rainy areas weather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Peltier's diagram: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Strong chemical weathering in hot,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Strong frost action in cold, wet climates.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Weak weathering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heat and heavy rainy-season showers give strong mechanical and chemical weathering and deep red soils.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red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Rock characteristics influence weathering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Hardness and minerals: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Soft or soluble rocks such as limestone weather faster than hard granite.</a:t>
            </a:r>
            <a:endParaRPr lang="en-US" sz="3600" dirty="0"/>
          </a:p>
        </p:txBody>
      </p:sp>
      <p:pic>
        <p:nvPicPr>
          <p:cNvPr id="5" name="Image 0" descr="/home/claude/f4/img/v2/f4_kar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dissolved limestone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Geology (Rock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Joints, cracks and layers let water in and speed up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Dark rocks absorb more heat and expand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Relief, vegetation and human activities influence weathering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Steep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Mandara Mountains, weathered material is washed away quickly, exposing fresh rock.</a:t>
            </a:r>
            <a:endParaRPr lang="en-US" sz="3200" dirty="0"/>
          </a:p>
        </p:txBody>
      </p:sp>
      <p:pic>
        <p:nvPicPr>
          <p:cNvPr id="5" name="Image 0" descr="/home/claude/f4/img/v2/lsa_scre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scree on a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slopes and plains: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stays longer, so chemical weathering forms deep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split rocks and increase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Relief, Vegetation and Human Activities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dense plant cover protects rocks from sun and rain and slows weathering.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Quarries around Garoua, roads and ploughing expose fresh rock, and acid rain from vehicles and industries dissolves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climate the most important factor of weathering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 causes exfoliation and speeds up chemical reactions, while the heavy rains provide water for chemical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vegetation both increase and reduce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split rocks, but a dense cover protects rocks from sun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diagram linking climate and weathering is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weathers faster than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Acid rain speeds up ______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regolith.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Impact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Intensity and Factors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role of climate and read Peltier's diagram. Explain the role of rock characteristics. Explain the role of relief. Explain the roles of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weathering is faster in some places and apply this to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Climate; Geology (Rock Characteristics); Relief, Vegetation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regolith.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axes of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handful of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drop vinegar on chalk.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hill and a plain.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human activities that expose rock.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“Songam Cave” by D-Stanley, CC BY 2.0, via Flickr (https://www.flickr.com/photos/79721788@N00/5063216873)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“Moisturise Daily (Statue at Palladio's Teatro Olimpico), Vicenza” by flatworldsedge, CC BY-SA 2.0, via Flickr (https://www.flickr.com/photos/53196512@N07/5624073650)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2026-09-28T22:07:44Z</dcterms:created>
  <dcterms:modified xsi:type="dcterms:W3CDTF">2026-09-28T22:07:44Z</dcterms:modified>
</cp:coreProperties>
</file>