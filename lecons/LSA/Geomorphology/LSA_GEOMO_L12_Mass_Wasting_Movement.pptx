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12: Mass Wasting (Movement).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let sand slide on a tilted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look for leaning fences near the school.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dry sand and wet sand on a slope.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farms on steep slopes.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triangle with SLOW, FAST and WET.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gravity 2. creep 3. rockfall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12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Wasting (Movement)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 Movements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12: Mass Wasting (Movement)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 wasting, gravity, shear strength, Carson and Kirkby.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evidence; factors; classification with the Carson and Kirkby triangle.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recognise mass movements and explain their causes.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mass wasting and give its evidence.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of mass wasting.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mass movements with the Carson and Kirkby triangle.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Weathering produces loose material.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Weathered slopes can slide.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 days of heavy rain in the West Region, a hillside slides down onto houses. Some weeks earlier, people had noticed cracks in the ground and leaning trees.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hillside slid onto houses.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were the warning signs?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Cracks in the ground and leaning trees.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force moves the material down?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Gravity.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recognise and prevent dangerous movements of soil and rock.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sa_landsc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scar of a landslide on a hillside.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moves soil and rock down a slope without a river or the wind?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Gravity. This is mass wasting.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creep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soil creep.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evidence shows that soil is moving slowly?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Leaning posts, walls and trees; cracks in roads.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landsl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road cut by a landslide.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most landslides happen after heavy rain?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makes the soil heavy and weak.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terrac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Terraces on a hillside.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people affect slope stability?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Cutting forests and roads weakens slopes; terraces and trees protect them.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carson_kirkb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Carson and Kirkby triangle.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movement is fast and dry? Which is slow?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Rockfall is fast and dry; soil creep is slow.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Mass Wasting (Movement)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Denudational Processes on Slopes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Mass Movements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12: Mass Wasting (Movement)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Mass wasting: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downslope movement of soil and rock under gravity.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Shear strength: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resistance of the slope material to movement.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Evidence and Factors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Evidence: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Leaning trees, posts and walls show slow movement. Scars, cracks and piles of debris show fast movement.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Natural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Steep slopes, heavy rain, weak rocks and earthquakes cause mass wasting. Water adds weight and reduces friction.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Evidence and Factors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Human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Deforestation, road cuts and building on slopes weaken them. Poor drainage also adds water.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Classification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Basis: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Carson and Kirkby classify movements by speed and water content. The triangle has slow, fast and wet corners.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Types: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Slow movements include soil creep and solifluction. Fast movements include rockfall, landslides, slumps and mudflows.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Classification (2/2)</a:t>
            </a:r>
            <a:endParaRPr lang="en-US" sz="3600" dirty="0"/>
          </a:p>
        </p:txBody>
      </p:sp>
      <p:pic>
        <p:nvPicPr>
          <p:cNvPr id="13" name="Image 0" descr="/home/claude/f4/img/v2/carson_kirkb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triangle.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mass wasting.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downslope movement of soil and rock under gravity.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factors of mass wasting.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rain and steep slopes (also deforestation).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force that causes mass wasting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Leaning posts show slow soil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very fast, dry fall of rocks is a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 a news report about a landslide in Cameroon (Bafoussam 2019 or Dschang). Note the date and the effects.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13: Processes and Features of Mass Wasting.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 wasting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mouvements de masse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Gravity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gravité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Landslide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glissement de terrain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creep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reptation du sol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Rockfall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L'éboulement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Slope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versant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12: Mass Wasting (Movement)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mass wasting and give its evidence. Explain the factors of mass wasting. Classify mass movements with the Carson and Kirkby triangle.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recognise mass movements and explain their causes.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Mass wasting, Shear strength; II. Evidence and Factors: Evidence, Natural factors, Human factors; III. Classification: Basis, Types.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 a news report about a landslide in Cameroon (Bafoussam 2019 or Dschang). Note the date and the effects.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2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“Hillsides scarred by landslides caused by cloudbursts, Rudraprayag, Ut” by ICIMOD.Gallery, CC BY-NC 2.0, via Flickr (https://www.flickr.com/photos/127267759@N06/16051008426)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“Siuslaw National Forest, landslide, road failure.jpg” by Forest Service Pacific Northwest Region, Public domain 1.0, via Flickr (https://www.flickr.com/photos/135886671@N08/36218241110)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“Terraced Hillside” by AdamCohn, CC BY-NC-ND 2.0, via Flickr (https://www.flickr.com/photos/96142515@N00/6311042523)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2026-09-26T11:43:25Z</dcterms:created>
  <dcterms:modified xsi:type="dcterms:W3CDTF">2026-09-26T11:43:25Z</dcterms:modified>
</cp:coreProperties>
</file>