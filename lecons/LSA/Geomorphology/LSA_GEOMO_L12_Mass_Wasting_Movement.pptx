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Mass Wasting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Mass Movements. The key notions we shall use today are: mass wasting, gravity, shear strength, Carson and Kirkby. At the end, you should be able to do this: learners are able to recognise mass movements and explain their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The Impact of Weathering. The question was: Look for signs of soil moving down a slope near your home (leaning posts, cracks). Write what you see.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Signs of soil creep: leaning posts and trees, cracked walls, small soil steps (terracettes) and soil piled behind walls on the slope.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mass wasting and give its evidence. Number 2: explain the factors of mass wasting. Number 3: classify mass movements with the Carson and Kirkby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produces loose material. Weathered slopes can slide.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days of heavy rain in the West Region, a hillside slides down onto houses. Some weeks earlier, people had noticed cracks in the ground and leaning trees.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hillside slid onto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were the warning signs?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Cracks in the ground and leaning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force moves the material down?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Gravity.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prevent mass movements by protecting slopes and avoiding risky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recognise and prevent dangerous movements of soil and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scar of a landslide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moves soil and rock down a slope without a river or the wind?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Gravity. This is mass wasting.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soil creep.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evidence shows that soil is moving slowly?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Leaning posts, walls and trees; cracks in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road cut by a landslide.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most landslides happen after heavy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makes the soil heavy and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people affect slope stability?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Cutting forests and roads weakens slopes; terraces and trees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Carson and Kirkby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movement is fast and dry? Which is slow?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Rockfall is fast and dry; soil creep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Evidence of Mass Wasting. Mass wasting can be understood as follows. On this slide we have Mass wasting (movement).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Evidence of Mass Wasting. On this slide we have Evidence.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evidence of soil creep.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Mass Wasting. Mass wasting depends on the following factors. On this slide we have Slope angle.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Mass Wasting. On this slide we have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Mass Wasting. On this slide we have Rock, soil and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Mass Wasting. On this slide we have Human activities and earthquakes.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Carson and Kirkby classify mass movements on a triangular graph. On this slide we have Basis.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carson and Kirkby's classification.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mass wasting.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downslope movement of soil and rock under gravity.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mass wasting.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rain and steep slopes (also deforestation).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gravity; number 2, creep; number 3, rockfall.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a news report about a landslide in Cameroon (Bafoussam 2019 or Dschang). Note the date and the effects.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Processes and Features of Mass Wasting.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MASS WASTING (MOVEMENT)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gif"/><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 Mass Wasting (Movement)</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Mass Wasting (Movement)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Mass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Mass Wasting (Movement)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Mass wasting, gravity, shear strength, Carson and Kirkby.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evidence; factors; classification with the Carson and Kirkby triangle.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mass movements and explain their causes.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The Impact of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for signs of soil moving down a slope near your home (leaning posts, cracks). Write what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Signs of soil creep: leaning posts and trees, cracked walls, small soil steps (terracettes) and soil piled behind walls on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mass wasting and give its evidence.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mass wasting.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mass movements with the Carson and Kirkby triangle.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produces loose material.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Weathered slopes can slide.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days of heavy rain in the West Region, a hillside slides down onto houses. Some weeks earlier, people had noticed cracks in the ground and leaning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hillside slid onto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were the warning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Cracks in the ground and leaning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force moves the material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Prevent mass movements by protecting slopes and avoiding risky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recognise and prevent dangerous movements of soil and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landsc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scar of a landslide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moves soil and rock down a slope without a river or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Gravity. This is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reep.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soil creep.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evidence shows that soil is moving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Leaning posts, walls and trees; cracks in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andsl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road cut by a landslide.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most landslides happen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makes the soil heavy and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people affect slope 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Cutting forests and roads weakens slopes; terraces and trees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arson_kirkb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Carson and Kirkby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is fast and dry? Which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Rockfall is fast and dry; soil creep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Mass Movements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Mass Wasting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Mass wasting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Mass wasting (movement):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downslope movement of soil and rock under the influence of gravity, without an agent such as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Evidence: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Leaning trees, posts and walls, cracks in roads and soil steps show slow movement. Scars on hillsides and piles of debris show fast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Evidence of Mass Wasting</a:t>
            </a:r>
            <a:endParaRPr lang="en-US" sz="3600" dirty="0"/>
          </a:p>
        </p:txBody>
      </p:sp>
      <p:pic>
        <p:nvPicPr>
          <p:cNvPr id="4" name="Image 0" descr="/home/claude/f4/img/v2/creep.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evidence of soil creep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Mass wasting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Slope angle: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increase the pull of gravity on material. Most landslides occur on slopes steeper than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adds weight and reduces friction between particles. This is why landslides happen in the rainy season, as at Bafoussam in 2019.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 soil and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Weak, deeply weathered or clay-rich materials move easily. Vegetation roots hold the soil, while deforestation weakens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and 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cuts, quarrying, farming on slopes and building increase the risk. Earthquakes can trigger sudden 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Carson and Kirkby classify mass movements on a triangular graph: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Movements are classed by speed (slow or fast) and by water content (dry or wet). The three corners are slides, flows and heaves.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Slow movements are creep and solifluction; fast movements are falls, slides, slumps and flows. Wet, fast movements are mudflows.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Classification</a:t>
            </a:r>
            <a:endParaRPr lang="en-US" sz="3600" dirty="0"/>
          </a:p>
        </p:txBody>
      </p:sp>
      <p:pic>
        <p:nvPicPr>
          <p:cNvPr id="4" name="Image 0" descr="/home/claude/f4/img/v2/carson_kirkb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Carson and Kirkby's classification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downslope movement of soil and rock under gravity.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steep slopes (also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force that causes mass wasting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Leaning posts show slow soil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very fast, dry fall of rocks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a news report about a landslide in Cameroon (Bafoussam 2019 or Dschang). Note the date and the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Processes and Features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Mass wasting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mouvements de 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creep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reptation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Mass Wasting (Movement)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mass wasting and give its evidence. Explain the factors of mass wasting. Classify mass movements with the Carson and Kirkby triangle.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mass movements and explain their causes.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Evidence of Mass Wasting; Factors of Mass Wasting; Classification.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a news report about a landslide in Cameroon (Bafoussam 2019 or Dschang). Note the date and the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let sand slide on a tilted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look for leaning fences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dry sand and wet sand on a slope.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farms on steep slopes.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triangle with SLOW, FAST and WET.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“Hillsides scarred by landslides caused by cloudbursts, Rudraprayag, Ut” by ICIMOD.Gallery, CC BY-NC 2.0, via Flickr (https://www.flickr.com/photos/127267759@N06/16051008426)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2026-09-27T09:33:10Z</dcterms:created>
  <dcterms:modified xsi:type="dcterms:W3CDTF">2026-09-27T09:33:10Z</dcterms:modified>
</cp:coreProperties>
</file>