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Volcanoes and 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Crustal Processes and their Effect on the Land Surface and Man, and the sub-topic is Volcanicity. The key notions we shall use today are: resource, hazard, mitigation, adaptation. At the end, you should be able to do this: learners are able to weigh the benefits and dangers of volcanoes and propose safety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Volcanism. The question was: Ask an adult what people grow around Buea and Limbe, and why the soils are good.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Around Buea and Limbe people grow bananas, tea, oil palm, cocoa and food crops. The soils are fertile because they come from weathered volcanic rocks rich in minerals.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importance of volcanoes as a resource. Number 2: describe volcanic hazards. Number 3: propose adaptation and mitigation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Volcanoes give lava, ash and gases. Mount Cameroon is active.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family wants to buy a farm near Buea because the soil is very fertile. A neighbour warns them that lava from Mount Cameroon destroyed farms in 1999 and 2000.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land is fertile but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advantage?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Very fertile volcanic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should the family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Follow warnings and have a plan to leave if there is an eruption.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live safely near volcanoes by using their resources and preparing for eruptions.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live safely near volcanoes and to use their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banana plantation.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Near Mount Cameroon, farmers grow bananas and tea. Why are the soils so fertile?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Volcanic ash and lava weather into soils rich in minerals.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geothermal power station in Kenya.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can volcanic areas produce electricity?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Steam from hot rocks turns turbines (geothermal energy).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lava has covered a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damage can lava flows cause?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burn and bury farms, roads and houses.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lake Nyos, North-West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happened at Lake Nyos in 1986?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cloud of carbon dioxide killed about 1,700 people and many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Hawaiian Volcano Observatory, where scientists watch Kilauea.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scientists reduce the danger of eruptions?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monitor earthquakes, gases and ground swelling and give warnings.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Volcanic hazard and Mitigation.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Volcanoes as a Resource. Volcanoes are important in the following ways. On this slide we have Fertile soils.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Volcanoes as a Resource. On this slide we have Minerals and building materials.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Volcanoes as a Resource. On this slide we have Geothermal energy and tourism.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Volcanoes as a Hazard. Volcanoes can cause the following hazards. On this slide we have Lava flows and pyroclastic flows.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Volcanoes as a Hazard. On this slide we have Ash falls and lahars.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Volcanoes as a Hazard. On this slide we have Toxic gases.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 and Mitigation Strategies. People reduce volcanic risks through. On this slide we have Monitoring and warning.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 and Mitigation Strategies. On this slide we have Land-use planning and preparedness and Protection works.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benefits of volcanoes.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fertile soils and geothermal energy.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measures to reduce volcanic hazards.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monitoring and warnings; degassing Lake Nyos.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geothermal; number 2, Nyos; number 3, mitigation.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out if an earthquake has ever been felt in your region. Ask an elder.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Earthquakes and Man.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7: VOLCANOES AND MAN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 Volcanoes and Man</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Volcanoes and Man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Crustal Processes and their Effect on the Land Surface and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Volcanicity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Volcanoes and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 hazard, mitigation, adaptation.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Volcanoes as a resource; volcanoes as a hazard; adaptation and mitigation.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weigh the benefits and dangers of volcanoes and propose safety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Volcanism):</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adult what people grow around Buea and Limbe, and why the soils are good.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Buea and Limbe people grow bananas, tea, oil palm, cocoa and food crops. The soils are fertile because they come from weathered volcanic rocks rich in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volcanoes as a resource.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volcanic hazards.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adaptation and mitigation strategies.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Volcanoes give lava, ash and gases.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Mount Cameroon is active.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family wants to buy a farm near Buea because the soil is very fertile. A neighbour warns them that lava from Mount Cameroon destroyed farms in 1999 and 2000.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is fertile but dangerous.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advantage?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fertile volcanic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should the family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Follow warnings and have a plan to leave if there is an eruption.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Live safely near volcanoes by using their resources and preparing for eruptions.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live safely near volcanoes and to use their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VOLCANOES AS A RESOURCE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ount_camero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banana plantation.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VOLCANOES AS A RESOURCE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Mount Cameroon, farmers grow bananas and tea. Why are the soils so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VOLCANOES AS A RESOURCE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Volcanic ash and lava weather into soils rich in minerals.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VOLCANOES AS A RESOURCE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geothermal.jpg">    </p:cNvPr>
          <p:cNvPicPr>
            <a:picLocks noChangeAspect="1"/>
          </p:cNvPicPr>
          <p:nvPr/>
        </p:nvPicPr>
        <p:blipFill>
          <a:blip r:embed="rId1"/>
          <a:stretch>
            <a:fillRect/>
          </a:stretch>
        </p:blipFill>
        <p:spPr>
          <a:xfrm>
            <a:off x="2894725" y="1783080"/>
            <a:ext cx="640224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geothermal power station in Kenya.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VOLCANOES AS A RESOURCE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volcanic areas produce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VOLCANOES AS A RESOURCE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Steam from hot rocks turns turbines (geothermal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VOLCANOES AS A HAZARD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lavahou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Lava has covered a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VOLCANOES AS A HAZARD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damage can lava flows cause?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VOLCANOES AS A HAZARD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burn and bury farms, roads and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VOLCANOES AS A HAZARD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nyo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Nyos, North-West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VOLCANOES AS A HAZARD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happened at Lake Nyos in 1986?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VOLCANOES AS A HAZARD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cloud of carbon dioxide killed about 1,700 people and many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 AND MITIGATION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volcmonito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Hawaiian Volcano Observatory, where scientists watch Kilauea.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 AND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scientists reduce the danger of eruptions?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ADAPTATION AND MITIGATION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monitor earthquakes, gases and ground swelling and give warnings.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Crustal Processes and their Effect on the Land Surface and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Volcanicity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Volcanoes and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Volcanic hazard: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volcanic event that can cause loss of life and property.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Mitigation: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reduction of the effects of a hazard.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Volcanoes as a Resource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Volcanoes are important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Fertile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Weathered volcanic rocks give rich soils for farming. Plantations of bananas, tea and rubber cover the slopes of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Volcanoes as a Resource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Minerals and building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Volcanoes provide sulphur, pumice, basalt and gravel. Basalt is used for roads and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Volcanoes as a Resource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Geothermal energy and tourism: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underground water produces electricity in Iceland and Kenya. Volcanoes and crater lakes attract tourists, like the Mount Cameroon Race of Hope.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Volcanoes as a Hazard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Volcanoes can cause the following hazards: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Lava flows and pyroclastic flows: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Lava destroys houses, roads and farms, as in 1999 near Bakingili. Pyroclastic flows of hot gas and ash move fast and kill everything.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Volcanoes as a Hazard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Ash falls and lahars: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Ash destroys crops and roofs and harms breathing. Lahars are mudflows of ash and water that bury villages.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Volcanoes as a Hazard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Toxic gases: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Carbon dioxide released from Lake Nyos in 1986 killed about 1,700 people and many animals. Lake Monoun killed 37 people in 1984.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and Mitigation Strategies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reduce volcanic risks through: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Monitoring and warning: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Seismographs, tiltmeters and gas sensors detect signs of eruptions. Early warnings allow people to evacuate.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Adaptation and Mitigation Strategies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Land-use planning and preparedness: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Hazard maps show where not to build, and evacuation plans are prepared. Degassing pipes now remove carbon dioxide from Lake Nyos.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Protection works: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Barriers and channels can divert lava flows. Strong roofs resist ash falls.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benefits of volcanoes.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Fertile soils and geothermal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measures to reduce volcanic hazards.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Monitoring and warnings; degassing Lake Nyos.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Energy from the heat of the Earth is ______ energy.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gas disaster of 1986 was at Lake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Reducing the effects of a hazard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out if an earthquake has ever been felt in your region. Ask an elder.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Earthquakes and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Hazard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L'aléa / le risque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Mitigation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L'atténuation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Evacuation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L'évacuation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Monitoring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surveillance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Fertile 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 fertile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Crustal Processes and their Effect on the Land Surface and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Volcanoes and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importance of volcanoes as a resource. Describe volcanic hazards. Propose adaptation and mitigation strategies.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weigh the benefits and dangers of volcanoes and propose safety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Volcanoes as a Resource; Volcanoes as a Hazard; Adaptation and Mitigation Strategies.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out if an earthquake has ever been felt in your region. Ask an elder.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mention the CDC plantations.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with steam from a boiling pot.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1999 lava flow near Bakingili.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tell the story of Lake Nyos.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warning signs of an eruption.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“20131110-DSC_4372” by jbdodane, CC BY-NC 2.0, via Flickr (https://www.flickr.com/photos/27998473@N02/11288779044)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“Global Geothermal Alliance Stakeholder Meeting and Site Tour, 15-16 Ju” by International Renewable Energy Agency (IRENA), CC BY-NC-SA 2.0, via Flickr (https://www.flickr.com/photos/127932406@N06/18856399410)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“Lava flow over road” by J. N. Stuart, CC BY-NC-ND 2.0, via Flickr (https://www.flickr.com/photos/21786539@N03/3387263273)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“Lake Nyos, Cameroon” by jbdodane, CC BY-NC 2.0, via Flickr (https://www.flickr.com/photos/27998473@N02/11584073056)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“Hawaiian Volcano Observatory, Hawaiʻi Volcanoes National Park, Hawaii” by Ken Lund, CC BY-SA 2.0, via Flickr (https://www.flickr.com/photos/75683070@N00/4528702285)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2026-09-27T09:33:08Z</dcterms:created>
  <dcterms:modified xsi:type="dcterms:W3CDTF">2026-09-27T09:33:08Z</dcterms:modified>
</cp:coreProperties>
</file>