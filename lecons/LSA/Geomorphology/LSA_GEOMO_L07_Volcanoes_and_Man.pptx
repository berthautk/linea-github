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7: Volcanoes and 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CDC plantations.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steam from a boiling 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1999 lava flow near Bakingili.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tell the story of Lake Nyos.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warning signs of an eruption.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geothermal 2. Nyos 3. mitigation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 and Man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Crustal Processes and their Effect on the Land Surface and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Volcanicity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Volcanoes and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Resource, hazard, mitigation, adaptation.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Volcanoes as a resource; volcanoes as a hazard; adaptation and mitigation.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weigh the benefits and dangers of volcanoes and propose safety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volcanoes as a resource.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volcanic hazards.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adaptation and mitigation strategies.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Volcanoes give lava, ash and gases.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Cameroon is active.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family wants to buy a farm near Buea because the soil is very fertile. A neighbour warns them that lava from Mount Cameroon destroyed farms in 1999 and 2000.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is fertile but dangerous.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advantage?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fertile volcanic soil.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should the family do?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Follow warnings and have a plan to leave if there is an eruption.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live safely near volcanoes and to use their resources.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mount_camer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banana plantation.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Mount Cameroon, farmers grow bananas and tea. Why are the soils so fertile?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Volcanic ash and lava weather into soils rich in minerals.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geotherm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1423" y="1691640"/>
            <a:ext cx="6786106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geothermal power station in Kenya.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volcanic areas produce electricity?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VOLCANOES AS A RESOURCE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Steam from hot rocks turns turbines (geothermal energy).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lava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has covered a road.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damage can lava flows cause?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burn and bury farms, roads and houses.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nyo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 Nyos, North-West Region.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happened at Lake Nyos in 1986?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VOLCANIC HAZARDS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cloud of carbon dioxide killed about 1,700 people and many animals.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volcmonit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Hawaiian Volcano Observatory, where scientists watch Kilauea.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scientists reduce the danger of eruptions?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MITIGATION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monitor earthquakes, gases and ground swelling and give warnings.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Volcanoes and Man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Crustal Processes and their Effect on the Land Surface and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Volcanicity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7: Volcanoes and Man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Hazard: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natural event that threatens people and property.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Mitigation: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action taken to reduce the effects of a hazard.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Adaptation: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changing our way of life to live with a hazard.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Volcanoes as a Resource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Fertile soils: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Volcanic soils are rich in minerals. They support tea, banana and cocoa plantations around Mount Cameroon.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Energy: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rocks give geothermal energy. Kenya and Iceland produce much electricity this way.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Volcanoes as a Resource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Materials and tourism: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Volcanoes give basalt, pozzolana and sulphur. Tourists climb Mount Cameroon every year.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Volcanoes as a Hazard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Lava and ash: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destroys farms and roads, and ash damages crops and lungs. Mount Cameroon erupted in 1999 and 2000.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Gases: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Gases can kill people and animals. Lake Nyos (1986) and Lake Monoun (1984) are examples.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Volcanoes as a Hazard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 hazards: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Eruptions cause mudflows (lahars) and earthquakes. They can also affect the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Adaptation and Mitigation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Monitoring: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Scientists watch earthquakes, gases and ground swelling. This allows early warnings.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Planning: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Governments map dangerous zones and plan evacuations. People avoid building in lava paths.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Adaptation and Mitigation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Degassing: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Pipes were put in Lake Nyos to release the gas slowly. This reduces the risk of a new disaster.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benefits of volcanoes.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Fertile soils and geothermal energy.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measures to reduce volcanic hazards.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Monitoring and warnings; degassing Lake Nyos.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Energy from the heat of the Earth is ______ energy.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gas disaster of 1986 was at Lake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Reducing the effects of a hazard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out if an earthquake has ever been felt in your region. Ask an elder.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8: Earthquakes and Man.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L'aléa / le risque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ressource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L'atténuation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Evacuation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L'évacuation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surveillance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Fertile 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 fertile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Crustal Processes and their Effect on the Land Surface and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7: Volcanoes and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importance of volcanoes as a resource. Describe volcanic hazards. Propose adaptation and mitigation strategies.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weigh the benefits and dangers of volcanoes and propose safety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Hazard, Mitigation, Adaptation; II. Volcanoes as a Resource: Fertile soils, Energy, Materials and tourism; III. Volcanoes as a Hazard: Lava and ash, Gases, Other hazards; IV. Adaptation and Mitigation: Monitoring, Planning, Degassing.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out if an earthquake has ever been felt in your region. Ask an elder.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“20131110-DSC_4372” by jbdodane, CC BY-NC 2.0, via Flickr (https://www.flickr.com/photos/27998473@N02/11288779044)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“Global Geothermal Alliance Stakeholder Meeting and Site Tour, 15-16 Ju” by International Renewable Energy Agency (IRENA), CC BY-NC-SA 2.0, via Flickr (https://www.flickr.com/photos/127932406@N06/18856399410)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“Lava flow over road” by J. N. Stuart, CC BY-NC-ND 2.0, via Flickr (https://www.flickr.com/photos/21786539@N03/3387263273)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“Lake Nyos, Cameroon” by jbdodane, CC BY-NC 2.0, via Flickr (https://www.flickr.com/photos/27998473@N02/11584073056)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“Hawaiian Volcano Observatory, Hawaiʻi Volcanoes National Park, Hawaii” by Ken Lund, CC BY-SA 2.0, via Flickr (https://www.flickr.com/photos/75683070@N00/4528702285)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2026-09-26T11:43:25Z</dcterms:created>
  <dcterms:modified xsi:type="dcterms:W3CDTF">2026-09-26T11:43:25Z</dcterms:modified>
</cp:coreProperties>
</file>