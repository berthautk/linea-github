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crust, lithosphere, mantle, asthenosphere, core, rock cycle, igneous, sedimentary and metamorphic rocks, internal and external forces, landform orders. At the end, you should be able to do this: learners are able to describe the internal structure of the Earth, the rock cycle and the forces that shape landforms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Name the three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crust, the mantle and the core. Number 2: explain the rock cycle and the three types of rocks. Number 3: distinguish internal and external forces. Number 4: classify landforms into orders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Endogenic processes build up the land. Exogenic processes wear down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Hassan helps his father build a new room in their compound at Yelwa, Garoua. They use sand and gravel from the Benue riverbed for the concrete, but for the foundation his father insists on hard rocks bought from a quarry near the mountains. Hassan notices how different the soft river sand is from the hard quarry stone. He asks: "Why are rocks so different, and what lies under all this sand and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know the internal structure of the Earth and how rocks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main layers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rocks form and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 rock cycle, powered by internal heat and surface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types of rocks around you and use them sustainably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materials and forces that shape the relief, and to choose building materials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layer is the thickest?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mantle (about 84 % of the volume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boundaries inside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separates the crust from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 discontinuity.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igneous rock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magma or lava cools and solidifies.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cut by running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gully erosion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categories of landforms.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landform of the second order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Mandara Mountains or the Benue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Lithosphere and Discontinuity.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Endogenesis and Exogenesis.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Rock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and the Mantle. The outer layers of the Earth have the following properties. Copy the point on Continental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Oceanic crust: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The mantle: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and the Mantle. Copy the point on Lithosphere and asthenosphere: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and the Discontinuities. The deep layers of the Earth and their boundaries have the following properties. Copy the point on Outer core on the left, then draw the diagram on the right: the interior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Core and the Discontinuities. Copy the point on Inner core: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Core and the Discontinuities. Copy the point on Discontinuities: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Material Cycle. Rocks change from one type to another in the following cycle. Copy the point on Igneous rocks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Sedimentary rocks on the left, then draw the diagram on the right: sandstone.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Metamorphic rocks on the left, then draw the diagram on the right: marble.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Copy the point on Closing the cycle: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that Shape the Landscape. The landscape is shaped by the following two groups of forces. Copy the point on Internal (endogenic) forces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External (exogenic) forces on the left, then draw the diagram on the right: gully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Categories of Landforms. Landforms are classified into the following categories. Copy the point on First-order (major) landforms on the left, then draw the diagram on the right: the orders of relief.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Copy the point on Second-order landforms: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Copy the point on Third-order (minor) landforms: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continental crust from oceanic crust.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continental crust is thick, light and granitic; oceanic crust is thin, dense and basaltic.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a sedimentary rock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the compression of layers of sediments such as sand and mud.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mantle; number 2, igneous; number 3,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supercontinent proposed by Wegener.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lithosphere, mantle, asthenosphere, core, rock cycle, igneous, sedimentary and metamorphic rocks, internal and external forces, landform orders.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and the three types of rocks; internal and external forces shaping the landscape;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crust, the mantle and the core.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 and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and external forces.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landforms into orders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Endogenic processes build up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Exogenic processes wear down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helps his father build a new room in their compound at Yelwa,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sand and gravel from the Benue riverbed for the concrete, but for the foundation his father insists on hard rocks bought from a quarry near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notices how different the soft river sand is from the hard quarry stone.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"Why are rocks so different, and what lies under all this sand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know the internal structure of the Earth and how rocks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rocks form and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rock cycle, powered by internal heat and surface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types of rocks around you and use them sustainably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materials and forces that shape the relief, and to choose building materials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thickest?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(about 84 % of the volume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Boundaries inside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crust from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 discontinuity.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igneous rock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solidifies.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running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gully erosion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orde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landforms.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landform of the second order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Mandara Mountains or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layer made of the crust and the upper part of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Discontinuity: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inside the Earth where the speed of earthquake waves changes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Endogenesis: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internal processes, driven by the heat of the Earth, that build up the relief.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external processes, driven by the Sun and gravity, that wear down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process by which rocks are formed, broken down and formed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Crust and the Mantle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outer layers of the Earth have the following properties: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forms the continents and is thick, from about 35 km to 70 km under mountains. It is light, with a density of about 2.7, and made mainly of granite, rich in silica and aluminium (SIAL).</a:t>
            </a:r>
            <a:endParaRPr lang="en-US" sz="2800" dirty="0"/>
          </a:p>
        </p:txBody>
      </p:sp>
      <p:pic>
        <p:nvPicPr>
          <p:cNvPr id="6" name="Image 0" descr="/home/claude/f4/img/v2/earth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ocean floor and is thin, about 7 km. It is denser, about 3.0, and made of basalt, rich in silica and magnesium (SIMA), and it is younger than the continental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reaches a depth of about 2,900 km and contains about 84 % of the volume of the Earth. Its rocks are solid but so hot that, in the asthenosphere, they flow very slowly like thick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Crust and the Mantle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Lithosphere and asthenosphere: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crust and the rigid top of the mantle form the lithosphere, about 100 km thick, which is broken into plates. These plates move over the soft asthenosphere, which is why this part of the mantle is so important for landforms.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deep layers of the Earth and their boundaries have the following properties: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core lies between about 2,900 and 5,100 km deep and is made of liquid iron and nickel. Its movements produce the magnetic field of the Earth.</a:t>
            </a:r>
            <a:endParaRPr lang="en-US" sz="3200" dirty="0"/>
          </a:p>
        </p:txBody>
      </p:sp>
      <p:pic>
        <p:nvPicPr>
          <p:cNvPr id="6" name="Image 0" descr="/home/claude/f4/img/v2/earth_disc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interior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 is a solid ball of iron and nickel at the centre, with a temperature of about 5,500 °C. It stays solid 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Core and the Discontinuities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Discontinuities: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Mohorovičić (Moho) discontinuity separates the crust from the mantle, and the Gutenberg discontinuity separates the mantle from the core. They were discovered because earthquake waves change speed and direction when they cross them.</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Rocks change from one type to another in the following cycle: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form when magma cools inside the crust, like granite, or when lava cools at the surface, like basalt. They are the first rocks of the cycle and are common in the Western Highlands and around Mount Cameroon.</a:t>
            </a:r>
            <a:endParaRPr lang="en-US" sz="3000" dirty="0"/>
          </a:p>
        </p:txBody>
      </p:sp>
      <p:pic>
        <p:nvPicPr>
          <p:cNvPr id="5" name="Image 0" descr="/home/claude/f4/img/v2/rock_cyc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at the surface are weathered and eroded, and the fragments are deposited in layers that are compressed and cemented. The sandstones of the Benue valley near Garoua formed in this way.</a:t>
            </a:r>
            <a:endParaRPr lang="en-US" sz="3600" dirty="0"/>
          </a:p>
        </p:txBody>
      </p:sp>
      <p:pic>
        <p:nvPicPr>
          <p:cNvPr id="5" name="Image 0" descr="/home/claude/f4/img/v2/f4_sandston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igneous or sedimentary rocks are buried deep and heated and squeezed, their minerals change without melting. Limestone becomes marble and granite becomes gneiss, which is common in the basement rocks of Cameroon.</a:t>
            </a:r>
            <a:endParaRPr lang="en-US" sz="3400" dirty="0"/>
          </a:p>
        </p:txBody>
      </p:sp>
      <p:pic>
        <p:nvPicPr>
          <p:cNvPr id="5" name="Image 0" descr="/home/claude/f4/img/v2/f4_marbl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Closing the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rocks are pushed deeper still, they melt into magma, which may rise and form new igneous rocks. The cycle therefore never stops, driven by the heat of the Earth and by the energy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landscape is shaped by the following two groups of forces: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driven by the heat of the interior of the Earth and act through plate movements, volcanism, earthquakes, folding and faulting. They build up the relief and create mountains, plateaux and rift valleys.</a:t>
            </a:r>
            <a:endParaRPr lang="en-US" sz="2800" dirty="0"/>
          </a:p>
        </p:txBody>
      </p:sp>
      <p:pic>
        <p:nvPicPr>
          <p:cNvPr id="5" name="Image 0" descr="/home/claude/f4/img/v2/f4_erupti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driven by the energy of the Sun and by gravity and act through weathering, mass movement and erosion by rivers, wind, waves and ice. They wear down the relief and deposit the material in lowlands, as the Benue does around Garoua.</a:t>
            </a:r>
            <a:endParaRPr lang="en-US" sz="3200" dirty="0"/>
          </a:p>
        </p:txBody>
      </p:sp>
      <p:pic>
        <p:nvPicPr>
          <p:cNvPr id="5" name="Image 0" descr="/home/claude/f4/img/v2/f4_gull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gully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Landforms are classified into the following categories: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First-order (major) landforms: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the largest features of the Earth: the continents and the ocean basins. They are due to the difference between the light continental crust and the dense oceanic crust.</a:t>
            </a:r>
            <a:endParaRPr lang="en-US" sz="3200" dirty="0"/>
          </a:p>
        </p:txBody>
      </p:sp>
      <p:pic>
        <p:nvPicPr>
          <p:cNvPr id="5" name="Image 0" descr="/home/claude/f4/img/v2/geo2_orde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orders of relief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Second-order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features found on the continents and ocean floors, such as mountain ranges, plateaux and plains. Examples in Cameroon are the Mandara Mountains, the Adamawa Plateau and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Third-order (minor)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smaller features carved on the second-order ones, such as valleys, hills, gullies, waterfalls and sand dunes. They are shaped mainly by external forces over short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continental crust from oceanic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crust is thick, light and granitic; oceanic crust is thin, dense and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sedimentary rock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compression of layers of sediments such as sand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thickest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formed from cooled magma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Continents and ocean basins are landforms of the ______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crust, the mantle and the core. Explain the rock cycle and the three types of rocks. Distinguish internal and external forces. Classify landforms into orders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and the Mantle; The Core and the Discontinuities; The Rock Material Cycle; Forces that Shape the Landscape;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supercontinent proposed by Wegener.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boiled egg: shell, white and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as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cycle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gully in your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landforms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(Sedimentary rocks):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(Metamorphic rocks):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(Internal (endogenic) forces):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2026-10-06T05:43:48Z</dcterms:created>
  <dcterms:modified xsi:type="dcterms:W3CDTF">2026-10-06T05:43:48Z</dcterms:modified>
</cp:coreProperties>
</file>