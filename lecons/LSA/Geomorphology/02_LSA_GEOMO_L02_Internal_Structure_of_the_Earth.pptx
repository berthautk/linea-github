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endogenesis, exogenesis, discontinuity, lithosphere, rock cycle. At the end, you should be able to do this: learners are able to describe the layers of the Earth and explain how internal and external forces shape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Draw the geologic time scale in your exercise book and write one event for each era.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Precambrian: first bacteria and oldest rocks. Palaeozoic: trilobites and first forests. Mesozoic: dinosaurs and break-up of Pangaea. Cenozoic: mammals, man and the Himalayas.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layers of the Earth and the main discontinuities. Number 2: explain the rock cycle. Number 3: distinguish internal (endogenic) and external (exogenic)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Rocks are igneous, sedimentary or metamorphic.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an earthquake is felt in the South-West Region, a student asks why the ground can shake and why Mount Cameroon erupts. Another student says that the inside of the Earth is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do not know what the inside of the Earth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inside of the Earth empty?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made of solid and liquid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scientists know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study earthquake waves that pass through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forces that shape our landscape and the rocks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structure of the Earth and the forces that build and wear down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layers from the surface to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discontinuities: the boundaries between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boundary between the crust and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Mohorovičić discontinuity (Moho).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an igneous rock become a sedimentary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weathered and eroded; the pieces form layers that harden.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This force comes from inside the Earth. Is it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internal (endogenic) force. It builds up the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Rain water wears the land down. Is this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 It wears down the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Lithosphere and Rock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Layers of the Earth and their Properties. The Earth is made up of the following layers. On this slide we have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Layers of the Earth and their Properties. On this slide we have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Layers of the Earth and their Properties.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Material Cycle. Rocks change from one type to another as follows. On this slide we have Igneous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On this slide we have Sedimentary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On this slide we have Metamorphic rocks.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and Categories of Landforms. The landscape is shaped by two groups of forces. On this slide we have Internal (endogenic)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and Categories of Landforms. On this slide we have External (exogenic)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and Categories of Landforms. On this slide we have Categories of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discontinuity and name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boundary between two layers of the Earth, for example the Moho.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internal and one external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volcanism (internal); erosion by rivers (external).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Moho; number 2, endogenic (internal); number 3,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Why do the coasts of Africa and South America look like pieces of a puzzle? Write two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Endogenesis, exogenesis, discontinuity, lithosphere, rock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internal and external forces;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Earth and explain how internal and external forces shape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geologic time scale in your exercise book and write one event for each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first bacteria and oldest rocks. Palaeozoic: trilobites and first forests. Mesozoic: dinosaurs and break-up of Pangaea. Cenozoic: mammals, man and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layers of the Earth and the main discontinuities.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(endogenic) and external (exogenic)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an earthquake is felt in the South-West Region, a student asks why the ground can shake and why Mount Cameroon erupts. Another student says that the inside of the Earth is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do not know what the inside of the Earth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inside of the Earth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made of solid and liquid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know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earthquake waves that pass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forces that shape our landscape and the rocks we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structure of the Earth and the forces that build and wear down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from the surface to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Discontinuities: the boundaries between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boundary between the crust and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Mohorovičić discontinuity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an igneous rock become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weathered and eroded; the pieces form layers that harden.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force comes from inside the Earth. Is it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 (endogenic) force. It builds up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wears the land down. Is this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 It wears down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outer shell of the Earth, made of the crust and the upper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change of rocks from one type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shape of the Earth's surface, such as a mountain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made up of the following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outer layer, 5–10 km thick under the oceans (sima, basalt) and 30–70 km under continents (sial, granite). It is separated from the mantle by the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hot, dense rock. Its upper part (asthenosphere) is partly molten and flows slowly, carrying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iron and nickel. The outer core is liquid and creates the Earth's magnetic field, while the inner core is solid.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Rocks change from one type to another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magma cools, like granite and basalt. Weathering breaks them into sediments.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sediments are deposited, compacted and cemented, like sandstone and limestone. Heat and pressure can change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rocks are changed by heat and pressure, like marble and gneiss. If they melt, they become magma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landscape is shaped by two groups of forces: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inside the Earth: plate movements, folding, faulting, volcanism and earthquakes. They build up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the sun and gravity: weathering, mass wasting and erosion by rivers, wind, waves and ice. They wear the relief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Categories of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Major landforms are continents, ocean basins, mountain ranges and plains. Minor landforms are small features such as valleys, waterfalls 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discontinuity and name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boundary between two layers of the Earth, for example the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internal and one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(internal); erosion by rivers (external).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crust and mantle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from inside the Earth are ______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inner core is solid because of great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Why do the coasts of Africa and South America look like pieces of a puzzle? Write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Discontinuity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discontinuité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layers of the Earth and the main discontinuities. Explain the rock cycle. Distinguish internal (endogenic) and external (exogenic)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Earth and explain how internal and external forces shape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Layers of the Earth and their Properties; The Rock Material Cycle; Forces and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Why do the coasts of Africa and South America look like pieces of a puzzle? Write two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three discontinuities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boxes of the rock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gullies beside the roads after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2026-09-27T10:31:28Z</dcterms:created>
  <dcterms:modified xsi:type="dcterms:W3CDTF">2026-09-27T10:31:28Z</dcterms:modified>
</cp:coreProperties>
</file>