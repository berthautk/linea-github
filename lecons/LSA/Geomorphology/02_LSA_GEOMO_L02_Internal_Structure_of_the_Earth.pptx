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Internal Structure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the Earth's Structure, and the sub-topic is The Origin and Earth's Structure. The key notions we shall use today are: crust, lithosphere, mantle, asthenosphere, core, rock cycle, igneous, sedimentary and metamorphic rocks, internal and external forces, landform orders. At the end, you should be able to do this: learners are able to describe the internal structure of the Earth, the rock cycle and the forces that shape landforms around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Origin of the Earth. The question was: Name the three main layers of the Earth.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crust, the mantle and the core.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describe the crust, the mantle and the core. Number 2: explain the rock cycle and the three types of rocks. Number 3: distinguish internal and external forces. Number 4: classify landforms into orders with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formed about 4.6 billion years ago. Endogenic processes build up the land. Exogenic processes wear down the land.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Hassan helps his father build a new room in their compound at Yelwa, Garoua. They use sand and gravel from the Benue riverbed for the concrete, but for the foundation his father insists on hard rocks bought from a quarry near the mountains. Hassan notices how different the soft river sand is from the hard quarry stone. He asks: "Why are rocks so different, and what lies under all this sand and rock?"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Hassan does not know the internal structure of the Earth and how rocks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are the main layers of the Earth?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crust, the mantle and the 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do rocks form and change?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Through the rock cycle, powered by internal heat and surface energy.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recognise the types of rocks around you and use them sustainably for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materials and forces that shape the relief, and to choose building materials wisely.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layers of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layer is the thickest?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mantle (about 84 % of the volume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boundaries inside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separates the crust from the mantle?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Moho discontinuity.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rock cycle.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does igneous rock 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When magma or lava cools and solidifies.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gully cut by running 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Is gully erosion an internal or an external force?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external (exogenic) force.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categories of landforms.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landform of the second order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Adamawa Plateau, the Mandara Mountains or the Benue plain.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Crust and Lithosphere.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Mantle and Rock cycle.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Landform.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Layers of the Earth. The Earth is made of the following layers. Copy the point on The crust on the left, then draw the diagram on the right: the layers of the Earth.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Layers of the Earth. On this slide we have Types of crust.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Layers of the Earth. On this slide we have The mantle and Role of the mantle.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core on the left, then draw the diagram on the right: boundaries inside the Earth.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Rock Cycle. The rock cycle and the three types of rocks are presented as follows. Copy the point on The rock cycle on the left, then draw the diagram on the right: the rock cycle.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Igneous rocks on the left, then draw the diagram on the right: granite.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Sedimentary rocks on the left, then draw the diagram on the right: sandstone.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Metamorphic rocks on the left, then draw the diagram on the right: marble.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Forces that Shape the Landscape. The forces that shape the landscape are the following. Copy the point on Internal (endogenic) forces on the left, then draw the diagram on the right: a volcanic eruption.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External (exogenic) forces on the left, then draw the diagram on the right: a gully.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Forces that Shape the Landscape. On this slide we have Local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Categories of Landforms. Landforms are classified as follows. Copy the point on First-order (major) landforms on the left, then draw the diagram on the right: categories of landforms.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Categories of Landforms. On this slide we have Second-order landforms and Third-order (minor) landforms.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continental crust from oceanic crust.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continental crust is thick, light and granitic; oceanic crust is thin, dense and basaltic.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How is a sedimentary rock formed?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by the compression of layers of sediments such as sand and mud.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mantle; number 2, igneous; number 3,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supercontinent proposed by Wegener.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1: Early Theories of Crustal Movements.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 INTERNAL STRUCTURE OF THE EARTH</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Internal Structure of the Earth</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the Earth's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Origin and Earth's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Internal Structure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Crust, lithosphere, mantle, asthenosphere, core, rock cycle, igneous, sedimentary and metamorphic rocks, internal and external forces, landform orders.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Layers of the Earth; the rock cycle and the three types of rocks; internal and external forces shaping the landscape; categories of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internal structure of the Earth, the rock cycle and the forces that shape landforms around Garoua.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Origin of the Earth):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main layers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crust, the mantle and the core.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crust, the mantle and the core.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rock cycle and the three types of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internal and external forces.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landforms into orders with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formed about 4.6 billion years ago.</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Endogenic processes build up the land.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Exogenic processes wear down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Hassan helps his father build a new room in their compound at Yelwa, Garoua.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use sand and gravel from the Benue riverbed for the concrete, but for the foundation his father insists on hard rocks bought from a quarry near the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Hassan notices how different the soft river sand is from the hard quarry stone.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asks: "Why are rocks so different, and what lies under all this sand and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Hassan does not know the internal structure of the Earth and how rocks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main layers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crust, the mantle and the core.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rocks form and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Through the rock cycle, powered by internal heat and surface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Recognise the types of rocks around you and use them sustainably for building.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materials and forces that shape the relief, and to choose building materials wisely.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LAYERS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earth_laye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layers of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LAYERS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layer is the thickest?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LAYERS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mantle (about 84 % of the volume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LAYERS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earth_disc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Boundaries inside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LAYERS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separates the crust from the mantle?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LAYERS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Moho discontinuity.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ROCK CYCLE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rock_cyc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rock cycle.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ROCK CYCLE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igneous rock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ROCK CYCLE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magma or lava cools and solidifies.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FORCES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gull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gully cut by running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FORCES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gully erosion an internal or an external force?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FORCES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external (exogenic) force.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LANDFORMS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geo2_order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Categories of landforms.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LANDFORMS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landform of the second order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LANDFORMS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Adamawa Plateau, the Mandara Mountains or the Benue plain.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Development of the Earth's Structure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Origin and Earth's Structure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 Internal Structure of the Earth</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Crust: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thin, solid outer layer of the Earth.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Lithosphere: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rigid layer made of the crust and the upper part of the mantle.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Mantle: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thick layer of hot, dense rock between the crust and the core.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Rock cycle: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continuous process by which rocks are formed, broken down and formed again.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Landform: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natural feature of the surface of the Earth, such as a mountain, a plain or a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Layers of the Earth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Earth is made of the following layers: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crust: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thin and solid, like the skin of a fruit.</a:t>
            </a:r>
            <a:endParaRPr lang="en-US" sz="3600" dirty="0"/>
          </a:p>
        </p:txBody>
      </p:sp>
      <p:pic>
        <p:nvPicPr>
          <p:cNvPr id="5" name="Image 0" descr="/home/claude/f4/img/v2/earth_layer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layers of the Earth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Layers of the Earth</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 of crust: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Continental crust: thick (up to 70 km under mountains), light, granitic.</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Oceanic crust: thin (about 7 km), dense, basaltic.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Layers of the Earth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mantle: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thickest layer (about 84 % of the volume of the Earth), made of hot rock that flows very slowly like thick honey.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Role of the mantle: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Movements of heat in the mantle drive the movement of the continents.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Layers of the Earth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core: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has a liquid outer core and a solid inner core, both made of iron and nickel.</a:t>
            </a:r>
            <a:endParaRPr lang="en-US" sz="3600" dirty="0"/>
          </a:p>
        </p:txBody>
      </p:sp>
      <p:pic>
        <p:nvPicPr>
          <p:cNvPr id="5" name="Image 0" descr="/home/claude/f4/img/v2/earth_disc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boundaries inside the Earth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Rock Cycle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rock cycle and the three types of rocks are presented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rock cycle: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Rocks are always changing: they form, break down and form again.</a:t>
            </a:r>
            <a:endParaRPr lang="en-US" sz="3600" dirty="0"/>
          </a:p>
        </p:txBody>
      </p:sp>
      <p:pic>
        <p:nvPicPr>
          <p:cNvPr id="5" name="Image 0" descr="/home/claude/f4/img/v2/rock_cycl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rock cycle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Rock Cycle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Igneous rocks: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form when magma or lava cools, such as granite and basalt.</a:t>
            </a:r>
            <a:endParaRPr lang="en-US" sz="3600" dirty="0"/>
          </a:p>
        </p:txBody>
      </p:sp>
      <p:pic>
        <p:nvPicPr>
          <p:cNvPr id="5" name="Image 0" descr="/home/claude/f4/img/v2/f4_granit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granite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Rock Cycle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Sedimentary rocks: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form from compressed layers of sand, mud and pebbles, such as the sandstones of the Benue valley.</a:t>
            </a:r>
            <a:endParaRPr lang="en-US" sz="3600" dirty="0"/>
          </a:p>
        </p:txBody>
      </p:sp>
      <p:pic>
        <p:nvPicPr>
          <p:cNvPr id="5" name="Image 0" descr="/home/claude/f4/img/v2/f4_sandston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sandstone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Rock Cycle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Metamorphic rocks: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form when rocks are changed by heat and pressure, such as marble and gneiss.</a:t>
            </a:r>
            <a:endParaRPr lang="en-US" sz="3600" dirty="0"/>
          </a:p>
        </p:txBody>
      </p:sp>
      <p:pic>
        <p:nvPicPr>
          <p:cNvPr id="5" name="Image 0" descr="/home/claude/f4/img/v2/f4_marbl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marble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Forces that Shape the Landscape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forces that shape the landscape are the following:</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Internal (endogenic) forces: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Driven by the heat of the mantle, they build up the land through volcanic eruptions, earthquakes, folding and faulting.</a:t>
            </a:r>
            <a:endParaRPr lang="en-US" sz="3000" dirty="0"/>
          </a:p>
        </p:txBody>
      </p:sp>
      <p:pic>
        <p:nvPicPr>
          <p:cNvPr id="5" name="Image 0" descr="/home/claude/f4/img/v2/f4_eruptio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volcanic eruption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Forces that Shape the Landscape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External (exogenic) forces: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Powered by the Sun, they wear down the land through weathering and erosion by rivers, wind and ice.</a:t>
            </a:r>
            <a:endParaRPr lang="en-US" sz="3600" dirty="0"/>
          </a:p>
        </p:txBody>
      </p:sp>
      <p:pic>
        <p:nvPicPr>
          <p:cNvPr id="5" name="Image 0" descr="/home/claude/f4/img/v2/f4_gully.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gully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Forces that Shape the Landscape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Local 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erosion of the banks of the Benue at Garoua is the work of external forces.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Categories of Landforms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Landforms are classified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First-order (major) landforms: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the largest features: continents and ocean basins.</a:t>
            </a:r>
            <a:endParaRPr lang="en-US" sz="3600" dirty="0"/>
          </a:p>
        </p:txBody>
      </p:sp>
      <p:pic>
        <p:nvPicPr>
          <p:cNvPr id="5" name="Image 0" descr="/home/claude/f4/img/v2/geo2_orders.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categories of landforms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Categories of Landforms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Second-order landforms: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found on the major ones: mountains, plateaux and plains, such as the Mandara Mountains and the Adamawa Plateau.</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Third-order (minor) landforms: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smaller features such as valleys, hills and gullies, like the Benue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continental crust from oceanic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Continental crust is thick, light and granitic; oceanic crust is thin, dense and basaltic.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a sedimentary rock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the compression of layers of sediments such as sand and mud.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thickest layer of the Earth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Rock formed from cooled magma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Continents and ocean basins are landforms of the ______ order.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supercontinent proposed by Wegener.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Early Theories of Crustal Movements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Crust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croûte terrestre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Mantle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manteau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noyau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Rock cycle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cycle des roches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Igneous 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 magmatique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Sedimentary 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 sédimentaire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the Earth's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Internal Structure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crust, the mantle and the core. Explain the rock cycle and the three types of rocks. Distinguish internal and external forces. Classify landforms into orders with examples.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internal structure of the Earth, the rock cycle and the forces that shape landforms around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Layers of the Earth; The Rock Cycle; Forces that Shape the Landscape; Categories of Landforms.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supercontinent proposed by Wegener.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a boiled egg: shell, white and yolk.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layers as circles.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cycle with arrows.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gully in your quarter.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landforms around Garoua.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“Soil erosion in the central Mexican Highlands” by CIMMYT, CC BY-NC-SA 2.0, via Flickr (https://www.flickr.com/photos/44760652@N05/6244930288)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(Igneous rocks): “Sunset over Pyramid Rock” by Mark Wassell, CC BY-NC-ND 2.0, via Flickr (https://www.flickr.com/photos/61520356@N07/6515411027)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(Sedimentary rocks): “Grand Canyon: Tapeats Sandstone 0283” by Grand Canyon NPS, CC BY 2.0, via Flickr (https://www.flickr.com/photos/50693818@N08/8238057843)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(Metamorphic rocks): “Marble quarry, Carrara” by Russell Carman, CC BY-NC-SA 2.0, via Flickr (https://www.flickr.com/photos/11328254@N02/2095886412)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(Internal (endogenic) forces): “Happy Anniversary Hawaii” by U.S. Geological Survey, CC0 1.0, via Flickr (https://www.flickr.com/photos/27784370@N05/14802198589)</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2026-09-29T03:12:45Z</dcterms:created>
  <dcterms:modified xsi:type="dcterms:W3CDTF">2026-09-29T03:12:45Z</dcterms:modified>
</cp:coreProperties>
</file>