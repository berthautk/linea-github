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structural and dynamic geomorphology, endogenic and exogenic processes, Big Bang, geologic time scale, era. At the end, you should be able to do this: learners are able to explain the origin of the Earth and place the major events of its history on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Drainage Basin Morphometry. The question was: Find out the age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Earth is about 4.6 billion years 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geomorphology and distinguish its two branches. Number 2: distinguish endogenic and exogenic processes. Number 3: explain the Big Bang theory. Number 4: describe the four eras of the geologic time scale. Number 5: appreciate the vastness of geologic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Fossils are remains of ancient living things in rocks. The Mandara Mountains are near Mokolo.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are with your grandfather near the Mandara Mountains. He points to the rocks and says: "These rocks are older than any human story, older than the Benue, older than Cameroon itself." You look at the old, weathered stone and wonder what was there before the mountains. You ask: "How did the Earth begin, and how do scientists tell the long story of its history?"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origin of the Earth and how its history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scientists think the universe began?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the Big Bang, the sudden expansion of a single, very hot and dense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long history of the Earth organised?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geologic time scale, divided into 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rocks, fossils and landscapes as records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geomorphology and helps us to understand the age and history of the landforms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two branches of geomorphology.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branch studies landforms made by rivers and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Dynamic geomorphology.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internal and external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volcanic eruption an endogenic or an exogenic process?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endogenic (internal)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galaxy.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did the Big Bang take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13.8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four eras.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era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Precambrian (about 88 %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dinosaur skeleton.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Mesozoic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Big Bang theory and Geologic time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Geomorphology. Geomorphology is explained as follows. Copy the point on Geomorphology on the left, then draw the diagram on the right: the branches of geomorphology.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Geomorphology. Copy the point on Its scope: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Big Bang theory explains the origin of the universe and of the Earth in the following stages. Copy the point on The beginning on the left, then draw the diagram on the right: a galaxy.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Formation of galaxies and stars: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Formation of the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Evidence for the theory: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Precambrian and the Palaeozoic. The first two eras have the following duration and characteristics. Copy the point on The divisions of time on the left, then draw the diagram on the right: the geologic time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Precambrian (4,600 to 541 million years ago) on the left, then draw the diagram on the right: stromatolites, the oldest fossils.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Palaeozoic (541 to 252 million years ago) on the left, then draw the diagram on the right: a trilobite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Mesozoic and the Cenozoic. The last two eras have the following duration and characteristics. Copy the point on Mesozoic (252 to 66 million years ago) on the left, then draw the diagram on the right: a dinosaur skeleton.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Copy the point on Cenozoic (66 million years ago to today):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Copy the point on The place of man: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structural geomorphology from dynamic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structural geomorphology studies landforms made by internal structure and forces; dynamic geomorphology studies landforms made by external agents.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geological and one biological event of the Mesozoic.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pangaea broke up; dinosaurs dominated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4, 6; number 2, Precambrian; number 3,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structural and dynamic geomorphology, endogenic and exogenic processes,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geomorphology (meaning, branches, processes); the Big Bang theory; the geologic time scale and the characteristics of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Drainage Basin Morphometry):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the age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about 4.6 billion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 and distinguish its two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endogenic and exogenic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Appreciate the vastness of geologic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remains of ancient living things in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Mandara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are with your grandfather near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points to the rocks and says: "These rocks are older than any human story, older than the Benue, older than Cameroon itself."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look at the old, weathered stone and wonder what was there before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did the Earth begin, and how do scientists tell the long story of its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origin of the Earth and how its history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think the universe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Big Bang, the sudden expansion of a single, very hot and dense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long history of the Earth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geologic time scale, divided into eras.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rocks, fossils and landscapes as records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geomorphology and helps us to understand the age and history of the landforms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branch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two branches of geomorphology.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studies landforms made by rivers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endo_ex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Internal and external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volcanic eruption an endogenic or an exogenic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endogenic (internal)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galaxy.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the Big Bang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era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Precambrian (about 88 %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dinosaur skeleton.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Mesozoic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science that studies the formation, development and change of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with the sudden expansion of a single, very hot and dense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chart dividing the history of the Earth into eons, eras, periods and epochs.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long division of geologic time marked by major geological and biological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Geomorphology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Geomorphology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Geomorphology comes from Greek words meaning the study of the form of the Earth. It studies how landforms such as mountains, plains, valleys and coasts are formed and how they change over time.</a:t>
            </a:r>
            <a:endParaRPr lang="en-US" sz="3200" dirty="0"/>
          </a:p>
        </p:txBody>
      </p:sp>
      <p:pic>
        <p:nvPicPr>
          <p:cNvPr id="5" name="Image 0" descr="/home/claude/f4/img/v2/geo2_branch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branches of geomorphology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Geomorphology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Its 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the internal forces that build the relief, such as volcanism and folding, and the external forces that wear it down, such as rivers and weathering. To understand them, it starts with the origin and long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Big Bang theory explains the origin of the universe and of the Earth in the following stages: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beginning: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About 13.8 billion years ago, all the matter and energy of the universe were concentrated in one extremely hot and dense point. This point expanded suddenly, creating space, time, matter and energy.</a:t>
            </a:r>
            <a:endParaRPr lang="en-US" sz="2800" dirty="0"/>
          </a:p>
        </p:txBody>
      </p:sp>
      <p:pic>
        <p:nvPicPr>
          <p:cNvPr id="5" name="Image 0" descr="/home/claude/f4/img/v2/lsa_galax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galaxy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galaxies and 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universe expanded, it cooled and matter gathered under gravity into clouds of gas. These clouds formed galaxies and stars, in which heavier elements were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4.6 billion years ago, a cloud of gas and dust collapsed to form the Sun and the planets. The Earth grew by the collision of rocky fragments, then cooled and separated into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for the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Galaxies are still moving away from each other, which shows that the universe is expanding. Scientists also detect a weak radiation left over from the early hot universe, called the cosmic microwave background.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first two eras have the following duration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divisions of time: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Geologists divide the 4.6 billion years of Earth history into eons, eras, periods and epochs. The four main eras are the Precambrian, the Palaeozoic, the Mesozoic and the Cenozoic.</a:t>
            </a:r>
            <a:endParaRPr lang="en-US" sz="2800" dirty="0"/>
          </a:p>
        </p:txBody>
      </p:sp>
      <p:pic>
        <p:nvPicPr>
          <p:cNvPr id="6" name="Image 0" descr="/home/claude/f4/img/v2/geologic_tim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geologic time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Precambrian (4,600 to 541 million years ago):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It covers about 88 % of the history of the Earth, during which the crust, the first continents, the oceans and the atmosphere formed. Only simple, single-celled life such as bacteria and algae existed, and the old rocks of the African Shield, including those of North Cameroon, date from this era.</a:t>
            </a:r>
            <a:endParaRPr lang="en-US" sz="2600" dirty="0"/>
          </a:p>
        </p:txBody>
      </p:sp>
      <p:pic>
        <p:nvPicPr>
          <p:cNvPr id="6" name="Image 0" descr="/home/claude/f4/img/v2/lsa_stromatol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stromatolites, the oldest fossils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Palaeozoic (541 to 252 million years ago):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Its name means ancient life: fish, land plants, insects, amphibians and reptiles appeared, and coal formed from great forests. The continents joined into the supercontinent Pangaea, and a mass extinction ended the era.</a:t>
            </a:r>
            <a:endParaRPr lang="en-US" sz="3000" dirty="0"/>
          </a:p>
        </p:txBody>
      </p:sp>
      <p:pic>
        <p:nvPicPr>
          <p:cNvPr id="6" name="Image 0" descr="/home/claude/f4/img/v2/lsa_trilob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trilobite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last two eras have the following duration and characteristics: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Mesozoic (252 to 66 million years ago):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Its name means middle life: dinosaurs dominated the land, and birds, small mammals and flowering plants appeared. Pangaea broke up, the Atlantic Ocean opened, and a mass extinction killed the dinosaurs at its end.</a:t>
            </a:r>
            <a:endParaRPr lang="en-US" sz="2600" dirty="0"/>
          </a:p>
        </p:txBody>
      </p:sp>
      <p:pic>
        <p:nvPicPr>
          <p:cNvPr id="6" name="Image 0" descr="/home/claude/f4/img/v2/lsa_dinosau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dinosaur skeleton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Cenozoic (66 million years ago to today):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Its name means recent life: mammals became dominant, and modern humans appeared only about 300,000 years ago. The continents reached their present positions, the Alps and the Himalayas rose, and ice ages occurred.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whole history of the Earth were one day of 24 hours, humans would appear only in the last few seconds. This shows how slowly most landforms have been shaped.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structural geomorphology from 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Structural geomorphology studies landforms made by internal structure and forces; dynamic geomorphology studies landforms made by external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geological and one biological event of the Mesozoic.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dinosaurs dominated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formed about ______ billion years ago.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Cenozoic is the age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Geologic 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 géologiques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and distinguish its two branches. Distinguish endogenic and exogenic processes. Explain the Big Bang theory. Describe the four eras of the geologic time scale. Appreciate the vastness of geologic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Geomorphology; The Big Bang Theory; The Precambrian and the Palaeozoic; The Mesozoic and the Cenozoic.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branches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processes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night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length of the classroom as a timeline.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animals of each 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(Precambrian (4,600 to 541 million years ago)):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(Palaeozoic (541 to 252 million years ago)):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2026-10-06T05:43:47Z</dcterms:created>
  <dcterms:modified xsi:type="dcterms:W3CDTF">2026-10-06T05:43:47Z</dcterms:modified>
</cp:coreProperties>
</file>