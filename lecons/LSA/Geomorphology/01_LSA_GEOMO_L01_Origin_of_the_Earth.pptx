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Origin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geomorphology, structural and dynamic geomorphology, endogenic and exogenic processes, Big Bang, geologic time scale, era. At the end, you should be able to do this: learners are able to explain the origin of the Earth and place the major events of its history on the geologic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The Drainage of Cameroon. The question was: Draw the map of Cameroon with the four basins and two rivers in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Atlantic basin: Sanaga, Wouri. Niger basin: Benue, Faro. Lake Chad basin: Logone, Chari. Congo basin: Sangha, Dja.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geomorphology and distinguish its two branches. Number 2: distinguish endogenic and exogenic processes. Number 3: explain the Big Bang theory. Number 4: describe the four eras of the geologic time scale. Number 5: appreciate the vastness of geologic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Fossils are remains of ancient living things in rocks. The Mandara Mountains are near Mokolo.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are with your grandfather near the Mandara Mountains. He points to the rocks and says: "These rocks are older than any human story, older than the Benue, older than Cameroon itself." You look at the old, weathered stone and wonder what was there before the mountains. You ask: "How did the Earth begin, and how do scientists tell the long story of its history?"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origin of the Earth and how its history is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scientists think the universe began?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the Big Bang, the sudden expansion of a single, very hot and dense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long history of the Earth organised?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geologic time scale, divided into eras.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rocks, fossils and landscapes as records of the history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geomorphology and helps us to understand the age and history of the landforms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two branches of geomorphology.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branch studies landforms made by rivers and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Dynamic geomorphology.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internal and external processes.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a volcanic eruption an endogenic or an exogenic process?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endogenic (internal)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galaxy.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did the Big Bang take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13.8 billion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four eras.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era is the longest?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Precambrian (about 88 % of the history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dinosaur skeleton.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era did dinosaurs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Mesozoic 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Geomorphology.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Big Bang theory and Geologic time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Era.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Introduction to Geomorphology. The branches and processes of geomorphology are the following. Copy the point on Structural geomorphology on the left, then draw the diagram on the right: the two branches.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Introduction to Geomorphology. On this slide we have Dynamic geomorphology.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Endogenic processes on the left, then draw the diagram on the right: internal and external processes.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Introduction to Geomorphology. On this slide we have Exogenic processes.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Big Bang Theory. The Big Bang theory is presented as follows. Copy the point on Beginning on the left, then draw the diagram on the right: a galaxy.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Big Bang Theory. On this slide we have Expansion, Formation of stars and planets and Birth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Precambrian and the Palaeozoic. The first two eras have the following characteristics. Copy the point on Precambrian (4,600–541 million years ago) on the left, then draw the diagram on the right: the four eras.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Precambrian and the Palaeozoic. On this slide we have Geology of the Precambrian.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Life in the Precambrian on the left, then draw the diagram on the right: stromatolites, early life.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Palaeozoic ("ancient life", 541–252 million years ago) on the left, then draw the diagram on the right: a trilobite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Mesozoic and the Cenozoic. The last two eras have the following characteristics. Copy the point on Mesozoic ("middle life", 252–66 million years ago) on the left, then draw the diagram on the right: a dinosaur.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Mesozoic and the Cenozoic. On this slide we have Life in the Mesozoic.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Mesozoic and the Cenozoic. On this slide we have Cenozoic ("recent life", 66 million years ago to today).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Mesozoic and the Cenozoic. On this slide we have Life in the Cenozoic and Human history.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structural geomorphology from dynamic geomorphology.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structural geomorphology studies landforms made by internal structure and forces; dynamic geomorphology studies landforms made by external agents.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geological and one biological event of the Mesozoic.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pangaea broke up; dinosaurs dominated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4, 6; number 2, Precambrian; number 3, mammals.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main layers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ORIGIN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Origin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Origin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Geomorphology, structural and dynamic geomorphology, endogenic and exogenic processes, Big Bang, geologic time scale, era.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geomorphology (meaning, branches, processes); the Big Bang theory; the geologic time scale and the characteristics of the four 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origin of the Earth and place the major events of its history on the geologic time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map of Cameroon with the four basins and two rivers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basin: Sanaga, Wouri. Niger basin: Benue, Faro. Lake Chad basin: Logone, Chari. Congo basin: Sangha, Dja.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geomorphology and distinguish its two branches.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endogenic and exogenic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Big Bang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eras of the geologic time scale.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Appreciate the vastness of geologic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remains of ancient living things in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Mandara Mountains are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are with your grandfather near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points to the rocks and says: "These rocks are older than any human story, older than the Benue, older than Cameroon itself."</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look at the old, weathered stone and wonder what was there before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did the Earth begin, and how do scientists tell the long story of its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origin of the Earth and how its history is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scientists think the universe began?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the Big Bang, the sudden expansion of a single, very hot and dense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long history of the Earth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geologic time scale, divided into eras.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rocks, fossils and landscapes as records of the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geomorphology and helps us to understand the age and history of the landforms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branch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two branches of geomorphology.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studies landforms made by rivers and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Dynamic geomorphology.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endo_ex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Internal and external processes.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volcanic eruption an endogenic or an exogenic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endogenic (internal)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galax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galaxy.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did the Big Bang take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13.8 billion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eologic_tim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eras.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era is the longest?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Precambrian (about 88 % of the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inosau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dinosaur skeleton.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era did dinosaurs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Mesozoic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Origin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science that studies the formation, development and change of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Bang theory: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universe began about 13.8 billion years ago with the sudden expansion of a single, very hot and dense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Geologic time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chart dividing the history of the Earth into eons, eras, periods and epochs.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long division of geologic time marked by major geological and biological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to Geomorphology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branches and processes of geomorphology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Structural geomorphology: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studies how internal structure, folds, faults and volcanoes shape landforms, like the Himalayas formed by plate collision.</a:t>
            </a:r>
            <a:endParaRPr lang="en-US" sz="3000" dirty="0"/>
          </a:p>
        </p:txBody>
      </p:sp>
      <p:pic>
        <p:nvPicPr>
          <p:cNvPr id="5" name="Image 0" descr="/home/claude/f4/img/v2/geo2_branch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two branches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to Geomorphology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Dynamic geomorphology: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studies how rivers, wind, ice, gravity and weathering shape landforms, like the Grand Canyon carved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to Geomorphology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Endogenic processes: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come from the heat inside the Earth and build up the land: plate movements, volcanism, folding and faulting.</a:t>
            </a:r>
            <a:endParaRPr lang="en-US" sz="3600" dirty="0"/>
          </a:p>
        </p:txBody>
      </p:sp>
      <p:pic>
        <p:nvPicPr>
          <p:cNvPr id="5" name="Image 0" descr="/home/claude/f4/img/v2/geo2_endo_exo.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internal and external processes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to Geomorphology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Exogenic 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powered by the Sun and wear down the land: weathering, erosion, deposition and glaciation.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Big Bang theory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Beginning: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About 13.8 billion years ago, all the universe was concentrated in one extremely hot and dense point.</a:t>
            </a:r>
            <a:endParaRPr lang="en-US" sz="3600" dirty="0"/>
          </a:p>
        </p:txBody>
      </p:sp>
      <p:pic>
        <p:nvPicPr>
          <p:cNvPr id="5" name="Image 0" descr="/home/claude/f4/img/v2/lsa_galax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galaxy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Expansion: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point expanded suddenly, creating matter, energy, space and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Formation of stars and planets: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billions of years, matter cooled and gathered into galaxies, stars and planets.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formed about 4.6 billion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first two eras have the following characteristics: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Precambrian (4,600–541 million years ago):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covers about 88 % of the history of the Earth.</a:t>
            </a:r>
            <a:endParaRPr lang="en-US" sz="3400" dirty="0"/>
          </a:p>
        </p:txBody>
      </p:sp>
      <p:pic>
        <p:nvPicPr>
          <p:cNvPr id="6" name="Image 0" descr="/home/claude/f4/img/v2/geologic_tim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eras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Geology of the Precambrian: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the first continents, oceans and atmosphere formed; the old rocks of the African Shield, including those of North Cameroon, date from this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Life in the Precambrian: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Simple, single-celled life (bacteria, algae) appeared in the oceans.</a:t>
            </a:r>
            <a:endParaRPr lang="en-US" sz="3600" dirty="0"/>
          </a:p>
        </p:txBody>
      </p:sp>
      <p:pic>
        <p:nvPicPr>
          <p:cNvPr id="6" name="Image 0" descr="/home/claude/f4/img/v2/lsa_stromatolit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stromatolites, early life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Palaeozoic ("ancient life", 541–252 million years ago):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continents joined into Pangaea, fish, land plants, insects and amphibians appeared, and a mass extinction ended the era.</a:t>
            </a:r>
            <a:endParaRPr lang="en-US" sz="3200" dirty="0"/>
          </a:p>
        </p:txBody>
      </p:sp>
      <p:pic>
        <p:nvPicPr>
          <p:cNvPr id="6" name="Image 0" descr="/home/claude/f4/img/v2/lsa_trilobit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trilobite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Mesozoic and the Cenozoic</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last two eras have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Mesozoic ("middle life", 252–66 million years ago):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Pangaea broke up, and dinosaurs dominated the land.</a:t>
            </a:r>
            <a:endParaRPr lang="en-US" sz="3200" dirty="0"/>
          </a:p>
        </p:txBody>
      </p:sp>
      <p:pic>
        <p:nvPicPr>
          <p:cNvPr id="6" name="Image 0" descr="/home/claude/f4/img/v2/lsa_dinosau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dinosaur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Mesozoic and the Cenozoic</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 in the Mesozoic: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Birds, small mammals and flowering plants appeared; a mass extinction killed the dinosaurs.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The Mesozoic and the Cenozoic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Cenozoic ("recent life", 66 million years ago to 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reached their present positions, the Alps and Himalayas rose and ice ages occurred.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Mesozoic and the Cenozoic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 in the Cenozoic: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Mammals became dominant, and modern humans appeared only about 300,000 years ago.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history of the Earth were one day, humans would appear only in the last few seconds.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structural geomorphology from dynamic geomorphology.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Structural geomorphology studies landforms made by internal structure and forces; dynamic geomorphology studies landforms made by external agents.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geological and one biological event of the Mesozoic.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broke up; dinosaurs dominated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formed about ______ billion years ago.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era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Cenozoic is the age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Big Bang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Big Bang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Geologic time 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 des temps géologiques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 de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Origin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geomorphology and distinguish its two branches. Distinguish endogenic and exogenic processes. Explain the Big Bang theory. Describe the four eras of the geologic time scale. Appreciate the vastness of geologic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origin of the Earth and place the major events of its history on the geologic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Introduction to Geomorphology; The Big Bang Theory; The Precambrian and the Palaeozoic; The Mesozoic and the Cenozoic.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main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branches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processes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night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length of the classroom as a timeline.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the animals of each era.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“Hubble Spies Charming Spiral Galaxy Bursting with Stars” by NASA Goddard Photo and Video, CC BY 2.0, via nasa (https://www.flickr.com/photos/24662369@N07/15766783527)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“dinosaur” by ianturton, CC BY-NC-SA 2.0, via Flickr (https://www.flickr.com/photos/16041363@N00/9555513)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(Life in the Precambrian): “Western Australia, Stromatolites Sharks Bay” by VladPix, CC BY-NC-ND 2.0, via Flickr (https://www.flickr.com/photos/62825712@N07/8766549873)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(Palaeozoic ("ancient life", 541–252 million years ago)): “Trilobite Fossil at NMNH” by Mr.TinDC, CC BY-ND 2.0, via Flickr (https://www.flickr.com/photos/7471115@N08/2948579998)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2026-09-28T22:07:42Z</dcterms:created>
  <dcterms:modified xsi:type="dcterms:W3CDTF">2026-09-28T22:07:42Z</dcterms:modified>
</cp:coreProperties>
</file>