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Origin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 Origin and Earth's Structure. The key notions we shall use today are: geomorphology, structural and dynamic geomorphology, endogenic and exogenic processes, Big Bang, geologic time scale, era. At the end, you should be able to do this: learners are able to explain the origin of the Earth and place the major events of its history on the geologic time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4: The Drainage of Cameroon. The question was: Draw the map of Cameroon with the four basins and two rivers in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Atlantic basin: Sanaga, Wouri. Niger basin: Benue, Faro. Lake Chad basin: Logone, Chari. Congo basin: Sangha, Dja.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geomorphology and distinguish its two branches. Number 2: distinguish endogenic and exogenic processes. Number 3: explain the Big Bang theory. Number 4: describe the four eras of the geologic time scale. Number 5: appreciate the vastness of geologic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one of the eight planets of the solar system. Fossils are remains of ancient living things in rocks. The Mandara Mountains are near Mokolo.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are with your grandfather near the Mandara Mountains. He points to the rocks and says: "These rocks are older than any human story, older than the Benue, older than Cameroon itself." You look at the old, weathered stone and wonder what was there before the mountains. You ask: "How did the Earth begin, and how do scientists tell the long story of its history?"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origin of the Earth and how its history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 scientists think the universe began?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the Big Bang, the sudden expansion of a single, very hot and dense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the long history of the Earth organised?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geologic time scale, divided into 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rocks, fossils and landscapes as records of the history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geomorphology and helps us to understand the age and history of the landforms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two branches of geomorphology.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branch studies landforms made by rivers and wind?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Dynamic geomorphology.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internal and external processes.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a volcanic eruption an endogenic or an exogenic process?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endogenic (internal)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galaxy.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When did the Big Bang take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13.8 billion years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four eras.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era is the longest?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Precambrian (about 88 % of the history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dinosaur skeleton.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In which era did dinosaurs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Mesozoic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Geomorphology.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Big Bang theory and Geologic time scale.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Era.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Geomorphology. Geomorphology is explained as follows. Copy the point on Geomorphology on the left, then draw the diagram on the right: the branches of geomorphology.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Geomorphology. Copy the point on Its scope: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Big Bang Theory. The Big Bang theory explains the origin of the universe and of the Earth in the following stages. Copy the point on The beginning on the left, then draw the diagram on the right: a galaxy.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Big Bang Theory. Copy the point on Formation of galaxies and stars: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Big Bang Theory. Copy the point on Formation of the Earth: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Big Bang Theory. Copy the point on Evidence for the theory: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Precambrian and the Palaeozoic. The first two eras have the following duration and characteristics. Copy the point on The divisions of time on the left, then draw the diagram on the right: the geologic time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Precambrian (4,600 to 541 million years ago) on the left, then draw the diagram on the right: stromatolites, the oldest fossils.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Palaeozoic (541 to 252 million years ago) on the left, then draw the diagram on the right: a trilobite fossil.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Mesozoic and the Cenozoic. The last two eras have the following duration and characteristics. Copy the point on Mesozoic (252 to 66 million years ago) on the left, then draw the diagram on the right: a dinosaur skeleton.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Mesozoic and the Cenozoic. Copy the point on Cenozoic (66 million years ago to today):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Mesozoic and the Cenozoic. Copy the point on The place of man: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structural geomorphology from dynamic geomorphology.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structural geomorphology studies landforms made by internal structure and forces; dynamic geomorphology studies landforms made by external agents.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geological and one biological event of the Mesozoic.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pangaea broke up; dinosaurs dominated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4, 6; number 2, Precambrian; number 3, mammals.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main layers of the Earth.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Internal Structure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ORIGIN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Origin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Origin and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Origin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Geomorphology, structural and dynamic geomorphology, endogenic and exogenic processes, Big Bang, geologic time scale, era.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geomorphology (meaning, branches, processes); the Big Bang theory; the geologic time scale and the characteristics of the four eras.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origin of the Earth and place the major events of its history on the geologic time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4: The Drainage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map of Cameroon with the four basins and two rivers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basin: Sanaga, Wouri. Niger basin: Benue, Faro. Lake Chad basin: Logone, Chari. Congo basin: Sangha, Dja.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geomorphology and distinguish its two branches.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endogenic and exogenic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Big Bang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eras of the geologic time scale.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Appreciate the vastness of geologic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of the solar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Fossils are remains of ancient living things in rocks.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Mandara Mountains are near Mokolo.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are with your grandfather near the Mandara Mountains.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points to the rocks and says: "These rocks are older than any human story, older than the Benue, older than Cameroon itself."</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look at the old, weathered stone and wonder what was there before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"How did the Earth begin, and how do scientists tell the long story of its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origin of the Earth and how its history is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scientists think the universe began?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the Big Bang, the sudden expansion of a single, very hot and dense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long history of the Earth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geologic time scale, divided into eras.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rocks, fossils and landscapes as records of the history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geomorphology and helps us to understand the age and history of the landforms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o2_branch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two branches of geomorphology.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branch studies landforms made by rivers and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Dynamic geomorphology.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o2_endo_exo.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Internal and external processes.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 volcanic eruption an endogenic or an exogenic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GEOMORPHOLOGY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endogenic (internal)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BIG BANG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galax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galaxy.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BIG BANG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did the Big Bang take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BIG BANG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13.8 billion years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eologic_tim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eras.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era is the longest?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Precambrian (about 88 % of the history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inosau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dinosaur skeleton.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era did dinosaurs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GEOLOGIC TIME SCALE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Mesozoic 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Origin and Earth's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Origin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Geomorphology: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science that studies the formation, development and change of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Big Bang theory: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universe began about 13.8 billion years ago with the sudden expansion of a single, very hot and dense point.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Geologic time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chart dividing the history of the Earth into eons, eras, periods and epochs.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long division of geologic time marked by major geological and biological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Geomorphology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Geomorphology is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Geomorphology: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Geomorphology comes from Greek words meaning the study of the form of the Earth. It studies how landforms such as mountains, plains, valleys and coasts are formed and how they change over time.</a:t>
            </a:r>
            <a:endParaRPr lang="en-US" sz="3200" dirty="0"/>
          </a:p>
        </p:txBody>
      </p:sp>
      <p:pic>
        <p:nvPicPr>
          <p:cNvPr id="5" name="Image 0" descr="/home/claude/f4/img/v2/geo2_branche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branches of geomorphology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Geomorphology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Its scope: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studies the internal forces that build the relief, such as volcanism and folding, and the external forces that wear it down, such as rivers and weathering. To understand them, it starts with the origin and long history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Big Bang Theory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Big Bang theory explains the origin of the universe and of the Earth in the following stages: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beginning: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About 13.8 billion years ago, all the matter and energy of the universe were concentrated in one extremely hot and dense point. This point expanded suddenly, creating space, time, matter and energy.</a:t>
            </a:r>
            <a:endParaRPr lang="en-US" sz="2800" dirty="0"/>
          </a:p>
        </p:txBody>
      </p:sp>
      <p:pic>
        <p:nvPicPr>
          <p:cNvPr id="5" name="Image 0" descr="/home/claude/f4/img/v2/lsa_galaxy.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galaxy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Big Bang Theory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of galaxies and stars: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the universe expanded, it cooled and matter gathered under gravity into clouds of gas. These clouds formed galaxies and stars, in which heavier elements were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Big Bang Theory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of the Earth: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4.6 billion years ago, a cloud of gas and dust collapsed to form the Sun and the planets. The Earth grew by the collision of rocky fragments, then cooled and separated into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Big Bang Theory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for the theory: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Galaxies are still moving away from each other, which shows that the universe is expanding. Scientists also detect a weak radiation left over from the early hot universe, called the cosmic microwave background.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Precambrian and the Palaeozoic</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first two eras have the following duration and characteristics: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divisions of time: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Geologists divide the 4.6 billion years of Earth history into eons, eras, periods and epochs. The four main eras are the Precambrian, the Palaeozoic, the Mesozoic and the Cenozoic.</a:t>
            </a:r>
            <a:endParaRPr lang="en-US" sz="2800" dirty="0"/>
          </a:p>
        </p:txBody>
      </p:sp>
      <p:pic>
        <p:nvPicPr>
          <p:cNvPr id="6" name="Image 0" descr="/home/claude/f4/img/v2/geologic_time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geologic time scale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Precambrian and the Palaeozoic</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Precambrian (4,600 to 541 million years ago):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It covers about 88 % of the history of the Earth, during which the crust, the first continents, the oceans and the atmosphere formed. Only simple, single-celled life such as bacteria and algae existed, and the old rocks of the African Shield, including those of North Cameroon, date from this era.</a:t>
            </a:r>
            <a:endParaRPr lang="en-US" sz="2600" dirty="0"/>
          </a:p>
        </p:txBody>
      </p:sp>
      <p:pic>
        <p:nvPicPr>
          <p:cNvPr id="6" name="Image 0" descr="/home/claude/f4/img/v2/lsa_stromatolit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stromatolites, the oldest fossils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Precambrian and the Palaeozoic</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Palaeozoic (541 to 252 million years ago):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Its name means ancient life: fish, land plants, insects, amphibians and reptiles appeared, and coal formed from great forests. The continents joined into the supercontinent Pangaea, and a mass extinction ended the era.</a:t>
            </a:r>
            <a:endParaRPr lang="en-US" sz="3000" dirty="0"/>
          </a:p>
        </p:txBody>
      </p:sp>
      <p:pic>
        <p:nvPicPr>
          <p:cNvPr id="6" name="Image 0" descr="/home/claude/f4/img/v2/lsa_trilobite.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trilobite fossil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Mesozoic and the Cenozoic</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600" i="1" dirty="0">
                <a:solidFill>
                  <a:srgbClr val="111111"/>
                </a:solidFill>
                <a:latin typeface="Times New Roman" pitchFamily="34" charset="0"/>
                <a:ea typeface="Times New Roman" pitchFamily="34" charset="-122"/>
                <a:cs typeface="Times New Roman" pitchFamily="34" charset="-120"/>
              </a:rPr>
              <a:t>The last two eras have the following duration and characteristics:</a:t>
            </a:r>
            <a:endParaRPr lang="en-US" sz="2600" dirty="0"/>
          </a:p>
          <a:p>
            <a:pPr algn="l" indent="0" marL="0">
              <a:spcAft>
                <a:spcPts val="800"/>
              </a:spcAft>
              <a:buNone/>
            </a:pPr>
            <a:r>
              <a:rPr lang="en-US" sz="2600" b="1" dirty="0">
                <a:solidFill>
                  <a:srgbClr val="111111"/>
                </a:solidFill>
                <a:latin typeface="Times New Roman" pitchFamily="34" charset="0"/>
                <a:ea typeface="Times New Roman" pitchFamily="34" charset="-122"/>
                <a:cs typeface="Times New Roman" pitchFamily="34" charset="-120"/>
              </a:rPr>
              <a:t>Mesozoic (252 to 66 million years ago): </a:t>
            </a:r>
            <a:pPr algn="l" indent="0" marL="0">
              <a:spcAft>
                <a:spcPts val="800"/>
              </a:spcAft>
              <a:buNone/>
            </a:pPr>
            <a:r>
              <a:rPr lang="en-US" sz="2600" dirty="0">
                <a:solidFill>
                  <a:srgbClr val="111111"/>
                </a:solidFill>
                <a:latin typeface="Times New Roman" pitchFamily="34" charset="0"/>
                <a:ea typeface="Times New Roman" pitchFamily="34" charset="-122"/>
                <a:cs typeface="Times New Roman" pitchFamily="34" charset="-120"/>
              </a:rPr>
              <a:t>Its name means middle life: dinosaurs dominated the land, and birds, small mammals and flowering plants appeared. Pangaea broke up, the Atlantic Ocean opened, and a mass extinction killed the dinosaurs at its end.</a:t>
            </a:r>
            <a:endParaRPr lang="en-US" sz="2600" dirty="0"/>
          </a:p>
        </p:txBody>
      </p:sp>
      <p:pic>
        <p:nvPicPr>
          <p:cNvPr id="6" name="Image 0" descr="/home/claude/f4/img/v2/lsa_dinosaur.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dinosaur skeleton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Mesozoic and the Cenozoic</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Cenozoic (66 million years ago to today):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Its name means recent life: mammals became dominant, and modern humans appeared only about 300,000 years ago. The continents reached their present positions, the Alps and the Himalayas rose, and ice ages occurred.</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Geologic Time Scale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Mesozoic and the Cenozoic</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place of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the whole history of the Earth were one day of 24 hours, humans would appear only in the last few seconds. This shows how slowly most landforms have been shaped.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structural geomorphology from dynamic geomorphology.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Structural geomorphology studies landforms made by internal structure and forces; dynamic geomorphology studies landforms made by external agents.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geological and one biological event of the Mesozoic.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broke up; dinosaurs dominated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formed about ______ billion years ago.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era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Cenozoic is the age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Big Bang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Big Bang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Geologic time 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 des temps géologiques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Supercontinent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supercontinent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Landform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 de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Origin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geomorphology and distinguish its two branches. Distinguish endogenic and exogenic processes. Explain the Big Bang theory. Describe the four eras of the geologic time scale. Appreciate the vastness of geologic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origin of the Earth and place the major events of its history on the geologic time scale.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of Geomorphology; The Big Bang Theory; The Precambrian and the Palaeozoic; The Mesozoic and the Cenozoic.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main layers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branches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processes in two columns.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night sky.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length of the classroom as a timeline.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the animals of each era.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“Hubble Spies Charming Spiral Galaxy Bursting with Stars” by NASA Goddard Photo and Video, CC BY 2.0, via nasa (https://www.flickr.com/photos/24662369@N07/15766783527)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“dinosaur” by ianturton, CC BY-NC-SA 2.0, via Flickr (https://www.flickr.com/photos/16041363@N00/9555513)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(Precambrian (4,600 to 541 million years ago)): “Western Australia, Stromatolites Sharks Bay” by VladPix, CC BY-NC-ND 2.0, via Flickr (https://www.flickr.com/photos/62825712@N07/8766549873)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(Palaeozoic (541 to 252 million years ago)): “Trilobite Fossil at NMNH” by Mr.TinDC, CC BY-ND 2.0, via Flickr (https://www.flickr.com/photos/7471115@N08/2948579998)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2026-09-29T11:21:55Z</dcterms:created>
  <dcterms:modified xsi:type="dcterms:W3CDTF">2026-09-29T11:21:55Z</dcterms:modified>
</cp:coreProperties>
</file>