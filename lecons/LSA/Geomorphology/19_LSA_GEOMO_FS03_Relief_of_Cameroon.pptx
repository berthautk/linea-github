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Relief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Erosion and Depositional Processes and Landforms. The key notions we shall use today are: physiography, physiographic region, highland, lowland, plateau. At the end, you should be able to do this: learners are able to locate and describe the relief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Coastal Processes and Features. The question was: Name the highest mountain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(4,095 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physiographic regions of Cameroon. Number 2: describe the major highlands. Number 3: describe the major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Relief is shaped by internal and external forces. Mount Cameroon is a volcano.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pen pal from France asks Aïcha to describe the relief of Cameroon. She knows Mount Cameroon and the Adamawa, but not the other regions.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cannot describe all the relief regions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highland she knows.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Mount Cameroon (or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she find the information?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a relief map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relief of Cameroon to understand its climate, rivers and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relief of our country and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relief regions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relief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Western Highlands, Adamawa Plateau, Southern Plateau (also Chad Plain, coastal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highest point of Cameroon? How was it formed?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 Cameroon (4,095 m), a volcano on the Cameroon Volcanic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cattle market at Dang, near Ngaoundéré on the Adamawa Plateau.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Adamawa called the "water tower"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rivers (Benue, Sanaga, Vina) take their source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volcanic peaks in the Mandara Mountains (Rhumsiki).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are the Mandara Mountains? What are their peaks?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Far North; old volcanic necks and granite hills.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mangroves on a muddy coastal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lowland regions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lowlands (Douala) and the Chad Plain (also the Benue lowland).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Physiography of Cameroon. Cameroon has the following physiographic regions. On this slide we have Physiographic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Physiography of Cameroon. On this slide we have Cameroon Volcanic Line.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relief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Highlands. The major highlands and their characteristics are. On this slide we have Mount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Western Highlands.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Adamawa Plateau.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Highlands. On this slide we have Mandara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Major Lowlands. The major lowlands and their characteristics are. On this slide we have Coastal lowlands.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Major Lowlands. On this slide we have South Cameroon Plateau and Northern lowlands.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highest point of Cameroon and its height.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4,095 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lowland regions.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coastal lowlands and the Chad Plain (also the Benue lowland).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Adamawa; number 2, Cameroon; number 3,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soil.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 The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RELIEF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Relief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Erosion and Depositional Processes and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Relief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Physiography, physiographic region, highland, lowland, plateau.</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Physiographic regions; major highlands and lowlands; characteristics of each unit.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relief regions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Coastal Processes and Features):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highest mountain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physiographic regions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major highlands.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major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is shaped by internal and external forces.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pen pal from France asks Aïcha to describe the relief of Cameroon. She knows Mount Cameroon and the Adamawa, but not the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cannot describe all the relief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highland she knows.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(or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she find the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relief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relief of Cameroon to understand its climate, rivers and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relief of our country and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relief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PHYSIOGRAPHIC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Western Highlands, Adamawa Plateau, Southern Plateau (also Chad Plain, coastal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point of Cameroon? How was it formed?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 a volcano on the Cameroon Volcanic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adamaw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market at Dang, near Ngaoundéré on the Adamawa Plateau.</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Adamawa called the "water tower"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rivers (Benue, Sanaga, Vina) take their source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Volcanic peaks in the Mandara Mountains (Rhumsiki).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Mandara Mountains? What are their peaks?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 old volcanic necks and granite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Mangroves on a muddy coastal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lowland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(Douala) and the Chad Plain (also the Benue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Erosion and Depositional Processes and Landforms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3: Relief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physiographic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Physiographic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divided into highlands in the west and centre and lowlands on the coast, in the south and in the north. Relief rises from the coast to the Adamawa and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Volcanic 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of volcanoes runs from the Gulf of Guinea (Bioko) through Mount Cameroon to the Mandara Mountains. It gives Cameroon its highest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Physiography of Cameroon</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relief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highlands and their characteristics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active volcano, 4,040 m high, the highest point of Cameroon. Its slopes have fertile volcanic soils and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Manengouba, Bamboutos and the Bamenda plateau (1,000–3,000 m). They have volcanic soils, a cool climate and dense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at about 1,000–1,500 m in the centre of the country. It is the "water tower" of Cameroon and a region of cattle rearing.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Mandara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in the Far North along the border with Nigeria, with volcanic peaks such as Rhumsiki. Terraced farming is practised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Lowlands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lowlands and their characteristics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lowlands: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stretch from Rio del Rey to Campo, with the Douala basin, mangroves and estuaries. They are hot, wet and densely populated around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Lowlands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Cameroon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low plateau (500–800 m) covered by forest, with inselbergs. Yaoundé lies on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lowlands: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the Benue depression around Garoua and the Chad plain in the Far North. They are flat, with seasonal flooding (yaérés) near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highest point of Cameroon and its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lowland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and the Chad Plain (also the Benue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water tower of Cameroon is the ______ Plateau.</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point of Cameroon is Mount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lies in the ______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basses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tower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château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Relief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physiographic regions of Cameroon. Describe the major highlands. Describe the major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relief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Physiography of Cameroon; Major Highlands; Major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sketch map of Cameroon with the main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Mount Cameroon on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the rivers that start on the Adamawa.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Rhumsiki.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the altitude of Douala and Ngaoundéré.</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“At Dang and its livestock market” by 10b travelling / Carsten ten Brink, CC BY-NC-ND 2.0, via Flickr (https://www.flickr.com/photos/77334245@N00/7311224966)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2026-09-29T03:12:51Z</dcterms:created>
  <dcterms:modified xsi:type="dcterms:W3CDTF">2026-09-29T03:12:51Z</dcterms:modified>
</cp:coreProperties>
</file>