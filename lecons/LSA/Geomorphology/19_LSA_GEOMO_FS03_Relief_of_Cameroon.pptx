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physiography, physiographic region, highland, lowland, plateau. At the end, you should be able to do this: learners are able to locate and describe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Coastal Processes and Features. The question was: On a map of Cameroon, find Mount Cameroon, the Adamawa Plateau and the Chad Plain.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on the south-west coast near Buea; the Adamawa Plateau is in the centre (around Ngaoundéré); the Chad Plain is in the far north near Lake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physiographic regions of Cameroon. Number 2: describe the major highlands. Number 3: describe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shaped by internal and external forces.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pen pal from France asks Aïcha to describe the relief of Cameroon. She knows Mount Cameroon and the Adamawa, but not the other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describe all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highland she knows.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(or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she find the information?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a relief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relief of Cameroon to understand its climate, rivers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relief of our country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relief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Western Highlands, Adamawa Plateau, Southern Plateau (also Chad Plain, coastal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 volcano on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market at Dang, near Ngaoundéré on the Adamawa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Adamawa called the "water tower"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(Benue, Sanaga, Vina) take their source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peaks in the Mandara Mountains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the Mandara Mountains? What are their peaks?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old volcanic necks and granite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mangroves on a muddy coastal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(Douala) and the Chad Plain (also the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of Cameroon. Cameroon has the following physiographic regions. On this slide we have Physiographic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of Cameroon. On this slide we have Cameroon Volcanic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Highlands. The major highlands and their characteristics are. On this slide we have Mount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Mandara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Lowlands. The major lowlands and their characteristics are. On this slide we have Coastal lowlands.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Lowlands. On this slide we have South Cameroon Plateau and Northern lowlands.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highest point of Cameroon and its height.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lowland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lowlands and the Chad Plain (also the Benue lowland).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Adamawa; number 2, Cameroon;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the Geomorphology lessons. Draw and label a sketch map of the relief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 highland, lowland,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Physiographic regions; major highlands and lowlands;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Coastal Processes and Features):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find Mount Cameroon, the Adamawa Plateau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on the south-west coast near Buea; the Adamawa Plateau is in the centre (around Ngaoundéré); the Chad Plain is in the far north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physiographic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shaped by internal and external forces.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pen pal from France asks Aïcha to describe the relief of Cameroon. She knows Mount Cameroon and the Adamawa, but not the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describe all the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highland she knows.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(or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she find the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relief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relief of Cameroon to understand its climate, rivers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relief of our country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Western Highlands, Adamawa Plateau, Southern Plateau (also Chad Plain,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 volcano on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adamaw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market at Dang, near Ngaoundéré on the Adamawa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(Benue, Sanaga, Vina) take their source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peaks in the Mandara Mountains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 What are their peaks?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old volcanic necks and granite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 on a muddy coastal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physiographic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divided into highlands in the west and centre and lowlands on the coast, in the south and in the north. Relief rises from the coast to the Adamawa and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Volcanic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volcanoes runs from the Gulf of Guinea (Bioko) through Mount Cameroon to the Mandara Mountains. It gives Cameroon its highest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highlands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active volcano, 4,040 m high, the highest point of Cameroon. Its slopes have fertile volcanic soils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Manengouba, Bamboutos and the Bamenda plateau (1,000–3,000 m). They have volcanic soils, a cool climate and dense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at about 1,000–1,500 m in the centre of the country. It is the "water tower" of Cameroon and a region of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border with Nigeria, with volcanic peaks such as Rhumsiki. Terraced farming is practised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lowlands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stretch from Rio del Rey to Campo, with the Douala basin, mangroves and estuaries. They are hot, wet and densely populated around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 plateau (500–800 m) covered by forest, with inselbergs. Yaoundé lies on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Benue depression around Garoua and the Chad plain in the Far North. They are flat, with seasonal flooding (yaérés)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point of Cameroon and its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tower of Cameroon is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the Geomorphology lessons. Draw and label a sketch map of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château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physiographic regions of Cameroon. Describe the major highlands. Describe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Physiography of Cameroon; Major Highlands;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Geomorphology lessons. Draw and label a sketch map of the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with the main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Mount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rivers that start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altitude of Douala and Ngaoundéré.</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2026-09-27T10:31:33Z</dcterms:created>
  <dcterms:modified xsi:type="dcterms:W3CDTF">2026-09-27T10:31:33Z</dcterms:modified>
</cp:coreProperties>
</file>