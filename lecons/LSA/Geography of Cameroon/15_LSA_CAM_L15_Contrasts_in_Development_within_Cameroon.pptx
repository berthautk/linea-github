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Contrasts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development, regional inequality, core, periphery, backwash effects, spread effects, indicators of development, decentralisation. At the end, you should be able to do this: learners are able to explain the contrasts in development between regions of Cameroon and assess the measures taken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Tourism Development in Cameroon. The question was: Name one region of Cameroon that is more developed and one that is less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More developed: the Littoral (Douala) or the Centre (Yaoundé). Less developed: the Far North, the North or the Adamawa.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recall the models of Friedmann and Myrdal. Number 2: compare a prosperous region and a lagging region with indicators of development. Number 3: explain the factors of the inequality. Number 4: assess the measures attempted to reduce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economic capital of Cameroon. The Adamawa is mainly a cattle-rearing region. Development means improving the living conditions of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from Garoua, wants to become a software engineer. He discovers that the best courses, the technology companies and fast internet are in Yaoundé and Douala, where his cousin has already found an internship. Hamadou asks: "Why are some regions of Cameroon so much more developed than others, and what can be done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 and Hamadou wants to know why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best opportunities?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unequal development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Regional inequality (contrasts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the development of your region and support balanced national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inequalities in Cameroon and the policies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core and its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skilled people and capital go in the core-periphery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Towards the core (the most developed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Douala a prosperous or a lagging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prosperous region (a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more schools and hospitals?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natural advantage of the coastal lowlands.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the sea (port), also oil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building schools in lagging regions reduce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trains local people, who can find better jobs and develop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Recall of the Models of Regional Inequality. The models of regional inequality are the following. Copy the point on Myrdal (cumulative causation, 1957) on the left, then draw the diagram on the right: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Copy the point on Backwash and spread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Copy the point on Friedmann (core-periphery, 1966):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Contrasting Regions: Case Study. The case study compares the following two regions. Copy the point on Prosperous region: the Coastal lowlands on the left, then draw the diagram on the right: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Lagging region: the Adamawa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of Differences in Development. The indicators of the differences between the two regions are the following. Copy the point on Income and poverty on the left, then draw the diagram on the right: indicators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Copy the point on 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Copy the point on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Copy the point on Health: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Copy the point on Other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Inequality. The inequality is explained by the following factors. Copy the point on Natural resources and position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Human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Historical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Copy the point on Government policy and investment: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and Administrative Measures. Each measure reduces the gap between the rich coast and lagging regions such as the Adamawa and the North in the following way. Copy the point on Decentralisation: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the point on Regional development agencies (MEADEN in the North, MIDENO and UNVDA in the North-West):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Administrative Measures. Copy the point on Special reconstruction plans (Far North, North-West, South-West):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Socio-Economic Measures. Each measure reduces the gap between the rich coast and lagging regions such as the Adamawa and the North in the following way. Copy the point on Roads and railway (National Road No. 1, Ngaoundéré–Garoua road, railway to Ngaoundéré):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Electricity and water (Lagdo dam, rural electrification):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Support to agriculture and livestock (SODECOTON, Adamawa livestock projects):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Measures. Copy the point on Universities and hospitals (Ngaoundéré 1993, Maroua 2008, Garoua 2022; regional hospitals):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Difficulties and Challenges. These measures have only partly reduced inequality for the following reasons. Copy the point on Limited funding and poor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Incomplete decentralisation: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and Challenges. Copy the point on Strong backwash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backwash and spread effects.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backwash effects draw labour and capital from poor regions to the core; spread effects are the growth that spreads from the core to poorer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that show that the coast is more developed than the Adamawa.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poverty and more schools and hospitals (also more formal jobs and better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Myrdal;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indicators of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CONTRASTS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Contrasts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Contrasts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regional inequality, core, periphery, backwash effects, spread effects, indicators of development, decentralisation.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models of regional inequality (Friedmann and Myrdal); contrasting regions (case study: Adamawa versus the Coastal lowlands); indicators of differences in development; factors; measures attempted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developed: the Littoral (Douala) or the Centre (Yaoundé). Less developed: the Far North, the North or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Friedmann and Myrdal.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region and a lagging region with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measures attempted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mainly a cattle-rearing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improving the living conditions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from Garoua, wants to become a software engineer.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discovers that the best courses, the technology companies and fast internet are in Yaoundé and Douala, where his cousin has already found an internship.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"Why are some regions of Cameroon so much more developed than others, and what can be done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 and Hamadou wants to know why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best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unequal development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inequality (contrasts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the development of your region and support balanced national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inequalities in Cameroon and the policies to reduce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core and its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skilled people and capital go in the core-periphery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core (the most developed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Douala a prosperous or a lagging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prosperous region (a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more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natural advantage of 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the sea (port), also oil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building schools in lagging regions reduce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trains local people, who can find better jobs and develop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the living conditions of people (income, health, education,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unequal level of development between regions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prosperous region where population, capital and activities are concentrated.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less developed region that depends on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models of regional inequality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Myrdal (cumulative causation, 1957):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initial advantage (a port, a capital) attracts investment and grows by a cumulative process.</a:t>
            </a:r>
            <a:endParaRPr lang="en-US" sz="3600" dirty="0"/>
          </a:p>
        </p:txBody>
      </p:sp>
      <p:pic>
        <p:nvPicPr>
          <p:cNvPr id="5" name="Image 0" descr="/home/claude/f4/img/v2/core_peripher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and spread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region draws labour, capital and raw materials from poorer regions (backwash), and later some growth spreads to them (spread), but backwash is often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1966):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dominant core and a dependent periphery; inequality grows in the early stages and may fall later when development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case study compares the following two regions: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Prosperous region: the Coastal lowlands: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With Douala, Limbe and Kribi, they are the economic heart of Cameroon: port, industries, plantations, oil, services.</a:t>
            </a:r>
            <a:endParaRPr lang="en-US" sz="3600" dirty="0"/>
          </a:p>
        </p:txBody>
      </p:sp>
      <p:pic>
        <p:nvPicPr>
          <p:cNvPr id="5" name="Image 0" descr="/home/claude/f4/img/v2/cmr_contrast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Lagging region: the Adamawa: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landlocked plateau, sparsely populated, living mainly from cattle rearing and farming.</a:t>
            </a:r>
            <a:endParaRPr lang="en-US" sz="3600" dirty="0"/>
          </a:p>
        </p:txBody>
      </p:sp>
      <p:pic>
        <p:nvPicPr>
          <p:cNvPr id="5"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indicators of the differences between the two regions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and poverty: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Poverty is very low in Douala (about 4 % of people in 2014) but high in the Adamawa (about 47 %).</a:t>
            </a:r>
            <a:endParaRPr lang="en-US" sz="3600" dirty="0"/>
          </a:p>
        </p:txBody>
      </p:sp>
      <p:pic>
        <p:nvPicPr>
          <p:cNvPr id="5" name="Image 0" descr="/home/claude/f4/img/v2/cmr_dev_tab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indicators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formal jobs in industry, the port and services on the coast; mostly farming and herding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schools and universities (Douala, Buea) on the coast; fewer schools and lower school enrolment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hospitals and doctors on the coast; fewer health centres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Paved roads, electricity, water and internet are much better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inequality is explained by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resources and 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 has the sea, oil, gas and fertile soils; the Adamawa is landlocked and far from the ports.</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attracts skilled people and has more educated workers; the Adamawa loses young people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rulers invested first on the coast (port, railway,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Investment has long been concentrated in Douala and Yaoundé, attracting private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State transfers powers and money to elected Regional Councils (since 2020) and to councils. It reduces inequality because decisions and money are no longer concentrated in Yaoundé; each region can spend its own budget on its own roads, schools and water points.</a:t>
            </a:r>
            <a:endParaRPr lang="en-US" sz="3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Regional development agencies (MEADEN in the North, MIDENO and UNVDA in the North-West):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These bodies bring projects, technicians and money to regions that private investors neglect. They reduce inequality because they replace the missing private investment and create jobs and income where there were few.</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Political and Administrative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Special reconstruction plans (Far North, North-West, South-West):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State rebuilds schools, health centres and roads destroyed by insecurity. They reduce inequality because they stop these regions from falling further behind and allow people to return and work.</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Each measure reduces the gap between the rich coast and lagging regions such as the Adamawa and the North in the following way:</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Roads and railway (National Road No. 1, Ngaoundéré–Garoua road, railway to Ngaoundéré):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Remote regions are connected to markets and to the port of Douala. This reduces inequality because transport becomes cheaper and faster, so farmers and herders sell more at better prices, and firms can settle outside the coast.</a:t>
            </a:r>
            <a:endParaRPr lang="en-US" sz="2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and water (Lagdo dam, rural electrification):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receives electricity and water for irrigation. This reduces inequality because factories, mills and shops can work, and irrigated rice gives farmers a second harvest and more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Support to agriculture and livestock (SODECOTON, Adamawa livestock projects):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Farmers receive seeds, fertiliser and a guaranteed market. This reduces inequality because it raises incomes in rural regions whose economy depends almost only on farming and herding.</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Socio-Economic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Universities and hospitals (Ngaoundéré 1993, Maroua 2008, Garoua 2022; regional hospitals):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Higher education and health care come closer to the people. This reduces inequality because young people study near home instead of leaving for Douala or Yaoundé, skilled workers stay in their region, and people live healthier and work more.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These measures have only partly reduced inequality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Limited funding and poor management: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national budget is small, large projects such as roads and dams often depend on foreign loans, and part of the money is misused. As a result, many projects in lagging regions are delayed, badly built or left unfinished.</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and local councils still receive only a small share of the State budget and lack qualified staff. They therefore cannot really plan and finance their own development, and many decisions are still taken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Boko Haram attacks in the Far North and the crisis in the North-West and South-West have destroyed schools, health centres, markets and roads. Investors and civil servants avoid these regions, and many people have fled, so the gap with the coast has widened.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Difficulties and Challenges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backwash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keep attracting capital, industries and educated young people from the whole country. Growth spreads to the periphery much more slowly than resources leave it, as Myrdal's model predicts.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backwash and spread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draw labour and capital from poor regions to the core; spread effects are the growth that spreads from the core to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that show that the coast is more developed than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poverty and more schools and hospitals (also more formal jobs and better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prosperous region in the core-periphery model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of cumulative causation was proposed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Giving powers to regional and local councils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régionale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Contrasts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Friedmann and Myrdal. Compare a prosperous region and a lagging region with indicators of development. Explain the factors of the inequality. Assess the measures attempted to reduce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Recall of the Models of Regional Inequality; The Contrasting Regions: Case Study; Indicators of Differences in Development; Factors of the Inequality; Political and Administrative Measures; Socio-Economic Measures; Difficulties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core and its periphery.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cores and lagging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Douala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universities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(Lagging region: the Adamawa):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2026-09-29T10:53:20Z</dcterms:created>
  <dcterms:modified xsi:type="dcterms:W3CDTF">2026-09-29T10:53:20Z</dcterms:modified>
</cp:coreProperties>
</file>