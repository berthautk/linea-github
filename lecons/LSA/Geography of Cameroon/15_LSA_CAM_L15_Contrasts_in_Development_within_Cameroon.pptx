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Contrasts in Development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development, regional inequality, core, periphery, backwash effects, spread effects, indicators of development, decentralisation. At the end, you should be able to do this: learners are able to explain the contrasts in development between regions of Cameroon and assess the measures taken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Tourism Development in Cameroon. The question was: Name one region of Cameroon that is more developed and one that is less developed.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More developed: the Littoral (Douala) or the Centre (Yaoundé). Less developed: the Far North, the North or the Adamawa.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recall the models of Friedmann and Myrdal. Number 2: compare a prosperous region and a lagging region with indicators of development. Number 3: explain the factors of the inequality. Number 4: assess the measures attempted to reduce regional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is the economic capital of Cameroon. The Adamawa is mainly a cattle-rearing region. Development means improving the living conditions of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Hamadou, from Garoua, wants to become a software engineer. He discovers that the best courses, the technology companies and fast internet are in Yaoundé and Douala, where his cousin has already found an internship. Hamadou asks: "Why are some regions of Cameroon so much more developed than others, and what can be done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Development is unequal between regions, and Hamadou wants to know why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best opportunities?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Yaoundé and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unequal development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Regional inequality (contrasts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take part in the development of your region and support balanced national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regional inequalities in Cameroon and the policies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core and its periphery.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 skilled people and capital go in the core-periphery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Towards the core (the most developed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prosperous and lagging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Douala a prosperous or a lagging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prosperous region (a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coastal lowlands and Adamawa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more schools and hospitals?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lowlands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natural advantage of the coastal lowlands.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Access to the sea (port), also oil and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building schools in lagging regions reduce inequality?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trains local people, who can find better jobs and develop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Development and Regional inequality.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and Periphery.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Recall of the Models of Regional Inequality. The models of regional inequality are the following. Copy the point on Myrdal (cumulative causation, 1957) on the left, then draw the diagram on the right: core and periphery.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Recall of the Models of Regional Inequality. On this slide we have Backwash and spread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Recall of the Models of Regional Inequality. On this slide we have Friedmann (core-periphery, 1966).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Contrasting Regions: Case Study. The case study compares the following two regions. Copy the point on Prosperous region: the Coastal lowlands on the left, then draw the diagram on the right: prosperous and lagging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Lagging region: the Adamawa on the left, then draw the diagram on the right: the Adamawa Plateau.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Indicators of Differences in Development. The indicators of the differences between the two regions are the following. Copy the point on Income and poverty on the left, then draw the diagram on the right: indicators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of Differences in Development. On this slide we have Employment and Education.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of Differences in Development. On this slide we have Health and Other infrastructure.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Inequality. The inequality is explained by the following factors. Copy the point on Natural resources and position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On this slide we have Human resources and Historical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On this slide we have Government policy and investment.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Attempted to Reduce Inequality. The measures attempted and their difficulties are the following. On this slide we have Political and administrative measures.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Attempted to Reduce Inequality. On this slide we have Infrastructure.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Education and health on the left, then draw the diagram on the right: a school.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Attempted to Reduce Inequality. On this slide we have Development agencies and projects and Difficulties.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backwash and spread effects.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backwash effects draw labour and capital from poor regions to the core; spread effects are the growth that spreads from the core to poorer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indicators that show that the coast is more developed than the Adamawa.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lower poverty and more schools and hospitals (also more formal jobs and better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core; number 2, Myrdal; number 3, decentralisation.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indicators of development.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15: CONTRASTS IN DEVELOPMENT WITHIN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Contrasts in Development within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Contrasts in Development within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regional inequality, core, periphery, backwash effects, spread effects, indicators of development, decentralisation.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Recall of the models of regional inequality (Friedmann and Myrdal); contrasting regions (case study: Adamawa versus the Coastal lowlands); indicators of differences in development; factors; measures attempted to reduce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contrasts in development between regions of Cameroon and assess the measures taken to reduce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Tourism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region of Cameroon that is more developed and one that is less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developed: the Littoral (Douala) or the Centre (Yaoundé). Less developed: the Far North, the North or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models of Friedmann and Myrdal.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a prosperous region and a lagging region with indicators of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measures attempted to reduce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economic capital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is mainly a cattle-rearing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means improving the living conditions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from Garoua, wants to become a software engineer.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discovers that the best courses, the technology companies and fast internet are in Yaoundé and Douala, where his cousin has already found an internship.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asks: "Why are some regions of Cameroon so much more developed than others, and what can be done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is unequal between regions, and Hamadou wants to know why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best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Yaoundé and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unequal development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inequality (contrasts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part in the development of your region and support balanced national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regional inequalities in Cameroon and the policies to reduce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re_periphe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core and its periphery.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skilled people and capital go in the core-periphery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the core (the most developed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contra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Prosperous and lagging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Douala a prosperous or a lagging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prosperous region (a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dev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lowlands and Adamawa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more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natural advantage of the coastal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 to the sea (port), also oil and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building schools in lagging regions reduce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trains local people, who can find better jobs and develop their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Contrasts in Development within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the living conditions of people (income, health, education,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inequality: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unequal level of development between regions of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prosperous region where population, capital and activities are concentrated.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Periphery: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less developed region that depends on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models of regional inequality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Myrdal (cumulative causation, 1957):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 initial advantage (a port, a capital) attracts investment and grows by a cumulative process.</a:t>
            </a:r>
            <a:endParaRPr lang="en-US" sz="3200" dirty="0"/>
          </a:p>
        </p:txBody>
      </p:sp>
      <p:pic>
        <p:nvPicPr>
          <p:cNvPr id="5" name="Image 0" descr="/home/claude/f4/img/v2/core_peripher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core and periphery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Backwash and spread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region draws labour, capital and raw materials from poorer regions (backwash), and later some growth spreads to them (spread), but backwash is often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Friedmann (core-periphery, 1966):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dominant core and a dependent periphery; inequality grows in the early stages and may fall later when development spreads.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Contrasting Regions: Case Study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case study compares the following two regions: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Prosperous region: the Coastal lowlands: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With Douala, Limbe and Kribi, they are the economic heart of Cameroon: port, industries, plantations, oil, services.</a:t>
            </a:r>
            <a:endParaRPr lang="en-US" sz="3200" dirty="0"/>
          </a:p>
        </p:txBody>
      </p:sp>
      <p:pic>
        <p:nvPicPr>
          <p:cNvPr id="5" name="Image 0" descr="/home/claude/f4/img/v2/cmr_contrast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prosperous and lagging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Contrasting Regions: Case Study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Lagging region: the Adamawa: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high, landlocked plateau, sparsely populated, living mainly from cattle rearing and farming.</a:t>
            </a:r>
            <a:endParaRPr lang="en-US" sz="3600" dirty="0"/>
          </a:p>
        </p:txBody>
      </p:sp>
      <p:pic>
        <p:nvPicPr>
          <p:cNvPr id="5" name="Image 0" descr="/home/claude/f4/img/v2/lsa_adamaw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 Plateau</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indicators of the differences between the two regions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Income and poverty: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Poverty is very low in Douala (about 4 % of people in 2014) but high in the Adamawa (about 47 %).</a:t>
            </a:r>
            <a:endParaRPr lang="en-US" sz="3000" dirty="0"/>
          </a:p>
        </p:txBody>
      </p:sp>
      <p:pic>
        <p:nvPicPr>
          <p:cNvPr id="5" name="Image 0" descr="/home/claude/f4/img/v2/cmr_dev_tab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indicators compared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formal jobs in industry, the port and services on the coast; mostly farming and herding in the Adamawa.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schools and universities (Douala, Buea) on the coast; fewer schools and lower school enrolment in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hospitals and doctors on the coast; fewer health centres in the Adamawa.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Paved roads, electricity, water and internet are much better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inequality is explained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Natural resources and position: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coast has the sea, oil, gas and fertile soils; the Adamawa is landlocked and far from the ports.</a:t>
            </a:r>
            <a:endParaRPr lang="en-US" sz="3200" dirty="0"/>
          </a:p>
        </p:txBody>
      </p:sp>
      <p:pic>
        <p:nvPicPr>
          <p:cNvPr id="5"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attracts skilled people and has more educated workers; the Adamawa loses young people (backwash).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rulers invested first on the coast (port, railway,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policy and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Investment has long been concentrated in Douala and Yaoundé, attracting private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measures attempted and their difficulties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and administrative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Decentralisation gives powers and resources to regional and local councils (regional councils elected in 2020).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(Ngaoundéré–Garoua), the railway to Ngaoundéré, dams and electrification in lagging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Education and health: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New universities in lagging regions (Ngaoundéré, Maroua, Garoua) and new hospitals.</a:t>
            </a:r>
            <a:endParaRPr lang="en-US" sz="3600" dirty="0"/>
          </a:p>
        </p:txBody>
      </p:sp>
      <p:pic>
        <p:nvPicPr>
          <p:cNvPr id="5" name="Image 0" descr="/home/claude/f4/img/v2/usa_schoo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school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agencies and projects: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development agencies, agricultural and livestock projects and special plans for the northern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Limited funds, slow implementation, corruption, insecurity and the strong pull of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backwash and spread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Backwash effects draw labour and capital from poor regions to the core; spread effects are the growth that spreads from the core to poorer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that show that the coast is more developed than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poverty and more schools and hospitals (also more formal jobs and better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prosperous region in the core-periphery model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model of cumulative causation was proposed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Giving powers to regional and local councils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Regional inequality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L'inégalité régionale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Periphery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périphérie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Indicator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Contrasts in Development within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models of Friedmann and Myrdal. Compare a prosperous region and a lagging region with indicators of development. Explain the factors of the inequality. Assess the measures attempted to reduce regional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contrasts in development between regions of Cameroon and assess the measures taken to reduce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Recall of the Models of Regional Inequality; The Contrasting Regions: Case Study; Indicators of Differences in Development; Factors of the Inequality; Measures Attempted to Reduce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indicators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core and its periphery.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mark cores and lagging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Douala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new universities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(Lagging region: the Adamawa):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2026-09-29T03:12:13Z</dcterms:created>
  <dcterms:modified xsi:type="dcterms:W3CDTF">2026-09-29T03:12:13Z</dcterms:modified>
</cp:coreProperties>
</file>