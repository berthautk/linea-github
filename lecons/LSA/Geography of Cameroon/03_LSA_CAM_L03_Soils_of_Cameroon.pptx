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soil, zonal soils, azonal soils, intrazonal soils, ferrallitic soils, ferruginous soils, vertisols, leaching, laterite. At the end, you should be able to do this: learners are able to identify the soil types of Cameroon, give their characteristics and locate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Climate of Cameroon. The question was: Name the three groups of soils studied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Zonal soils, azonal soils and intrazonal soils.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zonal, azonal and intrazonal soils. Number 2: describe the characteristics and location of the zonal soils of Cameroon. Number 3: describe the characteristics and location of the azonal soils. Number 4: describe the characteristics and location of the hydromorphic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forms from the weathering of rocks and the decay of plants. Heavy rain washes plant food deep into the soil. The South is wetter than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Yves, from a village near Sangmélima, helps his friend Alim on a farm in the Far North. He picks up the dark soil and says: "At home our soil is red and hard, and after a few years of cassava it is finished." Alim answers that here the soil cracks in the dry season but gives good sorghum. Yves asks: "Why are the soils of Cameroon so different from one region to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Yves does not know why the soils of Cameroon differ from region to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soil of Sangmélima.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red, hard and loses its fertility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soil of the Far North do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crops and farming methods that suit the soil of your area and protect it from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soils of Cameroon, their fertility and the crops that suit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soils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soil covers most of the southern half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Ferrallitic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soil of the forest zone.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these soils red and poor?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contain iron oxides, and heavy rain washes the plant food away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dark clay soil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this dark soil crack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rich in clay that swells when wet and shrinks when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farms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 soils around Mount Cameroon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come from young volcanic rocks rich in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crop suits waterlogged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Zonal soils and Azonal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Intrazonal soils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Ferrallitic Soils. Ferrallitic soils have the following location and characteristics. Copy the point on Location on the left, then draw the diagram on the right: the soils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Characteristics on the left, then draw the diagram on the right: a red ferrallitic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Ferrallitic Soils. Copy the point on Use: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Ferruginous Soils. Tropical ferruginous soils have the following location and characteristics. Copy the point on Location: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Characteristics on the left, then draw the diagram on the right: a lateritic crust.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Ferruginous Soils. Copy the point on Use: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Black Earths (Vertisols). Tropical black earths have the following location and characteristics. Copy the point on Location on the left, then draw the diagram on the right: a black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Characteristics on the left, then draw the diagram on the right: a cracked black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Black Earths (Vertisols). Copy the point on Use: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Soils. Volcanic soils have the following location and characteristics. Copy the point on Location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Soils. Copy the point on Characteristics: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Soils. Copy the point on Use: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Alluvial and Mountain Soils. Alluvial and mountain soils have the following location and characteristics. Copy the point on Alluvial soils: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Mountain soils on the left, then draw the diagram on the right: terraces.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Intrazonal Soils: Hydromorphic Soils. Hydromorphic soils have the following location and characteristics. Copy the point on Location: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Intrazonal Soils: Hydromorphic Soils. Copy the point on Characteristics: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Use on the left, then draw the diagram on the right: a rice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characteristic and one location of ferrallitic soils.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red, deep and leached; they cover the Southern Plateau.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volcanic soils fertile?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young soils formed from lava and ash rich in minerals and not yet leached.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zonal; number 2, vertisols (tropical black earths); number 3, hydromorphic.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savanna found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Vegetation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zonal soils, azonal soils, intrazonal soils, ferrallitic soils, ferruginous soils, vertisols, leaching, laterite.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Zonal soils (ferrallitic, ferruginous, tropical black earths); azonal soils (alluvial, volcanic, mountain); intrazonal soils (hydromorphic); characteristics and location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soil types of Cameroon, give their characteristics and locate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Climate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soils studied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soils, azonal soils and intrazonal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zonal, azonal and intrazonal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location of the zonal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location of the azonal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location of the hydromorphic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forms from the weathering of rocks and the decay of plants.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washes plant food deep into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wetter than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Yves, from a village near Sangmélima, helps his friend Alim on a farm in the Far North.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picks up the dark soil and says: "At home our soil is red and hard, and after a few years of cassava it is finished."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Alim answers that here the soil cracks in the dry season but gives good sorghum.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Yves asks: "Why are the soils of Cameroon so different from one region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Yves does not know why the soils of Cameroon differ from region to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soil of Sangmélima.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red, hard and loses its fertility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soil of the Far North do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crops and farming methods that suit the soil of your area and protect it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soils of Cameroon, their fertility and the crops that suit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covers most of the southern half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 of the forest zone.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these soils red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contain iron oxides, and heavy rain washes the plant food away (leaching).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dark clay soil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dark soil crack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rich in clay that swells when wet and shrinks when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around Mount Cameroon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young volcanic rocks rich in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 suits waterlogged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loose top layer of the Earth's surface, made of mineral particles, humus, air and water, in which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mature soils whose characteristics mainly reflect the climate and vegetation of a large zone.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soils whose characteristics mainly reflect their parent material (volcanic rock, river deposits) or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Intrazonal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soils formed by a strong local condition, such as waterlogging, which overrides the effect of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of soluble plant nutrients down through the soil by rainwater.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Ferrallitic Soils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Ferrallitic soils have the following location and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cover the Southern Plateau (Centre, South and East), the forest parts of the Littoral and South-West and much of the Adamawa Plateau. They are the most widespread soils of Cameroon.</a:t>
            </a:r>
            <a:endParaRPr lang="en-US" sz="2800" dirty="0"/>
          </a:p>
        </p:txBody>
      </p:sp>
      <p:pic>
        <p:nvPicPr>
          <p:cNvPr id="6" name="Image 0" descr="/home/claude/f4/img/v2/cameroon_soils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soils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Ferrallitic Soils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are deep, red or yellow soils, coloured by oxides of iron and aluminium. Heavy rain all year leaches their nutrients, so they are acid and become poor once the forest is cleared.</a:t>
            </a:r>
            <a:endParaRPr lang="en-US" sz="3400" dirty="0"/>
          </a:p>
        </p:txBody>
      </p:sp>
      <p:pic>
        <p:nvPicPr>
          <p:cNvPr id="6" name="Image 0" descr="/home/claude/f4/img/v2/f4_redsoi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ferrallitic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Ferrallitic Soils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suit tree crops such as cocoa, coffee, oil palm and rubber, whose roots go deep. Food crops are grown by shifting cultivation, which lets the soil 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Ferruginous Soils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Tropical ferruginous soils have the following location and characteristics: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They cover the savanna of the North Region, in the Benue plain around Garoua, and the northern edge of the Adamawa. They are the typical soils of the Sudan savanna.</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Ferruginous Soils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reddish-brown, rich in iron and less leached than ferrallitic soils because the rainy season is shorter. Where the vegetation is removed, iron can harden into a lateritic crust that is hard to plough.</a:t>
            </a:r>
            <a:endParaRPr lang="en-US" sz="3200" dirty="0"/>
          </a:p>
        </p:txBody>
      </p:sp>
      <p:pic>
        <p:nvPicPr>
          <p:cNvPr id="6" name="Image 0" descr="/home/claude/f4/img/v2/f2t_laterite.jpg">    </p:cNvPr>
          <p:cNvPicPr>
            <a:picLocks noChangeAspect="1"/>
          </p:cNvPicPr>
          <p:nvPr/>
        </p:nvPicPr>
        <p:blipFill>
          <a:blip r:embed="rId1"/>
          <a:stretch>
            <a:fillRect/>
          </a:stretch>
        </p:blipFill>
        <p:spPr>
          <a:xfrm>
            <a:off x="6537960" y="2400042"/>
            <a:ext cx="5470855" cy="303632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lateritic crust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Ferruginous Soils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support cotton, maize, groundnuts, sorghum and grazing. Because they are not very rich, they need manure or fertilisers to give good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Tropical black earths have the following location and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found in the plains of the Far North, around Maroua, Kaélé and the Mayo-Danay, and in patches of the Benue plain. They form in flat areas with a long dry season.</a:t>
            </a:r>
            <a:endParaRPr lang="en-US" sz="2800" dirty="0"/>
          </a:p>
        </p:txBody>
      </p:sp>
      <p:pic>
        <p:nvPicPr>
          <p:cNvPr id="6" name="Image 0" descr="/home/claude/f4/img/v2/f2t_black_soi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black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dark grey to black clay soils, rich in calcium and magnesium. They swell and become sticky when wet, and shrink and crack deeply when dry.</a:t>
            </a:r>
            <a:endParaRPr lang="en-US" sz="3600" dirty="0"/>
          </a:p>
        </p:txBody>
      </p:sp>
      <p:pic>
        <p:nvPicPr>
          <p:cNvPr id="6" name="Image 0" descr="/home/claude/f4/img/v2/f2t_cracked_soi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cracked black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Tropical Black Earths (Vertisols)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and hold water for a long time after the rains. They support cotton and dry-season sorghum (muskwari), grown on the land called karal.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Volcanic Soils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Volcanic soils have the following location and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found on Mount Cameroon, the Bamboutos, the Bamenda Highlands and parts of the Adamawa. These are the areas of the Cameroon Volcanic Line.</a:t>
            </a:r>
            <a:endParaRPr lang="en-US" sz="3200" dirty="0"/>
          </a:p>
        </p:txBody>
      </p:sp>
      <p:pic>
        <p:nvPicPr>
          <p:cNvPr id="6" name="Image 0" descr="/home/claude/f4/img/v2/lsa_mtcameroo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Volcanic Soils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dark soils formed from lava and ash. They are very rich in minerals and hold water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Volcanic Soils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allow intensive farming of bananas, tea, coffee and food crops all year. Their fertility explains the dense population of the Western Highlands and the plantations of the CDC.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Alluvial and Mountain Soils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Alluvial and mountain soils have the following location and characteristics: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Alluvial soils: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are layers of silt, sand and clay deposited by rivers along the Benue, the Logone, the Sanaga, the Mungo and the Wouri. Renewed by each flood, they are very fertile and good for rice, market gardening and dry-season crops.</a:t>
            </a:r>
            <a:endParaRPr lang="en-US" sz="34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Soils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Alluvial and Mountain Soils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Mountain soils: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They are thin, stony, young soils on steep slopes, such as those of the Mandara Mountains and the high slopes of the Western Highlands. They are easily eroded, so farmers build terraces to keep them, as in the Mandara Mountains.</a:t>
            </a:r>
            <a:endParaRPr lang="en-US" sz="3000" dirty="0"/>
          </a:p>
        </p:txBody>
      </p:sp>
      <p:pic>
        <p:nvPicPr>
          <p:cNvPr id="6" name="Image 0" descr="/home/claude/f4/img/v2/f4_terraces.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terraces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Intrazonal Soils: Hydromorphic Soils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Hydromorphic soils have the following location and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poorly drained areas: the floodplains (yaérés) of the Logone, the Ndop plain and the coastal swamps and mangroves. Water covers them for several months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Intrazonal Soils: Hydromorphic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grey or bluish clay soils, waterlogged for long periods and poor in oxygen. Their colour comes from iron that has lost its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Intrazonal Soils: Hydromorphic Soils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unsuitable for most crops but very good for rice. They are used by the SEMRY scheme at Yagoua and Maga and by the UNVDA scheme at Ndop.</a:t>
            </a:r>
            <a:endParaRPr lang="en-US" sz="3600" dirty="0"/>
          </a:p>
        </p:txBody>
      </p:sp>
      <p:pic>
        <p:nvPicPr>
          <p:cNvPr id="5" name="Image 0" descr="/home/claude/f4/img/v2/f4_ricefield.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and one location of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 deep and leached; they cover the Southern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young soils formed from lava and ash rich in minerals and not yet leached.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whose character depends mainly on climate are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Black clay soils that crack in the dry season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Waterlogged soils are called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savanna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L'alluvion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Waterlogged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Engorgé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cuirasse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zonal, azonal and intrazonal soils. Describe the characteristics and location of the zonal soils of Cameroon. Describe the characteristics and location of the azonal soils. Describe the characteristics and location of the hydromorphic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soil types of Cameroon, give their characteristics and locate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Ferrallitic Soils; Ferruginous Soils; Tropical Black Earths (Vertisols); Volcanic Soils; Alluvial and Mountain Soils; Intrazonal Soils: Hydromorphic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savanna found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the soils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wet and dry some clay.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crops of the South-West.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the SEMRY rice scheme.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(Characteristics): “Laterite soil bricks in Richard Rebello's farm” by India Water Portal, CC BY-NC-SA 2.0, via Flickr (https://www.flickr.com/photos/21623815@N03/10720461943)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(Mountain soils):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2026-10-06T05:41:35Z</dcterms:created>
  <dcterms:modified xsi:type="dcterms:W3CDTF">2026-10-06T05:41:35Z</dcterms:modified>
</cp:coreProperties>
</file>