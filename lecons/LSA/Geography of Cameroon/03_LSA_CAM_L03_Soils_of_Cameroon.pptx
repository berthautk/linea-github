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soil, zonal soils, azonal soils, intrazonal soils, ferrallitic soils, ferruginous soils, vertisols, leaching, laterite. At the end, you should be able to do this: learners are able to identify the soil types of Cameroon, give their characteristics and locate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Climate of Cameroon. The question was: Name the three groups of soils studied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Zonal soils, azonal soils and intrazonal soils.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zonal, azonal and intrazonal soils. Number 2: describe the characteristics and location of the zonal soils of Cameroon. Number 3: describe the characteristics and location of the azonal soils. Number 4: describe the characteristics and location of the hydromorphic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forms from the weathering of rocks and the decay of plants. Heavy rain washes plant food deep into the soil. The South is wetter than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Yves, from a village near Sangmélima, helps his friend Alim on a farm in the Far North. He picks up the dark soil and says: "At home our soil is red and hard, and after a few years of cassava it is finished." Alim answers that here the soil cracks in the dry season but gives good sorghum. Yves asks: "Why are the soils of Cameroon so different from one region to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Yves does not know why the soils of Cameroon differ from region to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soil of Sangmélima.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red, hard and loses its fertility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soil of the Far North do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crops and farming methods that suit the soil of your area and protect it from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soils of Cameroon, their fertility and the crops that suit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soils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soil covers most of the southern half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Ferrallitic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soil of the forest zone.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these soils red and poor?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contain iron oxides, and heavy rain washes the plant food away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dark clay soil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this dark soil crack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rich in clay that swells when wet and shrinks when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farms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 soils around Mount Cameroon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come from young volcanic rocks rich in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crop suits waterlogged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Zonal soils and Azonal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Intrazonal soils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Ferrallitic Soils. The location, characteristics and uses of ferrallitic soils are the following. Copy the point on Location on the left, then draw the diagram on the right: the soils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Colour and depth on the left, then draw the diagram on the right: a red ferrallitic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Ferrallitic Soils. On this slide we have Leached and acid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Ferruginous Soils. The location, characteristics and uses of tropical ferruginous soils are the following. On this slide we have Location.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Ferruginous Soils. On this slide we have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Hard crust on the left, then draw the diagram on the right: a lateritic crust.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Ferruginous Soils. On this slide we have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Black Earths (Vertisols). The location, characteristics and uses of tropical black earths are the following.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Characteristics on the left, then draw the diagram on the right: a black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Swelling clay on the left, then draw the diagram on the right: a cracked vertisol.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Black Earths (Vertisols). On this slide we have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Azonal Soils. The azonal soils of Cameroon and their uses are the following. Copy the point on Volcanic soils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Soils. On this slide we have Use of volcanic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Soils. On this slide we have Alluvial soils and Use of alluvial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Soils. On this slide we have Mountain soils and Use of mountain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Intrazonal Soils: Hydromorphic Soils. The location, characteristics and uses of hydromorphic soils are the following. Copy the point on Location on the left, then draw the diagram on the right: a rice field on waterlogged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Intrazonal Soils: Hydromorphic Soils. On this slide we have Characteristics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characteristic and one location of ferrallitic soils.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red, deep and leached; they cover the Southern Plateau.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volcanic soils fertile?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young soils formed from lava and ash rich in minerals and not yet leached.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zonal; number 2, vertisols (tropical black earths); number 3, hydromorphic.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savanna found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Vegetation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zonal soils, azonal soils, intrazonal soils, ferrallitic soils, ferruginous soils, vertisols, leaching, laterite.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Zonal soils (ferrallitic, ferruginous, tropical black earths); azonal soils (alluvial, volcanic, mountain); intrazonal soils (hydromorphic); characteristics and location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soil types of Cameroon, give their characteristics and locate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Climate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soils studied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soils, azonal soils and intrazonal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zonal, azonal and intrazonal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location of the zonal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location of the azonal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location of the hydromorphic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forms from the weathering of rocks and the decay of plants.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washes plant food deep into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wetter than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Yves, from a village near Sangmélima, helps his friend Alim on a farm in the Far North.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picks up the dark soil and says: "At home our soil is red and hard, and after a few years of cassava it is finished."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Alim answers that here the soil cracks in the dry season but gives good sorghum.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Yves asks: "Why are the soils of Cameroon so different from one region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Yves does not know why the soils of Cameroon differ from region to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soil of Sangmélima.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red, hard and loses its fertility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soil of the Far North do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crops and farming methods that suit the soil of your area and protect it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soils of Cameroon, their fertility and the crops that suit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covers most of the southern half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 of the forest zone.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these soils red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contain iron oxides, and heavy rain washes the plant food away (leaching).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dark clay soil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dark soil crack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rich in clay that swells when wet and shrinks when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around Mount Cameroon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young volcanic rocks rich in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 suits waterlogged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loose top layer of the Earth's surface, made of mineral particles, humus, air and water, in which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mature soils whose characteristics mainly reflect the climate and vegetation of a large zone.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soils whose characteristics mainly reflect their parent material (volcanic rock, river deposits) or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soils formed by a strong local condition, such as waterlogging, which overrides the effect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of soluble plant nutrients down through the soil by rainwater.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Ferrallitic Soils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characteristics and uses of ferrallitic soils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cover the Southern Plateau (Centre, South, East), the forest parts of the Littoral and South-West, and much of the Adamawa Plateau.</a:t>
            </a:r>
            <a:endParaRPr lang="en-US" sz="2800" dirty="0"/>
          </a:p>
        </p:txBody>
      </p:sp>
      <p:pic>
        <p:nvPicPr>
          <p:cNvPr id="6" name="Image 0" descr="/home/claude/f4/img/v2/cameroon_soils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soils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Ferrallitic Soils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Colour and depth: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deep, red or yellow soils, coloured by oxides of iron and aluminium.</a:t>
            </a:r>
            <a:endParaRPr lang="en-US" sz="3600" dirty="0"/>
          </a:p>
        </p:txBody>
      </p:sp>
      <p:pic>
        <p:nvPicPr>
          <p:cNvPr id="6"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ferrallitic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Ferrallitic Soils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Leached and acid: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all year leaches the nutrients, so they are acid and poor once the forest is cleared.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suit tree crops such as cocoa, coffee, oil palm and rubber, and shifting cultivation of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Ferruginous Soils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characteristics and uses of tropical ferruginous soils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the savanna of the North Region (Benue plain around Garoua) and the northern edge of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Ferruginous Soils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reddish-brown, rich in iron, and less leached than ferrallitic soils because the rainy season is shorter.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Ferruginous Soils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Hard crust: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Where the vegetation is removed, iron can harden into a lateritic crust that is hard to plough.</a:t>
            </a:r>
            <a:endParaRPr lang="en-US" sz="3600" dirty="0"/>
          </a:p>
        </p:txBody>
      </p:sp>
      <p:pic>
        <p:nvPicPr>
          <p:cNvPr id="6"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lateritic crust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Ferruginous Soils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support cotton, maize, groundnuts, sorghum and grazing, but need manure or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characteristics and uses of tropical black earths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the plains of the Far North (around Maroua, Kaélé and the Mayo-Danay) and in patches of the Benue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dark grey to black clay soils, rich in calcium and magnesium.</a:t>
            </a:r>
            <a:endParaRPr lang="en-US" sz="3600" dirty="0"/>
          </a:p>
        </p:txBody>
      </p:sp>
      <p:pic>
        <p:nvPicPr>
          <p:cNvPr id="6" name="Image 0" descr="/home/claude/f4/img/v2/f2t_black_so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black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Swelling clay: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swell and become sticky when wet, and shrink and crack deeply when dry.</a:t>
            </a:r>
            <a:endParaRPr lang="en-US" sz="3600" dirty="0"/>
          </a:p>
        </p:txBody>
      </p:sp>
      <p:pic>
        <p:nvPicPr>
          <p:cNvPr id="6" name="Image 0" descr="/home/claude/f4/img/v2/f2t_cracked_so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cracked vertisol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2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and hold water, so they support cotton and dry-season sorghum (muskwari) grown on "karal"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azonal soils of Cameroon and their uses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Volcanic soils: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young, dark soils formed from lava and ash, very rich in minerals, on Mount Cameroon, the Bamboutos, the Bamenda Highlands and parts of the Adamawa.</a:t>
            </a:r>
            <a:endParaRPr lang="en-US" sz="28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volcanic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allow intensive farming of bananas, tea, coffee and food crops and explain the dense population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layers of silt, sand and clay deposited by rivers along the Benue, the Logone, the Sanaga, the Mungo and the Wouri.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alluvial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Renewed by floods, they are very fertile and good for rice, market gardening and dry-season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thin, stony, young soils on steep slopes, such as the Mandara Mountains and the high slopes of the Western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mountain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easily eroded, so farmers build terraces, as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Intrazonal Soils: Hydromorphic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characteristics and uses of hydromorphic soils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found in poorly drained areas: the floodplains (yaérés) of the Logone, the Ndop plain and the coastal swamps and mangroves.</a:t>
            </a:r>
            <a:endParaRPr lang="en-US" sz="2800" dirty="0"/>
          </a:p>
        </p:txBody>
      </p:sp>
      <p:pic>
        <p:nvPicPr>
          <p:cNvPr id="5"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rice field on waterlogged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Intrazonal Soils: Hydromorphic Soils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grey or bluish, clayey soils, waterlogged for long periods and poor in oxygen.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unsuitable for most crops but good for rice, as in the SEMRY scheme (Yagoua, Maga) and the UNVDA scheme (Ndop).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and one location of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 deep and leached; they cover the Southern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soils formed from lava and ash rich in minerals and not yet leached.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whose character depends mainly on climate are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Black clay soils that crack in the dry season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Waterlogged soils are called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savanna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L'alluvion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Waterlogged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Engorgé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cuirasse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zonal, azonal and intrazonal soils. Describe the characteristics and location of the zonal soils of Cameroon. Describe the characteristics and location of the azonal soils. Describe the characteristics and location of the hydromorphic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soil types of Cameroon, give their characteristics and locate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Ferrallitic Soils; Ferruginous Soils; Tropical Black Earths (Vertisols); Azonal Soils; Intrazonal Soils: Hydromorphic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savanna found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the soils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wet and dry some clay.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crops of the South-West.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the SEMRY rice scheme.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(Hard crust): “Laterite soil bricks in Richard Rebello's farm” by India Water Portal, CC BY-NC-SA 2.0, via Flickr (https://www.flickr.com/photos/21623815@N03/10720461943)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(Characteristics):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2026-09-29T03:12:10Z</dcterms:created>
  <dcterms:modified xsi:type="dcterms:W3CDTF">2026-09-29T03:12:10Z</dcterms:modified>
</cp:coreProperties>
</file>