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Tourism Development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Economic Activities and Development of Cameroon. The key notions we shall use today are: tourism, tourist resource, tourist infrastructure, destination, ecotourism, cultural tourism. At the end, you should be able to do this: learners are able to describe the tourist resources of Cameroon, explain the problems of tourism and propose measures to promote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Transport Development in Cameroon. The question was: Name two national parks of the North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Bénoué, Bouba Ndjida and Faro National Parks.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natural and human tourism resources of Cameroon. Number 2: describe the tourism infrastructure, sources of tourists and destinations. Number 3: explain the problems hindering tourism and the measures to promote it. Number 4: assess the impacts of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is called "Africa in miniature". The Bénoué National Park is near Garoua. Mount Cameroon is the highest mountain of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French tourists arrive at Garoua airport for a safari in the Bénoué National Park. Their guide Oumarou is worried: the road to the park is damaged, and good hotels with electricity and internet are hard to find near the park. The tourists are delighted by the elephants and hippos but find few services. Oumarou asks: "How can Cameroon, so rich in attractions, receive more tourists and benefit more from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has rich attractions, but poor infrastructure limits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attracted the tourists?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wildlife of the Bénoué National Park (elephants, hippos).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worries the guide?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damaged road and the lack of good hotels.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welcome visitors, protect tourist sites and value our cultures.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tourist wealth of Cameroon and the conditions for developing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tourist sites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one national park of the Far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Waza National Park.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mountains of the Far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tourists visit Rhumsiki?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its volcanic peaks and landscapes in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traditional chiefdom.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kind of tourism does this chiefdom attract?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Cultural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hotel.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hotels important for 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Tourists need safe, comfortable accommodation near the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damaged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problem that limits tourism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Bad roads (also insecurity and poor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Tourism and Tourist resource.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Tourism infrastructure and Ecotourism.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Natural Resources. The natural tourism resources of Cameroon are the following. Copy the point on Wildlife parks on the left, then draw the diagram on the right: the tourist sites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Beaches and coasts on the left, then draw the diagram on the right: limbe.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Mountains and landscapes on the left, then draw the diagram on the right: rhumsiki.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Natural Resources. Copy the point on Lakes and waterfalls: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(Cultural) Resources. The human tourism resources of Cameroon are the following. Copy the point on Traditional palaces on the left, then draw the diagram on the right: a traditional palace.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(Cultural) Resources. Copy the point on Festivals: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(Cultural) Resources. Copy the point on Historical sites: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(Cultural) Resources. Copy the point on Crafts and cultures: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Tourism Infrastructure, Sources and Destinations. Tourism in Cameroon is organised as follows. Copy the point on Infrastructure on the left, then draw the diagram on the right: a hotel.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Tourism Infrastructure, Sources and Destinations. Copy the point on Organs: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Tourism Infrastructure, Sources and Destinations. Copy the point on Sources of tourists: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Tourism Infrastructure, Sources and Destinations. Copy the point on Prime destinations: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Hindering Tourism. Tourism is hindered by the following problems. Copy the point on Poor access on the left, then draw the diagram on the right: a bad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Hindering Tourism. Copy the point on Insecurity: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Hindering Tourism. Copy the point on Few services and poor promotion: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Hindering Tourism. Copy the point on Poaching and degradation: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to Promote Tourism. Tourism can be promoted by the following measures. Copy the point on By the government: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to Promote Tourism. Copy the point on By communities: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to Promote Tourism. Copy the point on By individuals: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Impacts. Tourism has the following positive impacts. Copy the point on On the economy: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Impacts. Copy the point on On local communities: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Impacts. Copy the point on On the environment: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Impacts. Tourism has the following negative impacts. Copy the point on On the economy: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Copy the point on On local communities: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Copy the point on On the environment: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natural and two human tourism resources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waza National Park and the beaches of Kribi; the Foumban palace and the Ngondo festival.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tourism and one measure to promote it.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bad roads and insecurity; improving security (or 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MINTOUL; number 2, Ngondo; number 3, Lobé.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region of Cameroon that is more developed and one that is less developed.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Contrasts in Development within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TOURISM DEVELOPMENT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Tourism Development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 and Development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Tourism Development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Tourism, tourist resource, tourist infrastructure, destination, ecotourism, cultural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Tourism resources (natural and human) and their distribution and exploitation; tourism infrastructure; sources of tourists and prime destinations; problems; measures to promote tourism; impacts on the economy, communities and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tourist resources of Cameroon, explain the problems of tourism and propose measures to promote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Transport Development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national parks of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Bénoué, Bouba Ndjida and Faro National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natural and human tourism resources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tourism infrastructure, sources of tourists and destinations.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hindering tourism and the measures to promote it.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impacts of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Bénoué National Park is near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the highest mountain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French tourists arrive at Garoua airport for a safari in the Bénoué National Park.</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guide Oumarou is worried: the road to the park is damaged, and good hotels with electricity and internet are hard to find near the park.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tourists are delighted by the elephants and hippos but find few services.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asks: "How can Cameroon, so rich in attractions, receive more tourists and benefit more from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rich attractions, but poor infrastructure limits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attracted the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wildlife of the Bénoué National Park (elephants, hippos).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worries the guide?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damaged road and the lack of good hotels.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Welcome visitors, protect tourist sites and value our cultures.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tourist wealth of Cameroon and the conditions for developing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ourism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Tourist sites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national park of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Waza National Park.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Mountains of the Far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tourists visit Rhumsiki?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its volcanic peaks and landscapes in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traditional chiefdom.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kind of tourism does this chiefdom attract?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Cultural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INFRASTRUCTURE AND DESTINATIONS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hot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hotel.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INFRASTRUCTURE AND DESTINATIONS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hotels important for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INFRASTRUCTURE AND DESTINATIONS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need safe, comfortable accommodation near the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damaged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that limits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(also insecurity and poor marketing).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Economic Activities and Development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Tourism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travelling to and staying in places outside one's usual environment for leisure, business or other purposes.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Tourist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or human feature that attracts visitors.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facilities that serve tourists: roads, airports, hotels, restaurants and guides.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tourism in natural areas that protects the environment and benefits local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Natural Resources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natural tourism resources of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Wildlife parks: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Waza in the Far North, the Bénoué, Bouba Ndjida and Faro in the North, Korup in the South-West and the Dja and Lobéké in the forest zone attract visitors. They shelter elephants, lions, giraffes, gorillas and many birds.</a:t>
            </a:r>
            <a:endParaRPr lang="en-US" sz="2800" dirty="0"/>
          </a:p>
        </p:txBody>
      </p:sp>
      <p:pic>
        <p:nvPicPr>
          <p:cNvPr id="6" name="Image 0" descr="/home/claude/f4/img/v2/cmr_tourism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tourist sites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Natural Resources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Beaches and coasts: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Kribi has fine beaches and the Lobé Falls, which fall directly into the sea. Limbe has black volcanic sand and a botanical garden.</a:t>
            </a:r>
            <a:endParaRPr lang="en-US" sz="3600" dirty="0"/>
          </a:p>
        </p:txBody>
      </p:sp>
      <p:pic>
        <p:nvPicPr>
          <p:cNvPr id="6" name="Image 0" descr="/home/claude/f4/img/v2/usa_limb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Limbe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Natural Resources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Mountains and landscapes: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Mount Cameroon attracts climbers and the Race of Hope, and the Mandara Mountains offer the landscapes of Rhumsiki. The Bamenda Highlands (the Ring Road) and the Adamawa also have fine scenery.</a:t>
            </a:r>
            <a:endParaRPr lang="en-US" sz="3200" dirty="0"/>
          </a:p>
        </p:txBody>
      </p:sp>
      <p:pic>
        <p:nvPicPr>
          <p:cNvPr id="6" name="Image 0" descr="/home/claude/f4/img/v2/lsa_mandara.jpg">    </p:cNvPr>
          <p:cNvPicPr>
            <a:picLocks noChangeAspect="1"/>
          </p:cNvPicPr>
          <p:nvPr/>
        </p:nvPicPr>
        <p:blipFill>
          <a:blip r:embed="rId1"/>
          <a:stretch>
            <a:fillRect/>
          </a:stretch>
        </p:blipFill>
        <p:spPr>
          <a:xfrm>
            <a:off x="6537960" y="3196949"/>
            <a:ext cx="5470855" cy="144251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Rhumsiki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Natural Resources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Lakes and waterfalls: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Crater lakes such as Barombi Mbo, Nyos and Ossa, the Ekom-Nkam and Menchum Falls and Lake Lagdo attract visitors. However, most sites are little exploited because of poor access and few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Human (Cultural) Resources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human tourism resources of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Traditional palaces: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Sultan's palace of Foumban, the palaces of the Fons such as Bafut and the lamidats of the north, such as Garoua and Rey Bouba, show the history and art of their peoples. They attract many visitors.</a:t>
            </a:r>
            <a:endParaRPr lang="en-US" sz="2800" dirty="0"/>
          </a:p>
        </p:txBody>
      </p:sp>
      <p:pic>
        <p:nvPicPr>
          <p:cNvPr id="6" name="Image 0" descr="/home/claude/f4/img/v2/usa_bandjou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traditional palace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Human (Cultural) Resources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Festivals: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Ngondo of the Sawa in Douala, the Nguon of the Bamoun in Foumban and the Lela of Bali attract crowds every year. They show dances, costumes and rituals.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Human (Cultural) Resources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sites: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slave-trade site of Bimbia recalls the history of the slave trade. German colonial buildings in Buea and other towns recall the colonial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Human (Cultural) Resources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Crafts and cultures: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more than 250 ethnic groups, with their own crafts, music, dances and cuisine. This diversity is a major attraction.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Tourism Infrastructure, Sources and Destinations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Tourism in Cameroon is organised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Tourists arrive through the international airports of Douala, Yaoundé and Garoua. Hotels are concentrated in the large towns, with only a few lodges near the parks.</a:t>
            </a:r>
            <a:endParaRPr lang="en-US" sz="3400" dirty="0"/>
          </a:p>
        </p:txBody>
      </p:sp>
      <p:pic>
        <p:nvPicPr>
          <p:cNvPr id="5" name="Image 0" descr="/home/claude/f4/img/v2/usa_hotel.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hotel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Tourism Infrastructure, Sources and Destinations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Tourism and Leisure (MINTOUL) plans and promotes tourism. Regional and local councils also develop sites in their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Tourism Infrastructure, Sources and Destinations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Sources of tourists: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foreign tourists come from Europe, especially France, and from neighbouring African countries such as Nigeria, Chad and Gabon. Some also come from North America.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Tourism Infrastructure, Sources and Destinations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Prime destinations: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destinations are Kribi, Limbe and Buea, the Western Highlands, Waza and the northern parks, and Foumban. Business tourism is important in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Hindering Tourism</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Tourism is hindered by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access: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Bad roads and few domestic flights make many tourist sites difficult to reach. Tourists therefore spend too much time and money on travel.</a:t>
            </a:r>
            <a:endParaRPr lang="en-US" sz="3600" dirty="0"/>
          </a:p>
        </p:txBody>
      </p:sp>
      <p:pic>
        <p:nvPicPr>
          <p:cNvPr id="5" name="Image 0" descr="/home/claude/f4/img/v2/f2t_muddy_road.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bad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Hindering Tourism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Boko Haram in the Far North and the crisis in the North-West and South-West have closed some sites, such as Waza and the Ring Road. Many countries advise their citizens not to visit these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Hindering Tourism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Few services and poor promotion: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 good hotels, guides and restaurants outside the large towns. Cameroon is also little known on the international tourist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Hindering Tourism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Poaching and 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Poaching and bush fires reduce the wildlife of the parks. The parks then attract fewer visitors.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to Promote Tourism</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can be promoted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government: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government should improve security, roads and airports and train tourism staff. It should also promote "Destination Cameroon" abroad and protect the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to Promote Tourism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communities: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can develop community-based tourism, with village stays, cultural festivals and crafts. They must also protect the sites, which bring them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to Promote Tourism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individuals: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Guides, hotel owners and drivers should offer good, honest services at fair prices. Satisfied tourists then return and recommend Cameroon to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Impacts of Tourism</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Impacts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has the following positive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economy: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brings foreign currency and creates jobs for guides, hotel staff and drivers. It also provides a market for crafts and local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Impacts of Tourism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local communities: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brings income to villages near the sites. It also makes people proud of their culture and encourages them to preserve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Impacts of Tourism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Ecotourism brings money for the conservation of parks and forests. It shows local people that protecting wildlife is profitable.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Impacts of Tourism</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Impacts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has the following negative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economy: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is an unstable activity, which falls quickly in times of insecurity or crisis. Much of the money goes to foreign companies.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Impacts of Tourism</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Impacts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local communities: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Prices rise in tourist areas, and some traditions are performed only for money and lose their meaning. Local people may also be pushed off their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Impacts of Tourism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and hotels produce waste and pollution. Vehicles and visitors disturb the wildlife of the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and two human tourism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Waza National Park and the beaches of Kribi; the Foumban palace and the Ngondo festival.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tourism and one measure to promote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insecurity; improving security (or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ministry in charge of tourism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festival of the Sawa people in Douala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waterfall of Kribi that falls into the sea is the ______ 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region of Cameroon that is more developed and one that is less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Contrasts in Development within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Hotel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L'hôtel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National 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 national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Festival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festival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guide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Tourism Development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natural and human tourism resources of Cameroon. Describe the tourism infrastructure, sources of tourists and destinations. Explain the problems hindering tourism and the measures to promote it. Assess the impacts of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tourist resources of Cameroon, explain the problems of tourism and propose measures to promote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Natural Resources; Human (Cultural) Resources; Tourism Infrastructure, Sources and Destinations; Problems Hindering Tourism; Measures to Promote Tourism; Positive Impacts; Negative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region of Cameroon that is more developed and one that is less developed.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mark tourist sites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Mandara landscapes.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palaces and festivals.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hotels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road to the Bénoué park.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 Fourth Cameroon Household Survey (ECAM 4), 2014.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“Laguna Pool” by Prayitno / Thank you for (12 millions +) view, CC BY 2.0, via Flickr (https://www.flickr.com/photos/34128007@N04/14216582552)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(Beaches and coasts): “Sunset in Limbe” by visulogik, CC BY 2.0, via Flickr (https://www.flickr.com/photos/55671677@N00/2202334428)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2026-09-29T11:32:34Z</dcterms:created>
  <dcterms:modified xsi:type="dcterms:W3CDTF">2026-09-29T11:32:34Z</dcterms:modified>
</cp:coreProperties>
</file>