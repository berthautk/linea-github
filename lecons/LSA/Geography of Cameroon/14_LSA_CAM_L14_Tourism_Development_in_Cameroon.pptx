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Tourism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tourism, tourist resource, tourist infrastructure, destination, ecotourism, cultural tourism. At the end, you should be able to do this: learners are able to describe the tourist resources of Cameroon, explain the problems of tourism and propose measures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Transport Development in Cameroon. The question was: Name two national parks of the North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Bénoué, Bouba Ndjida and Faro National Parks.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natural and human tourism resources of Cameroon. Number 2: describe the tourism infrastructure, sources of tourists and destinations. Number 3: explain the problems hindering tourism and the measures to promote it. Number 4: assess the impacts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The Bénoué National Park is near Garoua. Mount Cameroon is the highest mountain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French tourists arrive at Garoua airport for a safari in the Bénoué National Park. Their guide Oumarou is worried: the road to the park is damaged, and good hotels with electricity and internet are hard to find near the park. The tourists are delighted by the elephants and hippos but find few services. Oumarou asks: "How can Cameroon, so rich in attractions, receive more tourists and benefit more from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rich attractions, but poor infrastructure limits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attracted the tourists?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wildlife of the Bénoué National Park (elephants, hippos).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worries the guide?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damaged road and the lack of good hotels.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visitors, protect tourist sites and value our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tourist wealth of Cameroon and the conditions for developing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tourist sites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national park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Waza National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tourists visit Rhumsiki?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its volcanic peaks and landscapes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kind of tourism does this chiefdom attract?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Cultural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hotel.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hotels important for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Tourists need safe, comfortable accommodation near the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damaged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problem that limits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(also insecurity and poor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Tourism and Tourist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Tourism infrastructure and Ecotourism.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Resources. The natural tourism resources of Cameroon and their distribution are the following. Copy the point on Wildlife parks on the left, then draw the diagram on the right: tourist sites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Beaches and coasts on the left, then draw the diagram on the right: the coast at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and landscapes on the left, then draw the diagram on the right: the Mandara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Resources. On this slide we have Lakes and waterfalls and Level of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(Cultural) Resources. The human tourism resources of Cameroon are the following. Copy the point on Traditional palaces on the left, then draw the diagram on the right: a traditional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On this slide we have Festivals and Historical sites.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On this slide we have Crafts and cultures.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Tourism Infrastructure, Sources and Destinations. Tourism infrastructure, sources of tourists and destinations are the following. Copy the point on Infrastructure on the left, then draw the diagram on the right: a hotel.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On this slide we have Organs and Sources of tourists.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On this slide we have Prime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Hindering Tourism. Tourism is hindered by the following problems. Copy the point on Poor access on the left, then draw the diagram on the right: a damaged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Tourism. On this slide we have Insecurity, Few services and Poor promotion.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Tourism. On this slide we have Poaching and degradation.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to Promote Tourism. Tourism can be promoted by the following measures. On this slide we have By the government.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Promote Tourism. On this slide we have By communities and By individuals.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Tourism. Tourism has the following impacts. On this slide we have On the economy.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Tourism. On this slide we have On local communities and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natural and two human tourism resources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waza National Park and the beaches of Kribi; the Foumban palace and the Ngondo festival.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tourism and one measure to promote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insecurity; improving security (or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MINTOUL; number 2, Ngondo; number 3, Lobé.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region of Cameroon that is more developed and one that is less developed.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Contrasts in Development within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TOURISM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Tourism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tourist resource, tourist infrastructure, destination, ecotourism, cultural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resources (natural and human) and their distribution and exploitation; tourism infrastructure; sources of tourists and prime destinations; problems; measures to promote tourism; impacts on the economy, communities and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tourist resources of Cameroon, explain the problems of tourism and propose measures to promote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parks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Bénoué, Bouba Ndjida and Faro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natural and human tourism resources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tourism infrastructure, sources of tourists and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hindering tourism and the measures to promote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impacts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Bénoué National Park is near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French tourists arrive at Garoua airport for a safari in the Bénoué National Park.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guide Oumarou is worried: the road to the park is damaged, and good hotels with electricity and internet are hard to find near the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tourists are delighted by the elephants and hippos but find few services.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rich attractions, but poor infrastructure limits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attracted the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wildlife of the Bénoué National Park (elephants, hippos).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worries the guide?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damaged road and the lack of good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visitors, protect tourist sites and value our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tourist wealth of Cameroon and the conditions for developing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national park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Waza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Rhumsiki?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its volcanic peaks and landscapes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tourism does this chiefdom attract?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hotels important for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need safe, comfortable accommodation near the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that limits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(also insecurity and poor marketing).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travelling to and staying in places outside one's usual environment for leisure, business or other purposes.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or human feature that attracts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facilities that serve tourists: roads, airports, hotels, restaurants and guides.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tourism in natural areas that protects the environment and benefits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natural tourism resources of Cameroon and their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Wildlife parks: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Waza (Far North), Bénoué, Bouba Ndjida and Faro (North), Korup (South-West), Dja and Lobéké (forest zone).</a:t>
            </a:r>
            <a:endParaRPr lang="en-US" sz="2800" dirty="0"/>
          </a:p>
        </p:txBody>
      </p:sp>
      <p:pic>
        <p:nvPicPr>
          <p:cNvPr id="6" name="Image 0" descr="/home/claude/f4/img/v2/cmr_tourism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tourist sites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Beaches and coasts: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Kribi, with the Lobé Falls that fall into the sea, and Limbe, with black volcanic sand and a botanical garden.</a:t>
            </a:r>
            <a:endParaRPr lang="en-US" sz="3600" dirty="0"/>
          </a:p>
        </p:txBody>
      </p:sp>
      <p:pic>
        <p:nvPicPr>
          <p:cNvPr id="6" name="Image 0" descr="/home/claude/f4/img/v2/usa_limb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coast at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Mountains and landscapes: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Mount Cameroon (Race of Hope), the Mandara Mountains (Rhumsiki), the Bamenda Highlands (Ring Road) and the Adamawa.</a:t>
            </a:r>
            <a:endParaRPr lang="en-US" sz="3400" dirty="0"/>
          </a:p>
        </p:txBody>
      </p:sp>
      <p:pic>
        <p:nvPicPr>
          <p:cNvPr id="6" name="Image 0" descr="/home/claude/f4/img/v2/lsa_mandara.jpg">    </p:cNvPr>
          <p:cNvPicPr>
            <a:picLocks noChangeAspect="1"/>
          </p:cNvPicPr>
          <p:nvPr/>
        </p:nvPicPr>
        <p:blipFill>
          <a:blip r:embed="rId1"/>
          <a:stretch>
            <a:fillRect/>
          </a:stretch>
        </p:blipFill>
        <p:spPr>
          <a:xfrm>
            <a:off x="5349240" y="3040233"/>
            <a:ext cx="6659575" cy="175594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Mandara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Resources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and waterfalls: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Crater lakes (Barombi Mbo, Nyos, Ossa), the Ekom-Nkam and Menchum Falls and the Lagdo lake.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sites are little exploited because of poor access and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Human (Cultural)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human tourism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palaces: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Sultan's palace of Foumban, the palaces of the Fons (Bafut) and the lamidats of the north (Garoua, Rey Bouba).</a:t>
            </a:r>
            <a:endParaRPr lang="en-US" sz="28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Ngondo of the Sawa (Douala), the Nguon of the Bamoun (Foumban) and the Lela of Bali.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slave-trade site of Bimbia, German colonial buildings in Buea and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Human (Cultural) Resources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Crafts and cultures: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250 ethnic groups, with crafts, music, dances and cuisine.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Tourism infrastructure, sources of tourists and destinations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International airports (Douala, Yaoundé, Garoua), hotels concentrated in large towns and a few lodges near parks.</a:t>
            </a:r>
            <a:endParaRPr lang="en-US" sz="2800" dirty="0"/>
          </a:p>
        </p:txBody>
      </p:sp>
      <p:pic>
        <p:nvPicPr>
          <p:cNvPr id="5" name="Image 0" descr="/home/claude/f4/img/v2/usa_hot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hotel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Tourism and Leisure (MINTOUL) and regional and local councils promote tourism.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of tourists: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Europe (especially France), neighbouring African countries (Nigeria, Chad, Gabon) and North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Prime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Kribi, Limbe and Buea, the Western Highlands, Waza and the northern parks, and Foumban.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Tourism is hindered by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access: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Bad roads and few flights to tourist sites.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Boko Haram in the Far North and the crisis in the North-West and South-West have closed some sites.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good hotels, guides and restaurants outside large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promotion: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little known on the international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Poaching and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Poaching and bush fires reduce wildlife in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can be promoted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government: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security, roads and airports, train staff, promote "Destination Cameroon" and protect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 community-based tourism (village stays, cultural festivals, crafts) and protect sites.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individuals: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Guides, hotel owners and drivers offer good, honest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currency, jobs (guides, hotels, transport) and markets for crafts; but dependence on an unstable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and pride in local culture; but rising prices and loss of the meaning of some traditions.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for conservation (ecotourism); but pollution, waste and disturbance of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tourism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National Park and the beaches of Kribi; the Foumban palace and the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tourism and one measure to promote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 improving security (or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tourism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festival of the Sawa people in Douala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waterfall of Kribi that falls into the sea is the ______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Tourism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natural and human tourism resources of Cameroon. Describe the tourism infrastructure, sources of tourists and destinations. Explain the problems hindering tourism and the measures to promote it. Assess the impacts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tourist resources of Cameroon, explain the problems of tourism and propose measures to promote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Natural Resources; Human (Cultural) Resources; Tourism Infrastructure, Sources and Destinations; Problems Hindering Tourism; Measures to Promote Tourism; Impacts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region of Cameroon that is more developed and one that is less developed.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tourist sites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Mandara landscapes.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palaces and festivals.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hotels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road to the Bénoué park.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(Beaches and coasts):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2026-09-28T21:21:49Z</dcterms:created>
  <dcterms:modified xsi:type="dcterms:W3CDTF">2026-09-28T21:21:49Z</dcterms:modified>
</cp:coreProperties>
</file>