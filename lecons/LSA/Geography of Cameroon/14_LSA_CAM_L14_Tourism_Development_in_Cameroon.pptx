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Lst>
  <p:notesMasterIdLst>
    <p:notesMasterId r:id="rId7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notesMaster" Target="notesMasters/notesMaster1.xml"/><Relationship Id="rId71" Type="http://schemas.openxmlformats.org/officeDocument/2006/relationships/presProps" Target="presProps.xml"/><Relationship Id="rId72" Type="http://schemas.openxmlformats.org/officeDocument/2006/relationships/viewProps" Target="viewProps.xml"/><Relationship Id="rId73" Type="http://schemas.openxmlformats.org/officeDocument/2006/relationships/theme" Target="theme/theme1.xml"/><Relationship Id="rId7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14: Tourism Development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Geography of Cameroon.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Economic Activities and Development of Cameroon. The key notions we shall use today are: tourism, tourist resource, tourist infrastructure, destination, ecotourism, cultural tourism. At the end, you should be able to do this: learners are able to describe the tourist resources of Cameroon, explain the problems of tourism and propose measures to promote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13: Transport Development in Cameroon. The question was: Name two national parks of the North Region.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Bénoué, Bouba Ndjida and Faro National Parks.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describe the natural and human tourism resources of Cameroon. Number 2: describe the tourism infrastructure, sources of tourists and destinations. Number 3: explain the problems hindering tourism and the measures to promote it. Number 4: assess the impacts of tourism.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is called "Africa in miniature". The Bénoué National Park is near Garoua. Mount Cameroon is the highest mountain of Cameroon.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French tourists arrive at Garoua airport for a safari in the Bénoué National Park. Their guide Oumarou is worried: the road to the park is damaged, and good hotels with electricity and internet are hard to find near the park. The tourists are delighted by the elephants and hippos but find few services. Oumarou asks: "How can Cameroon, so rich in attractions, receive more tourists and benefit more from them?"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Cameroon has rich attractions, but poor infrastructure limits tourism.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attracted the tourists?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wildlife of the Bénoué National Park (elephants, hippos).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worries the guide?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damaged road and the lack of good hotels.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welcome visitors, protect tourist sites and value our cultures.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tourist wealth of Cameroon and the conditions for developing tourism.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tourist sites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one national park of the Far North.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Waza National Park.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mountains of the Far North.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 tourists visit Rhumsiki?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For its volcanic peaks and landscapes in the Mandara Mountains.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traditional chiefdom.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kind of tourism does this chiefdom attract?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Cultural tourism.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hotel.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are hotels important for tourism?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Tourists need safe, comfortable accommodation near the 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damaged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problem that limits tourism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Bad roads (also insecurity and poor marketing).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Tourism and Tourist resource.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Tourism infrastructure and Ecotourism.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Natural Resources. The natural tourism resources of Cameroon and their distribution are the following. Copy the point on Wildlife parks on the left, then draw the diagram on the right: tourist sites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Beaches and coasts on the left, then draw the diagram on the right: the coast at Limbe.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Mountains and landscapes on the left, then draw the diagram on the right: the Mandara Mountains.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Natural Resources. On this slide we have Lakes and waterfalls and Level of exploitation.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Human (Cultural) Resources. The human tourism resources of Cameroon are the following. Copy the point on Traditional palaces on the left, then draw the diagram on the right: a traditional chiefdom.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Human (Cultural) Resources. On this slide we have Festivals and Historical sites.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Human (Cultural) Resources. On this slide we have Crafts and cultures.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Tourism Infrastructure, Sources and Destinations. Tourism infrastructure, sources of tourists and destinations are the following. Copy the point on Infrastructure on the left, then draw the diagram on the right: a hotel.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Tourism Infrastructure, Sources and Destinations. On this slide we have Organs and Sources of tourists.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Tourism Infrastructure, Sources and Destinations. On this slide we have Prime destinations.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Hindering Tourism. Tourism is hindered by the following problems. Copy the point on Poor access on the left, then draw the diagram on the right: a damaged road.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Hindering Tourism. On this slide we have Insecurity, Few services and Poor promotion.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Hindering Tourism. On this slide we have Poaching and degradation.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Measures to Promote Tourism. Tourism can be promoted by the following measures. On this slide we have By the government.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Measures to Promote Tourism. On this slide we have By communities and By individuals.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Impacts of Tourism. Tourism has the following impacts. On this slide we have On the economy.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Impacts of Tourism. On this slide we have On local communities and On the environment.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natural and two human tourism resources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waza National Park and the beaches of Kribi; the Foumban palace and the Ngondo festival.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problems of tourism and one measure to promote it.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bad roads and insecurity; improving security (or roads).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MINTOUL; number 2, Ngondo; number 3, Lobé.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one region of Cameroon that is more developed and one that is less developed.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15: Contrasts in Development within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14: TOURISM DEVELOPMENT IN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Tourism Development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Geography of Cameroon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Activities and Development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14: Tourism Development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Tourism, tourist resource, tourist infrastructure, destination, ecotourism, cultural tourism.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Tourism resources (natural and human) and their distribution and exploitation; tourism infrastructure; sources of tourists and prime destinations; problems; measures to promote tourism; impacts on the economy, communities and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tourist resources of Cameroon, explain the problems of tourism and propose measures to promote it.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13: Transport Development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national parks of the North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Bénoué, Bouba Ndjida and Faro National Parks.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natural and human tourism resources of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tourism infrastructure, sources of tourists and destinations.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problems hindering tourism and the measures to promote it.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Assess the impacts of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is called "Africa in miniature".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Bénoué National Park is near Garoua.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Mount Cameroon is the highest mountain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French tourists arrive at Garoua airport for a safari in the Bénoué National Park.</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Their guide Oumarou is worried: the road to the park is damaged, and good hotels with electricity and internet are hard to find near the park.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tourists are delighted by the elephants and hippos but find few services.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Oumarou asks: "How can Cameroon, so rich in attractions, receive more tourists and benefit more from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has rich attractions, but poor infrastructure limits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attracted the tourists?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wildlife of the Bénoué National Park (elephants, hippos).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worries the guide?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damaged road and the lack of good hotels.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Welcome visitors, protect tourist sites and value our cultures.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tourist wealth of Cameroon and the conditions for developing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TOURISM RESOURCES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mr_tourism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Tourist sites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TOURISM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national park of the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TOURISM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Waza National Park.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TOURISM RESOURCES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mandara.jpg">    </p:cNvPr>
          <p:cNvPicPr>
            <a:picLocks noChangeAspect="1"/>
          </p:cNvPicPr>
          <p:nvPr/>
        </p:nvPicPr>
        <p:blipFill>
          <a:blip r:embed="rId1"/>
          <a:stretch>
            <a:fillRect/>
          </a:stretch>
        </p:blipFill>
        <p:spPr>
          <a:xfrm>
            <a:off x="274320" y="2383231"/>
            <a:ext cx="11643055" cy="3069946"/>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Mountains of the Far North.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TOURISM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tourists visit Rhumsiki?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TOURISM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its volcanic peaks and landscapes in the Mandara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TOURISM RESOURCES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bandjou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traditional chiefdom.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TOURISM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kind of tourism does this chiefdom attract?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TOURISM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Cultural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INFRASTRUCTURE AND DESTINATIONS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hote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hotel.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INFRASTRUCTURE AND DESTINATIONS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hotels important for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INFRASTRUCTURE AND DESTINATIONS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Tourists need safe, comfortable accommodation near the sites.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muddy_ro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damaged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problem that limits tourism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Bad roads (also insecurity and poor marketing).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Geography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Economic Activities and Development of Cameroon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Tourism Development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Tourism: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travelling to and staying in places outside one's usual environment for leisure, business or other purposes.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Tourist resource: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natural or human feature that attracts visitors.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Tourism infrastructure: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set of facilities that serve tourists: roads, airports, hotels, restaurants and guides.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Ecotourism: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tourism in natural areas that protects the environment and benefits local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Tourism Resources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Natural Resources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The natural tourism resources of Cameroon and their distribution are the following:</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Wildlife parks: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Waza (Far North), Bénoué, Bouba Ndjida and Faro (North), Korup (South-West), Dja and Lobéké (forest zone).</a:t>
            </a:r>
            <a:endParaRPr lang="en-US" sz="2800" dirty="0"/>
          </a:p>
        </p:txBody>
      </p:sp>
      <p:pic>
        <p:nvPicPr>
          <p:cNvPr id="6" name="Image 0" descr="/home/claude/f4/img/v2/cmr_tourism_big.png">    </p:cNvPr>
          <p:cNvPicPr>
            <a:picLocks noChangeAspect="1"/>
          </p:cNvPicPr>
          <p:nvPr/>
        </p:nvPicPr>
        <p:blipFill>
          <a:blip r:embed="rId1"/>
          <a:stretch>
            <a:fillRect/>
          </a:stretch>
        </p:blipFill>
        <p:spPr>
          <a:xfrm>
            <a:off x="5349240" y="2253310"/>
            <a:ext cx="6659575" cy="3329788"/>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tourist sites of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Tourism Resources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Natural Resources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Beaches and coasts: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Kribi, with the Lobé Falls that fall into the sea, and Limbe, with black volcanic sand and a botanical garden.</a:t>
            </a:r>
            <a:endParaRPr lang="en-US" sz="3600" dirty="0"/>
          </a:p>
        </p:txBody>
      </p:sp>
      <p:pic>
        <p:nvPicPr>
          <p:cNvPr id="6" name="Image 0" descr="/home/claude/f4/img/v2/usa_limbe.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coast at Limbe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Tourism Resources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Natural Resources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Mountains and landscapes: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Mount Cameroon (Race of Hope), the Mandara Mountains (Rhumsiki), the Bamenda Highlands (Ring Road) and the Adamawa.</a:t>
            </a:r>
            <a:endParaRPr lang="en-US" sz="3400" dirty="0"/>
          </a:p>
        </p:txBody>
      </p:sp>
      <p:pic>
        <p:nvPicPr>
          <p:cNvPr id="6" name="Image 0" descr="/home/claude/f4/img/v2/lsa_mandara.jpg">    </p:cNvPr>
          <p:cNvPicPr>
            <a:picLocks noChangeAspect="1"/>
          </p:cNvPicPr>
          <p:nvPr/>
        </p:nvPicPr>
        <p:blipFill>
          <a:blip r:embed="rId1"/>
          <a:stretch>
            <a:fillRect/>
          </a:stretch>
        </p:blipFill>
        <p:spPr>
          <a:xfrm>
            <a:off x="5349240" y="3040233"/>
            <a:ext cx="6659575" cy="175594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Mandara Mountains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Tourism Resources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Natural Resources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Lakes and waterfalls: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Crater lakes (Barombi Mbo, Nyos, Ossa), the Ekom-Nkam and Menchum Falls and the Lagdo lake.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Level of exploitation: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sites are little exploited because of poor access and few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Tourism Resources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Human (Cultural) Resources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The human tourism resources of Cameroon are the following:</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Traditional palaces: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The Sultan's palace of Foumban, the palaces of the Fons (Bafut) and the lamidats of the north (Garoua, Rey Bouba).</a:t>
            </a:r>
            <a:endParaRPr lang="en-US" sz="2800" dirty="0"/>
          </a:p>
        </p:txBody>
      </p:sp>
      <p:pic>
        <p:nvPicPr>
          <p:cNvPr id="6" name="Image 0" descr="/home/claude/f4/img/v2/usa_bandjoun.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traditional chiefdom</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Tourism Resources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Human (Cultural) Resources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Festivals: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Ngondo of the Sawa (Douala), the Nguon of the Bamoun (Foumban) and the Lela of Bali.</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Historical sites: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slave-trade site of Bimbia, German colonial buildings in Buea and other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Tourism Resources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500" b="1" dirty="0">
                <a:solidFill>
                  <a:srgbClr val="990011"/>
                </a:solidFill>
                <a:latin typeface="Times New Roman" pitchFamily="34" charset="0"/>
                <a:ea typeface="Times New Roman" pitchFamily="34" charset="-122"/>
                <a:cs typeface="Times New Roman" pitchFamily="34" charset="-120"/>
              </a:rPr>
              <a:t>B) Human (Cultural) Resources (continued)</a:t>
            </a:r>
            <a:endParaRPr lang="en-US" sz="25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Crafts and cultures: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Over 250 ethnic groups, with crafts, music, dances and cuisine.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Tourism Infrastructure, Sources and Destinations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Tourism infrastructure, sources of tourists and destinations are the following:</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Infrastructure: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International airports (Douala, Yaoundé, Garoua), hotels concentrated in large towns and a few lodges near parks.</a:t>
            </a:r>
            <a:endParaRPr lang="en-US" sz="2800" dirty="0"/>
          </a:p>
        </p:txBody>
      </p:sp>
      <p:pic>
        <p:nvPicPr>
          <p:cNvPr id="5" name="Image 0" descr="/home/claude/f4/img/v2/usa_hotel.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hotel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Tourism Infrastructure, Sources and Destinations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Organs: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Ministry of Tourism and Leisure (MINTOUL) and regional and local councils promote tourism.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Sources of tourists: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Mainly Europe (especially France), neighbouring African countries (Nigeria, Chad, Gabon) and North America.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Tourism Infrastructure, Sources and Destinations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Prime destinations: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Kribi, Limbe and Buea, the Western Highlands, Waza and the northern parks, and Foumban.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Hindering Tourism</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Tourism is hindered by the following problems: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Poor access: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Bad roads and few flights to tourist sites.</a:t>
            </a:r>
            <a:endParaRPr lang="en-US" sz="3600" dirty="0"/>
          </a:p>
        </p:txBody>
      </p:sp>
      <p:pic>
        <p:nvPicPr>
          <p:cNvPr id="5" name="Image 0" descr="/home/claude/f4/img/v2/f2t_muddy_road.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damaged road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Hindering Tourism</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Insecurity: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Boko Haram in the Far North and the crisis in the North-West and South-West have closed some sites.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Few services: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Few good hotels, guides and restaurants outside large towns.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Poor promotion: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is little known on the international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Hindering Tourism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Poaching and degradation: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Poaching and bush fires reduce wildlife in parks.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Measures to Promote Tourism</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Tourism can be promoted by the following measures: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government: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Improve security, roads and airports, train staff, promote "Destination Cameroon" and protect parks.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Measures to Promote Tourism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communities: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Develop community-based tourism (village stays, cultural festivals, crafts) and protect sites.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individuals: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Guides, hotel owners and drivers offer good, honest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Impacts of Tourism</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Tourism has the following impacts: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On the economy: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Foreign currency, jobs (guides, hotels, transport) and markets for crafts; but dependence on an unstable activity.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Impacts of Tourism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On local communities: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Income and pride in local culture; but rising prices and loss of the meaning of some traditions.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On the environment: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Money for conservation (ecotourism); but pollution, waste and disturbance of wildlife.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natural and two human tourism resources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Waza National Park and the beaches of Kribi; the Foumban palace and the Ngondo festival.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tourism and one measure to promote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Bad roads and insecurity; improving security (or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ministry in charge of tourism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festival of the Sawa people in Douala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waterfall of Kribi that falls into the sea is the ______ Falls.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region of Cameroon that is more developed and one that is less developed.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Contrasts in Development within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Tourism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tourisme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Tourist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touriste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Hotel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L'hôtel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National park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parc national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Festival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festival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Guide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guide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Beach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Crafts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L'artisanat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14: Tourism Development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natural and human tourism resources of Cameroon. Describe the tourism infrastructure, sources of tourists and destinations. Explain the problems hindering tourism and the measures to promote it. Assess the impacts of tourism.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tourist resources of Cameroon, explain the problems of tourism and propose measures to promote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Natural Resources; Human (Cultural) Resources; Tourism Infrastructure, Sources and Destinations; Problems Hindering Tourism; Measures to Promote Tourism; Impacts of Tourism.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one region of Cameroon that is more developed and one that is less developed.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mark tourist sites on a sketch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Mandara landscapes.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name palaces and festivals.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hotels of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the road to the Bénoué park.</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Geography of Cameroon.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Cameroon Geography (LSA and USA),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INS, Fourth Cameroon Household Survey (ECAM 4), 2014.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“Rhumsiki peak, North Cameroon” by krishna.naudin, CC BY-SA 2.0, via Flickr (https://www.flickr.com/photos/141297921@N05/25989204581)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“Bandjoun's chefferie: I - the approach past the royal quarters” by 10b travelling / Carsten ten Brink, CC BY-NC-ND 2.0, via Flickr (https://www.flickr.com/photos/77334245@N00/7326237514)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“Laguna Pool” by Prayitno / Thank you for (12 millions +) view, CC BY 2.0, via Flickr (https://www.flickr.com/photos/34128007@N04/14216582552)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“Cameroon - UN Women's Gender Road Project” by UN Women Gallery, CC BY-NC-ND 2.0, via Flickr (https://www.flickr.com/photos/51431730@N04/40672356003)</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(Beaches and coasts): “Sunset in Limbe” by visulogik, CC BY 2.0, via Flickr (https://www.flickr.com/photos/55671677@N00/2202334428)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68</Slides>
  <Notes>68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68</vt:i4>
      </vt:variant>
    </vt:vector>
  </HeadingPairs>
  <TitlesOfParts>
    <vt:vector size="7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2026-09-29T03:12:13Z</dcterms:created>
  <dcterms:modified xsi:type="dcterms:W3CDTF">2026-09-29T03:12:13Z</dcterms:modified>
</cp:coreProperties>
</file>