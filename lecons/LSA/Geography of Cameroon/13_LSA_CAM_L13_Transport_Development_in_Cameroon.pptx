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Lst>
  <p:notesMasterIdLst>
    <p:notesMasterId r:id="rId7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notesMaster" Target="notesMasters/notesMaster1.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Transport Development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Economic Activities and Development of Cameroon. The key notions we shall use today are: transport network, road, railway, port, airport, corridor, spatial pattern, transit. At the end, you should be able to do this: learners are able to describe the transport networks of Cameroon, explain their pattern and propose ways to improve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Industrial Development and Change in Cameroon. The question was: Name the two end towns of the Transcam railway.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and Ngaoundéré (through Yaoundé).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road, rail, air and water networks of Cameroon. Number 2: explain the spatial pattern of the transport network. Number 3: explain the problems of transport development. Number 4: describe the efforts to improve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railway ends at Ngaoundéré. Douala is the main port. Garoua has an international airport.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Moussa drives a lorry of cotton from Garoua to the south. Near Ngaoundéré a tyre bursts in a huge pothole, and while he waits he sees the Camrail freight train pass smoothly towards Douala. He says: "If only the roads were better, or the train came to Garoua!" His son asks: "Why is transport so difficult in Cameroon, and what is being done to improve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Transport is slow and costly because of bad roads and the limited railway.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railway end in the north?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Ngaoundéré.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a bad road costly for Moussa?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damages the lorry and wastes time and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traffic rules and protect roads and public transport equipment.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role of transport in trade, national unity and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transport network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towns are linked by the Transcam railway?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Yaoundé and Ngaoundéré.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goods does the railway carry from the north to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Cotton, cattle and goods for Chad and the Central African Republic.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container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was the deep-sea port of Kribi built?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receive very large ships that cannot enter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damaged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one problem of roads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roads are unpaved or full of potholes.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motorway.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motorway is being built between the two largest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Yaoundé–Douala motorway.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Transport network and Spatial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Corridor.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Road Network. The road network has the following characteristics. Copy the point on Importance and radial pattern on the left, then draw the diagram on the right: the transport network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Road Network. Copy the point on A dense south and a sparse north and east: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Road Network. Copy the point on Paved and unpaved roads: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Road Network. Copy the point on Corridors: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Rail Network. The rail network has the following characteristics. Copy the point on A linear pattern on the left, then draw the diagram on the right: a train.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Rail Network. Copy the point on Role: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Rail Network. Copy the point on Limits: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Air Network. The air network has the following characteristics. Copy the point on International airports on the left, then draw the diagram on the right: an airport.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Air Network. Copy the point on Domestic airports: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Air Network. Copy the point on Role: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Water Network. The water network has the following characteristics. Copy the point on Sea ports on the left, then draw the diagram on the right: a container port.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Water Network. Copy the point on River transport: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Water Network. Copy the point on Role: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Physical Problems. Transport development faces the following physical problems. Copy the point on Heavy rain on the left, then draw the diagram on the right: a muddy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 Problems. Copy the point on Relief and forest: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 Problems. Copy the point on Floods and sand in the north: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Economic and Technical Problems. Transport development also faces the following economic and technical problems. Copy the point on Lack of funds: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Economic and Technical Problems. Copy the point on Incomplete networks: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Economic and Technical Problems. Copy the point on Old equipment and congestion: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Security Problems. Transport development also faces the following security problems. Copy the point on Road bandits: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Security Problems. Copy the point on Numerous checkpoints: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Efforts to Improve Transport Development. The following efforts are made to improve transport. Copy the point on Roads on the left, then draw the diagram on the right: a motorway.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Efforts to Improve Transport Development. Copy the point on Ports: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Efforts to Improve Transport Development. Copy the point on Railway: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Efforts to Improve Transport Development. Copy the point on Airports and bridges: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spatial pattern of the road network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radial from Douala and Yaoundé, dense in the south and west, sparse in the north and east.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problems of transport and one effort to solve them.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bad roads and lack of funds; building motorways (or the Kribi port).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Camrail; number 2, Kribi; number 3, Ngaoundéré.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national parks of the North Region.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Tourism Development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13: TRANSPORT DEVELOPMENT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jp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Transport Development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 and Development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Transport Development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network, road, railway, port, airport, corridor, spatial pattern, transit.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different route networks: description and explanation of their spatial pattern; problems of transport development; efforts to improve transport.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transport networks of Cameroon, explain their pattern and propose ways to improve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Industrial Development and Change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end towns of the Transcam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Ngaoundéré (through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road, rail, air and water networks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spatial pattern of the transport network.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of transport development.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efforts to improve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railway ends at Ngaoundéré.</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Douala is the main port.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has an international airport.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Moussa drives a lorry of cotton from Garoua to the south.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Ngaoundéré a tyre bursts in a huge pothole, and while he waits he sees the Camrail freight train pass smoothly towards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says: "If only the roads were better, or the train came to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son asks: "Why is transport so difficult in Cameroon, and what is being done to improve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Transport is slow and costly because of bad roads and the limited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railway end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bad road costly for Moussa?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damages the lorry and wastes time and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traffic rules and protect roads and public transport equipment.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role of transport in trade, national unity and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ROUTE NETWORKS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transport network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ROUTE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towns are linked by the Transcam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ROUTE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Yaoundé and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ROUTE NETWORKS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ROUTE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goods does the railway carry from the north to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ROUTE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cattle and goods for Chad and the Central African Republic.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ROUTE NETWORKS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container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ROUTE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was the deep-sea port of Kribi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ROUTE NETWORKS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receive very large ships that cannot enter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damaged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problem of roads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roads are unpaved or full of potholes.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EFFORTS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5_motorwa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motorway.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motorway is being built between the two largest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Yaoundé–Douala motorway.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Economic Activities and Development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13: Transport Development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network: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set of routes (roads, railways, air routes, waterways) that link places.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Spatial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arrangement of the network on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Corridor: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main transport route used to carry goods between a port and inland areas or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Road Network</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road network has the following characteristics: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Importance and radial pattern: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Roads carry most of the passengers and goods of Cameroon. The main roads radiate from Douala and Yaoundé to the regional capitals.</a:t>
            </a:r>
            <a:endParaRPr lang="en-US" sz="3200" dirty="0"/>
          </a:p>
        </p:txBody>
      </p:sp>
      <p:pic>
        <p:nvPicPr>
          <p:cNvPr id="6" name="Image 0" descr="/home/claude/f4/img/v2/cmr_transport_big.png">    </p:cNvPr>
          <p:cNvPicPr>
            <a:picLocks noChangeAspect="1"/>
          </p:cNvPicPr>
          <p:nvPr/>
        </p:nvPicPr>
        <p:blipFill>
          <a:blip r:embed="rId1"/>
          <a:stretch>
            <a:fillRect/>
          </a:stretch>
        </p:blipFill>
        <p:spPr>
          <a:xfrm>
            <a:off x="6537960" y="2550490"/>
            <a:ext cx="5470855" cy="2735428"/>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transport network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Road Network</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dense south and a sparse north and east: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network is densest in the south and west. The north depends mainly on one road, the N1, from Ngaoundéré to Garoua, Maroua and Kousseri.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Road Network</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Paved and unpaved 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a small part of the network is paved. Most rural roads are earth roads that become muddy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Road Network</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Corridors: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Douala–N'Djamena and Douala–Bangui corridors carry goods for Chad and the Central African Republic. These landlocked countries depend on the port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Rail Network</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rail network has the following characteristics: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 linear pattern: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Transcam railway runs from Douala to Yaoundé (Transcam I) and from Yaoundé to Ngaoundéré (Transcam II), with a branch to Kumba. It is operated by Camrail.</a:t>
            </a:r>
            <a:endParaRPr lang="en-US" sz="3200" dirty="0"/>
          </a:p>
        </p:txBody>
      </p:sp>
      <p:pic>
        <p:nvPicPr>
          <p:cNvPr id="6" name="Image 0" descr="/home/claude/f4/img/v2/f2t_train.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train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Rail Network</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heavy goods such as timber, cotton, cattle, fuel and cement. From the railhead at Ngaoundéré, goods continue by road to the North, Chad and the Central African Republic.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Rail Network</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Limits: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including Garoua and Maroua, the west and the east are not served by the railway. These regions depend on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Air Network</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air network has the following characteristics: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International airports: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Douala, the busiest, Yaoundé-Nsimalen and Garoua are the international airports. They link Cameroon with Africa, Europe and the rest of the world.</a:t>
            </a:r>
            <a:endParaRPr lang="en-US" sz="3200" dirty="0"/>
          </a:p>
        </p:txBody>
      </p:sp>
      <p:pic>
        <p:nvPicPr>
          <p:cNvPr id="6" name="Image 0" descr="/home/claude/f4/img/v2/usa_airport.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airport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Air Network</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Domestic airports: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Maroua-Salak, Ngaoundéré, Bertoua, Bamenda and other towns have smaller airports. They are used by domestic flights.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Air Network</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transport allows fast travel for business, administration and tourism. It is especially useful between the south and the far north, which are more than 1,000 km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D) The Water Network</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water network has the following characteristics: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Sea ports: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Douala is the main port, and Kribi is a deep-sea port opened in 2018 that can receive very large ships. Limbe and Tiko are smaller ports.</a:t>
            </a:r>
            <a:endParaRPr lang="en-US" sz="3400" dirty="0"/>
          </a:p>
        </p:txBody>
      </p:sp>
      <p:pic>
        <p:nvPicPr>
          <p:cNvPr id="6" name="Image 0" descr="/home/claude/f4/img/v2/usa_container.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container port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The Water Network</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River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is navigable to Garoua only in the rainy season. The Sangha and the lower Sanaga and Nyong are used for local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Route Networks and their Spatial Pattern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The Water Network</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ports handle almost all the foreign trade of Cameroon. They also handle part of the trade of Chad and the Central African Republic.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Transport Development</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Physical Problems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Transport development faces the following physical problems:</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Heavy rain: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In the south, heavy rain turns earth roads into mud and washes away bridges. Many roads become impassable in the rainy season.</a:t>
            </a:r>
            <a:endParaRPr lang="en-US" sz="3400" dirty="0"/>
          </a:p>
        </p:txBody>
      </p:sp>
      <p:pic>
        <p:nvPicPr>
          <p:cNvPr id="6" name="Image 0" descr="/home/claude/f4/img/v2/f2t_muddy_road.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muddy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Transport Development</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Physical Problems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and 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Steep slopes in the west and dense forest in the south make roads difficult and costly to build. Roads must climb escarpments and cross many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Transport Development</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Physical Problems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Floods and sand in the north: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north, floods cut roads in the rainy season, and sand covers them in the dry season. Travel is then slow and dangerous.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Transport Development</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Economic and Technical Problems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Transport development also faces the following economic and technical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funds: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 and maintaining roads and railways is very costly, and the state lacks money. Many roads are therefore left with potholes and old bridges.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Transport Development</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Economic and Technical Problems</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Incomplete networks: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railway does not reach the north, the west or the east, and many rural areas have no paved road. These regions remain isolated.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Transport Development</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Economic and Technical Problems</a:t>
            </a:r>
            <a:endParaRPr lang="en-US" sz="30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Old equipment and congestion: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trains and lorries break down often. Congestion at the port of Douala also slows down traffic.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Transport Development</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Security Problems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Transport development also faces the following security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 bandits: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bandits, called coupeurs de route, attack vehicles on some roads of the north and east. Travellers and transporters avoid these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Transport Development</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Security Problems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Numerous checkpoints: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checkpoints stop vehicles on the main roads. They delay traffic and raise transport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Efforts to Improve Transport Development</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i="1" dirty="0">
                <a:solidFill>
                  <a:srgbClr val="111111"/>
                </a:solidFill>
                <a:latin typeface="Times New Roman" pitchFamily="34" charset="0"/>
                <a:ea typeface="Times New Roman" pitchFamily="34" charset="-122"/>
                <a:cs typeface="Times New Roman" pitchFamily="34" charset="-120"/>
              </a:rPr>
              <a:t>The following efforts are made to improve transport:</a:t>
            </a:r>
            <a:endParaRPr lang="en-US" sz="3400" dirty="0"/>
          </a:p>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Roads: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Major roads are being paved, and motorways are being built between Yaoundé and Douala and between Kribi and Lolabé. The Bamenda–Enugu road links Cameroon to Nigeria.</a:t>
            </a:r>
            <a:endParaRPr lang="en-US" sz="3400" dirty="0"/>
          </a:p>
        </p:txBody>
      </p:sp>
      <p:pic>
        <p:nvPicPr>
          <p:cNvPr id="5" name="Image 0" descr="/home/claude/f4/img/v2/f5_motorway.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motorway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Efforts to Improve Transport Development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Kribi deep-sea port has been built and the port of Douala modernised. They can now handle more and larger ships.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Efforts to Improve Transport Development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Railway: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Transcam line is being rehabilitated and new trains have been bought. There are plans to extend the railway to the north and to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Efforts to Improve Transport Development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Airports and bridges: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Airports have been modernised, and a second bridge has been built over the Wouri in Douala. Traffic between the two banks of Douala is now faster.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spatial pattern of the road network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Radial from Douala and Yaoundé, dense in the south and west, sparse in the north and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transport and one effort to solve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Bad roads and lack of funds; building motorways (or the Kribi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company that operates the railway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deep-sea port opened in 2018 is at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railway ends in the north at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national parks of the North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Tourism Development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Railway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chemin de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L'aéroport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Motorway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L'autoroute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Pothole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nid-de-poule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Corridor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corridor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Transport Development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road, rail, air and water networks of Cameroon. Explain the spatial pattern of the transport network. Explain the problems of transport development. Describe the efforts to improve transport.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transport networks of Cameroon, explain their pattern and propose ways to improve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Road Network; The Rail Network; The Air Network; The Water Network; Physical Problems; Economic and Technical Problems; Security Problems; Efforts to Improve Transport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national parks of the North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railway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goods at the railway station.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Douala and Kribi.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roads around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new roads of the region.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INS, Fourth Cameroon Household Survey (ECAM 4), 2014.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“'Mini Stack' Interchange of Interstate 10, Loop 202, and State Route 5” by squeaks2569, CC BY-SA 2.0, via Flickr (https://www.flickr.com/photos/38478466@N06/5180259860)</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(International airports): “Airplane” by jeffk, CC BY 2.0, via Flickr (https://www.flickr.com/photos/44124372247@N01/59597563)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75</Slides>
  <Notes>75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75</vt:i4>
      </vt:variant>
    </vt:vector>
  </HeadingPairs>
  <TitlesOfParts>
    <vt:vector size="7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2026-10-06T05:41:45Z</dcterms:created>
  <dcterms:modified xsi:type="dcterms:W3CDTF">2026-10-06T05:41:45Z</dcterms:modified>
</cp:coreProperties>
</file>