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transport network, road, railway, port, airport, corridor, spatial pattern, transit. At the end, you should be able to do this: learners are able to describe the transport networks of Cameroon, explain their pattern and propose ways to improve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Industrial Development and Change in Cameroon. The question was: Name the two end towns of the Transcam railway.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Ngaoundéré (through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road, rail, air and water networks of Cameroon. Number 2: explain the spatial pattern of the transport network. Number 3: explain the problems of transport development. Number 4: describe the efforts to improve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railway ends at Ngaoundéré. Douala is the main port. Garoua has an international airport.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drives a lorry of cotton from Garoua to the south. Near Ngaoundéré a tyre bursts in a huge pothole, and while he waits he sees the Camrail freight train pass smoothly towards Douala. He says: "If only the roads were better, or the train came to Garoua!" His son asks: "Why is transport so difficult in Cameroon, and what is being done to improve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 is slow and costly because of bad roads and the limited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railway end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bad road costly for Moussa?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the lorry and wastes time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traffic rules and protect roads and public transport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transport in trade, national unity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towns are linked by the Transcam railway?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goods does the railway carry from the north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cattle and goods for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the deep-sea port of Kribi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receive very large ships that cannot enter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damaged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problem of roads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roads are unpaved or full of potholes.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motorway.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motorway is being built between the two largest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Yaoundé–Douala motorway.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Transport network and Spatial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Corridor.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Road Network. The road network has the following characteristics. Copy the point on Importance and radial pattern on the left, then draw the diagram on the right: the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Copy the point on A dense south and a sparse north and east: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Copy the point on Paved and unpaved roads: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Copy the point on Corridors: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Rail Network. The rail network has the following characteristics. Copy the point on A linear pattern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Rail Network. Copy the point on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Rail Network. Copy the point on Limits: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Air Network. The air network has the following characteristics. Copy the point on International airports on the left, then draw the diagram on the right: an airport.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Air Network. Copy the point on Domestic airports: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Air Network. Copy the point on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 Network. The water network has the following characteristics. Copy the point on Sea ports on the left, then draw the diagram on the right: a container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 Network. Copy the point on River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 Network. Copy the point on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development faces the following problems. Copy the point on Poor infrastructure and lack of funds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Copy the point on Physical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Copy the point on Incomplete networks and old equipment: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Copy the point on Insecurity and checkpoints: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Improve Transport Development. The following efforts are made to improve transport. Copy the point on Roads on the left, then draw the diagram on the right: a motorway.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Copy the point on Ports: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Copy the point on Railway: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Copy the point on Airports, bridges and partnerships: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spatial pattern of the road network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radial from Douala and Yaoundé, dense in the south and west, sparse in the north and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transport and one effort to solve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lack of funds; building motorways (or the Kribi 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Camrail; number 2, Kribi; number 3,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national parks of the North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Tourism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TRANSPORT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road, railway, port, airport, corridor, spatial pattern, transit.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different route networks: description and explanation of their spatial pattern; problems of transport development; efforts to improve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networks of Cameroon, explain their pattern and propose ways to improve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Industrial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end towns of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Ngaoundéré (through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road, rail, air and water networks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pattern of the transport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railway ends at Ngaoundéré.</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an international airport.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drives a lorry of cotton from Garoua to the south.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a tyre bursts in a huge pothole, and while he waits he sees the Camrail freight train pass smoothly towards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says: "If only the roads were better, or the train came to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son asks: "Why is transport so difficult in Cameroon, and what is being done to improve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is slow and costly because of bad roads and the limited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railway end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bad road costly for Moussa?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the lorry and wastes time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traffic rules and protect roads and public transport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transport in trade, national unity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towns are linked by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goods does the railway carry from the north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cattle and goods for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deep-sea port of Kribi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receive very large ships that cannot enter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roads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roads are unpaved or full of potholes.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motorway is being built between the two largest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Yaoundé–Douala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Transport Development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routes (roads, railways, air routes, waterways) that link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network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Corridor: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transport route used to carry goods between a port and inland areas 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Road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road network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Importance and radial pattern: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Roads carry most of the passengers and goods of Cameroon. The main roads radiate from Douala and Yaoundé to the regional capitals.</a:t>
            </a:r>
            <a:endParaRPr lang="en-US" sz="3200" dirty="0"/>
          </a:p>
        </p:txBody>
      </p:sp>
      <p:pic>
        <p:nvPicPr>
          <p:cNvPr id="6" name="Image 0" descr="/home/claude/f4/img/v2/cmr_transport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transport network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dense south and a sparse north and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is densest in the south and west. The north depends mainly on one road, the N1, from Ngaoundéré to Garoua, Maroua and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Paved and unpaved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 small part of the network is paved. Most rural roads are earth roads that become muddy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Corridors: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Douala–N'Djamena and Douala–Bangui corridors carry goods for Chad and the Central African Republic. These landlocked countries depend on the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Rail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rail network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linear pattern: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Transcam railway runs from Douala to Yaoundé (Transcam I) and from Yaoundé to Ngaoundéré (Transcam II), with a branch to Kumba. It is operated by Camrail.</a:t>
            </a:r>
            <a:endParaRPr lang="en-US" sz="3200" dirty="0"/>
          </a:p>
        </p:txBody>
      </p:sp>
      <p:pic>
        <p:nvPicPr>
          <p:cNvPr id="6" name="Image 0" descr="/home/claude/f4/img/v2/f2t_tr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Rail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goods such as timber, cotton, cattle, fuel and cement. From the railhead at Ngaoundéré, goods continue by road to the North,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Rail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including Garoua and Maroua, the west and the east are not served by the railway. These regions depend on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Air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air network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International airports: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Douala, the busiest, Yaoundé-Nsimalen and Garoua are the international airports. They link Cameroon with Africa, Europe and the rest of the world.</a:t>
            </a:r>
            <a:endParaRPr lang="en-US" sz="3200" dirty="0"/>
          </a:p>
        </p:txBody>
      </p:sp>
      <p:pic>
        <p:nvPicPr>
          <p:cNvPr id="6" name="Image 0" descr="/home/claude/f4/img/v2/usa_airpor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airport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Air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airports: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Maroua-Salak, Ngaoundéré, Bertoua, Bamenda and other towns have smaller airports. They are used by domestic flights.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Air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transport allows fast travel for business, administration and tourism. It is especially useful between the south and the far north, which are more than 1,000 km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Water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water network has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Sea ports: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Douala is the main port, and Kribi is a deep-sea port opened in 2018 that can receive very large ships. Limbe and Tiko are smaller ports.</a:t>
            </a:r>
            <a:endParaRPr lang="en-US" sz="3400" dirty="0"/>
          </a:p>
        </p:txBody>
      </p:sp>
      <p:pic>
        <p:nvPicPr>
          <p:cNvPr id="6" name="Image 0" descr="/home/claude/f4/img/v2/usa_containe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container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Water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navigable to Garoua only in the rainy season. The Sangha and the lower Sanaga and Nyong are used for local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Water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ports handle almost all the foreign trade of Cameroon. They also handle part of the trade of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Transport development faces the following problems: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Poor infrastructure and lack of funds: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Unpaved roads, potholes and old bridges cause accidents and delays. Building and maintaining roads and railways is very costly, and the state lacks money.</a:t>
            </a:r>
            <a:endParaRPr lang="en-US" sz="3200" dirty="0"/>
          </a:p>
        </p:txBody>
      </p:sp>
      <p:pic>
        <p:nvPicPr>
          <p:cNvPr id="5" name="Image 0" descr="/home/claude/f4/img/v2/f2t_muddy_roa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heavy rain, steep slopes and dense forest make roads difficult to build and maintain. In the north, floods and sand damage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Incomplete networks and old equipment: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railway does not reach the north, and many regions remain isolated. Old trains and congestion at the port of Douala slow down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checkpoints: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bandits, called coupeurs de route, and conflicts make some roads unsafe. Numerous checkpoints delay vehicles and raise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following efforts are made to improve transport:</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Major roads are being paved, and motorways are being built between Yaoundé and Douala and between Kribi and Lolabé. The Bamenda–Enugu road links Cameroon to Nigeria.</a:t>
            </a:r>
            <a:endParaRPr lang="en-US" sz="3400" dirty="0"/>
          </a:p>
        </p:txBody>
      </p:sp>
      <p:pic>
        <p:nvPicPr>
          <p:cNvPr id="5" name="Image 0" descr="/home/claude/f4/img/v2/f5_motorwa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motorway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Kribi deep-sea port has been built and the port of Douala modernised. They can now handle more and larger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line is being rehabilitated and new trains have been bought. There are plans to extend the railway to the north and to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Airports, bridges and partnerships: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Airports have been modernised, and a second bridge has been built over the Wouri in Douala. Public-private partnerships help to finance and manage these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spatial pattern of the road network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Radial from Douala and Yaoundé, dense in the south and west, sparse in the 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transport and one effort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lack of funds; building motorways (or the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operates the railway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deep-sea port opened in 2018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in the north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parks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nid-de-poule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road, rail, air and water networks of Cameroon. Explain the spatial pattern of the transport network. Explain the problems of transport development. Describe the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networks of Cameroon, explain their pattern and propose ways to improve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Road Network; The Rail Network; The Air Network; The Water Network; Problems of Transport Development; Efforts to Improve Transport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national parks of the North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railway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at the railway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Douala and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roads of the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 Stack' Interchange of Interstate 10, Loop 202, and State Route 5” by squeaks2569, CC BY-SA 2.0, via Flickr (https://www.flickr.com/photos/38478466@N06/5180259860)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(International airports):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2026-09-29T11:32:34Z</dcterms:created>
  <dcterms:modified xsi:type="dcterms:W3CDTF">2026-09-29T11:32:34Z</dcterms:modified>
</cp:coreProperties>
</file>