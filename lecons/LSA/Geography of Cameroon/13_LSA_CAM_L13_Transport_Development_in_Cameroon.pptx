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transport network, road, railway, port, airport, corridor, spatial pattern, transit. At the end, you should be able to do this: learners are able to describe the transport networks of Cameroon, explain their pattern and propose ways to improve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Industrial Development and Change in Cameroon. The question was: Name the two end towns of the Transcam railway.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Ngaoundéré (through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road, rail, air and water networks of Cameroon. Number 2: explain the spatial pattern of the transport network. Number 3: explain the problems of transport development. Number 4: describe the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railway ends at Ngaoundéré. Douala is the main port. Garoua has an international airport.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drives a lorry of cotton from Garoua to the south. Near Ngaoundéré a tyre bursts in a huge pothole, and while he waits he sees the Camrail freight train pass smoothly towards Douala. He says: "If only the roads were better, or the train came to Garoua!" His son asks: "Why is transport so difficult in Cameroon, and what is being done to improve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is slow and costly because of bad roads and the limited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railway end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bad road costly for Moussa?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the lorry and wastes time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traffic rules and protect roads and public transport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transport in trade, national unity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towns are linked by the Transcam railway?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goods does the railway carry from the north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cattle and goods for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deep-sea port of Kribi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receive very large ships that cannot enter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problem of roads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roads are unpaved or full of potholes.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motorway.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motorway is being built between the two largest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Yaoundé–Douala motorway.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Transport network and Spatial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Corridor.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Road Network. The road network has the following characteristics. Copy the point on Importance on the left, then draw the diagram on the right: the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On this slide we have Radial pattern and Dense south, sparse north and east.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On this slide we have Paved and unpaved roads and Corridors.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Rail Network. The rail network has the following characteristics. Copy the point on Linear pattern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On this slide we have Operator and Role.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Air Network. The air network has the following characteristics. Copy the point on International airports on the left, then draw the diagram on the right: an airport.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Air Network. On this slide we have Domestic airports and Role.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 Network. The water network has the following characteristics. Copy the point on Sea ports on the left, then draw the diagram on the right: a container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 Network. On this slide we have River transport and Role.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development faces the following problems. Copy the point on Poor infrastructure on the left, then draw the diagram on the right: a damaged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Lack of funds and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Incomplete networks and Old equipment and congestion.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Development. The following efforts are made to improve transport. Copy the point on Roads on the left, then draw the diagram on the right: a motorway.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On this slide we have Ports and Railway.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On this slide we have Airports and bridges and Partnerships.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spatial pattern of the road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radial from Douala and Yaoundé, dense in the south and west, sparse in the north and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transport and one effort to solve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lack of funds; building motorways (or the Kribi 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Camrail;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national parks of the North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Tourism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road, railway, port, airport, corridor, spatial pattern, transit.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different route networks: description and explanation of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Industrial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(through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air and water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pattern of the transport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ends at Ngaoundéré.</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an international airport.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drives a lorry of cotton from Garoua to the south.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a tyre bursts in a huge pothole, and while he waits he sees the Camrail freight train pass smoothly towards Douala.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is slow and costly because of bad roads and the limited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railway end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bad road costly for Moussa?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the lorry and wastes time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traffic rules and protect roads and public transport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transport in trade, national unity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towns are linked by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goods does the railway carry from the north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cattle and goods for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deep-sea port of Kribi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receive very large ships that cannot enter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roads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unpaved or full of potholes.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motorway is being built between the two largest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Yaoundé–Douala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routes (roads, railways, air routes, waterways) that link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network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transport route used to carry goods between a port and inland areas 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Road Network</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road network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carry most passengers and goods in Cameroon.</a:t>
            </a:r>
            <a:endParaRPr lang="en-US" sz="3600" dirty="0"/>
          </a:p>
        </p:txBody>
      </p:sp>
      <p:pic>
        <p:nvPicPr>
          <p:cNvPr id="6" name="Image 0" descr="/home/claude/f4/img/v2/cmr_transport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transport network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roads radiate from Douala and Yaoundé to the regional capitals.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south, sparse north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is densest in the south and west; the north depends mainly on the N1 (Ngaoundéré–Garoua–Maroua–Kousseri).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Paved and unpaved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 small part of the network is paved; most rural roads are earth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Douala–N'Djamena and Douala–Bangui carry transit goods for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Rail Network</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rail network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Transcam railway runs from Douala to Yaoundé (Transcam I) and from Yaoundé to Ngaoundéré (Transcam II), with a branch to Kumba.</a:t>
            </a:r>
            <a:endParaRPr lang="en-US" sz="3000" dirty="0"/>
          </a:p>
        </p:txBody>
      </p:sp>
      <p:pic>
        <p:nvPicPr>
          <p:cNvPr id="6" name="Image 0" descr="/home/claude/f4/img/v2/f2t_trai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Operator: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operated by Camrail.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goods (timber, cotton, cattle, fuel, cement) and transit goods for Chad and the Central African Republic from the Ngaoundéré railhead.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(Garoua, Maroua), the west and the east are not 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Air Network</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air network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International airports: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Douala (the busiest), Yaoundé-Nsimalen and Garoua.</a:t>
            </a:r>
            <a:endParaRPr lang="en-US" sz="3600" dirty="0"/>
          </a:p>
        </p:txBody>
      </p:sp>
      <p:pic>
        <p:nvPicPr>
          <p:cNvPr id="6" name="Image 0" descr="/home/claude/f4/img/v2/usa_airpor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airport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Air Network</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airports: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Maroua-Salak, Ngaoundéré, Bertoua, Bamenda and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travel for business, administration and tourism, especially between the south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Water Network</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water network has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Sea ports: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(the main port), Kribi (deep-sea port opened in 2018), Limbe and Tiko.</a:t>
            </a:r>
            <a:endParaRPr lang="en-US" sz="3400" dirty="0"/>
          </a:p>
        </p:txBody>
      </p:sp>
      <p:pic>
        <p:nvPicPr>
          <p:cNvPr id="6" name="Image 0" descr="/home/claude/f4/img/v2/usa_contain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container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Water Network</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(to Garoua in the rainy season), the Sangha and the lower Sanaga and Nyong are used locally.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ports handle almost all the foreign trade of Cameroon and part of that of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Transport development faces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Unpaved roads, potholes and old bridges cause accidents and delays.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funds: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and maintaining roads and railways is very costly.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and dense forest in the south; floods and sand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railway does not reach the north, and many regions remain isolated.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equipment and congestion: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trains, congestion at the port of Douala and road checkpoints slow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bandits (coupeurs de route) and conflicts make some roads unsafe.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Paving of major roads, the Yaoundé–Douala motorway, the Kribi–Lolabé motorway and the Bamenda–Enugu road to Nigeria.</a:t>
            </a:r>
            <a:endParaRPr lang="en-US" sz="3200" dirty="0"/>
          </a:p>
        </p:txBody>
      </p:sp>
      <p:pic>
        <p:nvPicPr>
          <p:cNvPr id="5" name="Image 0" descr="/home/claude/f4/img/v2/f5_motorwa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motorway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deep-sea port and the modernisation of the port of Douala.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Rehabilitation of the Transcam line and new trains, with plans to extend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and bridges: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Modernised airports and the second bridge over the Wouri in Douala.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Public-private partnerships to finance and manage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spatial pattern of the road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Radial from Douala and Yaoundé, dense in the south and west, sparse in the 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transport and one effort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lack of funds; building motorways (or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operates the railway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opened in 2018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nid-de-poule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air and water networks of Cameroon. Explain the spatial pattern of the transport network. Explain the problems of transport development. Describe the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Road Network; The Rail Network; The Air Network; The Water Network; Problems of Transport Development; Efforts to Improve Transport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national parks of the North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railway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at the railway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Douala and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roads of the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(International airports):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2026-09-28T21:21:49Z</dcterms:created>
  <dcterms:modified xsi:type="dcterms:W3CDTF">2026-09-28T21:21:49Z</dcterms:modified>
</cp:coreProperties>
</file>