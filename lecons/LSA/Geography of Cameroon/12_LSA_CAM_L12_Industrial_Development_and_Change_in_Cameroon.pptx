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Industrial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manufacturing industry, light industry, import substitution, raw-material oriented industry, industrial region, locational factors. At the end, you should be able to do this: learners are able to describe the industrial regions of Cameroon, explain their location and propose ways to develop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Management of Water Resources in Cameroon. The question was: Name one factory in Garoua and what it produces.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makes cotton cloth (textiles); SODECOTON gins cotton and makes cotton-seed oil; the SABC brews drinks.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characteristics of manufacturing industries in Cameroon. Number 2: describe the four industrial regions and explain their pattern. Number 3: explain the reasons for the low level of industrialisation. Number 4: describe the efforts of the state and the impacts of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CICAM makes cloth in Garoua. Douala is the main port of Cameroon. Industries transform raw materials into finished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Issa drinks a bottle of juice made by the SABC in Douala, and his new school uniform is made of cloth from CICAM in Garoua. He asks his friend: "Why is my drink made far away in Douala while our cloth is made here, and why are there so few big factories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Issa wants to understand the location of industries and the low industrialisation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cloth of the uniform made?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CICAM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cloth made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in the main cotton-growing region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products made in Cameroon and develop skills useful to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industries of Cameroon, their location and their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raw material does a textile factory in Garoua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has the most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around Douala, Edéa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the aluminium smelter built at Edéa?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cheap electricity from the Edéa dam and the nearby port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modern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Cameroon has few heavy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(also technology, energy or a large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impact of industries on a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create jobs (and attract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Manufacturing industry.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Light industry, Import substitution and Industrial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Manufacturing Industries. The manufacturing industries of Cameroon have the following characteristics. Copy the point on Low level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On this slide we have Light industries and Import substitution.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On this slide we have Raw-material oriented and Concentration.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Region. The industries and location factors of the Coastal region are the following. Copy the point on Towns and industries on the left, then draw the diagram on the right: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Location factors on the left, then draw the diagram on the right: an aluminium smelter.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Centre-South Region. The industries and location factors of the Centre-South region are the following. On this slide we have Towns and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Centre-South Region. On this slide we have Location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Region. The industries and location factors of the Western region are the following. On this slide we have Towns and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Region. On this slide we have Location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Region. The industries and location factors of the Northern region are the following. Copy the point on Towns and industries on the left, then draw the diagram on the right: textile production.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Region. On this slide we have Location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Low Level of Industrialisation. Industry remains weak for the following reasons. On this slide we have Lack of capital and Energy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Low Level of Industrialisation. On this slide we have Technology and skills, Small market and Administrative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of the State. The state has taken the following measures to develop industry. On this slide we have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On this slide we have Investment incentives and Industrial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On this slide we have Import-substitution plans.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Socio-Economic Impacts of Industrialisation. Industrialisation has the following impacts. Copy the point on Positive impacts on the left, then draw the diagram on the right: factory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Impacts of Industrialisation. On this slide we have Negative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industrial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Coastal, Centre-South, Western and Northern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Coastal region the most industrialised?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the port of Douala, cheap electricity, a large market and good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ALUCAM; number 2, substitution; number 3, SONARA.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end towns of the Transcam railway.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INDUSTRIAL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Industrial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industry, light industry, import substitution, raw-material oriented industry, industrial region, locational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manufacturing industries; the main industrial regions (Coastal, Centre-South, Western, Northern) and their types of industries; locational and growth factors; reasons for the low level of industrialisation; efforts of the state;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industrial regions of Cameroon, explain their location and propose ways to develop industry.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Management of Water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in Garoua and what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makes cotton cloth (textiles); SODECOTON gins cotton and makes cotton-seed oil; the SABC brews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manufacturing industries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industrial regions and explain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low level of industrialisation.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efforts of the state and the impacts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CICAM makes cloth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transform raw materials into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Issa drinks a bottle of juice made by the SABC in Douala, and his new school uniform is made of cloth from CICAM in Garoua. He asks his friend: "Why is my drink made far away in Douala while our cloth is made here, and why are there so few big factories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Issa wants to understand the location of industries and the low industrialisation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cloth of the uniform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CICAM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cloth made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main cotton-growing region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products made in Cameroon and develop skills useful to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industries of Cameroon, their location and their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raw material does a textile factory in Garoua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most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around Douala, Edéa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aluminium smelter built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cheap electricity from the Edéa dam and the nearby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Cameroon has few heavy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(also technology, energy or a large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industries on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(and attract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Industrial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into finished or semi-finished goods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consumer goods with little raw material and capital (food, drinks, textiles, soap).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producing locally goods that were formerly imported.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many industries are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manufacturing industries of Cameroon have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Low level: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Manufacturing is small and provides only about a sixth of national production.</a:t>
            </a:r>
            <a:endParaRPr lang="en-US" sz="3400" dirty="0"/>
          </a:p>
        </p:txBody>
      </p:sp>
      <p:pic>
        <p:nvPicPr>
          <p:cNvPr id="5"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make food, drinks, textiles, soap, wood products and cement.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were created to replace imports (cement, sugar, cloth,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Raw-material oriented: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are located near their raw materials: ginneries near cotton farms, sawmills near forests.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Concentration: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are concentrated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Region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industries and location factors of the Coastal region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Douala (drinks, food, chocolate, soap, cement, metal works), Edéa (ALUCAM aluminium), Limbe (SONARA oil refinery) and Kribi (industrial port zone).</a:t>
            </a:r>
            <a:endParaRPr lang="en-US" sz="2800" dirty="0"/>
          </a:p>
        </p:txBody>
      </p:sp>
      <p:pic>
        <p:nvPicPr>
          <p:cNvPr id="6" name="Image 0" descr="/home/claude/f4/img/v2/cmr_industry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Region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port of Douala, cheap electricity from Edéa and Song Loulou, a large market, skilled labour, banks and good transport.</a:t>
            </a:r>
            <a:endParaRPr lang="en-US" sz="3600" dirty="0"/>
          </a:p>
        </p:txBody>
      </p:sp>
      <p:pic>
        <p:nvPicPr>
          <p:cNvPr id="6" name="Image 0" descr="/home/claude/f4/img/v2/f2t_aluminiu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aluminium smelter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Centre-South Region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industries and location factors of the Centre-South region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(drinks, printing, food, building materials), Mbalmayo (wood) and Mbandjock–Nkoteng (sugar of SOSUCAM).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The Centre-South Region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political capital and its large market, forest timber, the railway and nearby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Western Region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industries and location factors of the Western region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Bamenda and Dschang: coffee and tea processing, food processing, drinks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The Western Region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farming areas supplying raw materials and a dense population giving labour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Northern Region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industries and location factors of the Northern region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Garoua (CICAM cloth, SODECOTON cotton and oil, a brewery), Figuil (cement), Maroua (leather) and Ngaoundéré (meat and milk).</a:t>
            </a:r>
            <a:endParaRPr lang="en-US" sz="2800" dirty="0"/>
          </a:p>
        </p:txBody>
      </p:sp>
      <p:pic>
        <p:nvPicPr>
          <p:cNvPr id="6"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textile production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Northern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(cotton, limestone, cattle, hides and skins), electricity from Lagdo and the market of the northern regions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remains weak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local investors and costly loans.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and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bad roads and limited railways raise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and skills: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machines and a shortage of engineers and technicians.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incomes and strong competition from imported goods.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procedures, taxes and corruption discourage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 to develop industry: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(Lom Pangar, Nachtigal, Memve'ele), the Kribi deep-sea port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on private investment (2013) gives tax advantages to new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MAGZI prepares industrial zones with water, electricity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Import-substitution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Programmes encourage local processing of rice, maize, milk, fish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Industrialisation has the following impacts: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national income, local goods, growth of towns and markets for farmers.</a:t>
            </a:r>
            <a:endParaRPr lang="en-US" sz="3600" dirty="0"/>
          </a:p>
        </p:txBody>
      </p:sp>
      <p:pic>
        <p:nvPicPr>
          <p:cNvPr id="5" name="Image 0" descr="/home/claude/f4/img/v2/f2t_factory_workers.jpg">    </p:cNvPr>
          <p:cNvPicPr>
            <a:picLocks noChangeAspect="1"/>
          </p:cNvPicPr>
          <p:nvPr/>
        </p:nvPicPr>
        <p:blipFill>
          <a:blip r:embed="rId1"/>
          <a:stretch>
            <a:fillRect/>
          </a:stretch>
        </p:blipFill>
        <p:spPr>
          <a:xfrm>
            <a:off x="5349240" y="2068891"/>
            <a:ext cx="6659575" cy="369862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factory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air, water and soil, rural exodus, slums around industrial towns and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Centre-South, Western and Northern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the most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of Douala, cheap electricity, a large market and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aluminium smelter of Edéa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Producing locally goods that were imported is import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of Limbe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end towns of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 substitution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substitution aux importations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Brewery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brasserie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Industrial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manufacturing industries in Cameroon. Describe the four industrial regions and explain their pattern. Explain the reasons for the low level of industrialisation. Describe the efforts of the state and the impacts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industrial regions of Cameroon, explain their location and propose ways to develop industry.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Manufacturing Industries; The Coastal Region; The Centre-South Region; The Western Region; The Northern Region; Reasons for the Low Level of Industrialisation; Efforts of the State; Socio-Economic Impacts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end towns of the Transcam railway.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cotton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industrial towns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Sanaga dams.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imported goods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in factories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2026-09-29T03:12:12Z</dcterms:created>
  <dcterms:modified xsi:type="dcterms:W3CDTF">2026-09-29T03:12:12Z</dcterms:modified>
</cp:coreProperties>
</file>