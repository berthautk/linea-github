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Industrial Development and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Economic Activities and Development of Cameroon. The key notions we shall use today are: manufacturing industry, light industry, import substitution, raw-material oriented industry, industrial region, locational factors. At the end, you should be able to do this: learners are able to describe the industrial regions of Cameroon, explain their location and propose ways to develop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Management of Water Resources in Cameroon. The question was: Name one factory in Garoua and what it produces.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CICAM makes cotton cloth (textiles); SODECOTON gins cotton and makes cotton-seed oil; the SABC brews drinks.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characteristics of manufacturing industries in Cameroon. Number 2: describe the four industrial regions and explain their pattern. Number 3: explain the reasons for the low level of industrialisation. Number 4: describe the efforts of the state and the impacts of industrialisation.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CICAM makes cloth in Garoua. Douala is the main port of Cameroon. Industries transform raw materials into finished goods.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Issa drinks a bottle of juice made by the SABC in Douala, and his new school uniform is made of cloth from CICAM in Garoua. He asks his friend: "Why is my drink made far away in Douala while our cloth is made here, and why are there so few big factories in Garoua?"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Issa wants to understand the location of industries and the low industrialisation of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cloth of the uniform made?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CICAM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cloth made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 is in the main cotton-growing region (raw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products made in Cameroon and develop skills useful to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industries of Cameroon, their location and their role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raw material does a textile factory in Garoua 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industrial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region has the most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region, around Douala, Edéa and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aluminium smelter.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was the aluminium smelter built at Edéa?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of the cheap electricity from the Edéa dam and the nearby port of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modern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reason why Cameroon has few heavy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capital (also technology, energy or a large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factory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positive impact of industries on a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create jobs (and attract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Manufacturing industry.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Light industry, Import substitution and Industrial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Manufacturing Industries. The manufacturing industries of Cameroon have the following characteristics. Copy the point on Low level on the left, then draw the diagram on the right: a textile factory.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Manufacturing Industries. On this slide we have Light industries and Import substitution.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Manufacturing Industries. On this slide we have Raw-material oriented and Concentration.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Coastal Region. The industries and location factors of the Coastal region are the following. Copy the point on Towns and industries on the left, then draw the diagram on the right: industrial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Location factors on the left, then draw the diagram on the right: an aluminium smelter.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Centre-South Region. The industries and location factors of the Centre-South region are the following. On this slide we have Towns and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Centre-South Region. On this slide we have Location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Western Region. The industries and location factors of the Western region are the following. On this slide we have Towns and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Western Region. On this slide we have Location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Northern Region. The industries and location factors of the Northern region are the following. Copy the point on Towns and industries on the left, then draw the diagram on the right: textile production.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Northern Region. On this slide we have Location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Low Level of Industrialisation. Industry remains weak for the following reasons. On this slide we have Lack of capital and Energy and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Low Level of Industrialisation. On this slide we have Technology and skills, Small market and Administrative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Efforts of the State. The state has taken the following measures to develop industry. On this slide we have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of the State. On this slide we have Investment incentives and Industrial zones.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of the State. On this slide we have Import-substitution plans.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Socio-Economic Impacts of Industrialisation. Industrialisation has the following impacts. Copy the point on Positive impacts on the left, then draw the diagram on the right: factory workers.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Socio-Economic Impacts of Industrialisation. On this slide we have Negative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industrial regions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Coastal, Centre-South, Western and Northern regions.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Coastal region the most industrialised?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has the port of Douala, cheap electricity, a large market and good transport.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ALUCAM; number 2, substitution; number 3, SONARA.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end towns of the Transcam railway.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Transport Development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12: INDUSTRIAL DEVELOPMENT AND CHANGE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Industrial Development and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 and Development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Industrial Development and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industry, light industry, import substitution, raw-material oriented industry, industrial region, locational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manufacturing industries; the main industrial regions (Coastal, Centre-South, Western, Northern) and their types of industries; locational and growth factors; reasons for the low level of industrialisation; efforts of the state; socio-economic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industrial regions of Cameroon, explain their location and propose ways to develop industry.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Management of Water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factory in Garoua and what it produces.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makes cotton cloth (textiles); SODECOTON gins cotton and makes cotton-seed oil; the SABC brews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manufacturing industries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industrial regions and explain their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low level of industrialisation.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efforts of the state and the impacts of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CICAM makes cloth in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main port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Industries transform raw materials into finished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Issa drinks a bottle of juice made by the SABC in Douala, and his new school uniform is made of cloth from CICAM in Garoua. He asks his friend: "Why is my drink made far away in Douala while our cloth is made here, and why are there so few big factories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Issa wants to understand the location of industries and the low industrialisation of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cloth of the uniform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CICAM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cloth made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in the main cotton-growing region (raw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products made in Cameroon and develop skills useful to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industries of Cameroon, their location and their role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raw material does a textile factory in Garoua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the most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region, around Douala, Edéa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aluminiu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aluminium smelter.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aluminium smelter built at Edéa?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cheap electricity from the Edéa dam and the nearby port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 LEVEL OF INDUSTRIALISATION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 LEVEL OF 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reason why Cameroon has few heavy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 LEVEL OF 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(also technology, energy or a large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impact of industries on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create jobs (and attract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Economic Activities and Development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12: Industrial Development and Change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Manufacturing 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transformation of raw materials into finished or semi-finished goods in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produces consumer goods with little raw material and capital (food, drinks, textiles, soap).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 substitution: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producing locally goods that were formerly imported.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where many industries are concentrated.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Manufacturing Industries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manufacturing industries of Cameroon have the following characteristics: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Low level: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Manufacturing is small and provides only about a sixth of national production.</a:t>
            </a:r>
            <a:endParaRPr lang="en-US" sz="3400" dirty="0"/>
          </a:p>
        </p:txBody>
      </p:sp>
      <p:pic>
        <p:nvPicPr>
          <p:cNvPr id="5" name="Image 0" descr="/home/claude/f4/img/v2/f2t_textile_factor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textile factory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Manufacturing Industries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factories make food, drinks, textiles, soap, wood products and cement.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 substitution: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were created to replace imports (cement, sugar, cloth,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Manufacturing Industries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Raw-material oriented: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are located near their raw materials: ginneries near cotton farms, sawmills near forests.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Concentration: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are concentrated in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Coastal Region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industries and location factors of the Coastal region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Towns and industries: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Douala (drinks, food, chocolate, soap, cement, metal works), Edéa (ALUCAM aluminium), Limbe (SONARA oil refinery) and Kribi (industrial port zone).</a:t>
            </a:r>
            <a:endParaRPr lang="en-US" sz="2800" dirty="0"/>
          </a:p>
        </p:txBody>
      </p:sp>
      <p:pic>
        <p:nvPicPr>
          <p:cNvPr id="6" name="Image 0" descr="/home/claude/f4/img/v2/cmr_industry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industrial regions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Coastal Region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Location factors: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port of Douala, cheap electricity from Edéa and Song Loulou, a large market, skilled labour, banks and good transport.</a:t>
            </a:r>
            <a:endParaRPr lang="en-US" sz="3600" dirty="0"/>
          </a:p>
        </p:txBody>
      </p:sp>
      <p:pic>
        <p:nvPicPr>
          <p:cNvPr id="6" name="Image 0" descr="/home/claude/f4/img/v2/f2t_aluminium.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aluminium smelter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Centre-South Region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industries and location factors of the Centre-South region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Towns and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(drinks, printing, food, building materials), Mbalmayo (wood) and Mbandjock–Nkoteng (sugar of SOSUCAM).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The Centre-South Region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political capital and its large market, forest timber, the railway and nearby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Western Region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industries and location factors of the Western region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Towns and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Bafoussam, Bamenda and Dschang: coffee and tea processing, food processing, drinks and crafts.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C) The Western Region (continued)</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Rich farming areas supplying raw materials and a dense population giving labour and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The Northern Region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industries and location factors of the Northern region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Towns and industries: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Garoua (CICAM cloth, SODECOTON cotton and oil, a brewery), Figuil (cement), Maroua (leather) and Ngaoundéré (meat and milk).</a:t>
            </a:r>
            <a:endParaRPr lang="en-US" sz="2800" dirty="0"/>
          </a:p>
        </p:txBody>
      </p:sp>
      <p:pic>
        <p:nvPicPr>
          <p:cNvPr id="6" name="Image 0" descr="/home/claude/f4/img/v2/f2t_textile_factory.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textile production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Northern Region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(cotton, limestone, cattle, hides and skins), electricity from Lagdo and the market of the northern regions and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Low Level of Industrialisation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Industry remains weak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local investors and costly loans.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and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bad roads and limited railways raise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Low Level of Industrialisation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Technology and skills: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machines and a shortage of engineers and technicians.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market: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incomes and strong competition from imported goods.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Administrative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Slow procedures, taxes and corruption discourage investors.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Efforts of the State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state has taken the following measures to develop industry: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dams (Lom Pangar, Nachtigal, Memve'ele), the Kribi deep-sea port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Efforts of the State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Investment incentives: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law on private investment (2013) gives tax advantages to new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MAGZI prepares industrial zones with water, electricity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Efforts of the State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Import-substitution plans: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Programmes encourage local processing of rice, maize, milk, fish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Socio-Economic Impacts of Industrialisation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Industrialisation has the following impacts: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Positive impacts: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Jobs, national income, local goods, growth of towns and markets for farmers.</a:t>
            </a:r>
            <a:endParaRPr lang="en-US" sz="3600" dirty="0"/>
          </a:p>
        </p:txBody>
      </p:sp>
      <p:pic>
        <p:nvPicPr>
          <p:cNvPr id="5" name="Image 0" descr="/home/claude/f4/img/v2/f2t_factory_workers.jpg">    </p:cNvPr>
          <p:cNvPicPr>
            <a:picLocks noChangeAspect="1"/>
          </p:cNvPicPr>
          <p:nvPr/>
        </p:nvPicPr>
        <p:blipFill>
          <a:blip r:embed="rId1"/>
          <a:stretch>
            <a:fillRect/>
          </a:stretch>
        </p:blipFill>
        <p:spPr>
          <a:xfrm>
            <a:off x="5349240" y="2068891"/>
            <a:ext cx="6659575" cy="3698626"/>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factory workers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Socio-Economic Impacts of Industrialisation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Pollution of air, water and soil, rural exodus, slums around industrial towns and regional inequality.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industrial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Centre-South, Western and Northern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Coastal region the most industrialised?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the port of Douala, cheap electricity, a large market and good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aluminium smelter of Edéa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Producing locally goods that were imported is import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oil refinery of Limbe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end towns of the Transcam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Transport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Raw material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première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Import substitution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substitution aux importations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Refinery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raffinerie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Brewery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brasserie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Industrial Development and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manufacturing industries in Cameroon. Describe the four industrial regions and explain their pattern. Explain the reasons for the low level of industrialisation. Describe the efforts of the state and the impacts of industrialisation.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industrial regions of Cameroon, explain their location and propose ways to develop industry.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of Manufacturing Industries; The Coastal Region; The Centre-South Region; The Western Region; The Northern Region; Reasons for the Low Level of Industrialisation; Efforts of the State; Socio-Economic Impacts of Industrialisation.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end towns of the Transcam railway.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piece of cotton cloth.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mark industrial towns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the Sanaga dams.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imported goods in the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jobs in factories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 Fourth Cameroon Household Survey (ECAM 4), 2014.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“Kurri Kurri aluminium” by yewenyi, CC BY-NC 2.0, via Flickr (https://www.flickr.com/photos/30265340@N00/2971223932)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“Photo by USAID East Africa” by U.S. Agency for International Development, CC0 1.0, via rawpixel (https://www.rawpixel.com/image/4051097/image-public-domain-person-building)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2026-09-28T21:22:02Z</dcterms:created>
  <dcterms:modified xsi:type="dcterms:W3CDTF">2026-09-28T21:22:02Z</dcterms:modified>
</cp:coreProperties>
</file>