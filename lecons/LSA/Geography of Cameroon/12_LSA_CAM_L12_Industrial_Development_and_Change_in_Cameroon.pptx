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Lst>
  <p:notesMasterIdLst>
    <p:notesMasterId r:id="rId8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notesMaster" Target="notesMasters/notesMaster1.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Industrial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manufacturing industry, light industry, import substitution, raw-material oriented industry, industrial region, locational factors. At the end, you should be able to do this: learners are able to describe the industrial regions of Cameroon, explain their location and propose ways to develop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Management of Water Resources in Cameroon. The question was: Name one factory in Garoua and what it produces.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makes cotton cloth (textiles); SODECOTON gins cotton and makes cotton-seed oil; the SABC brews drinks.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characteristics of manufacturing industries in Cameroon. Number 2: describe the four industrial regions and explain their pattern. Number 3: explain the reasons for the low level of industrialisation. Number 4: describe the efforts of the state and the impacts of 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CICAM makes cloth in Garoua. Douala is the main port of Cameroon. Industries transform raw materials into finished goods.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Issa drinks a bottle of juice made by the SABC in Douala, and his new school uniform is made of cloth from CICAM in Garoua. He asks his friend: "Why is my drink made far away in Douala while our cloth is made here, and why are there so few big factories in Garoua?"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Issa wants to understand the location of industries and the low industrialisation of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the cloth of the uniform made?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CICAM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cloth made in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 is in the main cotton-growing region (raw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products made in Cameroon and develop skills useful to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industries of Cameroon, their location and their role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raw material does a textile factory in Garoua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region has the most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region, around Douala, Edéa and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aluminium smelter.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the aluminium smelter built at Edéa?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of the cheap electricity from the Edéa dam and the nearby port of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modern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reason why Cameroon has few heavy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Lack of capital (also technology, energy or a large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positive impact of industries on a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create jobs (and attract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Manufacturing industry.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Light industry, Import substitution and Industrial region.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Manufacturing Industries. The manufacturing industries of Cameroon have the following characteristics. Copy the point on A low level of industrialisation on the left, then draw the diagram on the right: a textile factory.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Manufacturing Industries. Copy the point on Light and import-substitution industries: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Manufacturing Industries. Copy the point on Raw-material orientation: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Manufacturing Industries. Copy the point on Concentration: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Region. The Coastal region has the following industries and location factors. Copy the point on Industries of Douala on the left, then draw the diagram on the right: the industrial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Other industrial towns on the left, then draw the diagram on the right: aluminium.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Region. Copy the point on The port of Douala: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Region. Copy the point on Cheap electricity and a large market: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Centre-South Region. The Centre-South region has the following industries and location factors. Copy the point on Industries: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Centre-South Region. Copy the point on The political capital: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Centre-South Region. Copy the point on Raw materials and transport: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Western Region. The Western region has the following industries and location factors. Copy the point on Industries: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Region. Copy the point on Farm raw materials: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Region. Copy the point on Labour and markets: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Northern Region. The Northern region has the following industries and location factors. Copy the point on Industries of Garoua: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Region. Copy the point on Other industrial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Region. Copy the point on Raw materials: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Region. Copy the point on Electricity and markets: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Reasons. Industry remains weak for the following economic reasons. Copy the point on Lack of capital: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Reasons. Copy the point on A small market: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Reasons. Copy the point on Competition from imports: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Reasons. Copy the point on Administrative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Technical Reasons. Industry also remains weak for the following technical reasons. Copy the point on Power cuts: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Technical Reasons. Copy the point on Poor transport: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Technical Reasons. Copy the point on Old technology: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Technical Reasons. Copy the point on Lack of skilled workers: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of the State. The state has taken the following measures to develop industry. Copy the point on Infrastructure: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of the State. Copy the point on Investment incentives: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of the State. Copy the point on Industrial zones: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of the State. Copy the point on Import-substitution plans: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Impacts. Industrialisation has the following positive impacts. Copy the point on Jobs and income on the left, then draw the diagram on the right: factory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Local goods: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A market for farmers: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Positive Impacts. Copy the point on Growth of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Impacts. Industrialisation has the following negative impacts. Copy the point on Pollution: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Copy the point on Rural exodus and slums: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Impacts. Copy the point on Regional inequality: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industrial regions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Coastal, Centre-South, Western and Northern regions.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Coastal region the most industrialised?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has the port of Douala, cheap electricity, a large market and good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ALUCAM; number 2, substitution; number 3, SONARA.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end towns of the Transcam railway.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Transport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12: INDUSTRIAL DEVELOPMENT AND CHANGE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jp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Industrial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industry, light industry, import substitution, raw-material oriented industry, industrial region, locational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manufacturing industries; the main industrial regions (Coastal, Centre-South, Western, Northern) and their types of industries; locational and growth factors; reasons for the low level of industrialisation; efforts of the state; socio-economic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industrial regions of Cameroon, explain their location and propose ways to develop industry.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Management of Water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factory in Garoua and what it produces.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makes cotton cloth (textiles); SODECOTON gins cotton and makes cotton-seed oil; the SABC brews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manufacturing industries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industrial regions and explain their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low level of industrialisation.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efforts of the state and the impacts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CICAM makes cloth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main port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Industries transform raw materials into finished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Issa drinks a bottle of juice made by the SABC in Douala, and his new school uniform is made of cloth from CICAM in Garoua. He asks his friend: "Why is my drink made far away in Douala while our cloth is made here, and why are there so few big factories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Issa wants to understand the location of industries and the low industrialisation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cloth of the uniform made?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CICAM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cloth made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in the main cotton-growing region (raw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products made in Cameroon and develop skills useful to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industries of Cameroon, their location and their role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raw material does a textile factory in Garoua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most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region, around Douala, Edéa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aluminium smelter.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aluminium smelter built at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cheap electricity from the Edéa dam and the nearby port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 LEVEL OF INDUSTRIALISATION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 LEVEL OF 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why Cameroon has few heavy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LOW LEVEL OF INDUSTRIALISATION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capital (also technology, energy or a large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impact of industries on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create jobs (and attract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12: Industrial Development and Change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Manufacturing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transformation of raw materials into finished or semi-finished goods in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industry: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consumer goods with little raw material and capital (food, drinks, textiles, soap).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 substitution: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producing locally goods that were formerly imported.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many industries are concentrated.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manufacturing industries of Cameroon have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 low level of industrialisation: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Manufacturing is small and provides only about a sixth of national production. Many manufactured goods are still imported.</a:t>
            </a:r>
            <a:endParaRPr lang="en-US" sz="3200" dirty="0"/>
          </a:p>
        </p:txBody>
      </p:sp>
      <p:pic>
        <p:nvPicPr>
          <p:cNvPr id="5" name="Image 0" descr="/home/claude/f4/img/v2/f2t_textile_factor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textile factory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Light and import-substitution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factories make food, drinks, textiles, soap, wood products and cement. Many were created to replace imported goods such as cement, sugar, cloth and drinks.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Raw-material orientation: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industries are located near their raw materials, because these are heavy or perishable. Ginneries are near cotton farms and sawmills near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Manufacturing Industries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Concentration: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industries are concentrated in Douala and Yaoundé. Other regions have only a few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Coastal Region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Coastal region has the following industries and location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Industries of Douala: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Douala makes drinks, food, chocolate, soap, cement and metal goods. It is the largest industrial town of Cameroon.</a:t>
            </a:r>
            <a:endParaRPr lang="en-US" sz="3200" dirty="0"/>
          </a:p>
        </p:txBody>
      </p:sp>
      <p:pic>
        <p:nvPicPr>
          <p:cNvPr id="6" name="Image 0" descr="/home/claude/f4/img/v2/cmr_industry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industrial regions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Coastal Region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Other industrial towns: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Edéa produces aluminium at ALUCAM, Limbe had the SONARA oil refinery, and Kribi has a new industrial port zone. These towns use the energy and ports of the coast.</a:t>
            </a:r>
            <a:endParaRPr lang="en-US" sz="3600" dirty="0"/>
          </a:p>
        </p:txBody>
      </p:sp>
      <p:pic>
        <p:nvPicPr>
          <p:cNvPr id="6" name="Image 0" descr="/home/claude/f4/img/v2/f2t_aluminiu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aluminium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Coastal Region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port of Douala: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 allows the import of raw materials and machines and the export of products. Industries therefore settle close to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Coastal Region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Cheap electricity and a large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dams of Edéa and Song Loulou supply cheap electricity. Douala also offers a large market, skilled labour and banks.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Centre-South Region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Centre-South region has the following industries and location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has drinks, printing, food and building-material industries, and Mbalmayo processes wood. SOSUCAM produces sugar at Mbandjock and Nkoteng.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Centre-South Region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political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is the political capital, with many civil servants and a large market. Industries producing consumer goods settle there to be close to their customers.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Centre-South Region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 supplies timber, and sugar cane grows well near Mbandjock. The railway and nearby electricity make transport and production easier.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Western Region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Western region has the following industries and location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Bafoussam, Bamenda and Dschang process coffee and tea and produce food, drinks and crafts. Most factories are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Western Region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 raw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rich farming areas of the highlands produce coffee, tea, maize and vegetables. These supply the processing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Western Region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dense population provides many workers. It also forms a large market for food, drinks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Northern Region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Northern region has the following industries and location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Industries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has the CICAM cloth factory, the SODECOTON cotton and oil mills and a brewery. It is the main industrial town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Northern Region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industrial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Figuil makes cement, Maroua works leather and Ngaoundéré processes meat and milk. Each town uses the resources of its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Northern Region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 supplies cotton, limestone, cattle, hides and skins. Industries settle near these raw materials, which are heavy or perishable.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Main Industrial Regions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Northern Region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Electricity and 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dam supplies electricity to the factories. The northern regions and neighbouring Chad form their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Economic Reasons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remains weak for the following economic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 local investors, and bank loans are expensive. Many industrial projects therefore depend on foreign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Economic Reasons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small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people have low incomes, so they buy few manufactured goods. Factories cannot produce large quantities at low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Economic Reasons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Competition from imports: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imported goods, especially from Asia, compete strongly with local products. Many local factories cannot sell enough and close.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Economic Reasons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Administrative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 procedures, high taxes and corruption raise the cost of setting up a factory. Investors are therefore discouraged.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Technical Reasons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also remains weak for the following technical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 cuts: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Frequent power cuts stop the machines. Factories must buy their own generators, which makes their goods more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Technical Reasons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a limited railway raise the cost of moving raw materials and products. Factories far from Douala are at a disadvantage.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Technical Reasons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factories use old machines that break down often. Productivity and quality therefore remain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Reasons for the Low Level of Industrialisation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Technical Reasons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skilled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Engineers and technicians are too few, and many leave for other countries. Factories lack the people to run and repair their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Efforts of the State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state has taken the following measures to develop industry: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has built new dams (Lom Pangar, Nachtigal, Memve'ele), the Kribi deep-sea port and new roads. These give industries more electricity and better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Efforts of the State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Investment 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law on private investment of 2013 gives tax advantages to new industries. It aims to attract national and foreign investors.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Efforts of the State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MAGZI prepares industrial zones with water, electricity and roads. Investors can then set up factories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Efforts of the State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Import-substitution plans: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Programmes encourage the local processing of rice, maize, milk, fish and cotton. They aim to reduce imports and create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Positive Impacts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Industrialisation has the following positive impacts: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Jobs and income: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Factories give jobs to thousands of workers and pay taxes to the state. They thus increase national income.</a:t>
            </a:r>
            <a:endParaRPr lang="en-US" sz="3600" dirty="0"/>
          </a:p>
        </p:txBody>
      </p:sp>
      <p:pic>
        <p:nvPicPr>
          <p:cNvPr id="6" name="Image 0" descr="/home/claude/f4/img/v2/f2t_factory_workers.jpg">    </p:cNvPr>
          <p:cNvPicPr>
            <a:picLocks noChangeAspect="1"/>
          </p:cNvPicPr>
          <p:nvPr/>
        </p:nvPicPr>
        <p:blipFill>
          <a:blip r:embed="rId1"/>
          <a:stretch>
            <a:fillRect/>
          </a:stretch>
        </p:blipFill>
        <p:spPr>
          <a:xfrm>
            <a:off x="6537960" y="2398990"/>
            <a:ext cx="5470855" cy="303842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factory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goods: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supply local goods such as cement, cloth, soap and drinks. The country then imports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market for farmers: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buy cotton, cocoa, sugar cane and cattle from farmers. Farmers therefore have a sure market for their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Positive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of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attract people and services to towns such as Douala, Edéa and Garoua. They help these towns to grow and modernise.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Industrialisation has the following negative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pollute the air, rivers and soils with smoke, waste and chemicals. The Wouri estuary around Douala is especially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exodus and slums: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attract many young people from villages. Industrial towns then grow too fast, and slums appear around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Socio-Economic Impacts of Industrialisation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Negative Impacts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Regional inequality: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industries are in Douala and Yaoundé, so these regions become richer than the others. This increases the gap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industrial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Centre-South, Western and Northern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Coastal region the most industrialised?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port of Douala, cheap electricity, a large market and good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aluminium smelter of Edéa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Producing locally goods that were imported is import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refinery of Limbe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end towns of the Transcam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Import substitution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substitution aux importations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Industrial 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zone industrielle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Brewery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brasserie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Investment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L'investissement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Industrial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manufacturing industries in Cameroon. Describe the four industrial regions and explain their pattern. Explain the reasons for the low level of industrialisation. Describe the efforts of the state and the impacts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industrial regions of Cameroon, explain their location and propose ways to develop industry.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of Manufacturing Industries; The Coastal Region; The Centre-South Region; The Western Region; The Northern Region; Economic Reasons; Technical Reasons; Efforts of the State; Positive Impacts; Negative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end towns of the Transcam railway.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cotton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mark industrial towns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the Sanaga dams.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imported goods in the market.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jobs in factories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86</Slides>
  <Notes>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86</vt:i4>
      </vt:variant>
    </vt:vector>
  </HeadingPairs>
  <TitlesOfParts>
    <vt:vector size="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2026-10-06T05:41:45Z</dcterms:created>
  <dcterms:modified xsi:type="dcterms:W3CDTF">2026-10-06T05:41:45Z</dcterms:modified>
</cp:coreProperties>
</file>