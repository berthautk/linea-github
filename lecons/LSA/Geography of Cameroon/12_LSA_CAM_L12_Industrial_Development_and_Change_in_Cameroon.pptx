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Lst>
  <p:notesMasterIdLst>
    <p:notesMasterId r:id="rId7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notesMaster" Target="notesMasters/notesMaster1.xml"/><Relationship Id="rId78" Type="http://schemas.openxmlformats.org/officeDocument/2006/relationships/presProps" Target="presProps.xml"/><Relationship Id="rId79" Type="http://schemas.openxmlformats.org/officeDocument/2006/relationships/viewProps" Target="viewProps.xml"/><Relationship Id="rId80" Type="http://schemas.openxmlformats.org/officeDocument/2006/relationships/theme" Target="theme/theme1.xml"/><Relationship Id="rId8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12: Industrial Development and Change in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Geography of Cameroon.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Geography of Cameroon, and the sub-topic is Economic Activities and Development of Cameroon. The key notions we shall use today are: manufacturing industry, light industry, import substitution, raw-material oriented industry, industrial region, locational factors. At the end, you should be able to do this: learners are able to describe the industrial regions of Cameroon, explain their location and propose ways to develop industry.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11: Management of Water Resources in Cameroon. The question was: Name one factory in Garoua and what it produces.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CICAM makes cotton cloth (textiles); SODECOTON gins cotton and makes cotton-seed oil; the SABC brews drinks.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four things. Number 1: describe the characteristics of manufacturing industries in Cameroon. Number 2: describe the four industrial regions and explain their pattern. Number 3: explain the reasons for the low level of industrialisation. Number 4: describe the efforts of the state and the impacts of industrialisation.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CICAM makes cloth in Garoua. Douala is the main port of Cameroon. Industries transform raw materials into finished goods.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Issa drinks a bottle of juice made by the SABC in Douala, and his new school uniform is made of cloth from CICAM in Garoua. He asks his friend: "Why is my drink made far away in Douala while our cloth is made here, and why are there so few big factories in Garoua?"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Issa wants to understand the location of industries and the low industrialisation of the north.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Where is the cloth of the uniform made?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At CICAM in Garoua.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is cloth made in Garoua?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Garoua is in the main cotton-growing region (raw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buy products made in Cameroon and develop skills useful to industry.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the industries of Cameroon, their location and their role in development.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textile factory.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raw material does a textile factory in Garoua use?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Cotton.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industrial regions of Cameroon.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Which region has the most industries?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Coastal region, around Douala, Edéa and Limbe.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an aluminium smelter.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was the aluminium smelter built at Edéa?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Because of the cheap electricity from the Edéa dam and the nearby port of Douala.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modern factory.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Give one reason why Cameroon has few heavy industries.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Lack of capital (also technology, energy or a large market).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factory workers.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one positive impact of industries on a town.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create jobs (and attract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Manufacturing industry.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Light industry, Import substitution and Industrial region.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Characteristics of Manufacturing Industries. The manufacturing industries of Cameroon have the following characteristics. Copy the point on A low level of industrialisation on the left, then draw the diagram on the right: a textile factory.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Characteristics of Manufacturing Industries. Copy the point on Light and import-substitution industries: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Characteristics of Manufacturing Industries. Copy the point on Raw-material orientation: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Characteristics of Manufacturing Industries. Copy the point on Concentration: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Coastal Region. The Coastal region has the following industries and location factors. Copy the point on Towns and industries on the left, then draw the diagram on the right: the industrial regions.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Location factors on the left, then draw the diagram on the right: aluminium.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Centre-South Region. The Centre-South region has the following industries and location factors. Copy the point on Towns and industries: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Centre-South Region. Copy the point on Location factors: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Western Region. The Western region has the following industries and location factors. Copy the point on Towns and industries: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Western Region. Copy the point on Location factors: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Northern Region. The Northern region has the following industries and location factors. Copy the point on Towns and industries: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Northern Region. Copy the point on Location factors: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Reasons for the Low Level of Industrialisation. Industry remains weak for the following reasons. Copy the point on Lack of capital: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Reasons for the Low Level of Industrialisation. Copy the point on Energy and infrastructure: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Reasons for the Low Level of Industrialisation. Copy the point on Technology and skills: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Reasons for the Low Level of Industrialisation. Copy the point on Small market and administrative problems: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Efforts of the State. The state has taken the following measures to develop industry. Copy the point on Infrastructure: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Efforts of the State. Copy the point on Investment incentives: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Efforts of the State. Copy the point on Industrial zones: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Efforts of the State. Copy the point on Import-substitution plans: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Positive Impacts. Industrialisation has the following positive impacts. Copy the point on Jobs and income on the left, then draw the diagram on the right: factory workers.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Positive Impacts. Copy the point on Local goods and markets for farmers: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Positive Impacts. Copy the point on Growth of towns: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Negative Impacts. Industrialisation has the following negative impacts. Copy the point on Pollution: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Negative Impacts. Copy the point on Rural exodus and slums: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Negative Impacts. Copy the point on Regional inequality: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Name the four industrial regions of Cameroon.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Coastal, Centre-South, Western and Northern regions.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Why is the Coastal region the most industrialised?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it has the port of Douala, cheap electricity, a large market and good transport.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ALUCAM; number 2, substitution; number 3, SONARA.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Name the two end towns of the Transcam railway.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13: Transport Development in Cameroon.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12: INDUSTRIAL DEVELOPMENT AND CHANGE IN CAMEROON</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jp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jp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jp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2.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2.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2.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slideLayout" Target="../slideLayouts/slideLayout2.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2.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slideLayout" Target="../slideLayouts/slideLayout2.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slideLayout" Target="../slideLayouts/slideLayout2.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slideLayout" Target="../slideLayouts/slideLayout2.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slideLayout" Target="../slideLayouts/slideLayout2.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slideLayout" Target="../slideLayouts/slideLayout2.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slideLayout" Target="../slideLayouts/slideLayout2.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slideLayout" Target="../slideLayouts/slideLayout2.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image-73-1.png"/><Relationship Id="rId2" Type="http://schemas.openxmlformats.org/officeDocument/2006/relationships/slideLayout" Target="../slideLayouts/slideLayout2.xml"/><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74-1.png"/><Relationship Id="rId2" Type="http://schemas.openxmlformats.org/officeDocument/2006/relationships/slideLayout" Target="../slideLayouts/slideLayout2.xm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75-1.png"/><Relationship Id="rId2" Type="http://schemas.openxmlformats.org/officeDocument/2006/relationships/slideLayout" Target="../slideLayouts/slideLayout2.xml"/><Relationship Id="rId3" Type="http://schemas.openxmlformats.org/officeDocument/2006/relationships/notesSlide" Target="../notesSlides/notesSlide7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12</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Industrial Development and Change in Cameroon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Geography of Cameroon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Geography of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Economic Activities and Development of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12: Industrial Development and Change in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Manufacturing industry, light industry, import substitution, raw-material oriented industry, industrial region, locational factors.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Characteristics of manufacturing industries; the main industrial regions (Coastal, Centre-South, Western, Northern) and their types of industries; locational and growth factors; reasons for the low level of industrialisation; efforts of the state; socio-economic impacts.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the industrial regions of Cameroon, explain their location and propose ways to develop industry.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11: Management of Water Resources in Cameroon):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one factory in Garoua and what it produces.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CICAM makes cotton cloth (textiles); SODECOTON gins cotton and makes cotton-seed oil; the SABC brews drinks.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characteristics of manufacturing industries in Cameroon.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four industrial regions and explain their pattern.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reasons for the low level of industrialisation.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efforts of the state and the impacts of industrialisation.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CICAM makes cloth in Garoua.</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Douala is the main port of Cameroon.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Industries transform raw materials into finished goods.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Issa drinks a bottle of juice made by the SABC in Douala, and his new school uniform is made of cloth from CICAM in Garoua. He asks his friend: "Why is my drink made far away in Douala while our cloth is made here, and why are there so few big factories in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Issa wants to understand the location of industries and the low industrialisation of the north.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is the cloth of the uniform made?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At CICAM in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cloth made in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Garoua is in the main cotton-growing region (raw material).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Buy products made in Cameroon and develop skills useful to industry.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the industries of Cameroon, their location and their role in development.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CHARACTERISTICS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2t_textile_factory.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textile factory.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CHARACTERISTICS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raw material does a textile factory in Garoua use?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CHARACTERISTICS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Cotton.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INDUSTRIAL REGIONS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cmr_industry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Industrial regions of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INDUSTRIAL REGIONS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region has the most industries?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INDUSTRIAL REGIONS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Coastal region, around Douala, Edéa and Limbe.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INDUSTRIAL REGIONS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aluminium.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 aluminium smelter.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INDUSTRIAL REGIONS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was the aluminium smelter built at Edéa?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INDUSTRIAL REGIONS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Because of the cheap electricity from the Edéa dam and the nearby port of Douala.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LOW LEVEL OF INDUSTRIALISATION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usa_carfactory.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modern factory.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LOW LEVEL OF INDUSTRIALISATION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reason why Cameroon has few heavy industries.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LOW LEVEL OF INDUSTRIALISATION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Lack of capital (also technology, energy or a large market).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IMPACTS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factory_workers.jpg">    </p:cNvPr>
          <p:cNvPicPr>
            <a:picLocks noChangeAspect="1"/>
          </p:cNvPicPr>
          <p:nvPr/>
        </p:nvPicPr>
        <p:blipFill>
          <a:blip r:embed="rId1"/>
          <a:stretch>
            <a:fillRect/>
          </a:stretch>
        </p:blipFill>
        <p:spPr>
          <a:xfrm>
            <a:off x="2251442" y="1783080"/>
            <a:ext cx="768881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Factory workers.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IMPACTS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positive impact of industries on a town.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IMPACTS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create jobs (and attract services).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Geography of Cameroon</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Economic Activities and Development of Cameroon</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12: Industrial Development and Change in Cameroon</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Manufacturing industry: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transformation of raw materials into finished or semi-finished goods in factories.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Light industry: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produces consumer goods with little raw material and capital (food, drinks, textiles, soap).</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Import substitution: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producing locally goods that were formerly imported.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Industrial region: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an area where many industries are concentrated.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Characteristics of Manufacturing Industries</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3200" i="1" dirty="0">
                <a:solidFill>
                  <a:srgbClr val="111111"/>
                </a:solidFill>
                <a:latin typeface="Times New Roman" pitchFamily="34" charset="0"/>
                <a:ea typeface="Times New Roman" pitchFamily="34" charset="-122"/>
                <a:cs typeface="Times New Roman" pitchFamily="34" charset="-120"/>
              </a:rPr>
              <a:t>The manufacturing industries of Cameroon have the following characteristics: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A low level of industrialisation: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Manufacturing is small and provides only about a sixth of national production. Many manufactured goods are still imported.</a:t>
            </a:r>
            <a:endParaRPr lang="en-US" sz="3200" dirty="0"/>
          </a:p>
        </p:txBody>
      </p:sp>
      <p:pic>
        <p:nvPicPr>
          <p:cNvPr id="5" name="Image 0" descr="/home/claude/f4/img/v2/f2t_textile_factory.jpg">    </p:cNvPr>
          <p:cNvPicPr>
            <a:picLocks noChangeAspect="1"/>
          </p:cNvPicPr>
          <p:nvPr/>
        </p:nvPicPr>
        <p:blipFill>
          <a:blip r:embed="rId1"/>
          <a:stretch>
            <a:fillRect/>
          </a:stretch>
        </p:blipFill>
        <p:spPr>
          <a:xfrm>
            <a:off x="6537960" y="2400897"/>
            <a:ext cx="5470855" cy="3034615"/>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textile factory</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Characteristics of Manufacturing Industries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Light and import-substitution industries: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Most factories make food, drinks, textiles, soap, wood products and cement. Many were created to replace imported goods such as cement, sugar, cloth and drinks.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Characteristics of Manufacturing Industries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Raw-material orientation: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Many industries are located near their raw materials, because these are heavy or perishable. Ginneries are near cotton farms and sawmills near forests.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Characteristics of Manufacturing Industries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Concentration: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Most industries are concentrated in Douala and Yaoundé. Other regions have only a few factories.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Main Industrial Regions</a:t>
            </a:r>
            <a:endParaRPr lang="en-US" sz="3600" dirty="0"/>
          </a:p>
        </p:txBody>
      </p:sp>
      <p:sp>
        <p:nvSpPr>
          <p:cNvPr id="4" name="Text 2"/>
          <p:cNvSpPr/>
          <p:nvPr/>
        </p:nvSpPr>
        <p:spPr>
          <a:xfrm>
            <a:off x="365760" y="1737360"/>
            <a:ext cx="60350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A) The Coastal Region</a:t>
            </a:r>
            <a:endParaRPr lang="en-US" sz="3000" dirty="0"/>
          </a:p>
        </p:txBody>
      </p:sp>
      <p:sp>
        <p:nvSpPr>
          <p:cNvPr id="5" name="Text 3"/>
          <p:cNvSpPr/>
          <p:nvPr/>
        </p:nvSpPr>
        <p:spPr>
          <a:xfrm>
            <a:off x="365760" y="2240280"/>
            <a:ext cx="6035040" cy="4160520"/>
          </a:xfrm>
          <a:prstGeom prst="rect">
            <a:avLst/>
          </a:prstGeom>
          <a:noFill/>
          <a:ln/>
        </p:spPr>
        <p:txBody>
          <a:bodyPr wrap="square" lIns="0" tIns="0" rIns="0" bIns="0" rtlCol="0" anchor="t"/>
          <a:lstStyle/>
          <a:p>
            <a:pPr algn="l" indent="0" marL="0">
              <a:spcAft>
                <a:spcPts val="800"/>
              </a:spcAft>
              <a:buNone/>
            </a:pPr>
            <a:r>
              <a:rPr lang="en-US" sz="2800" i="1" dirty="0">
                <a:solidFill>
                  <a:srgbClr val="111111"/>
                </a:solidFill>
                <a:latin typeface="Times New Roman" pitchFamily="34" charset="0"/>
                <a:ea typeface="Times New Roman" pitchFamily="34" charset="-122"/>
                <a:cs typeface="Times New Roman" pitchFamily="34" charset="-120"/>
              </a:rPr>
              <a:t>The Coastal region has the following industries and location factors:</a:t>
            </a:r>
            <a:endParaRPr lang="en-US" sz="2800" dirty="0"/>
          </a:p>
          <a:p>
            <a:pPr algn="l" indent="0" marL="0">
              <a:spcAft>
                <a:spcPts val="800"/>
              </a:spcAft>
              <a:buNone/>
            </a:pPr>
            <a:r>
              <a:rPr lang="en-US" sz="2800" b="1" dirty="0">
                <a:solidFill>
                  <a:srgbClr val="111111"/>
                </a:solidFill>
                <a:latin typeface="Times New Roman" pitchFamily="34" charset="0"/>
                <a:ea typeface="Times New Roman" pitchFamily="34" charset="-122"/>
                <a:cs typeface="Times New Roman" pitchFamily="34" charset="-120"/>
              </a:rPr>
              <a:t>Towns and industries: </a:t>
            </a:r>
            <a:pPr algn="l" indent="0" marL="0">
              <a:spcAft>
                <a:spcPts val="800"/>
              </a:spcAft>
              <a:buNone/>
            </a:pPr>
            <a:r>
              <a:rPr lang="en-US" sz="2800" dirty="0">
                <a:solidFill>
                  <a:srgbClr val="111111"/>
                </a:solidFill>
                <a:latin typeface="Times New Roman" pitchFamily="34" charset="0"/>
                <a:ea typeface="Times New Roman" pitchFamily="34" charset="-122"/>
                <a:cs typeface="Times New Roman" pitchFamily="34" charset="-120"/>
              </a:rPr>
              <a:t>Douala makes drinks, food, chocolate, soap, cement and metal goods, and Edéa produces aluminium at ALUCAM. Limbe had the SONARA oil refinery, and Kribi has a new industrial port zone.</a:t>
            </a:r>
            <a:endParaRPr lang="en-US" sz="2800" dirty="0"/>
          </a:p>
        </p:txBody>
      </p:sp>
      <p:pic>
        <p:nvPicPr>
          <p:cNvPr id="6" name="Image 0" descr="/home/claude/f4/img/v2/cmr_industry_big.png">    </p:cNvPr>
          <p:cNvPicPr>
            <a:picLocks noChangeAspect="1"/>
          </p:cNvPicPr>
          <p:nvPr/>
        </p:nvPicPr>
        <p:blipFill>
          <a:blip r:embed="rId1"/>
          <a:stretch>
            <a:fillRect/>
          </a:stretch>
        </p:blipFill>
        <p:spPr>
          <a:xfrm>
            <a:off x="6537960" y="2550490"/>
            <a:ext cx="5470855" cy="2735428"/>
          </a:xfrm>
          <a:prstGeom prst="rect">
            <a:avLst/>
          </a:prstGeom>
        </p:spPr>
      </p:pic>
      <p:sp>
        <p:nvSpPr>
          <p:cNvPr id="7" name="Text 4"/>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industrial regions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Main Industrial Regions</a:t>
            </a:r>
            <a:endParaRPr lang="en-US" sz="3600" dirty="0"/>
          </a:p>
        </p:txBody>
      </p:sp>
      <p:sp>
        <p:nvSpPr>
          <p:cNvPr id="4" name="Text 2"/>
          <p:cNvSpPr/>
          <p:nvPr/>
        </p:nvSpPr>
        <p:spPr>
          <a:xfrm>
            <a:off x="365760" y="1737360"/>
            <a:ext cx="60350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A) The Coastal Region</a:t>
            </a:r>
            <a:endParaRPr lang="en-US" sz="3000" dirty="0"/>
          </a:p>
        </p:txBody>
      </p:sp>
      <p:sp>
        <p:nvSpPr>
          <p:cNvPr id="5" name="Text 3"/>
          <p:cNvSpPr/>
          <p:nvPr/>
        </p:nvSpPr>
        <p:spPr>
          <a:xfrm>
            <a:off x="365760" y="2240280"/>
            <a:ext cx="6035040" cy="416052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Location factors: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The port of Douala allows the import of raw materials and machines and the export of products. Cheap electricity from Edéa and Song Loulou, a large market, skilled labour, banks and good transport complete these advantages.</a:t>
            </a:r>
            <a:endParaRPr lang="en-US" sz="3200" dirty="0"/>
          </a:p>
        </p:txBody>
      </p:sp>
      <p:pic>
        <p:nvPicPr>
          <p:cNvPr id="6" name="Image 0" descr="/home/claude/f4/img/v2/f2t_aluminium.jpg">    </p:cNvPr>
          <p:cNvPicPr>
            <a:picLocks noChangeAspect="1"/>
          </p:cNvPicPr>
          <p:nvPr/>
        </p:nvPicPr>
        <p:blipFill>
          <a:blip r:embed="rId1"/>
          <a:stretch>
            <a:fillRect/>
          </a:stretch>
        </p:blipFill>
        <p:spPr>
          <a:xfrm>
            <a:off x="6537960" y="2400897"/>
            <a:ext cx="5470855" cy="3034615"/>
          </a:xfrm>
          <a:prstGeom prst="rect">
            <a:avLst/>
          </a:prstGeom>
        </p:spPr>
      </p:pic>
      <p:sp>
        <p:nvSpPr>
          <p:cNvPr id="7" name="Text 4"/>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aluminium</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Main Industrial Regions</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The Centre-South Region</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The Centre-South region has the following industries and location factors: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Towns and industries: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Yaoundé has drinks, printing, food and building-material industries, and Mbalmayo processes wood. SOSUCAM produces sugar at Mbandjock and Nkoteng.</a:t>
            </a:r>
            <a:endParaRPr lang="en-US" sz="3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Main Industrial Regions</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The Centre-South Region</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Location factors: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Yaoundé is the political capital, with a large market and many civil servants. The region also has forest timber, the railway and nearby electricity.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Main Industrial Regions</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C) The Western Region</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Western region has the following industries and location factors: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Towns and industries: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Bafoussam, Bamenda and Dschang process coffee and tea and produce food, drinks and crafts. Most factories are small.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Main Industrial Regions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C) The Western Region</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Location factors: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rich farming areas of the highlands supply raw materials. The dense population provides labour and markets.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Main Industrial Regions</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D) The Northern Region</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The Northern region has the following industries and location factors: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Towns and industries: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Garoua has the CICAM cloth factory, the SODECOTON cotton and oil mills and a brewery. Figuil makes cement, Maroua works leather and Ngaoundéré processes meat and milk.</a:t>
            </a:r>
            <a:endParaRPr lang="en-US" sz="3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Main Industrial Regions</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D) The Northern Region</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Location factors: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region supplies raw materials such as cotton, limestone, cattle, hides and skins, and Lagdo supplies electricity. The northern regions and Chad form its market.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Reasons for the Low Level of Industrialisation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Industry remains weak for the following reasons: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Lack of capital: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There are few local investors, and bank loans are expensive. Many industrial projects therefore depend on foreign capital.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Reasons for the Low Level of Industrialisation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Energy and infrastructure: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Power cuts, bad roads and a limited railway raise production costs. Factories often need their own generators, which makes their goods more expensive.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Reasons for the Low Level of Industrialisation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Technology and skills: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Many factories use old machines, and engineers and technicians are too few. As a result, productivity and quality remain low.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Reasons for the Low Level of Industrialisation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Small market and administrative problems: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Low incomes limit demand, and imported goods compete strongly with local products. Slow procedures, taxes and corruption also discourage investors.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Efforts of the State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state has taken the following measures to develop industry: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Infrastructure: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state has built new dams (Lom Pangar, Nachtigal, Memve'ele), the Kribi deep-sea port and new roads. These give industries more electricity and better transport.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Efforts of the State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Investment incentives: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law on private investment of 2013 gives tax advantages to new industries. It aims to attract national and foreign investors.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Efforts of the State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Industrial zones: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MAGZI prepares industrial zones with water, electricity and roads. Investors can then set up factories quickly.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Efforts of the State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Import-substitution plans: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Programmes encourage the local processing of rice, maize, milk, fish and cotton. They aim to reduce imports and create jobs.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5. Socio-Economic Impacts of Industrialisation</a:t>
            </a:r>
            <a:endParaRPr lang="en-US" sz="3600" dirty="0"/>
          </a:p>
        </p:txBody>
      </p:sp>
      <p:sp>
        <p:nvSpPr>
          <p:cNvPr id="4" name="Text 2"/>
          <p:cNvSpPr/>
          <p:nvPr/>
        </p:nvSpPr>
        <p:spPr>
          <a:xfrm>
            <a:off x="365760" y="1737360"/>
            <a:ext cx="60350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A) Positive Impacts</a:t>
            </a:r>
            <a:endParaRPr lang="en-US" sz="3000" dirty="0"/>
          </a:p>
        </p:txBody>
      </p:sp>
      <p:sp>
        <p:nvSpPr>
          <p:cNvPr id="5" name="Text 3"/>
          <p:cNvSpPr/>
          <p:nvPr/>
        </p:nvSpPr>
        <p:spPr>
          <a:xfrm>
            <a:off x="365760" y="2240280"/>
            <a:ext cx="6035040" cy="41605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Industrialisation has the following positive impacts: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Jobs and income: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Factories give jobs to thousands of workers and pay taxes to the state. They thus increase national income.</a:t>
            </a:r>
            <a:endParaRPr lang="en-US" sz="3600" dirty="0"/>
          </a:p>
        </p:txBody>
      </p:sp>
      <p:pic>
        <p:nvPicPr>
          <p:cNvPr id="6" name="Image 0" descr="/home/claude/f4/img/v2/f2t_factory_workers.jpg">    </p:cNvPr>
          <p:cNvPicPr>
            <a:picLocks noChangeAspect="1"/>
          </p:cNvPicPr>
          <p:nvPr/>
        </p:nvPicPr>
        <p:blipFill>
          <a:blip r:embed="rId1"/>
          <a:stretch>
            <a:fillRect/>
          </a:stretch>
        </p:blipFill>
        <p:spPr>
          <a:xfrm>
            <a:off x="6537960" y="2398990"/>
            <a:ext cx="5470855" cy="3038429"/>
          </a:xfrm>
          <a:prstGeom prst="rect">
            <a:avLst/>
          </a:prstGeom>
        </p:spPr>
      </p:pic>
      <p:sp>
        <p:nvSpPr>
          <p:cNvPr id="7" name="Text 4"/>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factory workers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5. Socio-Economic Impacts of Industrialisation</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Positive Impacts</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Local goods and markets for farmers: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Industries supply local goods such as cement, cloth, soap and drinks. They also buy cotton, cocoa, sugar cane and cattle from farmers.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5. Socio-Economic Impacts of Industrialisation</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Positive Impacts</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Growth of towns: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Industries attract people and services to towns such as Douala, Edéa and Garoua. They help these towns to grow and modernise.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5. Socio-Economic Impacts of Industrialisation</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Negative Impacts</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Industrialisation has the following negative impacts: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Pollution: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Factories pollute the air, rivers and soils with smoke, waste and chemicals. The Wouri estuary around Douala is especially affected.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5. Socio-Economic Impacts of Industrialisation</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Negative Impacts</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Rural exodus and slums: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Industries attract many young people from villages. Industrial towns then grow too fast, and slums appear around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5. Socio-Economic Impacts of Industrialisation</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Negative Impacts</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Regional inequality: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Most industries are in Douala and Yaoundé, so these regions become richer than the others. This increases the gap between regions.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four industrial regions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Coastal, Centre-South, Western and Northern regions.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Coastal region the most industrialised?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has the port of Douala, cheap electricity, a large market and good transport.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aluminium smelter of Edéa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Producing locally goods that were imported is import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oil refinery of Limbe is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two end towns of the Transcam railway.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13: Transport Development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71"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Industry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L'industrie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Factory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L'usine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Raw material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matière première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Import substitution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substitution aux importations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Industrial zone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zone industrielle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Refinery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raffinerie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Brewery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brasserie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Investment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L'investissement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7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Geography of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12: Industrial Development and Change in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the characteristics of manufacturing industries in Cameroon. Describe the four industrial regions and explain their pattern. Explain the reasons for the low level of industrialisation. Describe the efforts of the state and the impacts of industrialisation.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the industrial regions of Cameroon, explain their location and propose ways to develop industry.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7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Characteristics of Manufacturing Industries; The Coastal Region; The Centre-South Region; The Western Region; The Northern Region; Reasons for the Low Level of Industrialisation; Efforts of the State; Positive Impacts; Negative Impacts.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Name the two end towns of the Transcam railway.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show a piece of cotton cloth.</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mark industrial towns on a sketch map.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name the Sanaga dams.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discuss imported goods in the market.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list jobs in factories of Garoua.</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 Sixth Forms (Lower and Upper Sixth), MINESEC, 2019 — Geography of Cameroon.</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course notes: Mr KAMDEM E., Cameroon Geography (LSA and USA), GBHS Garoua, 2026.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INS, Fourth Cameroon Household Survey (ECAM 4), 2014.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“Lowell Massachusetts - Boott Cotton Mills Museum Weave Room” by Onasill ~ Bill- 81M views, CC BY-NC-SA 2.0, via Flickr (https://www.flickr.com/photos/7156765@N05/43677799854)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“Kurri Kurri aluminium” by yewenyi, CC BY-NC 2.0, via Flickr (https://www.flickr.com/photos/30265340@N00/2971223932)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“rover 200 framing line” by spencer_cooper, CC BY-ND 2.0, via Flickr (https://www.flickr.com/photos/80889122@N06/7481166880)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“Photo by USAID East Africa” by U.S. Agency for International Development, CC0 1.0, via rawpixel (https://www.rawpixel.com/image/4051097/image-public-domain-person-building)</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75</Slides>
  <Notes>75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75</vt:i4>
      </vt:variant>
    </vt:vector>
  </HeadingPairs>
  <TitlesOfParts>
    <vt:vector size="7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2026-09-29T11:32:34Z</dcterms:created>
  <dcterms:modified xsi:type="dcterms:W3CDTF">2026-09-29T11:32:34Z</dcterms:modified>
</cp:coreProperties>
</file>