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demographic characteristics, census, growth rate, age-sex structure, population pyramid, density, migration, push and pull factors. At the end, you should be able to do this: learners are able to describe the population of Cameroon, explain its uneven distribution and analyse its main migrations.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Drainage of Cameroon. The question was: Give the total population of Cameroon at the 2005 census.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17.5 million inhabitants (17,463,836).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evolution of the population of Cameroon and its growth rate. Number 2: describe the age-sex structure and the type of pyramid of Cameroon. Number 3: explain the spatial variation of population densities. Number 4: analyse the major migration trends, their causes and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 population ÷ area. The natural increase is the difference between births and deaths. Migration is a movement of people to live in another place.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in a quarter of Garoua where her neighbours come from everywhere: a family from Maroua, civil servants from Yaoundé and farmers from the Mandara Mountains. She also notices that some quarters are crowded while others are almost empty. She asks: "Why is the population of Cameroon growing so fast, why is it so unevenly spread, and why do people move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wants to understand the growth, the distribution and the migrations of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Aïssatou's neighbours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Maroua, Yaoundé and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 movement of people to live elsewhere?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population data to explain the needs of your region in schools, jobs and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population of Cameroon, which is the basis of planning schools, health,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growth of the population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the population of Cameroon changed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grown very fast, from about 5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wide base of this pyramid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birth rate and a very young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the lowest density: the Littoral or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(about 11 people per km², against about 190 in the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displaced people in a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have many people left parts of the Far North since 2014?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of the insecurity caused by Boko Haram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Census and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pyramid, Population density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in Numbers and Growth Rate. The evolution of the population of Cameroon and its causes are the following. Copy the point on Censuses on the left, then draw the diagram on the right: the growth of the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Present population and High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High birth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Falling death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Age-Sex Distribution and Pyramid Type. The age-sex structure of the population of Cameroon is the following. Copy the point on Young population on the left, then draw the diagram on the right: the population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On this slide we have Expansive pyramid and High dependency.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On this slide we have Sex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Densities and Their Spatial Variation. The population densities of Cameroon and their variation are the following. Copy the point on Average density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On this slide we have High densities (above 100 per km²) and Moderate densities (40–70 per km²).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On this slide we have Low densities (below 25 per km²) and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Distribution. The distribution of population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Historical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Political and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Inter-Regional and Rural-Urban Movements. The main migration trends are the following. Copy the point on Highlands to lowlands on the left, then draw the diagram on the right: main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Mountains to plains in the north.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North to south and Rural-urban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Forced migrations.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 and Post-Independence Migrations. The migrations before and after independence are the following. On this slide we have Before independence.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 and Post-Independence Migrations. On this slide we have After independence.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Effects. Migrations have the following causes and effects. On this slide we have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On this slide we have Pull factors and Effects at the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On this slide we have Effects at the destination.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population of Cameroon at the 2005 census and today.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17.5 million in 2005 and about 29 million in 2024.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physical factor of the high density of the Western Highlands.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volcanic soils (or a cool, healthy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East; number 3, rural-urban.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largest towns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Urbanisation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POPULATION CHANGE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census, growth rate, age-sex structure, population pyramid, density, migration,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(evolution in numbers and growth rate, age-sex distribution and pyramid type); population distribution (densities and their spatial variation, factors); major migration trends (inter-regional and rural-urban; pre- and post-independence;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inhabitants (17,463,836).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population of Cameroon and its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age-sex structure and the type of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spatial variation of population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major migration trends, their causes and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natural increase is the difference between births and deaths.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a movement of people to live in another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in a quarter of Garoua where her neighbours come from everywhere: a family from Maroua, civil servants from Yaoundé and farmers from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also notices that some quarters are crowded while others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wants to understand the growth, the distribution and the migrations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Aïssatou's neighbours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Maroua, Yaoundé and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movement of people to live elsewhere?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population data to explain the needs of your region in schools, jobs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population of Cameroon, which is the basis of planning schools, health,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the population of Cameroon changed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grown very fast, from about 5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wide base of this pyramid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very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lowest density: the Littoral or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(about 11 people per km², against about 190 in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Displaced people in a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have many people left parts of the Far North since 2014?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insecurity caused by Boko Haram attacks.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counting of the whole population of a country at a given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yearly increase of a population,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the population by age groups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evolution of the population of Cameroon and its causes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Censuses:</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1976: about 7.7 million.</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1987: about 10.5 million.</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2005: about 17.5 million (17,463,836).</a:t>
            </a:r>
            <a:endParaRPr lang="en-US" sz="2800" dirty="0"/>
          </a:p>
        </p:txBody>
      </p:sp>
      <p:pic>
        <p:nvPicPr>
          <p:cNvPr id="6" name="Image 0" descr="/home/claude/f4/img/v2/cmr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growth of the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estimated at about 29 million in 2024 (United Nations).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by about 2.6 % per year, so it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Evolution in Numbers and Growth Rate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about 34 ‰, because of early marriage, the value placed on large families and low use of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Evolution in Numbers and Growth Rate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has fallen to about 8 ‰ thanks to vaccination, health care and better nutrition.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age-sex structure of the population of Cameroon is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Young population: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About 42 % of the people are under 15 years, and only about 3 % are 65 or older.</a:t>
            </a:r>
            <a:endParaRPr lang="en-US" sz="3200" dirty="0"/>
          </a:p>
        </p:txBody>
      </p:sp>
      <p:pic>
        <p:nvPicPr>
          <p:cNvPr id="6"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population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Expansive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pyramid has a wide base and a narrow top, typical of a developing country with high fertility.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dependants rely on a smaller working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Age-Sex Distribution and Pyramid Type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and women are nearly equal in number, but towns and plantation areas have more men, and rural areas that lose migrants have more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population densities of Cameroon and their variation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Average density: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average density is about 60 people per km².</a:t>
            </a:r>
            <a:endParaRPr lang="en-US" sz="3400" dirty="0"/>
          </a:p>
        </p:txBody>
      </p:sp>
      <p:pic>
        <p:nvPicPr>
          <p:cNvPr id="6"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densities (above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(Douala), the West, the North-West and the plains of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densities (40–70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(with Yaoundé), the South-West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Densities and Their Spatial Variation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densities (below 25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the South and especially the East (about 11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alone contain about a quarter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distribution of population is explained by the following factors: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volcanic soils and a cool, healthy climate attract dense populations to the Western Highlands, while dense forest, poor soils and tsetse flies repel people in the East.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industries and administration attract people to Douala and Yaoundé, and plantations attract them to the South-West and the Mungo.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Slave raids pushed peoples into refuge areas such as the Mandara Mountains, and colonial rulers developed the coast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Security, roads and social amenities attract people, while insecurity in the Far North and the North-West and South-West has displaced 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main migration trends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Highlands to lowlands: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People of the West and North-West have long moved to the coastal lowlands (Mungo, South-West, Douala) to work on plantations and in towns.</a:t>
            </a:r>
            <a:endParaRPr lang="en-US" sz="2800" dirty="0"/>
          </a:p>
        </p:txBody>
      </p:sp>
      <p:pic>
        <p:nvPicPr>
          <p:cNvPr id="6" name="Image 0" descr="/home/claude/f4/img/v2/cmr_migration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main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28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Mountains to plains in the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 peoples of the Mandara have moved down to the plains, and settlers from the Far North were moved to the Benue valley (Nord-Est Bénoué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Inter-Regional and Rural-Urban Movements (continued)</a:t>
            </a:r>
            <a:endParaRPr lang="en-US" sz="26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to 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move from the northern regions to Yaoundé and Douala for jobs and studies.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leave villages for towns everywhere, which explains the fast growth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A) Inter-Regional and Rural-Urban Movements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2014 (Boko Haram) and 2016 (crisis in the North-West and South-West), many people have fled to safer towns 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Pre- and Post-Independence Migrations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migrations before and after independence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Before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Germans and then the British and French recruited, often by force, workers for coastal plantations, ports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Pre- and Post-Independence Migrations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exodus to towns became the main movement, together with movements to new agricultural schemes and mining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and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Migrations have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shortage, poverty, lack of jobs and amenities, drought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and Effects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the attraction of town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young workers, fewer farm workers, more women and old people, but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Causes and Effects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for industries and plantations and cultural mixing, but overcrowding, slums, unemployment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population of Cameroon at the 2005 census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 2005 and about 29 million in 2024.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physical factor of the high density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(or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(wide-based)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densely populated region of Cameroon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______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population of Cameroon and its growth rate. Describe the age-sex structure and the type of pyramid of Cameroon. Explain the spatial variation of population densities. Analyse the major migration trends, their causes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in Numbers and Growth Rate; Age-Sex Distribution and Pyramid Type; Densities and Their Spatial Variation; Factors of Distribution; Inter-Regional and Rural-Urban Movements; Pre- and Post-Independence Migrations; Causes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largest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census figures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triangle-shaped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one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arrows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forced migration.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2026-09-28T21:14:29Z</dcterms:created>
  <dcterms:modified xsi:type="dcterms:W3CDTF">2026-09-28T21:14:29Z</dcterms:modified>
</cp:coreProperties>
</file>