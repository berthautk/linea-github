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relief, physiography, physiographic region, highland, lowland, plateau, depression, Cameroon Volcanic Line. At the end, you should be able to do this: learners are able to identify the physiographic regions of Cameroon on a map and describe the characteristics of its major highlands and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relief, physiography, highland and lowland. Number 2: identify the major physiographic regions of Cameroon on a map. Number 3: describe the general characteristics of the major highlands. Number 4: describe the general characteristics of the major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made of mountains, plateaux, plains and valleys. Altitude is the height of a place above sea level. Cameroon lies in Central Africa, on the Gulf of Guinea.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family travels from Garoua to Mokolo for a festival. Around Garoua the land is flat for many kilometres, with wide fields of cotton and millet; near Mokolo the bus climbs steep, winding roads between rocky mountains, and the air becomes cooler. Your little brother asks: "Why is the land so flat around Garoua and so mountainous near Mokolo, and what does the rest of Cameroon look like?"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 does not know why the relief changes between Garoua and Mokolo, nor what the relief of Cameroon is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In which relief unit is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Benue depression, part of the Northern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mountains are near Mokolo?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relief map of Cameroon to explain differences in farming, roads and settlement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relief of Cameroon, which influences its climate, rivers, soils, population and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relief unit lies in the centre of Cameroon, between the south and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mountain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an active volcano near Buea.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volcanoes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direction are the volcanic mountains of the West arranged?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line from the south-west to the north-east: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relief section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Garoua much lower than Ngaoundéré?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Garoua is in the Benue depression (about 200 m), while Ngaoundéré is on the Adamawa Plateau (about 1,100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mountains of the Far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mountains rise above the northern lowlands near Mokolo?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Physiography and Physiographic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Highland and Lowland.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Physiography: The Physiographic Regions. The relief of Cameroon is organised as follows. Copy the point on A varied relief on the left, then draw the diagram on the right: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Physiography: The Physiographic Regions. Copy the point on The physiographic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General arrangement on the left, then draw the diagram on the right: a profile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Western Highlands. The Western Highlands have the following characteristics. Copy the point on Location and origin on the left, then draw the diagram on the right: the Cameroon Volcanic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Altitude and plateaux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Copy the point on Main peaks: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Copy the point on Plains and valleys: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Adamawa Plateau. The Adamawa Plateau has the following characteristics. Copy the point on Location and origin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Copy the point on Altitude and peaks: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Copy the point on The northern escarpment: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Copy the point on The main watershed: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Southern Plateau. The Southern Plateau has the following characteristics. Copy the point on Location and altitude: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Southern Plateau. Copy the point on Relief: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Southern Plateau. Copy the point on Drainage: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Lowlands. The Coastal lowlands have the following characteristics. Copy the point on Location and altitude on the left, then draw the diagram on the right: the Wouri estuary.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Lowlands. Copy the point on Sub-units: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Lowlands. Copy the point on Features: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Northern Lowlands. The Northern lowlands have the following characteristics. Copy the point on The Benue depression on the left, then draw the diagram on the right: the Benue.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Lowlands. Copy the point on The Chad plain: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Mandara Mountains on the left, then draw the diagram on the right: the Mandara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major highland units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Western Highlands, the Adamawa Plateau and the Southern Plateau.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Adamawa Plateau called the main watershed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major rivers rise on it and flow in different directions, such as the Benue, the Vina and the Djerem.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Cameroon; number 2, Benue; number 3, Volcanic.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air masses that affect the climate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physiography, physiographic region, highland, lowland, plateau, depression, Cameroon Volcanic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Physiography: physiographic regions; major highlands and lowlands of Cameroon; general characteristics of each unit.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physiographic regions of Cameroon on a map and describe the characteristics of its major highlands and lowlands.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relief, physiography, highland and lowland.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major physiographic regions of Cameroon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major highlands.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major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made of mountains, plateaux, plains and valleys.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Altitude is the height of a place above sea level.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in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family travels from Garoua to Mokolo for a festival.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the land is flat for many kilometres, with wide fields of cotton and millet; near Mokolo the bus climbs steep, winding roads between rocky mountains, and the air becomes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little brother asks: "Why is the land so flat around Garoua and so mountainous near Mokolo, and what does the rest of Cameroon look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 does not know why the relief changes between Garoua and Mokolo, nor what the relief of Cameroon is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relief unit is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Benue depression, part of the Northern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mountains are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relief map of Cameroon to explain differences in farming, roads and settlement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relief of Cameroon, which influences its climate, rivers, soils, population and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relief unit lies in the centre of Cameroon, between the south and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 near Buea.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cameroon_volcanic_line.png">    </p:cNvPr>
          <p:cNvPicPr>
            <a:picLocks noChangeAspect="1"/>
          </p:cNvPicPr>
          <p:nvPr/>
        </p:nvPicPr>
        <p:blipFill>
          <a:blip r:embed="rId1"/>
          <a:stretch>
            <a:fillRect/>
          </a:stretch>
        </p:blipFill>
        <p:spPr>
          <a:xfrm>
            <a:off x="3438547" y="1783080"/>
            <a:ext cx="531460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Volcanoes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are the volcanic mountains of the West arranged?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line from the south-west to the north-east: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_profi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section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much lower than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in the Benue depression (about 200 m), while Ngaoundéré is on the Adamawa Plateau (about 1,100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the Far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mountains rise above the northern lowlands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Earth's surface: its altitude and its slopes (mountains, plateaux, plains,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description of the landforms of an area and of the processes that formed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Physiographic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area with the same general type of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land that stands high above the surrounding area, such as a mountain range or a high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low, generally flat land, such as a plain, a basin or a depression.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relief of Cameroon is organised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 varied relief: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Cameroon has high volcanic mountains, old plateaux, deep basins and wide plains. This variety of relief is one of the reasons why the country is called "Africa in miniature".</a:t>
            </a:r>
            <a:endParaRPr lang="en-US" sz="3200" dirty="0"/>
          </a:p>
        </p:txBody>
      </p:sp>
      <p:pic>
        <p:nvPicPr>
          <p:cNvPr id="5" name="Image 0" descr="/home/claude/f4/img/v2/cameroon_relief_big.png">    </p:cNvPr>
          <p:cNvPicPr>
            <a:picLocks noChangeAspect="1"/>
          </p:cNvPicPr>
          <p:nvPr/>
        </p:nvPicPr>
        <p:blipFill>
          <a:blip r:embed="rId1"/>
          <a:stretch>
            <a:fillRect/>
          </a:stretch>
        </p:blipFill>
        <p:spPr>
          <a:xfrm>
            <a:off x="6537960" y="2379526"/>
            <a:ext cx="5470855" cy="3077356"/>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physiographic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country has three major highlands, the Western Highlands, the Adamawa Plateau and the Southern Plateau. It also has two major lowlands, the Coastal lowlands and the Northern lowlands, the latter dominated by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General arrangement: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From the coast, the land rises to the Southern Plateau and the central highlands of the West and the Adamawa. It then falls northwards to the Benue depression and the Chad plain.</a:t>
            </a:r>
            <a:endParaRPr lang="en-US" sz="3600" dirty="0"/>
          </a:p>
        </p:txBody>
      </p:sp>
      <p:pic>
        <p:nvPicPr>
          <p:cNvPr id="5" name="Image 0" descr="/home/claude/f4/img/v2/cam_profile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profile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Western Highlands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Western Highlands have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and origin: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cover the West and North-West Regions and parts of the South-West and Littoral. They lie on the Cameroon Volcanic Line, a chain of volcanoes running from the Gulf of Guinea to the north-east.</a:t>
            </a:r>
            <a:endParaRPr lang="en-US" sz="2800" dirty="0"/>
          </a:p>
        </p:txBody>
      </p:sp>
      <p:pic>
        <p:nvPicPr>
          <p:cNvPr id="6" name="Image 0" descr="/home/claude/f4/img/cameroon_volcanic_line.png">    </p:cNvPr>
          <p:cNvPicPr>
            <a:picLocks noChangeAspect="1"/>
          </p:cNvPicPr>
          <p:nvPr/>
        </p:nvPicPr>
        <p:blipFill>
          <a:blip r:embed="rId1"/>
          <a:stretch>
            <a:fillRect/>
          </a:stretch>
        </p:blipFill>
        <p:spPr>
          <a:xfrm>
            <a:off x="6616087" y="1783080"/>
            <a:ext cx="5314602" cy="427024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Cameroon Volcanic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Western Highlands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Altitude and plateaux: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Most of the land is above 1,000 m, with high plateaux such as the Bamileke and Bamenda Plateaux. Their cool climate and rich volcanic soils support very dense populations.</a:t>
            </a:r>
            <a:endParaRPr lang="en-US" sz="3400" dirty="0"/>
          </a:p>
        </p:txBody>
      </p:sp>
      <p:pic>
        <p:nvPicPr>
          <p:cNvPr id="6" name="Image 0" descr="/home/claude/f4/img/v2/usa_bamend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peaks: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 is the highest peak of West and Central Africa. Other peaks include Mount Oku (3,011 m), the Bamboutos Mountains (2,740 m), Mount Manengouba (2,411 m) and Mount Kupe (2,064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Plains and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highlands also contain lower areas such as the Ndop plain, the Mbaw-Tikar plain, the Mbo plain and the Menchum valley. These plains are used for rice and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Adamawa Plateau</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Adamawa Plateau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Location and origin: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crosses the centre of Cameroon from Nigeria to the Central African Republic. It is an old block of hard rocks raised by faulting and covered in places by volcanic rocks.</a:t>
            </a:r>
            <a:endParaRPr lang="en-US" sz="3000" dirty="0"/>
          </a:p>
        </p:txBody>
      </p:sp>
      <p:pic>
        <p:nvPicPr>
          <p:cNvPr id="6" name="Image 0" descr="/home/claude/f4/img/v2/lsa_adamaw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Adamawa Plateau</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and peaks: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averages about 1,100 m, which gives Ngaoundéré a mild climate. Volcanic peaks rise above it, such as Tchabal Mbabo (2,460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Adamawa Plateau</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northern escarpment: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northern edge is a steep escarpment that drops towards the Benue depression. The road and the railway from Ngaoundéré to the North must climb this escarpment.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Adamawa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main 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is the main watershed of Cameroon, the water tower of the country. The Benue, the Vina (Logone), the Djerem (Sanaga) and other rivers rise on it and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Southern Plateau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and altitude: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Centre, South and East Regions, south of the Adamawa and east of the coastal lowlands. It is lower than the other highlands, averaging about 650 m.</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dissected into many rounded, dome-shaped hills, called half-orange relief, with inselbergs such as the hills around Yaoundé. Its highest hills include Mbam Minkom (about 1,295 m) near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drained by the Nyong and the Ntem towards the Atlantic and by the tributaries of the Congo towards the south-east. Its rivers flow slowly across swampy valleys and then fall over rapids towards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Lowlands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Coastal lowlands have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and altitude: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stretch along the Atlantic coast from the Nigerian border to Equatorial Guinea, generally below 300 m. They are interrupted by the mass of Mount Cameroon, which reaches the sea near Limbe.</a:t>
            </a:r>
            <a:endParaRPr lang="en-US" sz="2800" dirty="0"/>
          </a:p>
        </p:txBody>
      </p:sp>
      <p:pic>
        <p:nvPicPr>
          <p:cNvPr id="6" name="Image 0" descr="/home/claude/f4/img/v2/lsa_wouri_sa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 estuary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Lowlands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Sub-units: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the Mamfe and Ndian basins in the north-west and the Douala basin around the Wouri and Sanaga estuaries. In the south, the coast of Kribi and Campo is rocky, with the Lobé Falls dropping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Lowlands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wide estuaries, creeks, mangrove swamps and sandy beaches. The Douala basin contains the main port and industrial region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Northern Lowlands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Northern lowlands have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Benue depression: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is a long trough of sedimentary rocks drained by the Benue, about 200 m high at Garoua. It is dotted with isolated hills and inselbergs, such as those of Garoua and Pitoa.</a:t>
            </a:r>
            <a:endParaRPr lang="en-US" sz="3000" dirty="0"/>
          </a:p>
        </p:txBody>
      </p:sp>
      <p:pic>
        <p:nvPicPr>
          <p:cNvPr id="6" name="Image 0" descr="/home/claude/f4/img/v2/f2t_benu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Northern Lowlands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Chad 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flat plain of about 300 m that slopes gently towards Lake Chad. The Logone floods its lowest parts, the yaérés,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Northern Lowlands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Mandara Mountains: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rise above the plains along the Nigerian border, up to 1,494 m at Mount Oupay. They contain spectacular volcanic necks, such as those of Rhumsiki.</a:t>
            </a:r>
            <a:endParaRPr lang="en-US" sz="3600" dirty="0"/>
          </a:p>
        </p:txBody>
      </p:sp>
      <p:pic>
        <p:nvPicPr>
          <p:cNvPr id="6"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Mandara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major highland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Western Highlands, the Adamawa Plateau and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Plateau called the main watershed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major rivers rise on it and flow in different directions, such as the Benue, the Vina and the Djerem.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peak of Cameroon is Mount ______ (4,095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lies in the ______ depression.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Western Highlands lie along the Cameroon ______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basse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relief, physiography, highland and lowland. Identify the major physiographic regions of Cameroon on a map. Describe the general characteristics of the major highlands. Describe the general characteristics of the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physiographic regions of Cameroon on a map and describe the characteristics of its major highlands and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Physiography: The Physiographic Regions; The Western Highlands; The Adamawa Plateau; The Southern Plateau; The Coastal Lowlands; The Northern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air masses that affect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outline of Cameroon and shade the highlands.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its height with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line on the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section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road to Mokolo.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(Altitude and plateaux):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and origin):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and altitude): “Duala, Camerún (Douala, Cameroon)” by migmasat, Public domain 1.0, via Flickr (https://www.flickr.com/photos/197415759@N06/54386998088)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Benue depression):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2026-10-06T05:41:32Z</dcterms:created>
  <dcterms:modified xsi:type="dcterms:W3CDTF">2026-10-06T05:41:32Z</dcterms:modified>
</cp:coreProperties>
</file>