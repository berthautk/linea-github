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Relief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The Physical Environment of Cameroon. The key notions we shall use today are: relief, physiography, physiographic region, highland, lowland, plateau, depression, Cameroon Volcanic Line. At the end, you should be able to do this: learners are able to identify the physiographic regions of Cameroon on a map and describe the characteristics of its major highlands and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relief, physiography, highland and lowland. Number 2: identify the major physiographic regions of Cameroon on a map. Number 3: describe the general characteristics of the major highlands. Number 4: describe the general characteristics of the major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Relief is made of mountains, plateaux, plains and valleys. Altitude is the height of a place above sea level. Cameroon lies in Central Africa, on the Gulf of Guinea.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family travels from Garoua to Mokolo for a festival. Around Garoua the land is flat for many kilometres, with wide fields of cotton and millet; near Mokolo the bus climbs steep, winding roads between rocky mountains, and the air becomes cooler. Your little brother asks: "Why is the land so flat around Garoua and so mountainous near Mokolo, and what does the rest of Cameroon look like?"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brother does not know why the relief changes between Garoua and Mokolo, nor what the relief of Cameroon is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In which relief unit is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Benue depression, part of the Northern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mountains are near Mokolo?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Mandara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a relief map of Cameroon to explain differences in farming, roads and settlement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relief of Cameroon, which influences its climate, rivers, soils, population and economic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relief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relief unit lies in the centre of Cameroon, between the south and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highest mountain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 Cameroon (4,095 m), an active volcano near Buea.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volcanoes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which direction are the volcanic mountains of the West arranged?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 line from the south-west to the north-east: the Cameroon Volcanic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relief section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Garoua much lower than Ngaoundéré?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Garoua is in the Benue depression (about 200 m), while Ngaoundéré is on the Adamawa Plateau (about 1,100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mountains of the Far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mountains rise above the northern lowlands near Mokolo?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Mandara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Physiography and Physiographic region.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Highland and Lowland.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Physiography: The Physiographic Regions. The general features and the physiographic regions of Cameroon are the following. Copy the point on Varied relief on the left, then draw the diagram on the right: the relief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Physiography: The Physiographic Regions. On this slide we have Major highlands and Major lowlands.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Physiography: The Physiographic Regions. Copy this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General arrangement on the left, then draw the diagram on the right: a relief section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Western Highlands. The location and characteristics of the Western Highlands are the following. Copy the point on Location on the left, then draw the diagram on the right: the Bamenda Highlands.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Volcanic origin on the left, then draw the diagram on the right: the Cameroon Volcanic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Western Highlands. On this slide we have Altitude.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Western Highlands. On this slide we have Main peaks.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Western Highlands. On this slide we have Plains and valleys.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Adamawa Plateau. The location and characteristics of the Adamawa Plateau are the following. Copy the point on Location on the left, then draw the diagram on the right: the Adamawa Plateau.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Adamawa Plateau. On this slide we have Altitude and origin and Peaks.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Adamawa Plateau. On this slide we have Escarpment.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Adamawa Plateau. On this slide we have Main watershed.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Southern Plateau. The location and characteristics of the Southern Plateau are the following. On this slide we have Location and Altitude.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Southern Plateau. On this slide we have Rounded hills and Highest points.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Southern Plateau. On this slide we have Drainage.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Coastal Lowlands. The location and characteristics of the Coastal lowlands are the following. Copy the point on Location and altitude on the left, then draw the diagram on the right: the Wouri estuary and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Coastal Lowlands. On this slide we have Interruption and Sub-units.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Coastal Lowlands. On this slide we have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Northern Lowlands. The location and characteristics of the Northern lowlands are the following.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Benue depression on the left, then draw the diagram on the right: the Benue at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Northern Lowlands. On this slide we have The Chad plain.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Mandara Mountains on the left, then draw the diagram on the right: the Mandara Mountains.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Northern Lowlands. On this slide we have Other highlands.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major highland units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Western Highlands, the Adamawa Plateau and the Southern Plateau.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Adamawa Plateau called the main watershed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many major rivers rise on it and flow in different directions, such as the Benue, the Vina and the Djerem.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Cameroon; number 2, Benue; number 3, Volcanic.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air masses that affect the climate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The Climate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RELIEF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Relief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Environment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Relief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Relief, physiography, physiographic region, highland, lowland, plateau, depression, Cameroon Volcanic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Physiography: physiographic regions; major highlands and lowlands of Cameroon; general characteristics of each unit.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physiographic regions of Cameroon on a map and describe the characteristics of its major highlands and lowlands.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relief, physiography, highland and lowland.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major physiographic regions of Cameroon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characteristics of the major highlands.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characteristics of the major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is made of mountains, plateaux, plains and valleys.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Altitude is the height of a place above sea level.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lies in Central Africa, on the Gulf of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family travels from Garoua to Mokolo for a festival.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the land is flat for many kilometres, with wide fields of cotton and millet; near Mokolo the bus climbs steep, winding roads between rocky mountains, and the air becomes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brother does not know why the relief changes between Garoua and Mokolo, nor what the relief of Cameroon is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relief unit is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Benue depression, part of the Northern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mountains are near Mokolo?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 relief map of Cameroon to explain differences in farming, roads and settlement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relief of Cameroon, which influences its climate, rivers, soils, population and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relief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relief unit lies in the centre of Cameroon, between the south and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mountain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 an active volcano near Buea.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cameroon_volcanic_line.png">    </p:cNvPr>
          <p:cNvPicPr>
            <a:picLocks noChangeAspect="1"/>
          </p:cNvPicPr>
          <p:nvPr/>
        </p:nvPicPr>
        <p:blipFill>
          <a:blip r:embed="rId1"/>
          <a:stretch>
            <a:fillRect/>
          </a:stretch>
        </p:blipFill>
        <p:spPr>
          <a:xfrm>
            <a:off x="3438547" y="1783080"/>
            <a:ext cx="531460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Volcanoes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direction are the volcanic mountains of the West arranged?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line from the south-west to the north-east: the Cameroon Volcanic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MAJOR LOWLANDS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am_profi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relief section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Garoua much lower than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in the Benue depression (about 200 m), while Ngaoundéré is on the Adamawa Plateau (about 1,100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MAJOR LOWLANDS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Mountains of the Far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mountains rise above the northern lowlands near Mokolo?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Physical Environment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shape of the Earth's surface: its altitude and its slopes (mountains, plateaux, plains,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Physiography: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description of the landforms of an area and of the processes that formed them.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Physiographic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area with the same general type of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land that stands high above the surrounding area, such as a mountain range or a high plateau.</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low, generally flat land, such as a plain, a basin or a depression.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The Physiographic Regions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general features and the physiographic regions of Cameroon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Varied relief: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Cameroon has high volcanic mountains, plateaux, basins and plains, which is one reason why it is called "Africa in miniature".</a:t>
            </a:r>
            <a:endParaRPr lang="en-US" sz="3000" dirty="0"/>
          </a:p>
        </p:txBody>
      </p:sp>
      <p:pic>
        <p:nvPicPr>
          <p:cNvPr id="5" name="Image 0" descr="/home/claude/f4/img/v2/cameroon_relief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relief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The Physiographic Regions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Major highlands: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Western Highlands.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Plateau.</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Southern (South Cameroon) Plateau.</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Major lowlands: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Coastal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The Physiographic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Northern lowlands (Benue depression and Chad plain), dominated by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The Physiographic Regions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General arrangement: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land rises from the coast to the central highlands, then falls to the Benue depression and the Chad plain.</a:t>
            </a:r>
            <a:endParaRPr lang="en-US" sz="3600" dirty="0"/>
          </a:p>
        </p:txBody>
      </p:sp>
      <p:pic>
        <p:nvPicPr>
          <p:cNvPr id="5" name="Image 0" descr="/home/claude/f4/img/v2/cam_profile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relief section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Western Highlands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location and characteristics of the Western Highlands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cover the West, the North-West and parts of the South-West and Littoral Regions.</a:t>
            </a:r>
            <a:endParaRPr lang="en-US" sz="3200" dirty="0"/>
          </a:p>
        </p:txBody>
      </p:sp>
      <p:pic>
        <p:nvPicPr>
          <p:cNvPr id="6" name="Image 0" descr="/home/claude/f4/img/v2/usa_bamenda.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Bamenda Highlands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Western Highlands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Volcanic origin: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lie on the Cameroon Volcanic Line, a chain of volcanoes running from the Gulf of Guinea to the north-east.</a:t>
            </a:r>
            <a:endParaRPr lang="en-US" sz="3600" dirty="0"/>
          </a:p>
        </p:txBody>
      </p:sp>
      <p:pic>
        <p:nvPicPr>
          <p:cNvPr id="6" name="Image 0" descr="/home/claude/f4/img/cameroon_volcanic_line.png">    </p:cNvPr>
          <p:cNvPicPr>
            <a:picLocks noChangeAspect="1"/>
          </p:cNvPicPr>
          <p:nvPr/>
        </p:nvPicPr>
        <p:blipFill>
          <a:blip r:embed="rId1"/>
          <a:stretch>
            <a:fillRect/>
          </a:stretch>
        </p:blipFill>
        <p:spPr>
          <a:xfrm>
            <a:off x="6021727" y="1783080"/>
            <a:ext cx="5314602" cy="427024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Cameroon Volcanic Line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Western Highlands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the land is above 1,000 m, with plateaux such as the Bamileke Plateau and the Bamenda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Western Highlands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peaks: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(4,095 m), an active volcano and the highest peak of West and Central Africa.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Oku (3,011 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Bamboutos Mountains (2,740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Western Highlands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Manengouba (2,411 m) and Mount Kupe (2,064 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Plains and valleys: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highlands contain lower areas such as the Ndop plain, the Mbaw-Tikar plain, the Mbo plain and the Menchum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Adamawa Plateau</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location and characteristics of the Adamawa Plateau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crosses the centre of Cameroon from Nigeria to the Central African Republic.</a:t>
            </a:r>
            <a:endParaRPr lang="en-US" sz="3200" dirty="0"/>
          </a:p>
        </p:txBody>
      </p:sp>
      <p:pic>
        <p:nvPicPr>
          <p:cNvPr id="6" name="Image 0" descr="/home/claude/f4/img/v2/lsa_adamawa.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Adamawa Plateau</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Adamawa Plateau</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and 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averages about 1,100 m and is an old block of hard rocks raised by faulting and covered in places by volcanic rocks.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peaks rise above it, such as Tchabal Mbabo (2,460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Adamawa Plateau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Escarpment: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northern edge is a steep escarpment above the Benue depression, crossed by the road from Ngaoundéré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Adamawa Plateau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watershed: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main watershed of Cameroon: the Benue, the Vina (Logone), the Djerem (Sanaga) and other rivers rise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Southern Plateau</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and characteristics of the Southern Plateau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Centre, South and East Regions, south of the Adamawa and east of the coastal lowlands.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averages about 650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Southern Plateau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Rounded hills: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dissected into many rounded, dome-shaped hills ("half-orange" relief), with inselbergs such as the hills around Yaoundé.</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Highest points: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highest hills include Mbam Minkom (about 1,295 m) near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Major Highlands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C) The Southern Plateau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drained by the Nyong, the Ntem and the tributaries of the Sanaga and the Congo.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Coastal Lowlands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location and characteristics of the Coastal lowlands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and altitude: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stretch along the Atlantic coast from the Nigerian border to Equatorial Guinea, generally below 300 m.</a:t>
            </a:r>
            <a:endParaRPr lang="en-US" sz="2800" dirty="0"/>
          </a:p>
        </p:txBody>
      </p:sp>
      <p:pic>
        <p:nvPicPr>
          <p:cNvPr id="6" name="Image 0" descr="/home/claude/f4/img/v2/lsa_wouri_sat.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Wouri estuary and Douala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Coastal Lowlands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Interruption: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interrupted by the mass of Mount Cameroon, which reaches the sea near Limbe.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Sub-units: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Mamfe and Ndian basins in the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Coastal Lowlands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Douala basin, around the Wouri and Sanaga estuaries.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rocky coast of Kribi and Campo in the south, with the Lobé Falls.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estuaries, creeks, mangrove swamps and sandy beaches.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Northern Lowlands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and characteristics of the Northern lowlands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most of the North and Far North Regions, north of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Northern Lowlands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Benue depression: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long trough of sedimentary rocks drained by the Benue, about 200 m high at Garoua.</a:t>
            </a:r>
            <a:endParaRPr lang="en-US" sz="3600" dirty="0"/>
          </a:p>
        </p:txBody>
      </p:sp>
      <p:pic>
        <p:nvPicPr>
          <p:cNvPr id="6" name="Image 0" descr="/home/claude/f4/img/v2/f2t_benu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Benue at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Northern Lowlands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Chad plain: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flat plain of about 300 m that slopes gently towards Lake Chad, with the floodplains (yaérés) of the Logone.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Northern Lowlands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The Mandara Mountains: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rise above the plains along the Nigerian border, up to 1,494 m at Mount Oupay, with volcanic necks such as those of Rhumsiki.</a:t>
            </a:r>
            <a:endParaRPr lang="en-US" sz="3400" dirty="0"/>
          </a:p>
        </p:txBody>
      </p:sp>
      <p:pic>
        <p:nvPicPr>
          <p:cNvPr id="6" name="Image 0" descr="/home/claude/f4/img/v2/lsa_mandara.jpg">    </p:cNvPr>
          <p:cNvPicPr>
            <a:picLocks noChangeAspect="1"/>
          </p:cNvPicPr>
          <p:nvPr/>
        </p:nvPicPr>
        <p:blipFill>
          <a:blip r:embed="rId1"/>
          <a:stretch>
            <a:fillRect/>
          </a:stretch>
        </p:blipFill>
        <p:spPr>
          <a:xfrm>
            <a:off x="5349240" y="3040233"/>
            <a:ext cx="6659575" cy="175594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Mandara Mountains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Major Lowlands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Northern Lowlands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Isolated hills and inselbergs, such as the hills of Garoua and Pitoa, rise above the 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major highland units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Western Highlands, the Adamawa Plateau and the Southern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Plateau called the main watershed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major rivers rise on it and flow in different directions, such as the Benue, the Vina and the Djerem.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peak of Cameroon is Mount ______ (4,095 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lies in the ______ depression.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Western Highlands lie along the Cameroon ______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air masses that affect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haute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basse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Watershed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partage des 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Relief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relief, physiography, highland and lowland. Identify the major physiographic regions of Cameroon on a map. Describe the general characteristics of the major highlands. Describe the general characteristics of the major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physiographic regions of Cameroon on a map and describe the characteristics of its major highlands and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Physiography: The Physiographic Regions; The Western Highlands; The Adamawa Plateau; The Southern Plateau; The Coastal Lowlands; The Northern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air masses that affect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outline of Cameroon and shade the highlands.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its height with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line on the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section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road to Mokolo.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(Location): “Bamenda, Cameroon” by jbdodane, CC BY-NC 2.0, via Flickr (https://www.flickr.com/photos/27998473@N02/11293877215)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(Location): “At Dang and its livestock market” by 10b travelling / Carsten ten Brink, CC BY-NC-ND 2.0, via Flickr (https://www.flickr.com/photos/77334245@N00/7311224966)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(Location and altitude): “Duala, Camerún (Douala, Cameroon)” by migmasat, Public domain 1.0, via Flickr (https://www.flickr.com/photos/197415759@N06/54386998088)</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(The Benue depression):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2026-09-28T21:21:46Z</dcterms:created>
  <dcterms:modified xsi:type="dcterms:W3CDTF">2026-09-28T21:21:46Z</dcterms:modified>
</cp:coreProperties>
</file>