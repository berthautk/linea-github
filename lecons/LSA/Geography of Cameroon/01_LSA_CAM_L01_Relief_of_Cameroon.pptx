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Lst>
  <p:notesMasterIdLst>
    <p:notesMasterId r:id="rId7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notesMaster" Target="notesMasters/notesMaster1.xml"/><Relationship Id="rId76" Type="http://schemas.openxmlformats.org/officeDocument/2006/relationships/presProps" Target="presProps.xml"/><Relationship Id="rId77" Type="http://schemas.openxmlformats.org/officeDocument/2006/relationships/viewProps" Target="viewProps.xml"/><Relationship Id="rId78" Type="http://schemas.openxmlformats.org/officeDocument/2006/relationships/theme" Target="theme/theme1.xml"/><Relationship Id="rId7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relief, physiography, physiographic region, highland, lowland, plateau, depression, Cameroon Volcanic Line. At the end, you should be able to do this: learners are able to identify the physiographic regions of Cameroon on a map and describe the characteristics of its major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relief, physiography, highland and lowland. Number 2: identify the major physiographic regions of Cameroon on a map. Number 3: describe the general characteristics of the major highlands. Number 4: describe the general characteristics of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made of mountains, plateaux, plains and valleys. Altitude is the height of a place above sea level. Cameroon lies in Central Africa, on the Gulf of Guinea.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for a festival. Around Garoua the land is flat for many kilometres, with wide fields of cotton and millet; near Mokolo the bus climbs steep, winding roads between rocky mountains, and the air becomes cooler. Your little brother asks: "Why is the land so flat around Garoua and so mountainous near Mokolo, and what does the rest of Cameroon look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why the relief changes between Garoua and Mokolo, nor what the relief of Cameroon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In which relief unit is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Benue depression, part of the Northern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mountains are near Mokolo?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relief map of Cameroon to explain differences in farming, roads and settlement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relief of Cameroon, which influences its climate, rivers, soils, population and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relief unit lies in the centre of Cameroon, between the south and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mountain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 near Buea.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volcanoes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the volcanic mountains of the West arranged?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line from the south-west to the north-east: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relief section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Garoua much lower than Ngaoundéré?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Garoua is in the Benue depression (about 200 m), while Ngaoundéré is on the Adamawa Plateau (about 1,100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mountains rise above the northern lowlands near Mokolo?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Physiography and Physiographic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Highland and Lowland.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The Physiographic Regions. The general features and the physiographic regions of Cameroon are the following. Copy the point on Varied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On this slide we have Major highlands and Major lowlands.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General arrangement on the left, then draw the diagram on the right: a relief section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Highlands. The location and characteristics of the Western Highlands are the following. Copy the point on Location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Volcanic origin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Altitude.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Main peaks.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On this slide we have Plains and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Adamawa Plateau. The location and characteristics of the Adamawa Plateau are the following. Copy the point on Location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Altitude and origin and Peaks.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Escarpment.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On this slide we have Main watershed.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Southern Plateau. The location and characteristics of the Southern Plateau are the following. On this slide we have Location and Altitude.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On this slide we have Rounded hills and Highest points.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On this slide we have Drainage.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Lowlands. The location and characteristics of the Coastal lowlands are the following. Copy the point on Location and altitude on the left, then draw the diagram on the right: the Wouri estuary and Douala.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On this slide we have Interruption and Sub-units.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On this slide we have Features.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Lowlands. The location and characteristics of the Northern lowlands are the following.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Benue depression on the left, then draw the diagram on the right: the Benue at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On this slide we have The Chad plain.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Mandara Mountains on the left, then draw the diagram on the right: the Mandara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On this slide we have Other highlands.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major highland units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Western Highlands, the Adamawa Plateau and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Plateau called the main watershed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major rivers rise on it and flow in different directions, such as the Benue, the Vina and the Djerem.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Benue;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jp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physiography, physiographic region, highland, lowland, plateau, depression,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regions; major highlands and lowlands of Cameroon; general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relief, physiography, highland and lowland.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physiographic regions of Cameroon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made of mountains, plateaux, plains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Altitude is the height of a place above sea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for a festival.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 land is flat for many kilometres, with wide fields of cotton and millet; near Mokolo the bus climbs steep, winding roads between rocky mountains, and the air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little brother asks: "Why is the land so flat around Garoua and so mountainous near Mokolo, and what does the rest of Cameroon look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why the relief changes between Garoua and Mokolo, nor what the relief of Cameroon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relief unit is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Benue depression, part of the Northern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relief map of Cameroon to explain differences in farming, roads and settlement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relief of Cameroon, which influences its climate, rivers, soils, population and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lies in the centre of Cameroon, between the south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near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cameroon_volcanic_line.png">    </p:cNvPr>
          <p:cNvPicPr>
            <a:picLocks noChangeAspect="1"/>
          </p:cNvPicPr>
          <p:nvPr/>
        </p:nvPicPr>
        <p:blipFill>
          <a:blip r:embed="rId1"/>
          <a:stretch>
            <a:fillRect/>
          </a:stretch>
        </p:blipFill>
        <p:spPr>
          <a:xfrm>
            <a:off x="3438547" y="1783080"/>
            <a:ext cx="531460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Volcanoes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the volcanic mountains of the West arranged?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line from the south-west to the north-east: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_profi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section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much lower than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Benue depression (about 200 m), while Ngaoundéré is on the Adamawa Plateau (about 1,100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rise above the northern lowlands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Earth's surface: its altitude and its slopes (mountains, plateaux, plains,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description of the landforms of an area and of the processes that formed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area with the same general type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land that stands high above the surrounding area, such as a mountain range or a high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generally flat land, such as a plain, a basin or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general features and the physiographic regions of Cameroon are the following:</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Varied relief: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Cameroon has high volcanic mountains, plateaux, basins and plains, which is one reason why it is called "Africa in miniature".</a:t>
            </a:r>
            <a:endParaRPr lang="en-US" sz="3000" dirty="0"/>
          </a:p>
        </p:txBody>
      </p:sp>
      <p:pic>
        <p:nvPicPr>
          <p:cNvPr id="5" name="Image 0" descr="/home/claude/f4/img/v2/cameroon_relief_big.pn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highlands: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Western Highlands.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Southern (South Cameroon)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Major lowlands: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Coastal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Northern lowlands (Benue depression and Chad plain), dominated by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arrangement: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land rises from the coast to the central highlands, then falls to the Benue depression and the Chad plain.</a:t>
            </a:r>
            <a:endParaRPr lang="en-US" sz="3600" dirty="0"/>
          </a:p>
        </p:txBody>
      </p:sp>
      <p:pic>
        <p:nvPicPr>
          <p:cNvPr id="5" name="Image 0" descr="/home/claude/f4/img/v2/cam_profile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relief section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Western Highlands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cover the West, the North-West and parts of the South-West and Littoral Regions.</a:t>
            </a:r>
            <a:endParaRPr lang="en-US" sz="32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Volcanic origin: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lie on the Cameroon Volcanic Line, a chain of volcanoes running from the Gulf of Guinea to the north-east.</a:t>
            </a:r>
            <a:endParaRPr lang="en-US" sz="3600" dirty="0"/>
          </a:p>
        </p:txBody>
      </p:sp>
      <p:pic>
        <p:nvPicPr>
          <p:cNvPr id="6" name="Image 0" descr="/home/claude/f4/img/cameroon_volcanic_line.png">    </p:cNvPr>
          <p:cNvPicPr>
            <a:picLocks noChangeAspect="1"/>
          </p:cNvPicPr>
          <p:nvPr/>
        </p:nvPicPr>
        <p:blipFill>
          <a:blip r:embed="rId1"/>
          <a:stretch>
            <a:fillRect/>
          </a:stretch>
        </p:blipFill>
        <p:spPr>
          <a:xfrm>
            <a:off x="6021727" y="1783080"/>
            <a:ext cx="5314602"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of the land is above 1,000 m, with plateaux such as the Bamileke Plateau and the Bamenda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peaks: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and the highest peak of West and Central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Oku (3,011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Bamboutos Mountains (2,740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Manengouba (2,411 m) and Mount Kupe (2,064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Plains and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contain lower areas such as the Ndop plain, the Mbaw-Tikar plain, the Mbo plain and the Menchum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location and characteristics of the Adamawa Plateau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crosses the centre of Cameroon from Nigeria to the Central African Republic.</a:t>
            </a:r>
            <a:endParaRPr lang="en-US" sz="3200" dirty="0"/>
          </a:p>
        </p:txBody>
      </p:sp>
      <p:pic>
        <p:nvPicPr>
          <p:cNvPr id="6"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1,100 m and is an old block of hard rocks raised by faulting and covered in places by volcanic rocks.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peaks rise above it, such as Tchabal Mbabo (2,460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northern edge is a steep escarpment above the Benue depression, crossed by the road from Ngaoundéré to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 (continued)</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main watershed of Cameroon: the Benue, the Vina (Logone), the Djerem (Sanaga) and other rivers rise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the Southern Plateau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Centre, South and East Regions, south of the Adamawa and east of the coastal lowlands.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650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Rounded hills: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dissected into many rounded, dome-shaped hills ("half-orange" relief), with inselbergs such as the hills around Yaoundé.</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Highest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highest hills include Mbam Minkom (about 1,295 m) near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C) The Southern Plateau (continued)</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drained by the Nyong, the Ntem and the tributaries of the Sanaga and the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location and characteristics of the Coastal lowlands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stretch along the Atlantic coast from the Nigerian border to Equatorial Guinea, generally below 300 m.</a:t>
            </a:r>
            <a:endParaRPr lang="en-US" sz="2800" dirty="0"/>
          </a:p>
        </p:txBody>
      </p:sp>
      <p:pic>
        <p:nvPicPr>
          <p:cNvPr id="6" name="Image 0" descr="/home/claude/f4/img/v2/lsa_wouri_sat.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 and Douala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Interruption: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interrupted by the mass of Mount Cameroon, which reaches the sea near Limbe.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Sub-units: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Mamfe and Ndian basins in the north-west.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Douala basin, around the Wouri and Sanaga estuaries.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rocky coast of Kribi and Campo in the south, with the Lobé Falls.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estuaries, creeks, mangrove swamps and sandy beaches.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location and characteristics of the Northern lowlands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most of the North and Far North Regions, north of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Benue depression: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long trough of sedimentary rocks drained by the Benue, about 200 m high at Garoua.</a:t>
            </a:r>
            <a:endParaRPr lang="en-US" sz="3600" dirty="0"/>
          </a:p>
        </p:txBody>
      </p:sp>
      <p:pic>
        <p:nvPicPr>
          <p:cNvPr id="6" name="Image 0" descr="/home/claude/f4/img/v2/f2t_benue.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 at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flat plain of about 300 m that slopes gently towards Lake Chad, with the floodplains (yaérés) of the Logone.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The Mandara Mountains: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They rise above the plains along the Nigerian border, up to 1,494 m at Mount Oupay, with volcanic necks such as those of Rhumsiki.</a:t>
            </a:r>
            <a:endParaRPr lang="en-US" sz="3400" dirty="0"/>
          </a:p>
        </p:txBody>
      </p:sp>
      <p:pic>
        <p:nvPicPr>
          <p:cNvPr id="6" name="Image 0" descr="/home/claude/f4/img/v2/lsa_mandara.jpg">    </p:cNvPr>
          <p:cNvPicPr>
            <a:picLocks noChangeAspect="1"/>
          </p:cNvPicPr>
          <p:nvPr/>
        </p:nvPicPr>
        <p:blipFill>
          <a:blip r:embed="rId1"/>
          <a:stretch>
            <a:fillRect/>
          </a:stretch>
        </p:blipFill>
        <p:spPr>
          <a:xfrm>
            <a:off x="5349240" y="3040233"/>
            <a:ext cx="6659575" cy="175594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Mandara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highlands: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Isolated hills and inselbergs, such as the hills of Garoua and Pitoa, rise above the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major highland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Western Highlands, the Adamawa Plateau and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called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major rivers rise on it and flow in different directions, such as the Benue, the Vina and the Djerem.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peak of Cameroon is Mount ______ (4,095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depression.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Western Highlands lie along the Cameroon ______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relief, physiography, highland and lowland. Identify the major physiographic regions of Cameroon on a map. Describe the general characteristics of the major highlands. Describe the general characteristics of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Physiography: The Physiographic Regions; The Western Highlands; The Adamawa Plateau; The Southern Plateau; The Coastal Lowlands; The Northern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outline of Cameroon and shade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its height with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line on the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section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road to Mokolo.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altitude): “Duala, Camerún (Douala, Cameroon)” by migmasat, Public domain 1.0, via Flickr (https://www.flickr.com/photos/197415759@N06/54386998088)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Benue depression):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73</Slides>
  <Notes>73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73</vt:i4>
      </vt:variant>
    </vt:vector>
  </HeadingPairs>
  <TitlesOfParts>
    <vt:vector size="7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2026-09-29T03:12:09Z</dcterms:created>
  <dcterms:modified xsi:type="dcterms:W3CDTF">2026-09-29T03:12:09Z</dcterms:modified>
</cp:coreProperties>
</file>