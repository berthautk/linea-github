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vegetation, forest, savanna, mangrove, montane forest, forest reserve, domesticated landscape, desertification. At the end, you should be able to do this: learners are able to describe the vegetation types of Cameroon, their exploitation and the measures needed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Soils of Cameroon. The question was: Name the three types of savanna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the Sudan savanna and the Sahel savanna.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vegetation, forest, savanna and domesticated landscape. Number 2: describe the forest vegetation types of Cameroon. Number 3: describe the grassland vegetation types of Cameroon. Number 4: explain the threats to vegetation and the measures of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depends mainly on climate and soils. The South is wet all year; the North has a long dry season. Many trees around Garoua are cut for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you watch a documentary on the Dja Reserve: giant trees form a roof so dense that the ground is dark. Outside your window you see golden grass with scattered acacias and baobabs. Your sister asks: "Why does Cameroon have such different vegetation, and how can we protect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why vegetation differs across Cameroon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vegetation of the Dja Reserve.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very dense forest of giant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vegetation around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 with scattered trees such as acacias and baobabs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trees around your home and avoid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of Cameroon, its resources and the need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 stilt roots.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this forest with stilt roots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estuaries of the coast, such as the Wouri and the Rio del Rey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of savanna surrounds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Sudan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threat does tree planting fight in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oil palms in rows.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this natural vegetation?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trees were planted by people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Savanna and Forest reserve.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Domesticated landscape.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Mangrove Forests. Mangrove forests are presented as follows. Copy the point on Distribution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Copy the point on Characteristics and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Copy the point on Threats and measures: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Rainforest. The equatorial rainforest is presented as follows. Copy the point on Distribution on the left, then draw the diagram on the right: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and species on the left, then draw the diagram on the right: the layers of the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Copy the point on Threats and measures: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Montane and Submontane Forests. Montane and submontane forests are presented as follows. Copy the point on Distribution on the left, then draw the diagram on the right: the Western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Copy the point on Characteristics and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Copy the point on Threats and measures: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Reserves. Forest reserves are presented as follows. Copy the point on Types on the left, then draw the diagram on the right: the protected areas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Reserves. Copy the point on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Reserves. Copy the point on Purpose: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Savanna. The Guinea savanna is presented as follows. Copy the point on Distribution on the left, then draw the diagram on the right: the Adamawa.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Copy the point on Characteristics and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Copy the point on Threats and measures: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Sudan Savanna. The Sudan savanna is presented as follows. Copy the point on Distribution on the left, then draw the diagram on the right: the Sudan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Copy the point on Characteristics and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Copy the point on Threats and measures: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Sahel Savanna. The Sahel savanna is presented as follows.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Copy the point on Characteristics and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Threats and measures on the left, then draw the diagram on the right: tree planting in the Sahel.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Domesticated Landscapes. Domesticated landscapes are presented as follows. Copy the point on Examples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Copy the point on Importance: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Copy the point on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savanna in Cameroon from south to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the Sudan and the Sahel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threats to the rainforest.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shifting cultivation (also mining and plantations).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Heritage; number 3,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drainage basins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forest, savanna, mangrove, montane forest, forest reserve, domesticated landscape,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vegetation types (mangrove, rainforest, montane and submontane) and forest reserves; grassland types (Guinea, Sudan, Sahel); domesticated landscapes; distribution, species, exploitation, threats and measures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the Sudan savanna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vegetation, forest, savanna and domesticated landscape.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grassland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vegetation and the measures of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depends mainly on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all year; 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around Garoua are cut for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you watch a documentary on the Dja Reserve: giant trees form a roof so dense that the ground is dark.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Outside your window you see golden grass with scattered acacias and baobabs.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sister asks: "Why does Cameroon have such different vegetation, and how can we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why vegetation differs across Cameroon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dense forest of giant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such as acacias and baobabs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trees around your home and avoid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of Cameroon, its resources and the need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 stilt roots.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this forest with stilt roots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estuaries of the coast, such as the Wouri and the Rio del Rey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savanna surrounds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Sudan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threat does tree planting fight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in 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natural vegetation?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trees were planted by people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vegetation dominated by trees whose crowns touch.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tropical grassland with scattered trees and shrubs.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protected by the state, where cutting trees is controlled or forbidden.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Domesticated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natural vegetation has been replaced by vegetation planted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Mangrove Forests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Mangrove forests are presented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Mangroves grow in the estuaries and creeks of the coast, where fresh water meets salt water. The main areas are Rio del Rey, the Cameroon (Wouri) estuary and the mouth of the Ntem.</a:t>
            </a:r>
            <a:endParaRPr lang="en-US" sz="3000" dirty="0"/>
          </a:p>
        </p:txBody>
      </p:sp>
      <p:pic>
        <p:nvPicPr>
          <p:cNvPr id="6" name="Image 0" descr="/home/claude/f4/img/v2/lsa_mangrove.jpg">    </p:cNvPr>
          <p:cNvPicPr>
            <a:picLocks noChangeAspect="1"/>
          </p:cNvPicPr>
          <p:nvPr/>
        </p:nvPicPr>
        <p:blipFill>
          <a:blip r:embed="rId1"/>
          <a:stretch>
            <a:fillRect/>
          </a:stretch>
        </p:blipFill>
        <p:spPr>
          <a:xfrm>
            <a:off x="6537960" y="2400113"/>
            <a:ext cx="5470855" cy="30361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Salt-tolerant trees grow in muddy, salty water that rises and falls with the tides. Rhizophora has stilt roots that hold it in the mud, and Avicennia has breathing roots that rise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cut mangroves for fuelwood, especially to smoke fish, and for building poles. They are also breeding grounds for fish, shrimps and crabs, which support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destroyed by cutting for fuelwood, the growth of Douala, pollution and oil activities. They are protected in the Douala-Edéa National Park, by replanting and by improved fish-smoking ovens that use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Equatorial Rainforest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equatorial rainforest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 East, Centre, Littoral and South-West Regions, about 20 million hectares. It grows where rain falls almost all year.</a:t>
            </a:r>
            <a:endParaRPr lang="en-US" sz="3200" dirty="0"/>
          </a:p>
        </p:txBody>
      </p:sp>
      <p:pic>
        <p:nvPicPr>
          <p:cNvPr id="6" name="Image 0" descr="/home/claude/f4/img/v2/cameroon_veg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Equatorial Rainforest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a dense, evergreen, broad-leaved forest in several layers, with emergent trees up to 50 or 60 m, lianas and little undergrowth. Valuable hardwoods include sapele, iroko, ayous, moabi, azobé, ebony and mahogany.</a:t>
            </a:r>
            <a:endParaRPr lang="en-US" sz="3200" dirty="0"/>
          </a:p>
        </p:txBody>
      </p:sp>
      <p:pic>
        <p:nvPicPr>
          <p:cNvPr id="6" name="Image 0" descr="/home/claude/f4/img/v2/rainforest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Equatorial Rainforest</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logged, especially in the East, and exported through Douala and Kribi. People also collect fuelwood and non-timber products such as eru, bush mango and medicinal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Equatorial Rainforest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Logging, shifting cultivation, plantations, mining and poaching reduce the forest. It is protected by the forestry law, community forests and protected areas such as the Dja Reserve, a UNESCO World Heritage Site, Lobéké, Campo-Ma'an and Korup.</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Montane and submontane forests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grow on the high mountains of the West: Mount Cameroon, Mount Oku (the Kilum-Ijim forest), the Bamboutos and Mount Manengouba. They are found above about 800 m.</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Western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Submontane forest grows on the lower slopes, then montane forest with smaller trees, tree ferns and mosses, and grassland near the summits. It contains Prunus africana (pygeum), Podocarpus and many rare birds and plants.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bark of Prunus africana is harvested to make medicine for export. The forests also supply fuelwood and land for farming and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grazing and bush fires destroy these forests. They are protected by the Mount Cameroon National Park and by community forests such as Kilum-Ijim, managed by the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Forest Reserves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Forest reserves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Protected forests include national parks, wildlife reserves, forest reserves and community forests. Each type has its own rules on cutting, hunting and farming.</a:t>
            </a:r>
            <a:endParaRPr lang="en-US" sz="3200" dirty="0"/>
          </a:p>
        </p:txBody>
      </p:sp>
      <p:pic>
        <p:nvPicPr>
          <p:cNvPr id="6" name="Image 0" descr="/home/claude/f4/img/cmr_protected_areas.png">    </p:cNvPr>
          <p:cNvPicPr>
            <a:picLocks noChangeAspect="1"/>
          </p:cNvPicPr>
          <p:nvPr/>
        </p:nvPicPr>
        <p:blipFill>
          <a:blip r:embed="rId1"/>
          <a:stretch>
            <a:fillRect/>
          </a:stretch>
        </p:blipFill>
        <p:spPr>
          <a:xfrm>
            <a:off x="6537960" y="2019618"/>
            <a:ext cx="5470855" cy="379717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protected areas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Forest Reserves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are the Dja Faunal Reserve, the Lobéké, Campo-Ma'an and Korup National Parks and the Mbalmayo Forest Reserve. Together they cover a large part of the southern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Forest Reserves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biodiversity, water sources and soils from destruction. They also support scientific research and tourism, which brings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Savanna</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Guinea savanna is presented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Regions. It grows where the dry season lasts about 4 to 5 months.</a:t>
            </a:r>
            <a:endParaRPr lang="en-US" sz="3400" dirty="0"/>
          </a:p>
        </p:txBody>
      </p:sp>
      <p:pic>
        <p:nvPicPr>
          <p:cNvPr id="6" name="Image 0" descr="/home/claude/f4/img/v2/lsa_adamaw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grasses up to 3 m grow with many trees such as Daniellia oliveri and Lophira lanceolata. Gallery forests line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cattle-grazing area of Cameroon, around Ngaoundéré. People also grow maize, yams and cassava and collect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Savanna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and overgrazing degrade it and cause erosion. Controlled early burning, ranching and parks such as Mbam et Djerem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Sudan Savanna</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Sudan savanna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Benue plain and the North Region, around Garoua. It grows where the dry season lasts about 6 to 7 months.</a:t>
            </a:r>
            <a:endParaRPr lang="en-US" sz="3600" dirty="0"/>
          </a:p>
        </p:txBody>
      </p:sp>
      <p:pic>
        <p:nvPicPr>
          <p:cNvPr id="6" name="Image 0" descr="/home/claude/f4/img/v2/f2t_savanna.jpg">    </p:cNvPr>
          <p:cNvPicPr>
            <a:picLocks noChangeAspect="1"/>
          </p:cNvPicPr>
          <p:nvPr/>
        </p:nvPicPr>
        <p:blipFill>
          <a:blip r:embed="rId1"/>
          <a:stretch>
            <a:fillRect/>
          </a:stretch>
        </p:blipFill>
        <p:spPr>
          <a:xfrm>
            <a:off x="6537960" y="2913789"/>
            <a:ext cx="5470855" cy="2008830"/>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Sudan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Shorter grasses, 1 to 2 m high, grow with scattered drought-resistant trees. The main trees are shea (karité), locust bean (néré), baobab, tamarind and acacias.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used for cotton, food crops and grazing, and women produce shea butter. It also supplies fuelwood and charcoal for towns such as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cutting, bush fires and overgrazing degrade it. The Bénoué, Bouba Ndjida and Faro National Parks and reforestation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Sahel savanna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Far North, north of about 11° N, towards Lake Chad. It grows where the dry season lasts 8 months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sparse grasses grow with thorny shrubs adapted to drought. The main species are acacias, including the gum arabic tree, doum palms and Balanites.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mainly for pastoralism by herders of cattle, sheep and goats. People also collect gum arabic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Sahel Savanna</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Drought, overgrazing and tree cutting cause desertification. Operation Sahel Vert, the Great Green Wall and the Waza National Park protect it.</a:t>
            </a:r>
            <a:endParaRPr lang="en-US" sz="3600" dirty="0"/>
          </a:p>
        </p:txBody>
      </p:sp>
      <p:pic>
        <p:nvPicPr>
          <p:cNvPr id="6" name="Image 0" descr="/home/claude/f4/img/v2/f2t_tree_planting_sahe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 in the Sahel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Domesticated landscapes are presented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Natural vegetation has been replaced by plantations of oil palm, rubber and bananas (CDC, SOCAPALM), tea estates (Tole, Ndu) and cocoa agroforests. In the Western Highlands, eucalyptus trees are planted for poles and fuelwood.</a:t>
            </a:r>
            <a:endParaRPr lang="en-US" sz="3000" dirty="0"/>
          </a:p>
        </p:txBody>
      </p:sp>
      <p:pic>
        <p:nvPicPr>
          <p:cNvPr id="5" name="Image 0" descr="/home/claude/f4/img/v2/lsa_oilpalm.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landscapes provide food, raw materials for industry and export crops. They also give jobs and income to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area of natural forest and the diversity of plants and animals. Eucalyptus also uses a lot of water and dries out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in Cameroon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the Sudan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shifting cultivation (also mining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of estuaries are ______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Reserve is a UNESCO World ______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desert conditions in the Far North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vegetation, forest, savanna and domesticated landscape. Describe the forest vegetation types of Cameroon. Describe the grassland vegetation types of Cameroon. Explain the threats to vegetation and the measures of protection.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Mangrove Forests; The Equatorial Rainforest; Montane and Submontane Forests; Forest Reserves; The Guinea Savanna; The Sudan Savanna; The Sahel Savanna; Domesticated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drainage basins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vegetation zones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vegetation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tree-planting projects.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plantations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“Bamenda, Cameroon” by jbdodane, CC BY-NC 2.0, via Flickr (https://www.flickr.com/photos/27998473@N02/11293877215)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2026-09-29T11:32:32Z</dcterms:created>
  <dcterms:modified xsi:type="dcterms:W3CDTF">2026-09-29T11:32:32Z</dcterms:modified>
</cp:coreProperties>
</file>