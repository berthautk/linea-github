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Vegetation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The Physical Environment of Cameroon. The key notions we shall use today are: vegetation, forest, savanna, mangrove, montane forest, forest reserve, domesticated landscape, desertification. At the end, you should be able to do this: learners are able to describe the vegetation types of Cameroon, their exploitation and the measures needed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Soils of Cameroon. The question was: Name the three types of savanna found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Guinea savanna, the Sudan savanna and the Sahel savanna.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vegetation, forest, savanna and domesticated landscape. Number 2: describe the forest vegetation types of Cameroon. Number 3: describe the grassland vegetation types of Cameroon. Number 4: explain the threats to vegetation and the measures of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Vegetation depends mainly on climate and soils. The South is wet all year; the North has a long dry season. Many trees around Garoua are cut for firewood and charcoal.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in Garoua you watch a documentary on the Dja Reserve: giant trees form a roof so dense that the ground is dark. Outside your window you see golden grass with scattered acacias and baobabs. Your sister asks: "Why does Cameroon have such different vegetation, and how can we protect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sister does not know why vegetation differs across Cameroon and how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vegetation of the Dja Reserve.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very dense forest of giant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Describe the vegetation around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Grass with scattered trees such as acacias and baobabs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trees around your home and avoid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vegetation of Cameroon, its resources and the need to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vegetation covers the south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trees with stilt roots.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this forest with stilt roots grow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estuaries of the coast, such as the Wouri and the Rio del Rey (mangroves).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grass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type of savanna surrounds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Sudan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tree planting in a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threat does tree planting fight in the Far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oil palms in rows.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Is this natural vegetation?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 trees were planted by people (a plantation).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Vegetation and Forest.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Savanna and Forest reserve.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Domesticated landscape.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Mangrove Forests. Mangrove forests are presented as follows. Copy the point on Distribution on the left, then draw the diagram on the right: mangroves.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Mangrove Forests. On this slide we have Species and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Mangrove Forests. On this slide we have Exploitation and Threats.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Mangrove Forests. On this slide we have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Equatorial Rainforest. The rainforest is presented as follows. Copy the point on Distribution on the left, then draw the diagram on the right: the vegetation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Characteristics on the left, then draw the diagram on the right: the layers of the rainforest.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Equatorial Rainforest. On this slide we have Species.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Equatorial Rainforest. On this slide we have Exploitation and Threats.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Equatorial Rainforest. On this slide we have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Montane and Submontane Forests. Montane and submontane forests are presented as follows. Copy the point on Distribution on the left, then draw the diagram on the right: the Bamenda Highlands.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Montane and Submontane Forests. On this slide we have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Montane and Submontane Forests. On this slide we have Species and Exploitation.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Montane and Submontane Forests. On this slide we have Threats and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Forest Reserves. The types, examples and purpose of forest reserves are the following. Copy the point on Types on the left, then draw the diagram on the right: protected areas of the forest zone.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 Reserves. On this slide we have Examples and Purpose.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Guinea Savanna. The Guinea savanna is presented as follows. Copy the point on Distribution on the left, then draw the diagram on the right: the Adamawa Plateau.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Guinea Savanna. On this slide we have Characteristics and species and Exploitation.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Guinea Savanna. On this slide we have Threats and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Sudan Savanna. The Sudan savanna is presented as follows. Copy the point on Distribution on the left, then draw the diagram on the right: the Sudan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Sudan Savanna. On this slide we have Characteristics and species.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Sudan Savanna. On this slide we have Exploitation.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Sudan Savanna. On this slide we have Threats and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Sahel Savanna. The Sahel savanna is presented as follows. On this slide we have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Sahel Savanna. On this slide we have Characteristics and species and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Threats and measures on the left, then draw the diagram on the right: tree planting in the Sahel.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Domesticated Landscapes. The examples, importance and problems of domesticated landscapes are the following. Copy the point on Examples on the left, then draw the diagram on the right: an oil palm plantation.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Domesticated Landscapes. On this slide we have Importance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types of savanna in Cameroon from south to north.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Guinea, the Sudan and the Sahel savanna.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threats to the rainforest.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logging and shifting cultivation (also mining and plantations).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mangrove; number 2, Heritage; number 3,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drainage basins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The Drainage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VEGETATION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Vegetation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Environment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Vegetation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forest, savanna, mangrove, montane forest, forest reserve, domesticated landscape,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vegetation types (mangrove, rainforest, montane and submontane) and forest reserves; grassland types (Guinea, Sudan, Sahel); domesticated landscapes; distribution, species, exploitation, threats and measures of each type.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vegetation types of Cameroon, their exploitation and the measures needed to protect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Soils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savanna found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savanna, the Sudan savanna and the Sahel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vegetation, forest, savanna and domesticated landscape.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forest vegetation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grassland vegetation types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threats to vegetation and the measures of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depends mainly on climate and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 is wet all year; the North has a long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trees around Garoua are cut for firewood and charcoal.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in Garoua you watch a documentary on the Dja Reserve: giant trees form a roof so dense that the ground is dark.</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Outside your window you see golden grass with scattered acacias and baobabs.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sister does not know why vegetation differs across Cameroon and how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the Dja Reserve.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very dense forest of giant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around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with scattered trees such as acacias and baobabs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trees around your home and avoid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vegetation of Cameroon, its resources and the need to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the south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Trees with stilt roots.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this forest with stilt roots grow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estuaries of the coast, such as the Wouri and the Rio del Rey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Grass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of savanna surrounds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Sudan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planting in a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threat does tree planting fight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Oil palms in 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natural vegetation?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trees were planted by people (a plantation).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Physical Environment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Vegetation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plant cover of an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vegetation dominated by trees whose crowns touch.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tropical grassland with scattered trees and shrubs.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reserve: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protected by the state, where cutting trees is controlled or forbidden.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Domesticated landscape: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where natural vegetation has been replaced by vegetation planted by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Mangrove Forests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Mangrove forests are presented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grow in the estuaries and creeks of the coast: Rio del Rey, the Cameroon (Wouri) estuary and the Ntem mouth.</a:t>
            </a:r>
            <a:endParaRPr lang="en-US" sz="3200" dirty="0"/>
          </a:p>
        </p:txBody>
      </p:sp>
      <p:pic>
        <p:nvPicPr>
          <p:cNvPr id="6" name="Image 0" descr="/home/claude/f4/img/v2/lsa_mangrove.jpg">    </p:cNvPr>
          <p:cNvPicPr>
            <a:picLocks noChangeAspect="1"/>
          </p:cNvPicPr>
          <p:nvPr/>
        </p:nvPicPr>
        <p:blipFill>
          <a:blip r:embed="rId1"/>
          <a:stretch>
            <a:fillRect/>
          </a:stretch>
        </p:blipFill>
        <p:spPr>
          <a:xfrm>
            <a:off x="5349240" y="2070259"/>
            <a:ext cx="6659575" cy="3695890"/>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mangroves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Mangrove Forests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Species and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Salt-tolerant trees such as Rhizophora (with stilt roots) and Avicennia (with breathing roots) grow in muddy, salty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Mangrove Forests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cut them for fuelwood (especially to smoke fish), poles and fishing; they are breeding grounds for fish and shrimps.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Threats: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for fuelwood, the growth of Douala, pollution and oil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Mangrove Forests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Protection in the Douala-Edéa National Park, replanting and improved fish-smoking ovens.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Equatorial Rainforest</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rainforest is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covers the South, East, Centre, Littoral and South-West, about 20 million hectares.</a:t>
            </a:r>
            <a:endParaRPr lang="en-US" sz="3600" dirty="0"/>
          </a:p>
        </p:txBody>
      </p:sp>
      <p:pic>
        <p:nvPicPr>
          <p:cNvPr id="6" name="Image 0" descr="/home/claude/f4/img/v2/cameroon_veg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vegetation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Equatorial Rainforest</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dense, evergreen, broad-leaved forest in layers, with emergent trees up to 50–60 m, lianas and little undergrowth.</a:t>
            </a:r>
            <a:endParaRPr lang="en-US" sz="3600" dirty="0"/>
          </a:p>
        </p:txBody>
      </p:sp>
      <p:pic>
        <p:nvPicPr>
          <p:cNvPr id="6" name="Image 0" descr="/home/claude/f4/img/v2/rainforest_layer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rainforest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Equatorial Rainforest</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Valuable hardwoods include sapele, iroko, ayous, moabi, azobé, ebony and mahogany.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Equatorial Rainforest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logging (especially in the East), fuelwood, and non-timber products such as eru, bush mango and medicinal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Threats: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shifting cultivation, plantations, mining and poaching.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The Equatorial Rainforest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such as the Dja Reserve (a UNESCO World Heritage Site), Lobéké, Campo-Ma'an and Korup, the forestry law and community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Montane and Submontane Forests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Montane and submontane forests are presented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They grow on high mountains: Mount Cameroon, Mount Oku (Kilum-Ijim forest), the Bamboutos and Mount Manengouba.</a:t>
            </a:r>
            <a:endParaRPr lang="en-US" sz="2800" dirty="0"/>
          </a:p>
        </p:txBody>
      </p:sp>
      <p:pic>
        <p:nvPicPr>
          <p:cNvPr id="6" name="Image 0" descr="/home/claude/f4/img/v2/usa_bamenda.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Bamenda Highlands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C) Montane and Submontane Forests</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Submontane forest grows on the lower slopes, then montane forest with smaller trees, tree ferns and mosses, and grassland near the summits.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700" b="1" dirty="0">
                <a:solidFill>
                  <a:srgbClr val="990011"/>
                </a:solidFill>
                <a:latin typeface="Times New Roman" pitchFamily="34" charset="0"/>
                <a:ea typeface="Times New Roman" pitchFamily="34" charset="-122"/>
                <a:cs typeface="Times New Roman" pitchFamily="34" charset="-120"/>
              </a:rPr>
              <a:t>C) Montane and Submontane Forests (continued)</a:t>
            </a:r>
            <a:endParaRPr lang="en-US" sz="27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Species: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Prunus africana (pygeum), Podocarpus, tree ferns and many rare birds and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Bark of Prunus africana for medicine, farming, grazing and fuelwood.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C) Montane and Submontane Forests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Threats and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grazing and bush fires destroy them; Mount Cameroon National Park and community forests (Kilum-Ijim)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Forest Reserves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types, examples and purpose of forest reserves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National parks, wildlife reserves, forest reserves and community forests.</a:t>
            </a:r>
            <a:endParaRPr lang="en-US" sz="3200" dirty="0"/>
          </a:p>
        </p:txBody>
      </p:sp>
      <p:pic>
        <p:nvPicPr>
          <p:cNvPr id="6" name="Image 0" descr="/home/claude/f4/img/cmr_protected_areas.png">    </p:cNvPr>
          <p:cNvPicPr>
            <a:picLocks noChangeAspect="1"/>
          </p:cNvPicPr>
          <p:nvPr/>
        </p:nvPicPr>
        <p:blipFill>
          <a:blip r:embed="rId1"/>
          <a:stretch>
            <a:fillRect/>
          </a:stretch>
        </p:blipFill>
        <p:spPr>
          <a:xfrm>
            <a:off x="5602802" y="1783080"/>
            <a:ext cx="6152451" cy="427024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protected areas of the forest zone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Types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Forest Reserves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Dja Faunal Reserve, the Lobéké, Campo-Ma'an and Korup National Parks, and the Mbalmayo Forest Reserve.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Purpose: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biodiversity, water sources and soils, and support research 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The Guinea Savanna</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Guinea savanna is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covers the Adamawa Plateau and the north of the Centre and East Regions.</a:t>
            </a:r>
            <a:endParaRPr lang="en-US" sz="3600" dirty="0"/>
          </a:p>
        </p:txBody>
      </p:sp>
      <p:pic>
        <p:nvPicPr>
          <p:cNvPr id="6" name="Image 0" descr="/home/claude/f4/img/v2/lsa_adamawa.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Adamawa Plateau</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The Guinea Savanna</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and species: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grasses (up to 3 m) with many trees such as Daniellia oliveri and Lophira lanceolata, and gallery forests along rivers.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grazing, farming of maize, yams and cassava, and fuelwood.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The Guinea Savanna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Threats and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and overgrazing degrade it; controlled early burning, ranching and parks such as Mbam et Djerem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The Sudan Savanna</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Sudan savanna is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covers the Benue plain and the North Region, around Garoua.</a:t>
            </a:r>
            <a:endParaRPr lang="en-US" sz="3600" dirty="0"/>
          </a:p>
        </p:txBody>
      </p:sp>
      <p:pic>
        <p:nvPicPr>
          <p:cNvPr id="6" name="Image 0" descr="/home/claude/f4/img/v2/f2t_savanna.jpg">    </p:cNvPr>
          <p:cNvPicPr>
            <a:picLocks noChangeAspect="1"/>
          </p:cNvPicPr>
          <p:nvPr/>
        </p:nvPicPr>
        <p:blipFill>
          <a:blip r:embed="rId1"/>
          <a:stretch>
            <a:fillRect/>
          </a:stretch>
        </p:blipFill>
        <p:spPr>
          <a:xfrm>
            <a:off x="5349240" y="2695548"/>
            <a:ext cx="6659575" cy="244531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Sudan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Sudan Savanna</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and species: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Shorter grasses (1–2 m) with scattered drought-resistant trees: shea (karité), locust bean (néré), baobab, tamarind and acacias.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Sudan Savanna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and food farming, grazing, shea butter and fuelwood and charcoal for towns such as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The Sudan Savanna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Threats and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cutting, bush fires and overgrazing; the Bénoué, Bouba Ndjida and Faro National Parks and reforestation protect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Sahel Savanna</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Sahel savanna is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Far North, north of about 11° N, towards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Sahel Savanna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Characteristics and species: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Short, sparse grasses and thorny shrubs: acacias (including the gum arabic tree), doum palms and Balanites.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Pastoralism, gum arabic and fuelwood.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Types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The Sahel Savanna</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Threats and measures: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Drought, overgrazing and tree cutting cause desertification; Operation Sahel Vert, the Great Green Wall and the Waza National Park protect it.</a:t>
            </a:r>
            <a:endParaRPr lang="en-US" sz="3200" dirty="0"/>
          </a:p>
        </p:txBody>
      </p:sp>
      <p:pic>
        <p:nvPicPr>
          <p:cNvPr id="6" name="Image 0" descr="/home/claude/f4/img/v2/f2t_tree_planting_sahel.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tree planting in the Sahel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Domesticated Landscapes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examples, importance and problems of domesticated landscapes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Plantations of oil palm, rubber and bananas (CDC, SOCAPALM), tea estates (Tole, Ndu), cocoa agroforests and eucalyptus in the Western Highlands.</a:t>
            </a:r>
            <a:endParaRPr lang="en-US" sz="2800" dirty="0"/>
          </a:p>
        </p:txBody>
      </p:sp>
      <p:pic>
        <p:nvPicPr>
          <p:cNvPr id="5" name="Image 0" descr="/home/claude/f4/img/v2/lsa_oilpal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oil palm plantation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Domesticated Landscapes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provide food, raw materials, jobs and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natural forests and biodiversity.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savanna in Cameroon from south to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the Sudan and the Sahel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threats to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and shifting cultivation (also mining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Salt-tolerant forests of estuaries are ______ forests.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Dja Reserve is a UNESCO World ______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desert conditions in the Far North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Vegetation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vegetation, forest, savanna and domesticated landscape. Describe the forest vegetation types of Cameroon. Describe the grassland vegetation types of Cameroon. Explain the threats to vegetation and the measures of protection.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vegetation types of Cameroon, their exploitation and the measures needed to protect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Mangrove Forests; The Equatorial Rainforest; Montane and Submontane Forests; Forest Reserves; The Guinea Savanna; The Sudan Savanna; The Sahel Savanna; Domesticated Landscapes.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drainage basins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shade the vegetation zones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coast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vegetation around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tree-planting projects.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plantations of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(Distribution): “Bamenda, Cameroon” by jbdodane, CC BY-NC 2.0, via Flickr (https://www.flickr.com/photos/27998473@N02/11293877215)</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(Distribution): “At Dang and its livestock market” by 10b travelling / Carsten ten Brink, CC BY-NC-ND 2.0, via Flickr (https://www.flickr.com/photos/77334245@N00/7311224966)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2026-09-28T21:21:47Z</dcterms:created>
  <dcterms:modified xsi:type="dcterms:W3CDTF">2026-09-28T21:21:47Z</dcterms:modified>
</cp:coreProperties>
</file>