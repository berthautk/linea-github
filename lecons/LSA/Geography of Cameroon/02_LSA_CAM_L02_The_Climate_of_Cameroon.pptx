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climate, climatic domain, air mass, Harmattan, monsoon, Intertropical Convergence Zone (ITCZ), continentality, seasons. At the end, you should be able to do this: learners are able to describe the climatic types of Cameroon and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Relief of Cameroon.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North-East Trade Wind (Harmattan) from the Sahara, and the moist South-West Monsoon from the Atlantic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locate Cameroon and situate it in Africa. Number 2: describe the role of air masses and the ITCZ. Number 3: describe the types of climate of the Equatorial domain. Number 4: describe the types of climate of the Tropical continental domain. Number 5: explain the variation of seasons with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of a place over about 30 years. Garoua has a wet season and a long dry season. The Harmattan is a dry, dusty wind.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your cousin from Kribi visits Garoua. The air is full of Harmattan dust, the sun is burning and the Benue is almost dry. He asks: "Does it ever rain here?" You tell him to come back in August, when the land is green and the rain is heavy. He then asks: "Why is the climate of Garoua so different from the climate of Kribi?"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does not understand why the climates of Garoua and Kribi are so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of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dry and dusty, with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Garoua have its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wet season, mainly from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daily activities according to the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Cameroon, which control farming calendars, water supply and the way of life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with its latitudes.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stretch?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2° N to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wind brings rain to Garoua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moist South-West Monsoon from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receive so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where moist monsoon air is forced to rise over the land and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months of rain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five months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rainfall of some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rainfall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 steadily from the coast inland.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Climatic domain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in Africa. The location of Cameroon influences its climate as follows. Copy the point on Latitude and longitude on the left, then draw the diagram on the right: the location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Copy the point on Position in Africa: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Copy the point on Consequence on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Role of Air Masses and the ITCZ. The climate of Cameroon is controlled by the following air masses and by the ITCZ. Copy the point on The south-west monsoon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Harmattan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Role of Air Masses and the ITCZ. Copy the point on The movement of the ITCZ: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(Equatorial) Type. The Guinea type has the following location and characteristics. Copy the point on Location and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Copy the point on Rainfall and sunshine: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Copy the point on Four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Cameroon (Maritime) Type. The Cameroon maritime type has the following location and characteristics. Copy the point on Location on the left, then draw the diagram on the right: the climate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Copy the point on Very heavy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Copy the point on Seasons, temperature and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Mountain Type. The mountain type has the following location and characteristics. Copy the point on Location and temperature on the left, then draw the diagram on the right: the Western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Copy the point on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Copy the point on Mist and cold nights: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Humid Tropical (Sudan) Type. The humid tropical type has the following location and characteristics. Copy the point on Location on the left, then draw the diagram on the right: the climate of Ngaoundéré.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Copy the point on Two seasons and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Copy the point on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Dry Tropical (Sudano-Sahelian) Type. The dry tropical type has the following location and characteristics. Copy the point on Location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and seasons on the left, then draw the diagram on the right: the climate of Maroua.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Copy the point on High temperatures: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Copy the point on Long dry season: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Seasons and Continentality. From the coast inland, the climate changes in the following ways. Copy the point on Rainfall decreases inland on the left, then draw the diagram on the right: rainfall of some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Shorter rainy season: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Fewer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Larger temperature range: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climate of the Equatorial domain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type, the Cameroon maritime type and the mountain type.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at Maroua than at Ngaoundéré?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maroua is farther from the sea: the monsoon reaches it later and leaves it earlier (continentality).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Harmattan; number 2, Debundscha; number 3, ITCZ (Intertropical Convergence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groups of soils studied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climatic domain, air mass, Harmattan, monsoon, Intertropical Convergence Zone (ITCZ), continentality,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in Africa; major climatic domains and their types (Equatorial: Guinea, Cameroon maritime and mountain types; Tropical continental: humid and dry tropical); temperature, sunshine and precipitation; role of air masses and the ITCZ; seasons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North-East Trade Wind (Harmattan) from the Sahara, and the moist South-West Monsoon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situate it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air masses and the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Equatorial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Tropical continental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variation of seasons with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of a place over about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wet season and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your cousin from Kribi visits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full of Harmattan dust, the sun is burning and the Benue is almost dry.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"Does it ever rain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tell him to come back in August, when the land is green and the rain is heavy.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then asks: "Why is the climate of Garoua so different from the climate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does not understand why the climates of Garoua and Kribi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of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and dusty, with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Garoua have its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wet season, mainly from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daily activities according to the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Cameroon, which control farming calendars, water supply and the way of life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its latitudes.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stretch?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2° N to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where moist monsoon air is forced to rise over the land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months of rain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months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_rain_town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some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rainfall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 steadily from the coast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domain: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region with the same general climate, divided into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dry north-east trade winds and the moist south-west monsoon meet; its surface line is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 rainfall decreases and temperature range increases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location of Cameroon influences its climate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Cameroon stretches from about 2° N to 13° N, about 1,200 km from south to north, and from about 8° E to 16° E. It lies entirely in the tropics, so it is hot almost everywhere.</a:t>
            </a:r>
            <a:endParaRPr lang="en-US" sz="3000" dirty="0"/>
          </a:p>
        </p:txBody>
      </p:sp>
      <p:pic>
        <p:nvPicPr>
          <p:cNvPr id="5" name="Image 0" descr="/home/claude/f4/img/v2/cameroon_grid_big.png">    </p:cNvPr>
          <p:cNvPicPr>
            <a:picLocks noChangeAspect="1"/>
          </p:cNvPicPr>
          <p:nvPr/>
        </p:nvPicPr>
        <p:blipFill>
          <a:blip r:embed="rId1"/>
          <a:stretch>
            <a:fillRect/>
          </a:stretch>
        </p:blipFill>
        <p:spPr>
          <a:xfrm>
            <a:off x="6537960" y="2379526"/>
            <a:ext cx="5470855" cy="3077356"/>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location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bend of the Gulf of Guinea, with an area of about 475,000 km². Its south-west is open to the moist winds of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on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great length from the equatorial south to the Sahel in the north gives it very varied climates. Rainfall falls and the dry season lengthens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climate of Cameroon is controlled by the following air masses and by the ITCZ:</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south-west monsoon: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tropical maritime air mass from the Atlantic Ocean, warm and very moist. It brings the rainy season to the places it covers.</a:t>
            </a:r>
            <a:endParaRPr lang="en-US" sz="3400" dirty="0"/>
          </a:p>
        </p:txBody>
      </p:sp>
      <p:pic>
        <p:nvPicPr>
          <p:cNvPr id="5" name="Image 0" descr="/home/claude/f4/img/v2/itcz_jul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north-east trade wind, a tropical continental air mass from the Sahara, hot by day, very dry and dusty. It brings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movement of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follows the overhead sun: in July and August it lies north of Cameroon, and in January it lies near the coast. Places south of it are in the monsoon and get rain, while places north of it are in the Harmattan and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(Equatorial)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Guinea type has the following location and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and 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Southern Plateau, for example Yaoundé, Ebolowa and Bertoua. It is hot all year (about 23 to 25 °C), with a small annual range of only 2 to 3 °C.</a:t>
            </a:r>
            <a:endParaRPr lang="en-US" sz="3200" dirty="0"/>
          </a:p>
        </p:txBody>
      </p:sp>
      <p:pic>
        <p:nvPicPr>
          <p:cNvPr id="6" name="Image 0" descr="/home/claude/f4/img/v2/yaounde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and 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 to 2,000 mm of rain per year, about 1,600 mm at Yaoundé. The sky is often cloudy, so sunshine is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Four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(December to February), a short rainy season (March to June), a short dry season (July to August) and a long rainy season (September to November). These four seasons come from the double passage of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Cameroon (Maritime)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Cameroon maritime type has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coast and the seaward slopes of Mount Cameroon, for example Douala, Limbe, Kribi and Debundscha. These places face the moist monsoon winds coming from the sea.</a:t>
            </a:r>
            <a:endParaRPr lang="en-US" sz="2800" dirty="0"/>
          </a:p>
        </p:txBody>
      </p:sp>
      <p:pic>
        <p:nvPicPr>
          <p:cNvPr id="6" name="Image 0" descr="/home/claude/f4/img/v2/doual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heavy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between 2,500 and 10,000 mm per year: about 4,000 mm at Douala and about 10,000 mm at Debundscha, one of the wettest places in the world. It is caused by the monsoon rising over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rainy season from March to November and a short dry season from December to February. It is hot (about 26 to 27 °C) and very humid all year, with little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Mountain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mountain type has the following location and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Location and temperature: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covers the Western Highlands, for example Bamenda, Dschang and Buea. Because temperature falls by about 0.6 °C every 100 m, these highlands are cool, about 18 to 21 °C.</a:t>
            </a:r>
            <a:endParaRPr lang="en-US" sz="30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Western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high on the windward slopes, often above 2,000 mm, because the monsoon is forced to rise. It is lower on the sheltered leeward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cold nights: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fog and drizzle are common in the rainy season. Nights are cold,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humid tropical type has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 for example Ngaoundéré. It is a zone of transition between the equatorial south and the dry north.</a:t>
            </a:r>
            <a:endParaRPr lang="en-US" sz="2800" dirty="0"/>
          </a:p>
        </p:txBody>
      </p:sp>
      <p:pic>
        <p:nvPicPr>
          <p:cNvPr id="6" name="Image 0" descr="/home/claude/f4/img/v2/ngaoundere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Ngaoundéré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and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rainy season of about 7 months (April to October) and a dry season of about 5 months. It receives about 1,500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keeps the temperature mild, about 22 °C on average. Harmattan nights in December and January are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dry tropical type has the following location and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North and Far North Regions, for example Garoua, Maroua and Kousseri. It is the part of Cameroon furthest from the sea.</a:t>
            </a:r>
            <a:endParaRPr lang="en-US" sz="3200" dirty="0"/>
          </a:p>
        </p:txBody>
      </p:sp>
      <p:pic>
        <p:nvPicPr>
          <p:cNvPr id="6"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Rainfall and 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Rainfall falls northwards from about 1,000 mm at Garoua to about 800 mm at Maroua and about 550 mm at Kousseri. The rainy season lasts about 5 months at Garoua but only 3 to 4 months further north.</a:t>
            </a:r>
            <a:endParaRPr lang="en-US" sz="3200" dirty="0"/>
          </a:p>
        </p:txBody>
      </p:sp>
      <p:pic>
        <p:nvPicPr>
          <p:cNvPr id="6" name="Image 0" descr="/home/claude/f4/img/v2/m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Maroua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hot, with maxima above 40 °C in March and April before the rains. The annual range of temperature is larger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season lasts 7 to 9 months, dominated by the Harmattan. The air is dry and dusty, with low humidity and a lot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From the coast inland, the climate changes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Rainfall decreases inland: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Annual rainfall falls from about 10,000 mm at Debundscha to about 550 mm at Kousseri. The monsoon loses its moisture as it moves further from the sea.</a:t>
            </a:r>
            <a:endParaRPr lang="en-US" sz="3200" dirty="0"/>
          </a:p>
        </p:txBody>
      </p:sp>
      <p:pic>
        <p:nvPicPr>
          <p:cNvPr id="5" name="Image 0" descr="/home/claude/f4/img/v2/cam_rain_towns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some towns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Shorter rainy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reaches the north later and leaves it earlier. The rainy season therefore becomes shorter northwards, and the dry season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has four seasons, two rainy and two dry. The centre and north have only two seasons, one rainy and one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Larger 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 from the moderating influence of the sea, the difference between the hottest and coolest months becomes larger. Daily ranges are also larger in the north, especially in the Harmattan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climate of the Equatorial domain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type, the Cameroon maritime type and the mountain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at Maroua than 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 is farther from the sea: the monsoon reaches it later and leaves it earlier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wettest place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zone where the monsoon and the Harmattan meet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Intertropical 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front intertropical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situate it in Africa. Describe the role of air masses and the ITCZ. Describe the types of climate of the Equatorial domain. Describe the types of climate of the Tropical continental domain. Explain the variation of seasons with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Cameroon in Africa; The Role of Air Masses and the ITCZ; The Guinea (Equatorial) Type; The Cameroon (Maritime) Type; The Mountain Type; The Humid Tropical (Sudan) Type; The Dry Tropical (Sudano-Sahelian) Type; The Seasons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groups of soils studied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latitudes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winds meeting.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Douala's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count the wet months on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rainfall of the towns in a column.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Harmattan):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temperature):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2026-09-29T11:32:31Z</dcterms:created>
  <dcterms:modified xsi:type="dcterms:W3CDTF">2026-09-29T11:32:31Z</dcterms:modified>
</cp:coreProperties>
</file>