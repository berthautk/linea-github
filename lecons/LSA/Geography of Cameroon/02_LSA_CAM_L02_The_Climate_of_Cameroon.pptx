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climate, climatic domain, air mass, Harmattan, monsoon, Intertropical Convergence Zone (ITCZ), continentality, seasons. At the end, you should be able to do this: learners are able to describe the climatic types of Cameroon and explain the role of air masses, the ITCZ and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Relief of Cameroon. The question was: Name the two air masses that affect the climate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dry North-East Trade Wind (Harmattan) from the Sahara, and the moist South-West Monsoon from the Atlantic Ocean.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locate Cameroon and situate it in Africa. Number 2: describe the role of air masses and the ITCZ. Number 3: describe the types of climate of the Equatorial domain. Number 4: describe the types of climate of the Tropical continental domain. Number 5: explain the variation of seasons with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is the average weather of a place over about 30 years. Garoua has a wet season and a long dry season. The Harmattan is a dry, dusty wind.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your cousin from Kribi visits Garoua. The air is full of Harmattan dust, the sun is burning and the Benue is almost dry. He asks: "Does it ever rain here?" You tell him to come back in August, when the land is green and the rain is heavy. He then asks: "Why is the climate of Garoua so different from the climate of Kribi?"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does not understand why the climates of Garoua and Kribi are so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of Garoua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Hot, dry and dusty, with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does Garoua have its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wet season, mainly from May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farming and daily activities according to the seasons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climates of Cameroon, which control farming calendars, water supply and the way of life in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cameroon with its latitudes.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does Cameroon stretch?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about 2° N to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rain belt moves during the year.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wind brings rain to Garoua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moist South-West Monsoon from the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Douala receive so much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on the coast, where moist monsoon air is forced to rise over the land and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months of rain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five months (May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rainfall of some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rainfall change from Douala to Kousseri?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decreases steadily from the coast inland.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Climatic domain and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Cameroon in Africa. The location of Cameroon influences its climate as follows. Copy the point on Latitude and longitude on the left, then draw the diagram on the right: the location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in Africa. Copy the point on Position in Africa: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in Africa. Copy the point on Consequence on climate: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Role of Air Masses and the ITCZ. The climate of Cameroon is controlled by the following air masses and by the ITCZ. Copy the point on The south-west monsoon on the left, then draw the diagram on the right: the ITCZ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Harmattan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Role of Air Masses and the ITCZ. Copy the point on The movement of the ITCZ: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(Equatorial) Type. The Guinea type has the following location and characteristics. Copy the point on Location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Copy the point on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Copy the point on Rainfall and sunshine: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(Equatorial) Type. Copy the point on Four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Cameroon (Maritime) Type. The Cameroon maritime type has the following location and characteristics. Copy the point on Location on the left, then draw the diagram on the right: the climate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Copy the point on Very heavy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Copy the point on Two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Cameroon (Maritime) Type. Copy the point on Heat and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Mountain Type. The mountain type has the following location and characteristics. Copy the point on Location on the left, then draw the diagram on the right: the Western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Copy the point on Cool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Copy the point on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Mountain Type. Copy the point on Mist and drizzle: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Humid Tropical (Sudan) Type. The humid tropical type has the following location and characteristics. Copy the point on Location on the left, then draw the diagram on the right: the climate of Ngaoundéré.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Copy the point on Two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Copy the point on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Humid Tropical (Sudan) Type. Copy the point on Mild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Dry Tropical (Sudano-Sahelian) Type. The dry tropical type has the following location and characteristics. Copy the point on Location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Low rainfall on the left, then draw the diagram on the right: the climate of Maroua.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Dry Tropical (Sudano-Sahelian) Type. Copy the point on High temperatures: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Dry Tropical (Sudano-Sahelian) Type. Copy the point on Long dry season: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Seasons and Continentality. From the coast inland, the climate changes in the following ways. Copy the point on Rainfall decreases inland on the left, then draw the diagram on the right: rainfall of some towns.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Copy the point on Shorter rainy season: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Copy the point on Fewer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Seasons and Continentality. Copy the point on Larger temperature range: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climate of the Equatorial domain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Guinea type, the Cameroon maritime type and the mountain type.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rainy season shorter at Maroua than at Ngaoundéré?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maroua is farther from the sea: the monsoon reaches it later and leaves it earlier (continentality).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Harmattan; number 2, Debundscha; number 3, ITCZ (Intertropical Convergence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groups of soils studied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climatic domain, air mass, Harmattan, monsoon, Intertropical Convergence Zone (ITCZ), continentality,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Cameroon in Africa; major climatic domains and their types (Equatorial: Guinea, Cameroon maritime and mountain types; Tropical continental: humid and dry tropical); temperature, sunshine and precipitation; role of air masses and the ITCZ; seasons and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climatic types of Cameroon and explain the role of air masses, the ITCZ and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North-East Trade Wind (Harmattan) from the Sahara, and the moist South-West Monsoon 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situate it in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role of air masses and the ITCZ.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climate of the Equatorial domain.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climate of the Tropical continental domain.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variation of seasons with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average weather of a place over about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wet season and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a dry, dusty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your cousin from Kribi visits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full of Harmattan dust, the sun is burning and the Benue is almost dry.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"Does it ever rain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tell him to come back in August, when the land is green and the rain is heavy.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then asks: "Why is the climate of Garoua so different from the climate of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does not understand why the climates of Garoua and Kribi are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of Garoua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and dusty, with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Garoua have its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wet season, mainly from May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farming and daily activities according to the seasons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climates of Cameroon, which control farming calendars, water supply and the way of life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its latitudes.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stretch?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about 2° N to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from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receive so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EQUATORIAL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where moist monsoon air is forced to rise over the land and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months of rain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TROPICAL CONTINENTAL DOMAIN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five months (May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_rain_town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some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rainfall change from Douala to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SEASONS AND CONTINENTALITY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decreases steadily from the coast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domain: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region with the same general climate, divided into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body of air with nearly the same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dry north-east trade winds and the moist south-west monsoon meet; its surface line is the Intertropical Front (ITF).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on climate: rainfall decreases and temperature range increases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location of Cameroon influences its climate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Latitude and longitude: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Cameroon stretches from about 2° N to 13° N, about 1,200 km from south to north, and from about 8° E to 16° E. It lies entirely in the tropics, so it is hot almost everywhere.</a:t>
            </a:r>
            <a:endParaRPr lang="en-US" sz="3000" dirty="0"/>
          </a:p>
        </p:txBody>
      </p:sp>
      <p:pic>
        <p:nvPicPr>
          <p:cNvPr id="5" name="Image 0" descr="/home/claude/f4/img/v2/cameroon_grid_big.png">    </p:cNvPr>
          <p:cNvPicPr>
            <a:picLocks noChangeAspect="1"/>
          </p:cNvPicPr>
          <p:nvPr/>
        </p:nvPicPr>
        <p:blipFill>
          <a:blip r:embed="rId1"/>
          <a:stretch>
            <a:fillRect/>
          </a:stretch>
        </p:blipFill>
        <p:spPr>
          <a:xfrm>
            <a:off x="6537960" y="2379526"/>
            <a:ext cx="5470855" cy="3077356"/>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location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in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at the bend of the Gulf of Guinea, with an area of about 475,000 km². Its south-west is open to the moist winds of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in Africa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on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great length from the equatorial south to the Sahel in the north gives it very varied climates. Rainfall falls and the dry season lengthens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climate of Cameroon is controlled by the following air masses and by the ITCZ:</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south-west monsoon: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a tropical maritime air mass from the Atlantic Ocean, warm and very moist. It brings the rainy season to the places it covers.</a:t>
            </a:r>
            <a:endParaRPr lang="en-US" sz="3400" dirty="0"/>
          </a:p>
        </p:txBody>
      </p:sp>
      <p:pic>
        <p:nvPicPr>
          <p:cNvPr id="5" name="Image 0" descr="/home/claude/f4/img/v2/itcz_july.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ITCZ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north-east trade wind, a tropical continental air mass from the Sahara, hot by day, very dry and dusty. It brings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Role of Air Masses and the ITCZ</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movement of 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ITCZ follows the overhead sun: in July and August it lies north of Cameroon, and in January it lies near the coast. Places south of it are in the monsoon and get rain, while places north of it are in the Harmattan and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Guinea (Equatorial)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Guinea type has the following location and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Southern Plateau, for example Yaoundé, Ebolowa and Bertoua. These places are close to the equator and far enough from the sea to escape the heaviest coastal rains.</a:t>
            </a:r>
            <a:endParaRPr lang="en-US" sz="3200" dirty="0"/>
          </a:p>
        </p:txBody>
      </p:sp>
      <p:pic>
        <p:nvPicPr>
          <p:cNvPr id="6" name="Image 0" descr="/home/claude/f4/img/v2/yaounde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23 to 25 °C. The annual range is small, only 2 to 3 °C, because the sun is always high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and 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receives about 1,500 to 2,000 mm of rain per year, about 1,600 mm at Yaoundé. The sky is often cloudy, so sunshine is moderate.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(Equatorial) Type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Four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dry season (December to February), a short rainy season (March to June), a short dry season (July to August) and a long rainy season (September to November). These four seasons come from the double passage of the overhead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Cameroon (Maritime)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Cameroon maritime type has the following location and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coast and the seaward slopes of Mount Cameroon, for example Douala, Limbe, Kribi and Debundscha. These places face the moist monsoon winds coming from the sea.</a:t>
            </a:r>
            <a:endParaRPr lang="en-US" sz="2800" dirty="0"/>
          </a:p>
        </p:txBody>
      </p:sp>
      <p:pic>
        <p:nvPicPr>
          <p:cNvPr id="6" name="Image 0" descr="/home/claude/f4/img/v2/doual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Very heavy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between 2,500 and 10,000 mm per year: about 4,000 mm at Douala and about 10,000 mm at Debundscha, one of the wettest places in the world. It is caused by the monsoon rising over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rainy season from March to November and a short dry season from December to February. Even in the dry season, some rain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Cameroon (Maritime)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and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about 26 to 27 °C, and very humid all year. Clouds give little sunshine, and the air feels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Mountain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mountain type has the following location and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covers the Western Highlands, for example Bamenda, Dschang and Buea. These places lie mostly above 1,000 m.</a:t>
            </a:r>
            <a:endParaRPr lang="en-US" sz="34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Western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Cool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0.6 °C every 100 m, so these highlands are cool, about 18 to 21 °C. Nights are cold, especially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high on the windward slopes, often above 2,000 mm, because the monsoon is forced to rise. It is lower on the sheltered leeward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Equatorial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Mountain Type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and 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Mist, fog and drizzle are common in the rainy season. They form when the moist monsoon air cools as it rises over the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humid tropical type has the following location and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Adamawa Plateau and the north of the Centre and East Regions, for example Ngaoundéré. It is a zone of transition between the equatorial south and the dry north.</a:t>
            </a:r>
            <a:endParaRPr lang="en-US" sz="2800" dirty="0"/>
          </a:p>
        </p:txBody>
      </p:sp>
      <p:pic>
        <p:nvPicPr>
          <p:cNvPr id="6" name="Image 0" descr="/home/claude/f4/img/v2/ngaoundere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Ngaoundéré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rainy season of about 7 months (April to October) and a dry season of about 5 months. The dry season comes when the Harmattan replaces the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receives about 1,500 mm of rain per year. Most of it falls between June and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Humid Tropical (Sudan) Type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Mild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keeps the temperature mild, about 22 °C on average. Harmattan nights in December and January are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dry tropical type has the following location and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North and Far North Regions, for example Garoua, Maroua and Kousseri. It is the part of Cameroon furthest from the sea.</a:t>
            </a:r>
            <a:endParaRPr lang="en-US" sz="3200" dirty="0"/>
          </a:p>
        </p:txBody>
      </p:sp>
      <p:pic>
        <p:nvPicPr>
          <p:cNvPr id="6" name="Image 0" descr="/home/claude/f4/img/v2/g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Low rainfall: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Rainfall falls northwards from about 1,000 mm at Garoua to about 800 mm at Maroua and about 550 mm at Kousseri. The rainy season lasts about 5 months at Garoua but only 3 to 4 months further north.</a:t>
            </a:r>
            <a:endParaRPr lang="en-US" sz="3200" dirty="0"/>
          </a:p>
        </p:txBody>
      </p:sp>
      <p:pic>
        <p:nvPicPr>
          <p:cNvPr id="6" name="Image 0" descr="/home/claude/f4/img/v2/m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Maroua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hot, with maxima above 40 °C in March and April before the rains. The annual range of temperature is larger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Tropical Continental Domain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B) The Dry Tropical (Sudano-Sahelian) Type</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season lasts 7 to 9 months, dominated by the Harmattan. The air is dry and dusty, with low humidity and a lot of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From the coast inland, the climate changes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Rainfall decreases inland: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Annual rainfall falls from about 10,000 mm at Debundscha to about 550 mm at Kousseri. The monsoon loses its moisture as it moves further from the sea.</a:t>
            </a:r>
            <a:endParaRPr lang="en-US" sz="3200" dirty="0"/>
          </a:p>
        </p:txBody>
      </p:sp>
      <p:pic>
        <p:nvPicPr>
          <p:cNvPr id="5" name="Image 0" descr="/home/claude/f4/img/v2/cam_rain_towns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some towns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Shorter rainy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monsoon reaches the north later and leaves it earlier. The rainy season therefore becomes shorter northwards, and the dry season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Fewer 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 has four seasons, two rainy and two dry. The centre and north have only two seasons, one rainy and one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The Seasons and Continentality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Larger temperature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 from the moderating influence of the sea, the difference between the hottest and coolest months becomes larger. Daily ranges are also larger in the north, especially in the Harmattan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climate of the Equatorial domain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type, the Cameroon maritime type and the mountain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rainy season shorter at Maroua than at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 is farther from the sea: the monsoon reaches it later and leaves it earlier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wettest place in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zone where the monsoon and the Harmattan meet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soils studied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Intertropical Front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front intertropical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Cameroon and situate it in Africa. Describe the role of air masses and the ITCZ. Describe the types of climate of the Equatorial domain. Describe the types of climate of the Tropical continental domain. Explain the variation of seasons with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climatic types of Cameroon and explain the role of air masses, the ITCZ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of Cameroon in Africa; The Role of Air Masses and the ITCZ; The Guinea (Equatorial) Type; The Cameroon (Maritime) Type; The Mountain Type; The Humid Tropical (Sudan) Type; The Dry Tropical (Sudano-Sahelian) Type; The Seasons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groups of soils studied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latitudes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winds meeting.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Douala's rainfall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count the wet months on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rainfall of the towns in a column.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Harmattan):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2026-10-06T05:41:34Z</dcterms:created>
  <dcterms:modified xsi:type="dcterms:W3CDTF">2026-10-06T05:41:34Z</dcterms:modified>
</cp:coreProperties>
</file>