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The Climate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The Physical Environment of Cameroon. The key notions we shall use today are: climate, climatic domain, air mass, Harmattan, monsoon, Intertropical Convergence Zone (ITCZ), continentality, seasons. At the end, you should be able to do this: learners are able to describe the climatic types of Cameroon and explain the role of air masses, the ITCZ and continentality.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Relief of Cameroon. The question was: Name the two air masses that affect the climate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dry North-East Trade Wind (Harmattan) from the Sahara, and the moist South-West Monsoon from the Atlantic Ocean.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locate Cameroon and situate it in Africa. Number 2: describe the role of air masses and the ITCZ. Number 3: describe the types of climate of the Equatorial domain. Number 4: describe the types of climate of the Tropical continental domain. Number 5: explain the variation of seasons with continentality.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Climate is the average weather of a place over about 30 years. Garoua has a wet season and a long dry season. The Harmattan is a dry, dusty wind.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January your cousin from Kribi visits Garoua. The air is full of Harmattan dust, the sun is burning and the Benue is almost dry. He asks: "Does it ever rain here?" You tell him to come back in August, when the land is green and the rain is heavy. He then asks: "Why is the climate of Garoua so different from the climate of Kribi?"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cousin does not understand why the climates of Garoua and Kribi are so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is the weather of Garoua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Hot, dry and dusty, with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When does Garoua have its rain?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wet season, mainly from May to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farming and daily activities according to the seasons of your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climates of Cameroon, which control farming calendars, water supply and the way of life in each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cameroon with its latitudes.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Between which latitudes does Cameroon stretch?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about 2° N to 13°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rain belt moves during the year.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wind brings rain to Garoua in July?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moist South-West Monsoon from the Atlantic.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climate of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Douala receive so much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on the coast, where moist monsoon air is forced to rise over the land and Mount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climate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many months of rain does Garoua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five months (May to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rainfall of some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the rainfall change from Douala to Kousseri?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decreases steadily from the coast inland.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Climatic domain and Air mass.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Intertropical Convergence Zone (ITCZ).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Continentality.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of Cameroon in Africa. The location of Cameroon and its consequence on climate are the following. Copy the point on Latitudes on the left, then draw the diagram on the right: cameroon and its latitudes.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of Cameroon in Africa. On this slide we have Longitudes and Position in Africa.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of Cameroon in Africa. On this slide we have Consequence.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Role of Air Masses and the ITCZ. The air masses, the ITCZ and their effect on the climate of Cameroon are the following. Copy the point on The South-West Monsoon on the left, then draw the diagram on the right: the south-west monsoon in July.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Harmattan on the left, then draw the diagram on the right: harmattan dust.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Role of Air Masses and the ITCZ. On this slide we have The ITCZ and Effect.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Guinea (Equatorial) Type. The location and characteristics of the Guinea type are the following. Copy the point on Location on the left, then draw the diagram on the right: the climate of Yaoundé.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Guinea (Equatorial) Type. On this slide we have Temperature, Rainfall and Four seasons.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Guinea (Equatorial) Type. On this slide we have Sunshine.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Cameroon (Maritime) Type. The location and characteristics of the Cameroon maritime type are the following. Copy the point on Location on the left, then draw the diagram on the right: the climate of Douala.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Cameroon (Maritime) Type. On this slide we have Very heavy rainfall.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Cameroon (Maritime) Type. On this slide we have Two seasons and Temperature and humidity.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Mountain Type. The location and characteristics of the mountain type are the following. Copy the point on Location on the left, then draw the diagram on the right: the Bamenda Highlands.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Mountain Type. On this slide we have Cool temperatures and Rainfall.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Mountain Type. On this slide we have Mist and cold nights.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Humid Tropical (Sudan) Type. The location and characteristics of the humid tropical type are the following. Copy the point on Location on the left, then draw the diagram on the right: the climate of Ngaoundéré.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Humid Tropical (Sudan) Type. On this slide we have Two seasons and Rainfall.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Humid Tropical (Sudan) Type. On this slide we have Temperature.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Dry Tropical (Sudano-Sahelian) Type. The location and characteristics of the dry tropical type are the following. Copy the point on Location on the left, then draw the diagram on the right: the climate of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Short rainy season on the left, then draw the diagram on the right: the climate of Maroua.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Dry Tropical (Sudano-Sahelian) Type. On this slide we have Low rainfall and High temperatures.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Dry Tropical (Sudano-Sahelian) Type. On this slide we have Long dry season and sunshine.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Seasons and Continentality. The variations of the seasons with distance from the coast are the following. Copy the point on Rainfall decreases inland on the left, then draw the diagram on the right: rainfall of some towns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Seasons and Continentality. On this slide we have Shorter rainy season and Fewer seasons.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Seasons and Continentality. On this slide we have Larger temperature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types of climate of the Equatorial domain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Guinea type, the Cameroon maritime type and the mountain type.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rainy season shorter at Maroua than at Ngaoundéré?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maroua is farther from the sea: the monsoon reaches it later and leaves it earlier (continentality).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Harmattan; number 2, Debundscha; number 3, ITCZ (Intertropical Convergence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three groups of soils studied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Soils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THE CLIMATE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Climate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Environment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The Climate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climatic domain, air mass, Harmattan, monsoon, Intertropical Convergence Zone (ITCZ), continentality, seasons.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Cameroon in Africa; major climatic domains and their types (Equatorial: Guinea, Cameroon maritime and mountain types; Tropical continental: humid and dry tropical); temperature, sunshine and precipitation; role of air masses and the ITCZ; seasons and continentality.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climatic types of Cameroon and explain the role of air masses, the ITCZ and continentality.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Relief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air masses that affect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dry North-East Trade Wind (Harmattan) from the Sahara, and the moist South-West Monsoon from the Atlantic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Cameroon and situate it in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role of air masses and the ITCZ.</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types of climate of the Equatorial domain.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types of climate of the Tropical continental domain.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variation of seasons with continentality.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is the average weather of a place over about 30 years.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has a wet season and a long dry season.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is a dry, dusty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your cousin from Kribi visits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full of Harmattan dust, the sun is burning and the Benue is almost dry.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asks: "Does it ever rain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tell him to come back in August, when the land is green and the rain is heavy.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then asks: "Why is the climate of Garoua so different from the climate of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cousin does not understand why the climates of Garoua and Kribi are so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weather of Garoua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dry and dusty, with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does Garoua have its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wet season, mainly from May to September.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farming and daily activities according to the seasons of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climates of Cameroon, which control farming calendars, water supply and the way of life in each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Cameroon with its latitudes.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does Cameroon stretch?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about 2° N to 13°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MASSES AND THE ITCZ</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tcz.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rain belt moves during the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MASSES AND THE ITCZ</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rain to Garoua in July?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MASSES AND THE ITCZ</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moist South-West Monsoon from the Atlantic.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EQUATORIAL DOMAIN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oual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EQUATORIAL DOMAIN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Douala receive so much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EQUATORIAL DOMAIN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on the coast, where moist monsoon air is forced to rise over the land and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TROPICAL CONTINENTAL DOMAIN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TROPICAL CONTINENTAL DOMAIN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months of rain does Garoua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TROPICAL CONTINENTAL DOMAIN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five months (May to September).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SEASONS AND CONTINENTALITY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am_rain_town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Rainfall of some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SEASONS AND CONTINENTALITY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rainfall change from Douala to Kousseri?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SEASONS AND CONTINENTALITY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decreases steadily from the coast inland.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Physical Environment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state of the weather of a place over a long period, usually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domain: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region with the same general climate, divided into types of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body of air with nearly the same temperature and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Intertropical Convergence Zone (ITCZ):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zone where the dry north-east trade winds and the moist south-west monsoon meet; its surface line is the Intertropical Front (ITF).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effect of distance from the sea on climate: rainfall decreases and temperature range increases inland.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Cameroon in Africa</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location of Cameroon and its consequence on climate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Latitudes: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stretches from about 2° N to 13° N, about 1,200 km from south to north.</a:t>
            </a:r>
            <a:endParaRPr lang="en-US" sz="3600" dirty="0"/>
          </a:p>
        </p:txBody>
      </p:sp>
      <p:pic>
        <p:nvPicPr>
          <p:cNvPr id="5" name="Image 0" descr="/home/claude/f4/img/v2/cameroon_grid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Cameroon and its latitudes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Cameroon in Africa</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Longitudes: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between about 8° E and 16°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Position in 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in Central Africa, at the bend of the Gulf of Guinea, with an area of about 475,000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Cameroon in Africa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great length from the equatorial south to the Sahel north gives it very varied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Role of Air Masses and the ITCZ</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air masses, the ITCZ and their effect on the climate of Cameroon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The South-West Monsoon: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is a tropical maritime air mass from the Atlantic Ocean, warm and very moist, that brings the rainy season.</a:t>
            </a:r>
            <a:endParaRPr lang="en-US" sz="2800" dirty="0"/>
          </a:p>
        </p:txBody>
      </p:sp>
      <p:pic>
        <p:nvPicPr>
          <p:cNvPr id="5" name="Image 0" descr="/home/claude/f4/img/v2/itcz_july.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south-west monsoon in July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Role of Air Masses and the ITCZ</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Harmattan: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north-east trade wind, a tropical continental air mass from the Sahara, hot by day, very dry and dusty, that brings the dry season.</a:t>
            </a:r>
            <a:endParaRPr lang="en-US" sz="3600" dirty="0"/>
          </a:p>
        </p:txBody>
      </p:sp>
      <p:pic>
        <p:nvPicPr>
          <p:cNvPr id="5" name="Image 0" descr="/home/claude/f4/img/v2/f2t_harmatta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Harmattan dust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Role of Air Masses and the ITCZ</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ITCZ: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moves north and south with the overhead sun: in July–August it lies north of Cameroon, and in January it lies near the coast.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south of the ITF are in the monsoon and get rain, while places north of it are in the Harmattan and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Equatorial Domain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Guinea (Equatorial) Type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location and characteristics of the Guinea type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covers the Southern Plateau, for example Yaoundé, Ebolowa and Bertoua.</a:t>
            </a:r>
            <a:endParaRPr lang="en-US" sz="3200" dirty="0"/>
          </a:p>
        </p:txBody>
      </p:sp>
      <p:pic>
        <p:nvPicPr>
          <p:cNvPr id="6" name="Image 0" descr="/home/claude/f4/img/v2/yaounde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Yaoundé</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Equatorial Domain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Guinea (Equatorial) Type</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all year (about 23–25 °C), with a small annual range of 2–3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receives about 1,500–2,000 mm per year (about 1,600 mm at Yaoundé).</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Four seasons: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long dry season (December–February).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Equatorial Domain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Guinea (Equatorial) Type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short rainy season (March–June).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short dry season (July–August).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long rainy season (September–November).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Sunshine: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sky is often cloudy, so sunshine is moderate.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Equatorial Domain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Cameroon (Maritime) Type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location and characteristics of the Cameroon maritime type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covers the coast and the seaward slopes of Mount Cameroon, for example Douala, Limbe, Kribi and Debundscha.</a:t>
            </a:r>
            <a:endParaRPr lang="en-US" sz="2800" dirty="0"/>
          </a:p>
        </p:txBody>
      </p:sp>
      <p:pic>
        <p:nvPicPr>
          <p:cNvPr id="6" name="Image 0" descr="/home/claude/f4/img/v2/douala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Douala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Equatorial Domain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Cameroon (Maritime) Type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Very heavy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is 2,500 to 10,000 mm per year: about 4,000 mm at Douala and about 10,000 mm at Debundscha, one of the wettest places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Equatorial Domain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Cameroon (Maritime) Type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Two seasons: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 rainy season (March–November) and a short dry season (December–February).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and 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(about 26–27 °C) and very humid all year, with little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Equatorial Domain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The Mountain Type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location and characteristics of the mountain type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covers the Western Highlands, for example Bamenda, Dschang and Buea.</a:t>
            </a:r>
            <a:endParaRPr lang="en-US" sz="3200" dirty="0"/>
          </a:p>
        </p:txBody>
      </p:sp>
      <p:pic>
        <p:nvPicPr>
          <p:cNvPr id="6" name="Image 0" descr="/home/claude/f4/img/v2/usa_bamenda.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Bamenda Highlands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Equatorial Domain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Mountain Type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Cool temperatures: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by about 0.6 °C every 100 m, so the highlands are cool (about 18–21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is high on windward slopes (often above 2,000 mm) and lower on sheltered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Equatorial Domain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Mountain Type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Mist and cold nights: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Mist, fog and cold nights are common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Tropical Continental Domain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Humid Tropical (Sudan) Type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location and characteristics of the humid tropical type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covers the Adamawa Plateau and the north of the Centre and East, for example Ngaoundéré.</a:t>
            </a:r>
            <a:endParaRPr lang="en-US" sz="2800" dirty="0"/>
          </a:p>
        </p:txBody>
      </p:sp>
      <p:pic>
        <p:nvPicPr>
          <p:cNvPr id="6" name="Image 0" descr="/home/claude/f4/img/v2/ngaoundere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Ngaoundéré</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Tropical Continental Domain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Humid Tropical (Sudan) Type</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Two seasons: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rainy season of about 7 months (April–October) and a dry season of about 5 months.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receives about 1,500 mm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Tropical Continental Domain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200" b="1" dirty="0">
                <a:solidFill>
                  <a:srgbClr val="990011"/>
                </a:solidFill>
                <a:latin typeface="Times New Roman" pitchFamily="34" charset="0"/>
                <a:ea typeface="Times New Roman" pitchFamily="34" charset="-122"/>
                <a:cs typeface="Times New Roman" pitchFamily="34" charset="-120"/>
              </a:rPr>
              <a:t>A) The Humid Tropical (Sudan) Type (continued)</a:t>
            </a:r>
            <a:endParaRPr lang="en-US" sz="2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Altitude keeps it mild (about 22 °C), with cool Harmattan nights.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Tropical Continental Domain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Dry Tropical (Sudano-Sahelian) Type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location and characteristics of the dry tropical type are the following:</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It covers the North and Far North Regions, for example Garoua, Maroua and Kousseri.</a:t>
            </a:r>
            <a:endParaRPr lang="en-US" sz="3000" dirty="0"/>
          </a:p>
        </p:txBody>
      </p:sp>
      <p:pic>
        <p:nvPicPr>
          <p:cNvPr id="6" name="Image 0" descr="/home/claude/f4/img/v2/garoua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Tropical Continental Domain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Dry Tropical (Sudano-Sahelian) Type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Short rainy season: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rainy season lasts 3 to 5 months: about 5 months at Garoua and about 4 months at Maroua.</a:t>
            </a:r>
            <a:endParaRPr lang="en-US" sz="3600" dirty="0"/>
          </a:p>
        </p:txBody>
      </p:sp>
      <p:pic>
        <p:nvPicPr>
          <p:cNvPr id="6" name="Image 0" descr="/home/claude/f4/img/v2/maroua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Maroua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Tropical Continental Domain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Dry Tropical (Sudano-Sahelian) Type</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falls northwards from about 1,000 mm at Garoua to about 800 mm at Maroua and about 550 mm at Kousseri.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temperatures: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hot, with maxima above 40 °C in March–April and a larger annual range than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Tropical Continental Domain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900" b="1" dirty="0">
                <a:solidFill>
                  <a:srgbClr val="990011"/>
                </a:solidFill>
                <a:latin typeface="Times New Roman" pitchFamily="34" charset="0"/>
                <a:ea typeface="Times New Roman" pitchFamily="34" charset="-122"/>
                <a:cs typeface="Times New Roman" pitchFamily="34" charset="-120"/>
              </a:rPr>
              <a:t>B) The Dry Tropical (Sudano-Sahelian) Type (continued)</a:t>
            </a:r>
            <a:endParaRPr lang="en-US" sz="1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dry season and sunshine: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dry season lasts 7 to 9 months, with the Harmattan, low humidity and a lot of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The Seasons and Continentality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variations of the seasons with distance from the coast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Rainfall decreases inland: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Annual rainfall falls from about 10,000 mm at Debundscha to about 550 mm at Kousseri.</a:t>
            </a:r>
            <a:endParaRPr lang="en-US" sz="3200" dirty="0"/>
          </a:p>
        </p:txBody>
      </p:sp>
      <p:pic>
        <p:nvPicPr>
          <p:cNvPr id="5" name="Image 0" descr="/home/claude/f4/img/v2/cam_rain_towns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rainfall of some towns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The Seasons and Continentality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Shorter rainy season: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monsoon reaches the north later and leaves it earlier, so the rainy season becomes shorter northwards.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Fewer seasons: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 has four seasons, while the centre and north have only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The Seasons and Continentality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Larger temperature 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 from the sea, the difference between the hottest and the coolest months becomes larger.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climate of the Equatorial domain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Guinea type, the Cameroon maritime type and the mountain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rainy season shorter at Maroua than at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Maroua is farther from the sea: the monsoon reaches it later and leaves it earlier (continentality).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dusty wind from the Sahara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wettest place in Cameroon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zone where the monsoon and the Harmattan meet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groups of soils studied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Soils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masse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continentalité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Intertropical Front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front intertropical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The Climate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Cameroon and situate it in Africa. Describe the role of air masses and the ITCZ. Describe the types of climate of the Equatorial domain. Describe the types of climate of the Tropical continental domain. Explain the variation of seasons with continentality.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climatic types of Cameroon and explain the role of air masses, the ITCZ and continentality.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Location of Cameroon in Africa; The Role of Air Masses and the ITCZ; The Guinea (Equatorial) Type; The Cameroon (Maritime) Type; The Mountain Type; The Humid Tropical (Sudan) Type; The Dry Tropical (Sudano-Sahelian) Type; The Seasons and Continentality.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three groups of soils studied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latitudes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two winds meeting.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Douala's rainfall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count the wet months on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write the rainfall of the towns in a column.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(The Harmattan):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(Location): “Bamenda, Cameroon” by jbdodane, CC BY-NC 2.0, via Flickr (https://www.flickr.com/photos/27998473@N02/11293877215)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2026-09-29T03:12:10Z</dcterms:created>
  <dcterms:modified xsi:type="dcterms:W3CDTF">2026-09-29T03:12:10Z</dcterms:modified>
</cp:coreProperties>
</file>