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climate, climatic domain, air mass, Harmattan, monsoon, Intertropical Convergence Zone (ITCZ), continentality, seasons. At the end, you should be able to do this: learners are able to describe the climatic types of Cameroon and explain the role of air masses, the ITCZ and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Relief of Cameroon. The question was: Name the two air masses that affect the climate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dry North-East Trade Wind (Harmattan) from the Sahara, and the moist South-West Monsoon from the Atlantic Ocean.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locate Cameroon and situate it in Africa. Number 2: describe the role of air masses and the ITCZ. Number 3: describe the types of climate of the Equatorial domain. Number 4: describe the types of climate of the Tropical continental domain. Number 5: explain the variation of seasons with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is the average weather of a place over about 30 years. Garoua has a wet season and a long dry season. The Harmattan is a dry, dusty wind.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your cousin from Kribi visits Garoua. The air is full of Harmattan dust, the sun is burning and the Benue is almost dry. He asks: "Does it ever rain here?" You tell him to come back in August, when the land is green and the rain is heavy. He then asks: "Why is the climate of Garoua so different from the climate of Kribi?"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does not understand why the climates of Garoua and Kribi are so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weather of Garoua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Hot, dry and dusty, with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does Garoua have its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wet season, mainly from May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farming and daily activities according to the seasons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climates of Cameroon, which control farming calendars, water supply and the way of life in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cameroon with its latitudes.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does Cameroon stretch?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about 2° N to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rain belt moves during the year.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wind brings rain to Garoua in July?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moist South-West Monsoon from the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Douala receive so much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on the coast, where moist monsoon air is forced to rise over the land and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months of rain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five months (May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rainfall of some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rainfall change from Douala to Kousseri?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decreases steadily from the coast inland.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Climatic domain and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Cameroon in Africa. The location of Cameroon and its consequence on climate are the following. Copy the point on Latitudes on the left, then draw the diagram on the right: cameroon and its latitudes.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in Africa. On this slide we have Longitudes and Position in Africa.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in Africa. On this slide we have Consequence.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Role of Air Masses and the ITCZ. The air masses, the ITCZ and their effect on the climate of Cameroon are the following. Copy the point on The South-West Monsoon on the left, then draw the diagram on the right: the south-west monsoon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Harmattan on the left, then draw the diagram on the right: harmattan dust.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Role of Air Masses and the ITCZ. On this slide we have The ITCZ and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Guinea (Equatorial) Type. The location and characteristics of the Guinea type are the following. Copy the point on Location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(Equatorial) Type. On this slide we have Temperature, Rainfall and Four seasons.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(Equatorial) Type. On this slide we have Sunshine.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Cameroon (Maritime) Type. The location and characteristics of the Cameroon maritime type are the following. Copy the point on Location on the left, then draw the diagram on the right: the climate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Cameroon (Maritime) Type. On this slide we have Very heavy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Cameroon (Maritime) Type. On this slide we have Two seasons and Temperature and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Mountain Type. The location and characteristics of the mountain type are the following. Copy the point on Location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Mountain Type. On this slide we have Cool temperatures and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Mountain Type. On this slide we have Mist and cold nights.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Humid Tropical (Sudan) Type. The location and characteristics of the humid tropical type are the following. Copy the point on Location on the left, then draw the diagram on the right: the climate of Ngaoundéré.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Humid Tropical (Sudan) Type. On this slide we have Two seasons and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Humid Tropical (Sudan) Type. On this slide we have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Dry Tropical (Sudano-Sahelian) Type. The location and characteristics of the dry tropical type are the following. Copy the point on Location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Short rainy season on the left, then draw the diagram on the right: the climate of Maroua.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Dry Tropical (Sudano-Sahelian) Type. On this slide we have Low rainfall and High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Dry Tropical (Sudano-Sahelian) Type. On this slide we have Long dry season and sunshine.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Seasons and Continentality. The variations of the seasons with distance from the coast are the following. Copy the point on Rainfall decreases inland on the left, then draw the diagram on the right: rainfall of some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On this slide we have Shorter rainy season and Fewer seasons.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On this slide we have Larger temperature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climate of the Equatorial domain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Guinea type, the Cameroon maritime type and the mountain type.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rainy season shorter at Maroua than at Ngaoundéré?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maroua is farther from the sea: the monsoon reaches it later and leaves it earlier (continentality).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Harmattan; number 2, Debundscha; number 3, ITCZ (Intertropical Convergence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groups of soils studied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climatic domain, air mass, Harmattan, monsoon, Intertropical Convergence Zone (ITCZ), continentality,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Cameroon in Africa; major climatic domains and their types (Equatorial: Guinea, Cameroon maritime and mountain types; Tropical continental: humid and dry tropical); temperature, sunshine and precipitation; role of air masses and the ITCZ; seasons and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climatic types of Cameroon and explain the role of air masses, the ITCZ and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North-East Trade Wind (Harmattan) from the Sahara, and the moist South-West Monsoon 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and situate it in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role of air masses and the ITCZ.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climate of the Equatorial domain.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climate of the Tropical continental domain.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variation of seasons with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average weather of a place over about 30 years.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wet season and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a dry, dusty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your cousin from Kribi visits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full of Harmattan dust, the sun is burning and the Benue is almost dry.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 You tell him to come back in August, when the land is green and the rain is heavy.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does not understand why the climates of Garoua and Kribi are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weather of Garoua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and dusty, with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Garoua have its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wet season, mainly from May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farming and daily activities according to the seasons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climates of Cameroon, which control farming calendars, water supply and the way of life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its latitudes.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stretch?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about 2° N to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South-West Monsoon from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receive so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where moist monsoon air is forced to rise over the land and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months of rain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five months (May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_rain_town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some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rainfall change from Douala to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decreases steadily from the coast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state of the weather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domain: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region with the same general climate, divided into types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body of air with nearly the same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dry north-east trade winds and the moist south-west monsoon meet; its surface line is the Intertropical Front (ITF).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on climate: rainfall decreases and temperature range increases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location of Cameroon and its consequence on climate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stretches from about 2° N to 13° N, about 1,200 km from south to north.</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and its latitudes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in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at the bend of the Gulf of Guinea, with an area of about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great length from the equatorial south to the Sahel north gives it very varied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air masses, the ITCZ and their effect on the climate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South-West Monsoon: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a tropical maritime air mass from the Atlantic Ocean, warm and very moist, that brings the rainy season.</a:t>
            </a:r>
            <a:endParaRPr lang="en-US" sz="2800" dirty="0"/>
          </a:p>
        </p:txBody>
      </p:sp>
      <p:pic>
        <p:nvPicPr>
          <p:cNvPr id="5" name="Image 0" descr="/home/claude/f4/img/v2/itcz_jul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south-west monsoon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north-east trade wind, a tropical continental air mass from the Sahara, hot by day, very dry and dusty, that brings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dust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moves north and south with the overhead sun: in July–August it lies north of Cameroon, and in January it lies near the coast.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south of the ITF are in the monsoon and get rain, while places north of it are in the Harmattan and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Guinea (Equatorial)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Guinea type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Southern Plateau, for example Yaoundé, Ebolowa and Bertoua.</a:t>
            </a:r>
            <a:endParaRPr lang="en-US" sz="3200" dirty="0"/>
          </a:p>
        </p:txBody>
      </p:sp>
      <p:pic>
        <p:nvPicPr>
          <p:cNvPr id="6"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(Equatorial) Type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23–25 °C), with a small annual range of 2–3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receives about 1,500–2,000 mm per year (about 1,600 mm at Yaoundé).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Four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 dry season (December–February).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(Equatorial) Type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short rainy season (March–June).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short dry season (July–August).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 rainy season (September–November).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sky is often cloudy, so sunshine is moderate.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Cameroon (Maritime)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and characteristics of the Cameroon maritime type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coast and the seaward slopes of Mount Cameroon, for example Douala, Limbe, Kribi and Debundscha.</a:t>
            </a:r>
            <a:endParaRPr lang="en-US" sz="2800" dirty="0"/>
          </a:p>
        </p:txBody>
      </p:sp>
      <p:pic>
        <p:nvPicPr>
          <p:cNvPr id="6" name="Image 0" descr="/home/claude/f4/img/v2/doual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Cameroon (Maritime) Type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Very heavy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2,500 to 10,000 mm per year: about 4,000 mm at Douala and about 10,000 mm at Debundscha, one of the wettest places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Cameroon (Maritime) Type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rainy season (March–November) and a short dry season (December–February).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and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(about 26–27 °C) and very humid all year, with little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Mountain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mountain type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Western Highlands, for example Bamenda, Dschang and Buea.</a:t>
            </a:r>
            <a:endParaRPr lang="en-US" sz="3200" dirty="0"/>
          </a:p>
        </p:txBody>
      </p:sp>
      <p:pic>
        <p:nvPicPr>
          <p:cNvPr id="6"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Mountain Type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Cool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0.6 °C every 100 m, so the highlands are cool (about 18–21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high on windward slopes (often above 2,000 mm) and lower on sheltered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Mountain Type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and cold nights: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Mist, fog and cold nights are common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and characteristics of the humid tropical type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Adamawa Plateau and the north of the Centre and East, for example Ngaoundéré.</a:t>
            </a:r>
            <a:endParaRPr lang="en-US" sz="2800" dirty="0"/>
          </a:p>
        </p:txBody>
      </p:sp>
      <p:pic>
        <p:nvPicPr>
          <p:cNvPr id="6" name="Image 0" descr="/home/claude/f4/img/v2/ngaounder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Ngaoundéré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rainy season of about 7 months (April–October) and a dry season of about 5 months.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receives about 1,500 mm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A) The Humid Tropical (Sudan) Type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keeps it mild (about 22 °C), with cool Harmattan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location and characteristics of the dry tropical type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covers the North and Far North Regions, for example Garoua, Maroua and Kousseri.</a:t>
            </a:r>
            <a:endParaRPr lang="en-US" sz="3000" dirty="0"/>
          </a:p>
        </p:txBody>
      </p:sp>
      <p:pic>
        <p:nvPicPr>
          <p:cNvPr id="6"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Short rainy season: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rainy season lasts 3 to 5 months: about 5 months at Garoua and about 4 months at Maroua.</a:t>
            </a:r>
            <a:endParaRPr lang="en-US" sz="3600" dirty="0"/>
          </a:p>
        </p:txBody>
      </p:sp>
      <p:pic>
        <p:nvPicPr>
          <p:cNvPr id="6" name="Image 0" descr="/home/claude/f4/img/v2/m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Maroua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falls northwards from about 1,000 mm at Garoua to about 800 mm at Maroua and about 550 mm at Kousseri.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hot, with maxima above 40 °C in March–April and a larger annual range than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The Dry Tropical (Sudano-Sahelian) Type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dry season and 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season lasts 7 to 9 months, with the Harmattan, low humidity and a lot of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variations of the seasons with distance from the coast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Rainfall decreases inland: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Annual rainfall falls from about 10,000 mm at Debundscha to about 550 mm at Kousseri.</a:t>
            </a:r>
            <a:endParaRPr lang="en-US" sz="3200" dirty="0"/>
          </a:p>
        </p:txBody>
      </p:sp>
      <p:pic>
        <p:nvPicPr>
          <p:cNvPr id="5" name="Image 0" descr="/home/claude/f4/img/v2/cam_rain_town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some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Shorter rainy 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monsoon reaches the north later and leaves it earlier, so the rainy season becomes shorter northwards.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Fewer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 has four seasons, while the centre and north have only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Larger temperature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 from the sea, the difference between the hottest and the coolest months becomes larger.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climate of the Equatorial domain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type, the Cameroon maritime type and the mountain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rainy season shorter at Maroua than at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 is farther from the sea: the monsoon reaches it later and leaves it earlier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wettest place in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zone where the monsoon and the Harmattan meet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soils studied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continentalité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Intertropical Front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front intertropical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Cameroon and situate it in Africa. Describe the role of air masses and the ITCZ. Describe the types of climate of the Equatorial domain. Describe the types of climate of the Tropical continental domain. Explain the variation of seasons with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climatic types of Cameroon and explain the role of air masses, the ITCZ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of Cameroon in Africa; The Role of Air Masses and the ITCZ; The Guinea (Equatorial) Type; The Cameroon (Maritime) Type; The Mountain Type; The Humid Tropical (Sudan) Type; The Dry Tropical (Sudano-Sahelian) Type; The Seasons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groups of soils studied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latitudes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winds meeting.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Douala's rainfall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count the wet months on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rainfall of the towns in a column.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Harmattan):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2026-09-28T21:21:46Z</dcterms:created>
  <dcterms:modified xsi:type="dcterms:W3CDTF">2026-09-28T21:21:46Z</dcterms:modified>
</cp:coreProperties>
</file>