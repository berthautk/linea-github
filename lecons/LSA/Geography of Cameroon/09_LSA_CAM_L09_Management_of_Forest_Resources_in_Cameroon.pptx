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Management of Forest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Settlement and Resources of Cameroon. The key notions we shall use today are: forest resource, timber, non-timber forest products, logging, forest management unit, community forest, conservation, deforestation. At the end, you should be able to do this: learners are able to explain how the forests of Cameroon are exploited and propose measures for their sustainable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Agricultural Development and Change in Cameroon. The question was: Name two valuable timber species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sapele, iroko, ayous, moabi, azobé and ebony.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types, distribution, resources and ownership of forests. Number 2: describe the exploitation of forests: stakeholders, methods and localities. Number 3: explain the problems of exploitation and the impacts of forests. Number 4: describe the conservation and management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rainforest covers the south of Cameroon. Sapele and iroko are valuable timbers. Many households cook with firewood and charcoal.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Binta helps her mother cook with charcoal in Garoua. Her mother complains that the price of a bag of charcoal has risen again, because the sellers now go far into the bush to find trees, and the land around the town is becoming bare. Binta asks: "Who owns the trees, why are we using them so fast, and how can our forests be managed so that they last?"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trees near Garoua are disappearing, and Binta wants to know how forests can be managed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has the price of charcoal risen?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Sellers must go farther to find trees, so transport costs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land around the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becomes bare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improved stoves, plant trees and respect protected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value of our forests and our role in protecting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forests and timber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region is logging most intensive?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East (also the South and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lorry carrying logs.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Who carries out large-scale logging?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Logging companies holding concessions from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bags of charcoal.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forest product is the main source of energy for most households?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Fuelwood and charcoal.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environmental effect of removing forests.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erosion (also loss of biodiversity and climate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protected areas of the forest zone.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the state create national parks?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protect plants, animals, soils and water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Forest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Non-timber forest products (NTFPs) and Forest management unit (UFA).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Distribution. The forests of Cameroon are of the following types. Copy the point on Dense rainforest on the left, then draw the diagram on the right: the forests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Copy the point on Mangroves: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Copy the point on Montane forests: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Copy the point on Savanna woodlands: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Extent, Resources and Ownership. The forests of Cameroon have the following extent, resources and owners. Copy the point on Extent: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Extent, Resources and Ownership. Copy the point on Timber resources: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Extent, Resources and Ownership. Copy the point on Other resources: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Extent, Resources and Ownership. Copy the point on Ownership: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Stakeholders. The main stakeholders in the exploitation of forests are the following. Copy the point on The state: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Logging companies on the left, then draw the diagram on the right: a logging truck.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Stakeholders. Copy the point on Local communities: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Stakeholders. Copy the point on NGOs and partners: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and Localities. Forests are exploited by the following methods and in the following localities. Copy the point on Modern large-scale exploitation on the left, then draw the diagram on the right: a sawmill.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and Localities. Copy the point on Small-scale exploitation: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and Localities. Copy the point on Localities: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Uses. Forest products are used in the following ways. Copy the point on Timber: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Fuel on the left, then draw the diagram on the right: charcoal.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Uses. Copy the point on Food and medicine: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Hindering Exploitation. Forest exploitation faces the following problems. Copy the point on Remote forests and bad roads: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Exploitation. Copy the point on Heavy rain: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Exploitation. Copy the point on Lack of capital: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Over-Exploitation. The forests are over-exploited in the following ways. Copy the point on Illegal logging on the left, then draw the diagram on the right: a cleared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Over-Exploitation. Copy the point on Fuelwood cutting around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Over-Exploitation. Copy the point on Poaching: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Over-Exploitation. Copy the point on Shifting cultivation: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Socio-Economic Impacts. Forest exploitation has the following socio-economic impacts. Copy the point on Jobs: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Socio-Economic Impacts. Copy the point on Revenue and taxes: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Socio-Economic Impacts. Copy the point on Conflicts: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Environmental Role of Forests. Forests play the following environmental role. Copy the point on Protection of soils and water: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Environmental Role of Forests. Copy the point on Climate regulation: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Environmental Role of Forests. Copy the point on Biodiversity: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Legal and Protective Measures. Forests are protected by the following measures. Copy the point on Legislation: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Protected areas on the left, then draw the diagram on the right: the protected areas.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Legal and Protective Measures. Copy the point on Management plans: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Management Measures. Forests are also managed by the following measures. Copy the point on Reforestation: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Management Measures. Copy the point on Community forests: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Management Measures. Copy the point on Control of illegal logging: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Management Measures. Copy the point on Certification: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stakeholders in forest exploitation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state (MINFOF) and logging companies (also local communities and NGOs).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taken to manage forests sustainably.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protected areas and management plans (also the 1994 law and community forests).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NTFPs (non-timber forest products); number 2, MINFOF; number 3,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minerals exploited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Management of Mineral and Energy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9: MANAGEMENT OF FOREST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Forest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Settlement and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Management of Forest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resource, timber, non-timber forest products, logging, forest management unit, community forest, conservation, deforestation.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and distribution of forests; resources and ownership; exploitation (stakeholders, large- and small-scale methods, localities); uses including fuel; problems of exploitation and over-exploitation; socio-economic impacts; environmental role; conservation and management measures; reserves and the role of government.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the forests of Cameroon are exploited and propose measures for their sustainable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Agricultural Development and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valuable timber species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sapele, iroko, ayous, moabi, azobé and ebony.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distribution, resources and ownership of forests.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exploitation of forests: stakeholders, methods and localities.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exploitation and the impacts of forests.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conservation and management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rainforest covers the south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Sapele and iroko are valuable timbers.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households cook with firewood and charcoal.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Binta helps her mother cook with charcoal in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mother complains that the price of a bag of charcoal has risen again, because the sellers now go far into the bush to find trees, and the land around the town is becoming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Binta asks: "Who owns the trees, why are we using them so fast, and how can our forests be managed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near Garoua are disappearing, and Binta wants to know how forests can be managed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has the price of charcoal risen?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Sellers must go farther to find trees, so transport costs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land around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bare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improved stoves, plant trees and respect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value of our forests and our role in protecting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Forests and timber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region is logging most intensive?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(also the South and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carrying logs.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carries out large-scale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companies holding concessions from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Bags of charcoal.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forest product is the main source of energy for most households?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Fuelwood and charcoal.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environmental effect of removing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erosion (also loss of biodiversity and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 AND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cmr_protected_areas.png">    </p:cNvPr>
          <p:cNvPicPr>
            <a:picLocks noChangeAspect="1"/>
          </p:cNvPicPr>
          <p:nvPr/>
        </p:nvPicPr>
        <p:blipFill>
          <a:blip r:embed="rId1"/>
          <a:stretch>
            <a:fillRect/>
          </a:stretch>
        </p:blipFill>
        <p:spPr>
          <a:xfrm>
            <a:off x="3019622" y="1783080"/>
            <a:ext cx="615245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Protected areas of the forest zone.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state create national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protect plants, animals, soils and water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Settlement and Resources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9: Management of Forest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useful obtained from a forest: timber, fuelwood, food, medicines,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Non-timber forest products (NTFPs):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forest products other than timber, such as eru, bush mango, honey and medicinal bark.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management unit (UFA):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concession given to a company for long-term logging under a management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careful use and protection of resources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Types and Distribution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forests of Cameroon are of the following types: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Dense rainforest: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covers the South, East, Centre, Littoral and South-West. It is the largest and richest forest of the country.</a:t>
            </a:r>
            <a:endParaRPr lang="en-US" sz="3600" dirty="0"/>
          </a:p>
        </p:txBody>
      </p:sp>
      <p:pic>
        <p:nvPicPr>
          <p:cNvPr id="6" name="Image 0" descr="/home/claude/f4/img/v2/cmr_forest_big.png">    </p:cNvPr>
          <p:cNvPicPr>
            <a:picLocks noChangeAspect="1"/>
          </p:cNvPicPr>
          <p:nvPr/>
        </p:nvPicPr>
        <p:blipFill>
          <a:blip r:embed="rId1"/>
          <a:stretch>
            <a:fillRect/>
          </a:stretch>
        </p:blipFill>
        <p:spPr>
          <a:xfrm>
            <a:off x="6537960" y="2550490"/>
            <a:ext cx="5470855" cy="2735428"/>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forests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and Distribution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Mangroves: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line the estuaries and creeks of the coast, from Rio del Rey to the Ntem. They grow in salty, muddy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and Distribution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Montane 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the high mountains of the Western Highlands, such as Mount Cameroon and Mount Oku. They are small and threatened.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Types and Distribution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woodlands: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in the Adamawa and the north. Their trees are smaller and more scattered.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Extent, Resources and Ownership</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forests of Cameroon have the following extent, resources and owners: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cover about 40 % of Cameroon, about 20 million hectares. It is one of the largest forest areas of the Congo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Extent, Resources and Ownership</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Timber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forests contain more than 300 commercial timber species, such as sapele, ayous, iroko, azobé, moabi and ebony. Many of them are valuable hardwoods.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Extent, Resources and Ownership</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forests provide non-timber forest products such as eru, bush mango and medicinal plants. They also supply fuelwood and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Distribution, Resources and Ownership</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Extent, Resources and Ownership</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Ownership: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permanent forest estate includes state forests, such as production forests, parks and reserves, and council forests. Villages manage community forests of up to 5,000 hectares, and some forests and plantations are private.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Stakeholders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stakeholders in the exploitation of forests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Forestry and Wildlife (MINFOF) makes the rules, grants concessions and controls logging. It also collects forestry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Stakeholders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Logging companies: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Large national and foreign companies log the concessions and process the timber in sawmills. They build roads into the forest to reach the trees.</a:t>
            </a:r>
            <a:endParaRPr lang="en-US" sz="3600" dirty="0"/>
          </a:p>
        </p:txBody>
      </p:sp>
      <p:pic>
        <p:nvPicPr>
          <p:cNvPr id="6" name="Image 0" descr="/home/claude/f4/img/v2/f2t_logging_truck.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logging truck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Stakeholders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and indigenous peoples such as the Baka use the forest for food, fuel, medicine and culture. They also manage community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Stakeholders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NGOs and partners: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Organisations such as WWF and WCS support conservation and community forestry. They also help to monitor illegal logging and poaching.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Methods and Localities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Forests are exploited by the following methods and in the following localities: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Modern large-scale exploitation: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Companies practise selective logging with chainsaws, bulldozers and lorries in their concessions. The logs are processed in sawmills into planks and plywood.</a:t>
            </a:r>
            <a:endParaRPr lang="en-US" sz="2800" dirty="0"/>
          </a:p>
        </p:txBody>
      </p:sp>
      <p:pic>
        <p:nvPicPr>
          <p:cNvPr id="6" name="Image 0" descr="/home/claude/f4/img/v2/usa_sawmil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sawmill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Methods and Localities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Small-scale 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people saw timber with chainsaws, cut fuelwood, make charcoal and gather forest products. This activity supplies local markets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Methods and Localities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is intensive in the East, around Bertoua and Yokadouma, and in the South and the Centre. It is less intensive in the north and forbidden in parks and reserves.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Uses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 products are used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used for building and furniture in Cameroon. It is also exported through the ports of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Uses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Fuel: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Fuelwood and charcoal are the main energy of most households. Towns such as Garoua and Yaoundé consume large quantities.</a:t>
            </a:r>
            <a:endParaRPr lang="en-US" sz="3600" dirty="0"/>
          </a:p>
        </p:txBody>
      </p:sp>
      <p:pic>
        <p:nvPicPr>
          <p:cNvPr id="6" name="Image 0" descr="/home/claude/f4/img/v2/f2t_charcoa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charcoal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Uses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and medicine: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collect eru, bush mango, honey and bushmeat for food. Bark and leaves are used as traditional medicine.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Problems Hindering Exploitation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 exploitation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Remote forests and bad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forests are far from towns and ports, and the roads are bad. Transporting the logs is therefore slow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Problems Hindering Exploitation</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forest roads impassable for several months. Logging must then stop.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Problems Hindering Exploitation</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lorries and sawmills are very expensive. Local operators lack the money to buy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Over-Exploitation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forests are over-exploited in the following ways: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Illegal logging: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Some operators cut trees without permits or outside their concessions. The forest loses its most valuable trees without control.</a:t>
            </a:r>
            <a:endParaRPr lang="en-US" sz="3400" dirty="0"/>
          </a:p>
        </p:txBody>
      </p:sp>
      <p:pic>
        <p:nvPicPr>
          <p:cNvPr id="6" name="Image 0" descr="/home/claude/f4/img/v2/usa_clearcu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Over-Exploitation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Fuelwood cutting around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demand for fuelwood and charcoal is high in towns. The forests and savannas around them are cleared year after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Over-Exploitation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are hunted illegally for bushmeat and ivory. Elephants, gorillas and other species become rare.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Over-Exploitation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Shifting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clear new forest plots each year for their crops. As the population grows, the forest shrinks.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Socio-Economic Impacts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 exploitation has the following socio-economic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companies, sawmills and transporters employ many people. Local people also earn income from fuelwood and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Socio-Economic Impacts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Revenue and taxes: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exports bring foreign currency, and forestry taxes are shared with councils and communities. This money builds schools, wells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Socio-Economic Impacts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Conflicts: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the state and villagers often disagree over land and the sharing of benefits. These conflicts can delay logging or lead to violence.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Environmental Role of Forests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play the following environmental role: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of soils and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roots hold the soil, and the forest cover reduces erosion. Forests also protect the sources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Environmental Role of Forests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regulation: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store carbon and release water vapour. They help to regulate the climate of the region and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Impacts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Environmental Role of Forests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Biodiversity: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shelter a rich variety of plants and animals. This biodiversity is lost when they are cleared.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Legal and Protective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protected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Legislation: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1994 Forestry and Wildlife Law organises logging, taxes and community forests. It divides the forest into permanent and non-permanent estates.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Legal and Protective Measures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National parks and reserves such as the Dja, Lobéké, Campo-Ma'an, Korup, Bénoué and Bouba Ndjida protect a large part of the forest. Logging and hunting are forbidden or controlled in them.</a:t>
            </a:r>
            <a:endParaRPr lang="en-US" sz="3200" dirty="0"/>
          </a:p>
        </p:txBody>
      </p:sp>
      <p:pic>
        <p:nvPicPr>
          <p:cNvPr id="6" name="Image 0" descr="/home/claude/f4/img/cmr_protected_areas.png">    </p:cNvPr>
          <p:cNvPicPr>
            <a:picLocks noChangeAspect="1"/>
          </p:cNvPicPr>
          <p:nvPr/>
        </p:nvPicPr>
        <p:blipFill>
          <a:blip r:embed="rId1"/>
          <a:stretch>
            <a:fillRect/>
          </a:stretch>
        </p:blipFill>
        <p:spPr>
          <a:xfrm>
            <a:off x="6537960" y="2019618"/>
            <a:ext cx="5470855" cy="379717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protected areas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Legal and Protective Measures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plans: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Concessions must follow management plans that limit how many trees are cut each year. The export of logs of many species is also restricted, so that more wood is processed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Other Management Measures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also managed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ANAFOR and other projects replant trees in degraded areas. This restores the forest cover and supplies future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Other Management Measures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Community 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manage their own forests and receive the benefits. They therefore protect them from illegal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Other Management Measures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of illegal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guards and satellite monitoring detect illegal logging. The FLEGT agreement with the European Union allows only legal timber to be exported to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Conservation and Management Measures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Other Management Measures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FSC label shows that timber comes from well-managed forests. Certified companies can sell their timber at better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stakeholders in forest exploitation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(MINFOF) and logging companies (also local communities and NGOs).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taken to manage forests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and management plans (also the 1994 law and community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products other than timber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ministry in charge of forests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managed by villages are ______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minerals exploited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Management of Mineral and Energy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Logging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Fuelwood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Community 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communautaire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Management of Forest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types, distribution, resources and ownership of forests. Describe the exploitation of forests: stakeholders, methods and localities. Explain the problems of exploitation and the impacts of forests. Describe the conservation and management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the forests of Cameroon are exploited and propose measures for their sustainable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and Distribution; Extent, Resources and Ownership; Stakeholders; Methods and Localities; Uses; Problems Hindering Exploitation; Over-Exploitation; Socio-Economic Impacts; Environmental Role of Forests; Legal and Protective Measures; Other Management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minerals exploited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shade the forest zone.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logging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how families cook.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bare land around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parks of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BUCREP, 3rd General Census of Population and Housing (2005); United Nations, World Population Prospects (2024 revision).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(Modern large-scale exploitation): “CBCF Project, Yogyakarta” by CIFOR, CC BY-NC-ND 2.0, via Flickr (https://www.flickr.com/photos/45423546@N07/35977173724)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2026-10-06T05:41:43Z</dcterms:created>
  <dcterms:modified xsi:type="dcterms:W3CDTF">2026-10-06T05:41:43Z</dcterms:modified>
</cp:coreProperties>
</file>