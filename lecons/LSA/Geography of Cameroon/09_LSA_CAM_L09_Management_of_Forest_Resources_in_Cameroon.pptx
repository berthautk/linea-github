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notesMasterIdLst>
    <p:notesMasterId r:id="rId7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notesMaster" Target="notesMasters/notesMaster1.xml"/><Relationship Id="rId73" Type="http://schemas.openxmlformats.org/officeDocument/2006/relationships/presProps" Target="presProps.xml"/><Relationship Id="rId74" Type="http://schemas.openxmlformats.org/officeDocument/2006/relationships/viewProps" Target="viewProps.xml"/><Relationship Id="rId75" Type="http://schemas.openxmlformats.org/officeDocument/2006/relationships/theme" Target="theme/theme1.xml"/><Relationship Id="rId7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Management of Forest Resources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Population, Settlement and Resources of Cameroon. The key notions we shall use today are: forest resource, timber, non-timber forest products, logging, forest management unit, community forest, conservation, deforestation. At the end, you should be able to do this: learners are able to explain how the forests of Cameroon are exploited and propose measures for their sustainable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Agricultural Development and Change in Cameroon. The question was: Name two valuable timber species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sapele, iroko, ayous, moabi, azobé and ebony.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the types, distribution, resources and ownership of forests. Number 2: describe the exploitation of forests: stakeholders, methods and localities. Number 3: explain the problems of exploitation and the impacts of forests. Number 4: describe the conservation and management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rainforest covers the south of Cameroon. Sapele and iroko are valuable timbers. Many households cook with firewood and charcoal.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Binta helps her mother cook with charcoal in Garoua. Her mother complains that the price of a bag of charcoal has risen again, because the sellers now go far into the bush to find trees, and the land around the town is becoming bare. Binta asks: "Who owns the trees, why are we using them so fast, and how can our forests be managed so that they last?"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trees near Garoua are disappearing, and Binta wants to know how forests can be managed sustainably.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has the price of charcoal risen?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Sellers must go farther to find trees, so transport costs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to the land around the town?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becomes bare (deforestation).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improved stoves, plant trees and respect protected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value of our forests and our role in protecting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forests and timber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In which region is logging most intensive?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East (also the South and the 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lorry carrying logs.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Who carries out large-scale logging?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Logging companies holding concessions from the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bags of charcoal.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forest product is the main source of energy for most households?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Fuelwood and charcoal.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cleared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environmental effect of removing forests.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Soil erosion (also loss of biodiversity and climate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protected areas of the forest zone.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does the state create national parks?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protect plants, animals, soils and water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Forest resource.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Non-timber forest products (NTFPs) and Forest management unit (UFA).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Conservation.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Distribution, Resources and Ownership. The types, extent, resources and ownership of the forests of Cameroon are the following. Copy the point on Types and distribution on the left, then draw the diagram on the right: forests and timber in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Distribution, Resources and Ownership. On this slide we have Extent and Resources.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Distribution, Resources and Ownership. On this slide we have Ownership.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Distribution, Resources and Ownership.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Stakeholders. The main stakeholders in forest exploitation are the following. On this slide we have The state.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Logging companies on the left, then draw the diagram on the right: transporting logs.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Stakeholders. On this slide we have Local communities and NGOs and partners.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Localities and Uses. The methods, localities and uses of forest exploitation are the following. Copy the point on Modern large-scale exploitation on the left, then draw the diagram on the right: a sawmill.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Localities and Uses. On this slide we have Small-scale exploitation.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Localities and Uses. On this slide we have Localities.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Uses on the left, then draw the diagram on the right: charcoal.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and Impacts. The problems, impacts and environmental role of forests are the following. On this slide we have Problems hindering full exploitation.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Problems of over-exploitation on the left, then draw the diagram on the right: a cleared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and Impacts. On this slide we have Socio-economic impacts and Environmental role.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Conservation and Management Measures. The following measures are taken to manage forests sustainably. On this slide we have Legislation.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Protected areas on the left, then draw the diagram on the right: protected areas.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Conservation and Management Measures. On this slide we have Management plans and Community forestry and reforestation.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Conservation and Management Measures. On this slide we have Control and certification.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stakeholders in forest exploitation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state (MINFOF) and logging companies (also local communities and NGOs).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measures taken to manage forests sustainably.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protected areas and management plans (also the 1994 law and community forests).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NTFPs (non-timber forest products); number 2, MINFOF; number 3, community.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minerals exploited in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Management of Mineral and Energy Resources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9: MANAGEMENT OF FOREST RESOURCES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Management of Forest Resources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Settlement and Resources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Management of Forest Resources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Forest resource, timber, non-timber forest products, logging, forest management unit, community forest, conservation, deforestation.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and distribution of forests; resources and ownership; exploitation (stakeholders, large- and small-scale methods, localities); uses including fuel; problems of exploitation and over-exploitation; socio-economic impacts; environmental role; conservation and management measures; reserves and the role of government.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the forests of Cameroon are exploited and propose measures for their sustainable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Agricultural Development and Change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valuable timber species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sapele, iroko, ayous, moabi, azobé and ebony.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types, distribution, resources and ownership of forests.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exploitation of forests: stakeholders, methods and localities.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of exploitation and the impacts of forests.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conservation and management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rainforest covers the south of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Sapele and iroko are valuable timbers.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households cook with firewood and charcoal.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Binta helps her mother cook with charcoal in Garoua.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 mother complains that the price of a bag of charcoal has risen again, because the sellers now go far into the bush to find trees, and the land around the town is becoming bare.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Binta asks: "Who owns the trees, why are we using them so fast, and how can our forests be managed so that they last?"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trees near Garoua are disappearing, and Binta wants to know how forests can be managed sustainably.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has the price of charcoal risen?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Sellers must go farther to find trees, so transport costs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land around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becomes bare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improved stoves, plant trees and respect protected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value of our forests and our role in protecting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fores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Forests and timber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region is logging most intensive?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 (also the South and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lorry carrying logs.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carries out large-scale logging?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Logging companies holding concessions from the state.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harco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Bags of charcoal.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forest product is the main source of energy for most households?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Fuelwood and charcoal.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 AND IMPACTS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clearcu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cleared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 AND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environmental effect of removing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 AND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erosion (also loss of biodiversity and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 AND MANAGEMENT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cmr_protected_areas.png">    </p:cNvPr>
          <p:cNvPicPr>
            <a:picLocks noChangeAspect="1"/>
          </p:cNvPicPr>
          <p:nvPr/>
        </p:nvPicPr>
        <p:blipFill>
          <a:blip r:embed="rId1"/>
          <a:stretch>
            <a:fillRect/>
          </a:stretch>
        </p:blipFill>
        <p:spPr>
          <a:xfrm>
            <a:off x="3019622" y="1783080"/>
            <a:ext cx="615245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Protected areas of the forest zone.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 AND MANAGEMENT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state create national parks?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 AND MANAGEMENT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protect plants, animals, soils and water 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Geography of Cameroon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Settlement and Resources of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9: Management of Forest Resources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Forest resource: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anything useful obtained from a forest: timber, fuelwood, food, medicines, wildlife.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Non-timber forest products (NTFPs):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forest products other than timber, such as eru, bush mango, honey and medicinal bark.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Forest management unit (UFA):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forest concession given to a company for long-term logging under a management plan.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Conservation: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careful use and protection of resources so that they last.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Distribution, Resources and Ownership</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types, extent, resources and ownership of the forests of Cameroon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Types and distribution: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Dense rainforest (South, East, Centre, Littoral, South-West), mangroves (coast), montane forests (Western Highlands) and savanna woodlands (north).</a:t>
            </a:r>
            <a:endParaRPr lang="en-US" sz="2800" dirty="0"/>
          </a:p>
        </p:txBody>
      </p:sp>
      <p:pic>
        <p:nvPicPr>
          <p:cNvPr id="5" name="Image 0" descr="/home/claude/f4/img/v2/cmr_forest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forests and timber in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Distribution, Resources and Ownership</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Extent: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cover about 40 % of Cameroon (about 20 million hectares), one of the largest forest areas of the Congo Basin.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than 300 commercial timber species (sapele, ayous, iroko, azobé, moabi, ebony), NTFPs, fuelwood and wildlife.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Distribution, Resources and Ownership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Ownership:</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State forests (production forests, parks and reserves) and council forests in the permanent forest estate.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Community forests managed by villages (up to 5,000 ha).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Distribution, Resources and Ownership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Private forests and plantations.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Exploitation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Stakeholders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stakeholders in forest exploitation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state: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Ministry of Forestry and Wildlife (MINFOF) makes rules, grants concessions and controls logging.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Exploitation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Stakeholders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Logging companies: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Large national and foreign companies log concessions and process timber.</a:t>
            </a:r>
            <a:endParaRPr lang="en-US" sz="3600" dirty="0"/>
          </a:p>
        </p:txBody>
      </p:sp>
      <p:pic>
        <p:nvPicPr>
          <p:cNvPr id="6" name="Image 0" descr="/home/claude/f4/img/v2/f2t_logging_truck.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transporting logs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Exploitation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Stakeholders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Local communities: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and indigenous peoples (Baka) use the forest for food, fuel, medicine and culture.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NGOs and partners: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WWF, WCS and others support conservation and community forestry.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Exploitation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Methods, Localities and Uses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methods, localities and uses of forest exploitation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Modern large-scale exploitation: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Selective logging with chainsaws, bulldozers and lorries in concessions, and processing in sawmills.</a:t>
            </a:r>
            <a:endParaRPr lang="en-US" sz="2800" dirty="0"/>
          </a:p>
        </p:txBody>
      </p:sp>
      <p:pic>
        <p:nvPicPr>
          <p:cNvPr id="6" name="Image 0" descr="/home/claude/f4/img/v2/usa_sawmill.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sawmill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Exploitation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Methods, Localities and Uses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Small-scale exploitation: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Chainsaw sawing, fuelwood cutting, charcoal making and gathering of NTFPs by local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Exploitation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300" b="1" dirty="0">
                <a:solidFill>
                  <a:srgbClr val="990011"/>
                </a:solidFill>
                <a:latin typeface="Times New Roman" pitchFamily="34" charset="0"/>
                <a:ea typeface="Times New Roman" pitchFamily="34" charset="-122"/>
                <a:cs typeface="Times New Roman" pitchFamily="34" charset="-120"/>
              </a:rPr>
              <a:t>B) Methods, Localities and Uses (continued)</a:t>
            </a:r>
            <a:endParaRPr lang="en-US" sz="23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Localities: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Intensive in the East (Bertoua, Yokadouma), the South and the Centre; less intensive in the north; none in parks and reserves.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Exploitation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Methods, Localities and Uses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Uses: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Timber for building, furniture and export (through Douala and Kribi), and fuelwood and charcoal, the main energy of most households.</a:t>
            </a:r>
            <a:endParaRPr lang="en-US" sz="3600" dirty="0"/>
          </a:p>
        </p:txBody>
      </p:sp>
      <p:pic>
        <p:nvPicPr>
          <p:cNvPr id="6" name="Image 0" descr="/home/claude/f4/img/v2/f2t_charcoal.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charcoal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and Impacts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problems, impacts and environmental role of forests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hindering full exploitation: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Remote forests, bad roads, heavy rain, high costs and lack of capital for local operators.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and Impacts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Problems of over-exploitation: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Illegal logging, fuelwood cutting around towns, poaching and shifting cultivation cause deforestation.</a:t>
            </a:r>
            <a:endParaRPr lang="en-US" sz="3600" dirty="0"/>
          </a:p>
        </p:txBody>
      </p:sp>
      <p:pic>
        <p:nvPicPr>
          <p:cNvPr id="5" name="Image 0" descr="/home/claude/f4/img/v2/usa_clearcu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cleared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and Impacts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Socio-economic impacts: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export revenue and forestry taxes shared with councils and communities, but conflicts over land and benefits.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Environmental role: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protect soils and water sources, store carbon, regulate climate and shelter biodiversity.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Conservation and Management Measures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following measures are taken to manage forests sustainably: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Legislation: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1994 Forestry and Wildlife Law organises logging, taxes and community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Conservation and Management Measures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Protected areas: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National parks and reserves (Dja, Lobéké, Campo-Ma'an, Korup, Bénoué, Bouba Ndjida) cover about a fifth of the territory.</a:t>
            </a:r>
            <a:endParaRPr lang="en-US" sz="3600" dirty="0"/>
          </a:p>
        </p:txBody>
      </p:sp>
      <p:pic>
        <p:nvPicPr>
          <p:cNvPr id="5" name="Image 0" descr="/home/claude/f4/img/cmr_protected_areas.png">    </p:cNvPr>
          <p:cNvPicPr>
            <a:picLocks noChangeAspect="1"/>
          </p:cNvPicPr>
          <p:nvPr/>
        </p:nvPicPr>
        <p:blipFill>
          <a:blip r:embed="rId1"/>
          <a:stretch>
            <a:fillRect/>
          </a:stretch>
        </p:blipFill>
        <p:spPr>
          <a:xfrm>
            <a:off x="5602802" y="1783080"/>
            <a:ext cx="6152451" cy="427024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protected areas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Conservation and Management Measures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Management plans: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Concessions (UFA) must follow management plans, and log exports of many species are restricted to encourage local processing.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Community forestry and reforestation: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manage community forests, and ANAFOR and projects replant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Conservation and Management Measures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Control and certification: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control, satellite monitoring and certification (FSC, the EU FLEGT agreement) fight illegal logging.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stakeholders in forest exploitation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(MINFOF) and logging companies (also local communities and NGOs).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taken to manage forests sustainably.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Protected areas and management plans (also the 1994 law and community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Forest products other than timber are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ministry in charge of forests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Forests managed by villages are ______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minerals exploited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Management of Mineral and Energy Resources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Timber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d'œuvre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Logging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 forestière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Sawmill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scierie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Fuelwood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de chauffe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Community 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 communautaire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reboisement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Management of Forest Resources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types, distribution, resources and ownership of forests. Describe the exploitation of forests: stakeholders, methods and localities. Explain the problems of exploitation and the impacts of forests. Describe the conservation and management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the forests of Cameroon are exploited and propose measures for their sustainable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Distribution, Resources and Ownership; Stakeholders; Methods, Localities and Uses; Problems and Impacts; Conservation and Management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minerals exploited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shade the forest zone.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logging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how families cook.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bare land around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parks of Cameroon.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and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BUCREP, 3rd General Census of Population and Housing (2005); United Nations, World Population Prospects (2024 revision).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“Charcoal, made from tree branches” by World Bank Photo Collection, CC BY-NC-ND 2.0, via Flickr (https://www.flickr.com/photos/10816734@N03/25644159775)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“Managed Destruction” by Harlz_, CC BY-NC 2.0, via Flickr (https://www.flickr.com/photos/35169553@N06/4295797661)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(Modern large-scale exploitation): “CBCF Project, Yogyakarta” by CIFOR, CC BY-NC-ND 2.0, via Flickr (https://www.flickr.com/photos/45423546@N07/35977173724)</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70</Slides>
  <Notes>70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70</vt:i4>
      </vt:variant>
    </vt:vector>
  </HeadingPairs>
  <TitlesOfParts>
    <vt:vector size="7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2026-09-29T03:12:12Z</dcterms:created>
  <dcterms:modified xsi:type="dcterms:W3CDTF">2026-09-29T03:12:12Z</dcterms:modified>
</cp:coreProperties>
</file>