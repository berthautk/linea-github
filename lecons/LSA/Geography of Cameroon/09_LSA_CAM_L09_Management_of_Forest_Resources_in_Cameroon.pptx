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forest resource, timber, non-timber forest products, logging, forest management unit, community forest, conservation, deforestation. At the end, you should be able to do this: learners are able to explain how the forests of Cameroon are exploited and propose measures for their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Development and Change in Cameroon. The question was: Name two valuable timber species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sapele, iroko, ayous, moabi, azobé and ebony.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types, distribution, resources and ownership of forests. Number 2: describe the exploitation of forests: stakeholders, methods and localities. Number 3: explain the problems of exploitation and the impacts of forests. Number 4: describe the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rainforest covers the south of Cameroon. Sapele and iroko are valuable timbers. Many households cook with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Binta helps her mother cook with charcoal in Garoua. Her mother complains that the price of a bag of charcoal has risen again, because the sellers now go far into the bush to find trees, and the land around the town is becoming bare. Binta asks: "Who owns the trees, why are we using them so fast, and how can our forests be managed so that they last?"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trees near Garoua are disappearing, and Binta wants to know how forests can be managed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has the price of charcoal risen?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Sellers must go farther to find trees, so transport costs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land around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bare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plant trees and respect protected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our forests and our role in protecting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timber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region is logging most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(also the South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carrying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carries out large-scale logging?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Logging companies holding concessions from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forest product is the main source of energy for most households?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Fuelwood and charcoal.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environmental effect of removing forests.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(also loss of biodiversity 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protected areas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state create national parks?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plants, animals, soils and water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Non-timber forest products (NTFPs) and Forest management unit (UFA).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Distribution, Resources and Ownership. The types, extent, resources and ownership of the forests of Cameroon are the following. Copy the point on Types and distribution on the left, then draw the diagram on the right: forests and timber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Extent and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On this slide we have Ownership.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Distribution, Resources and Ownership.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Stakeholders. The main stakeholders in forest exploitation are the following. On this slide we have The state.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Logging companies on the left, then draw the diagram on the right: transporting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On this slide we have Local communities and NGOs and partners.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Localities and Uses. The methods, localities and uses of forest exploitation are the following. Copy the point on Modern large-scale exploitation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Small-scale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Localities and Uses. On this slide we have Localities.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Uses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Impacts. The problems, impacts and environmental role of forests are the following. On this slide we have Problems hindering full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Problems of over-exploitation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Impacts. On this slide we have Socio-economic impacts and Environmental role.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and Management Measures. The following measures are taken to manage forests sustainably. On this slide we have Legislation.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Management plans and Community forestry and reforestation.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and Management Measures. On this slide we have Control and certification.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stakeholders in forest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state (MINFOF) and logging companies (also local communities and NGOs).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taken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and management plans (also the 1994 law and community forests).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NTFPs (non-timber forest products); number 2, MINFOF; number 3,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minerals exploited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 timber, non-timber forest products, logging, forest management unit, community forest, conservation, deforestation.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of forests; resources and ownership; exploitation (stakeholders, large- and small-scale methods, localities); uses including fuel; problems of exploitation and over-exploitation; socio-economic impacts; environmental role; conservation and management measures; reserves and the role of government.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sapele, iroko, ayous, moabi, azobé and ebony.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resources and ownership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exploitation of forests: stakeholders, methods and localities.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exploitation and the impacts of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rainforest covers the south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and iroko are valuable timbers.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households cook with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Binta helps her mother cook with charcoal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mother complains that the price of a bag of charcoal has risen again, because the sellers now go far into the bush to find trees, and the land around the town is becoming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Garoua are disappearing, and Binta wants to know how forests can be managed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the price of charcoal risen?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Sellers must go farther to find trees, so transport costs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bare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plant trees and respect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our forests and our role in protecting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timber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region is logging most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(also the South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carrying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carries out large-scale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holding concessions from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forest product is the main source of energy for most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effect of removing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(also loss of biodiversity 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cmr_protected_areas.png">    </p:cNvPr>
          <p:cNvPicPr>
            <a:picLocks noChangeAspect="1"/>
          </p:cNvPicPr>
          <p:nvPr/>
        </p:nvPicPr>
        <p:blipFill>
          <a:blip r:embed="rId1"/>
          <a:stretch>
            <a:fillRect/>
          </a:stretch>
        </p:blipFill>
        <p:spPr>
          <a:xfrm>
            <a:off x="3019622" y="1783080"/>
            <a:ext cx="615245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areas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state create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plants, animals, soils and water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useful obtained from a forest: timber, fuelwood, food, medicines,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Non-timber forest products (NTFPs):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forest products other than timber, such as eru, bush mango, honey and medicinal bark.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management unit (UFA):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concession given to a company for long-term logging under a management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resources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types, extent, resources and ownership of the forests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Types and 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Dense rainforest (South, East, Centre, Littoral, South-West), mangroves (coast), montane forests (Western Highlands) and savanna woodlands (north).</a:t>
            </a:r>
            <a:endParaRPr lang="en-US" sz="28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and timber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cover about 40 % of Cameroon (about 20 million hectares), one of the largest forest areas of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300 commercial timber species (sapele, ayous, iroko, azobé, moabi, ebony), NTFPs, fuelwood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Ownership: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State forests (production forests, parks and reserves) and council forests in the permanent forest estate.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Community forests managed by villages (up to 5,000 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Distribution, Resources and Ownership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Private forests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stakeholders in forest exploitation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Forestry and Wildlife (MINFOF) makes rules, grants concessions and controls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Stakeholders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companies: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national and foreign companies log concessions and process timber.</a:t>
            </a:r>
            <a:endParaRPr lang="en-US" sz="3600" dirty="0"/>
          </a:p>
        </p:txBody>
      </p:sp>
      <p:pic>
        <p:nvPicPr>
          <p:cNvPr id="6"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transporting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Stakeholders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indigenous peoples (Baka) use the forest for food, fuel, medicine and 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NGOs and partners: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WWF, WCS and others support conservation and community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methods, localities and uses of forest exploitation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Modern large-scale exploitation: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Selective logging with chainsaws, bulldozers and lorries in concessions, and processing in sawmills.</a:t>
            </a:r>
            <a:endParaRPr lang="en-US" sz="2800" dirty="0"/>
          </a:p>
        </p:txBody>
      </p:sp>
      <p:pic>
        <p:nvPicPr>
          <p:cNvPr id="6"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Small-scale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Chainsaw sawing, fuelwood cutting, charcoal making and gathering of NTFPs by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Methods, Localities and Uses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in the East (Bertoua, Yokadouma), the South and the Centre; less intensive in the north; none in parks and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Methods, Localities and 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for building, furniture and export (through Douala and Kribi), and fuelwood and charcoal, the main energy of most households.</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impacts and environmental role of forests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hindering full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forests, bad roads, heavy rain, high costs and lack of capital for local operators.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Problems of over-exploitation: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Illegal logging, fuelwood cutting around towns, poaching and shifting cultivation cause deforestation.</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Impacts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export revenue and forestry taxes shared with councils and communities, but conflicts over land and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protect soils and water sources, store carbon, regulate climate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are taken to manage forests sustainably: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and Wildlife Law organises logging, taxes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(Dja, Lobéké, Campo-Ma'an, Korup, Bénoué, Bouba Ndjida) cover about a fifth of the territory.</a:t>
            </a:r>
            <a:endParaRPr lang="en-US" sz="3600" dirty="0"/>
          </a:p>
        </p:txBody>
      </p:sp>
      <p:pic>
        <p:nvPicPr>
          <p:cNvPr id="5" name="Image 0" descr="/home/claude/f4/img/cmr_protected_areas.png">    </p:cNvPr>
          <p:cNvPicPr>
            <a:picLocks noChangeAspect="1"/>
          </p:cNvPicPr>
          <p:nvPr/>
        </p:nvPicPr>
        <p:blipFill>
          <a:blip r:embed="rId1"/>
          <a:stretch>
            <a:fillRect/>
          </a:stretch>
        </p:blipFill>
        <p:spPr>
          <a:xfrm>
            <a:off x="5602802" y="1783080"/>
            <a:ext cx="6152451"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protected areas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Concessions (UFA) must follow management plans, and log exports of many species are restricted to encourage local processing.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forestry and 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manage community forests, and ANAFOR and projects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Conservation and Management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certification: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control, satellite monitoring and certification (FSC, the EU FLEGT agreement) fight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stakeholders in forest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(MINFOF) and logging companies (also local communities and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taken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and management plans (also the 1994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products other than timber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forests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managed by villages are ______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Community 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communautaire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resources and ownership of forests. Describe the exploitation of forests: stakeholders, methods and localities. Explain the problems of exploitation and the impacts of forests. Describe the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forests of Cameroon are exploited and propose measures for their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Distribution, Resources and Ownership; Stakeholders; Methods, Localities and Uses; Problems and Impacts;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minerals exploited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forest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logging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bare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exploitation): “CBCF Project, Yogyakarta” by CIFOR, CC BY-NC-ND 2.0, via Flickr (https://www.flickr.com/photos/45423546@N07/35977173724)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2026-09-28T21:21:48Z</dcterms:created>
  <dcterms:modified xsi:type="dcterms:W3CDTF">2026-09-28T21:21:48Z</dcterms:modified>
</cp:coreProperties>
</file>