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Management of Forest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forest resource, timber, non-timber forest products, logging, forest management unit, community forest, conservation, deforestation. At the end, you should be able to do this: learners are able to explain how the forests of Cameroon are exploited and propose measures for their sustainable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Agricultural Development and Change in Cameroon. The question was: Name two valuable timber species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sapele, iroko, ayous, moabi, azobé and ebony.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types, distribution, resources and ownership of forests. Number 2: describe the exploitation of forests: stakeholders, methods and localities. Number 3: explain the problems of exploitation and the impacts of forests. Number 4: describe the conservation and management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rainforest covers the south of Cameroon. Sapele and iroko are valuable timbers. Many households cook with firewood and charcoal.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Binta helps her mother cook with charcoal in Garoua. Her mother complains that the price of a bag of charcoal has risen again, because the sellers now go far into the bush to find trees, and the land around the town is becoming bare. Binta asks: "Who owns the trees, why are we using them so fast, and how can our forests be managed so that they last?"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trees near Garoua are disappearing, and Binta wants to know how forests can be managed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has the price of charcoal risen?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Sellers must go farther to find trees, so transport costs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land around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becomes bare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improved stoves, plant trees and respect protected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value of our forests and our role in protecting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forests and timber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region is logging most intensive?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East (also the South and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lorry carrying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Who carries out large-scale logging?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Logging companies holding concessions from the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bags of charcoal.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forest product is the main source of energy for most households?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Fuelwood and charcoal.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environmental effect of removing forests.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erosion (also loss of biodiversity and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protected areas of the forest zone.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the state create national parks?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plants, animals, soils and water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Forest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Non-timber forest products (NTFPs) and Forest management unit (UFA).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Distribution, Resources and Ownership. The forests of Cameroon have the following characteristics. Copy the point on Types and distribution on the left, then draw the diagram on the right: the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Distribution, Resources and Ownership. Copy the point on Extent: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Distribution, Resources and Ownership. Copy the point on Resources: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Distribution, Resources and Ownership. Copy the point on Ownership: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Stakeholders. The main stakeholders in the exploitation of forests are the following. Copy the point on The state: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Logging companies on the left, then draw the diagram on the right: a logging truck.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Stakeholders. Copy the point on Local communities: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Stakeholders. Copy the point on NGOs and partners: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Localities and Uses. Forests are exploited by the following methods, in the following localities and for the following uses. Copy the point on Modern large-scale exploitation on the left, then draw the diagram on the right: a sawmill.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Localities and Uses. Copy the point on Small-scale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Localities and Uses. Copy the point on Localities: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Uses on the left, then draw the diagram on the right: charcoal.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Impacts. Forest exploitation faces the following problems and has the following impacts. Copy the point on Problems hindering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Over-exploitation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Impacts. Copy the point on Socio-economic impacts: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Impacts. Copy the point on Environmental role: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Conservation and Management Measures. Forests are managed sustainably by the following measures. Copy the point on Legislation: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the protected areas.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Conservation and Management Measures. Copy the point on Management plans and reforestation: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Conservation and Management Measures. Copy the point on Control and certification: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stakeholders in forest exploitation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state (MINFOF) and logging companies (also local communities and NGOs).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taken to manage forests sustainably.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protected areas and management plans (also the 1994 law and community forests).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NTFPs (non-timber forest products); number 2, MINFOF; number 3,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minerals exploited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Management of Mineral and Energy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MANAGEMENT OF FOREST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Forest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Management of Forest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resource, timber, non-timber forest products, logging, forest management unit, community forest, conservation, deforestation.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and distribution of forests; resources and ownership; exploitation (stakeholders, large- and small-scale methods, localities); uses including fuel; problems of exploitation and over-exploitation; socio-economic impacts; environmental role; conservation and management measures; reserves and the role of government.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the forests of Cameroon are exploited and propose measures for their sustainable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Agricultural Development and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valuable timber species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sapele, iroko, ayous, moabi, azobé and ebony.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distribution, resources and ownership of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exploitation of forests: stakeholders, methods and localities.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exploitation and the impacts of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conservation and management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rainforest covers the south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Sapele and iroko are valuable timbers.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households cook with firewood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Binta helps her mother cook with charcoal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mother complains that the price of a bag of charcoal has risen again, because the sellers now go far into the bush to find trees, and the land around the town is becoming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Binta asks: "Who owns the trees, why are we using them so fast, and how can our forests be managed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trees near Garoua are disappearing, and Binta wants to know how forests can be managed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has the price of charcoal risen?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Sellers must go farther to find trees, so transport costs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land around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bare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improved stoves, plant trees and respect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value of our forests and our role in protecting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and timber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region is logging most intensive?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(also the South and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carrying 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carries out large-scale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companies holding concessions from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forest product is the main source of energy for most households?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Fuelwood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environmental effect of removing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(also loss of biodiversity and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 AND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cmr_protected_areas.png">    </p:cNvPr>
          <p:cNvPicPr>
            <a:picLocks noChangeAspect="1"/>
          </p:cNvPicPr>
          <p:nvPr/>
        </p:nvPicPr>
        <p:blipFill>
          <a:blip r:embed="rId1"/>
          <a:stretch>
            <a:fillRect/>
          </a:stretch>
        </p:blipFill>
        <p:spPr>
          <a:xfrm>
            <a:off x="3019622" y="1783080"/>
            <a:ext cx="615245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Protected areas of the forest zone.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state create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plants, animals, soils and water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Management of Forest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useful obtained from a forest: timber, fuelwood, food, medicines,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Non-timber forest products (NTFPs):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forest products other than timber, such as eru, bush mango, honey and medicinal bark.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management unit (UFA):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forest concession given to a company for long-term logging under a management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careful use and protection of resources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forests of Cameroon have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Types and 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Dense rainforest covers the South, East, Centre, Littoral and South-West, mangroves line the coast and montane forests cover the Western Highlands. Savanna woodlands are found in the north.</a:t>
            </a:r>
            <a:endParaRPr lang="en-US" sz="3200" dirty="0"/>
          </a:p>
        </p:txBody>
      </p:sp>
      <p:pic>
        <p:nvPicPr>
          <p:cNvPr id="5" name="Image 0" descr="/home/claude/f4/img/v2/cmr_forest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forests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cover about 40 % of Cameroon, about 20 million hectares. It is one of the largest forest areas of the Congo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forests contain more than 300 commercial timber species, such as sapele, ayous, iroko, azobé, moabi and ebony. They also provide NTFPs, fuelwood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Ownership: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permanent forest estate includes state forests, such as production forests, parks and reserves, and council forests. Villages manage community forests of up to 5,000 hectares, and some forests and plantations are private.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Stakeholders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stakeholders in the exploitation of forests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Forestry and Wildlife (MINFOF) makes the rules, grants concessions and controls logging. It also collects forestry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Stakeholders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Logging companies: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national and foreign companies log the concessions and process the timber in sawmills. They build roads into the forest to reach the trees.</a:t>
            </a:r>
            <a:endParaRPr lang="en-US" sz="3600" dirty="0"/>
          </a:p>
        </p:txBody>
      </p:sp>
      <p:pic>
        <p:nvPicPr>
          <p:cNvPr id="6" name="Image 0" descr="/home/claude/f4/img/v2/f2t_logging_truck.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logging truck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Stakeholders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and indigenous peoples such as the Baka use the forest for food, fuel, medicine and culture. They also manage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Stakeholders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NGOs and partners: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Organisations such as WWF and WCS support conservation and community forestry. They also help to monitor illegal logging and poaching.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Methods, Localities and 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Forests are exploited by the following methods, in the following localities and for the following uses: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Modern large-scale exploitation: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Companies practise selective logging with chainsaws, bulldozers and lorries in their concessions. The logs are processed in sawmills into planks and plywood.</a:t>
            </a:r>
            <a:endParaRPr lang="en-US" sz="2600" dirty="0"/>
          </a:p>
        </p:txBody>
      </p:sp>
      <p:pic>
        <p:nvPicPr>
          <p:cNvPr id="6" name="Image 0" descr="/home/claude/f4/img/v2/usa_sawmil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sawmill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Methods, Localities and 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Small-scale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people saw timber with chainsaws, cut fuelwood, make charcoal and gather NTFPs. This activity supplies local markets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Methods, Localities and 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is intensive in the East, around Bertoua and Yokadouma, and in the South and the Centre. It is less intensive in the north and forbidden in parks and reserves.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Methods, Localities and 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is used for building and furniture and exported through Douala and Kribi. Fuelwood and charcoal are the main energy of most households.</a:t>
            </a:r>
            <a:endParaRPr lang="en-US" sz="3600" dirty="0"/>
          </a:p>
        </p:txBody>
      </p:sp>
      <p:pic>
        <p:nvPicPr>
          <p:cNvPr id="6" name="Image 0" descr="/home/claude/f4/img/v2/f2t_charcoa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Impacts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 exploitation faces the following problems and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hindering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forests are remote, roads are bad and heavy rain stops work for months. High costs and lack of capital limit local operators.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Impacts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Over-exploitation: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Illegal logging, fuelwood cutting around towns, poaching and shifting cultivation destroy the forest. This deforestation reduces the resource for future generations.</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Impacts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Socio-economic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sector provides jobs, export revenue and taxes shared with councils and communities. However, it also causes conflicts over land and over the sharing of benefits.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Impacts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role: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protect soils and water sources, store carbon and regulate the climate. They also shelter a rich biodiversity, which is lost when they are cleared.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managed sustainably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Legislation: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1994 Forestry and Wildlife Law organises logging, taxes and community forests. It divides the forest into permanent and non-permanent estates.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and reserves such as the Dja, Lobéké, Campo-Ma'an, Korup, Bénoué and Bouba Ndjida protect a large part of the forest. Logging and hunting are forbidden or controlled in them.</a:t>
            </a:r>
            <a:endParaRPr lang="en-US" sz="3600" dirty="0"/>
          </a:p>
        </p:txBody>
      </p:sp>
      <p:pic>
        <p:nvPicPr>
          <p:cNvPr id="5" name="Image 0" descr="/home/claude/f4/img/cmr_protected_areas.png">    </p:cNvPr>
          <p:cNvPicPr>
            <a:picLocks noChangeAspect="1"/>
          </p:cNvPicPr>
          <p:nvPr/>
        </p:nvPicPr>
        <p:blipFill>
          <a:blip r:embed="rId1"/>
          <a:stretch>
            <a:fillRect/>
          </a:stretch>
        </p:blipFill>
        <p:spPr>
          <a:xfrm>
            <a:off x="6537960" y="2019618"/>
            <a:ext cx="5470855" cy="379717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protected areas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plans and 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Concessions (UFA) must follow management plans that limit how many trees are cut, and log exports of many species are restricted. ANAFOR and other projects replant trees, and villages manage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and certification: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guards, satellite monitoring and the EU FLEGT agreement fight illegal logging. Certification (FSC) shows that timber comes from well-managed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stakeholders in forest exploitation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(MINFOF) and logging companies (also local communities and NGOs).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taken to manage forests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Protected areas and management plans (also the 1994 law and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products other than timber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ministry in charge of forests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managed by villages are ______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minerals exploited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Management of Mineral and Energy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Fuelwood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Community 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communautaire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Management of Forest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types, distribution, resources and ownership of forests. Describe the exploitation of forests: stakeholders, methods and localities. Explain the problems of exploitation and the impacts of forests. Describe the conservation and management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the forests of Cameroon are exploited and propose measures for their sustainable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Distribution, Resources and Ownership; Stakeholders; Methods, Localities and Uses; Problems and Impacts; Conservation and Management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minerals exploited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the forest zone.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logging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how families cook.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bare land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parks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(Modern large-scale exploitation): “CBCF Project, Yogyakarta” by CIFOR, CC BY-NC-ND 2.0, via Flickr (https://www.flickr.com/photos/45423546@N07/35977173724)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2026-09-29T11:32:33Z</dcterms:created>
  <dcterms:modified xsi:type="dcterms:W3CDTF">2026-09-29T11:32:33Z</dcterms:modified>
</cp:coreProperties>
</file>