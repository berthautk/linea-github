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notesMasterIdLst>
    <p:notesMasterId r:id="rId7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Urbanisation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Population, Settlement and Resources of Cameroon. The key notions we shall use today are: urbanisation, urban growth, urban hierarchy, primate city, site, situation, function, hinterland, urban problems. At the end, you should be able to do this: learners are able to explain the growth of towns in Cameroon, describe the site, situation and functions of towns and propose solutions to urban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Population Change in Cameroon. The question was: Name the two largest towns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Douala, the economic capital, and Yaoundé, the political capital.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explain the increase of urbanisation since colonial times and its factors. Number 2: describe the distribution and ranking of urban centres. Number 3: describe the site, situation and functions of Douala and Garoua. Number 4: explain the links between towns and their hinterlands. Number 5: analyse urban problems, solutions and difficulties.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Many young people move from villages to towns. Douala and Yaoundé are the largest towns of Cameroon. Towns offer jobs and services.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Saratou comes from a village near Lagdo to study in Garoua. She is amazed by the crowds, the cars and the moto-taxis, but she also sees waste in the gutters and crowded quarters. She says: "In my village, most young people have left." She asks: "Why is everybody moving to town, and how can a town like Garoua cope with so many people?"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Saratou does not know why towns grow so fast and how they cope with their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Saratou see in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Crowds, cars, moto-taxis, waste and crowded quarters.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happening in her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Most young people have left (rural exodus).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town-planning rules, keep your quarter clean and use public spaces responsibly.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growth of our towns and to take part in solving urban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towns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two towns are much larger than all the others?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and Yaoundé.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many young people leave villages for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find jobs, schools, hospitals and modern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site of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On what kind of land is Douala built?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a low, swampy plain at the estuary of the Wouri.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cattle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does Garoua receive from its hinterland?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Food, cattle, cotton and labour.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traffic in an African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cause of traffic jams in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Narrow roads for a fast-growing number of vehicles.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Urbanisation and Urban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Site and Situation.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Hinterland.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Spatial Distribution and Ranking of Urban Centres. The distribution and ranking of towns in Cameroon are the following. Copy the point on Distribution on the left, then draw the diagram on the right: the main towns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Distribution and Ranking of Urban Centres. On this slide we have First order (dual primacy) and Second order.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Distribution and Ranking of Urban Centres. On this slide we have Third order.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Increasing Urbanisation and Its Factors. The growth of urbanisation since colonial times and its factors are the following. Copy the point on Rapid increase on the left, then draw the diagram on the right: douala.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Increasing Urbanisation and Its Factors. On this slide we have Colonial origins, Rural exodus and Pull of towns.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Increasing Urbanisation and Its Factors. On this slide we have Administration and natural increase.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Douala. Douala has the following site and situation. Copy the point on Site on the left, then draw the diagram on the right: the site of Douala.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Douala. On this slide we have Situation.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Garoua. Garoua has the following site and situation. Copy the point on Site on the left, then draw the diagram on the right: the Benue at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Garoua. On this slide we have Situation.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Functions and Linkages with the Hinterland. The functions of Douala and Garoua and their links with their hinterlands are the following. On this slide we have Functions of Douala.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Functions and Linkages with the Hinterland. On this slide we have Functions of Garoua.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What the hinterland gives on the left, then draw the diagram on the right: a cattle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Functions and Linkages with the Hinterland. On this slide we have What the town gives.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Urban Problems and Their Causes. Towns such as Douala, Yaoundé and Garoua face the following problems. Copy the point on Housing and slums on the left, then draw the diagram on the right: a crowded, unplanned quarter.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Traffic congestion on the left, then draw the diagram on the right: traffic in an African city.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 Problems and Their Causes. On this slide we have Unemployment and Waste and floods.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 Problems and Their Causes. On this slide we have Shortage of services and Insecurity.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and Difficulties. The solutions proposed and their difficulties are the following. On this slide we have Housing and Roads and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and Difficulties. On this slide we have Waste and Decentralisation.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and Difficulties. On this slide we have Difficulties.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the site and the situation of a town.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site is the land on which the town is built; the situation is its position in relation to its surroundings.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urban problems of Douala and one solution.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floods and traffic congestion; drainage works (or new roads).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urbanisation; number 2, primacy; number 3, hinterland.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agro-industrial companies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Agricultural Development and Change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URBANISATION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Urbanisation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Settlement and Resources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Urbanisation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Urbanisation, urban growth, urban hierarchy, primate city, site, situation, function, hinterland, urban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Spatial distribution and ranking of urban centres; increasing urbanisation since colonial times and its factors; site and situation of two major towns (Douala and Garoua); functions and linkages with their hinterlands; urban problems, their causes, solutions and difficulties.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growth of towns in Cameroon, describe the site, situation and functions of towns and propose solutions to urban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Population Change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largest towns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the economic capital, and Yaoundé, the political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increase of urbanisation since colonial times and its factors.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distribution and ranking of urban centres.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site, situation and functions of Douala and Garoua.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links between towns and their hinterlands.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Analyse urban problems, solutions and difficulties.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young people move from villages to towns.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and Yaoundé are the largest towns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offer jobs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Saratou comes from a village near Lagdo to study in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is amazed by the crowds, the cars and the moto-taxis, but she also sees waste in the gutters and crowded quarters.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Saratou does not know why towns grow so fast and how they cope with their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Saratou see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Crowds, cars, moto-taxis, waste and crowded quarters.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happening in her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young people have left (rural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town-planning rules, keep your quarter clean and use public spaces responsibly.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growth of our towns and to take part in solving urban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SPATIAL DISTRIBUTION AND RANKING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town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SPATIAL DISTRIBUTION AND RANKING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two towns are much larger than all the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SPATIAL DISTRIBUTION AND RANKING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INCREASING URBANISATION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yaou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INCREASING 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many young people leave villages for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INCREASING 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jobs, schools, hospitals and modern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SITE AND SITUATION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ouala_sit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site of 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SITE AND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what kind of land is Douala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SITE AND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low, swampy plain at the estuary of the Wouri.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FUNCTIONS AND HINTERLAND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attle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cattle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FUNCTIONS AND HINTERLAND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Garoua receive from its hinterland?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FUNCTIONS AND HINTERLAND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cattle, cotton and labour.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URBAN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Traffic in an African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URBAN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cause of traffic jams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URBAN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Narrow roads for a fast-growing number of vehicles.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Settlement and Resources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Urbanisation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increase in the proportion of a country's population living in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increase in the size and number of people of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land on which a town is built.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position of a town in relation to its surroundings (rivers, routes, resources, other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Hinterland: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area around a town that it serves and from which it draws food, labour and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Spatial Distribution and Ranking of Urban Centres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distribution and ranking of towns in Cameroon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Towns are most numerous in the coastal lowlands and Western Highlands, fewer in the forest south and east, and grouped along main roads in the north.</a:t>
            </a:r>
            <a:endParaRPr lang="en-US" sz="2800" dirty="0"/>
          </a:p>
        </p:txBody>
      </p:sp>
      <p:pic>
        <p:nvPicPr>
          <p:cNvPr id="5" name="Image 0" descr="/home/claude/f4/img/v2/cmr_towns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main towns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Spatial Distribution and Ranking of Urban Centres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First order (dual primacy):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(economic capital) and Yaoundé (political capital) each have about 4 million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 order: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Regional capitals such as Garoua, Maroua, Bamenda, Bafoussam and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Spatial Distribution and Ranking of Urban Centres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Third order: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Divisional and industrial towns such as Kumba, Nkongsamba, Edéa, Kribi and Guider.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Increasing Urbanisation and Its Factors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growth of urbanisation since colonial times and its factors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Rapid increase: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urban share rose from about 14 % in 1960 to about 49 % in 2005 and about 59 % today.</a:t>
            </a:r>
            <a:endParaRPr lang="en-US" sz="3200" dirty="0"/>
          </a:p>
        </p:txBody>
      </p:sp>
      <p:pic>
        <p:nvPicPr>
          <p:cNvPr id="5" name="Image 0" descr="/home/claude/f4/img/v2/lsa_doual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Douala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Increasing Urbanisation and Its Factors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Colonial origins: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grew as ports, administrative posts and railway stations, such as Douala, Yaoundé and Ngaoundéré.</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exodus: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Poverty, land shortage and lack of amenities push people from villages.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Pull of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schools, universities, hospitals and electricity attract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Increasing Urbanisation and Its Factors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Administration and natural increase: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creation of regions and divisions has made new towns grow, and many children are born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Site and Situation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Douala</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Douala has the following site and situation:</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Site: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A low, flat, swampy plain on both banks of the Wouri estuary, easily flooded.</a:t>
            </a:r>
            <a:endParaRPr lang="en-US" sz="3400" dirty="0"/>
          </a:p>
        </p:txBody>
      </p:sp>
      <p:pic>
        <p:nvPicPr>
          <p:cNvPr id="6" name="Image 0" descr="/home/claude/f4/img/v2/douala_site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site of Douala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Site and Situation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Douala</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Atlantic coast, at the end of the railway and main roads, it is the gateway of Cameroon, Chad and the Central African Republic.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Site and Situation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Garoua</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Garoua has the following site and situation:</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Site: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flat plain on the right bank of the Benue, dominated by small hills.</a:t>
            </a:r>
            <a:endParaRPr lang="en-US" sz="3600" dirty="0"/>
          </a:p>
        </p:txBody>
      </p:sp>
      <p:pic>
        <p:nvPicPr>
          <p:cNvPr id="6" name="Image 0" descr="/home/claude/f4/img/v2/f2t_benu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Benue at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Site and Situation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Garoua</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main road (N1) between Ngaoundéré and Maroua, near Nigeria and Chad, and on the seasonally navigable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Functions and Linkages with the Hinterland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functions of Douala and Garoua and their links with their hinterlands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Functions of Douala: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Port, industry, trade, banking, transport (airport, railway terminus).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Functions and Linkages with the Hinterland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Functions of Garoua: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Regional capital, cotton and textile industries (SODECOTON, CICAM), trade, river port, international airport and university.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Functions and Linkages with the Hinterland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What the hinterland gives: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Food, cattle, cotton, fuelwood and labour.</a:t>
            </a:r>
            <a:endParaRPr lang="en-US" sz="3600" dirty="0"/>
          </a:p>
        </p:txBody>
      </p:sp>
      <p:pic>
        <p:nvPicPr>
          <p:cNvPr id="5" name="Image 0" descr="/home/claude/f4/img/v2/f2t_cattle_marke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cattle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Functions and Linkages with the Hinterland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What the town gives: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Markets, manufactured goods, jobs, hospitals, schools, banks and administration.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Urban Problems and Their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Towns such as Douala, Yaoundé and Garoua face the following problems: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Housing and slums: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Rapid growth creates crowded, unplanned quarters such as New Bell (Douala) and Briqueterie (Yaoundé), often in flood-prone areas.</a:t>
            </a:r>
            <a:endParaRPr lang="en-US" sz="3000" dirty="0"/>
          </a:p>
        </p:txBody>
      </p:sp>
      <p:pic>
        <p:nvPicPr>
          <p:cNvPr id="5" name="Image 0" descr="/home/claude/f4/img/v2/usa_slum.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crowded, unplanned quarter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Urban Problems and Their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Traffic congestion: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Narrow roads and a fast-growing number of cars and moto-taxis cause traffic jams and accidents.</a:t>
            </a:r>
            <a:endParaRPr lang="en-US" sz="3600" dirty="0"/>
          </a:p>
        </p:txBody>
      </p:sp>
      <p:pic>
        <p:nvPicPr>
          <p:cNvPr id="5" name="Image 0" descr="/home/claude/f4/img/v2/usa_traffic.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traffic in an African city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Urban Problems and Their Causes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migrants find only informal jobs (street selling, moto-taxis).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Waste and floods: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Uncollected waste blocks drains and causes floods and diseases such as cholera.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Urban Problems and Their Causes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Shortage of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electricity, schools and health services cannot follow population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Poverty and unemployment favour crime.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Solutions and Difficulties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solutions proposed and their difficulties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Housing: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SIC and MAETUR build social housing and prepare serviced plots.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Roads and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roads, flyovers and bus services are built, especially in 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Solutions and Difficulties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Waste: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HYSACAM collects waste, and councils clean drains.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Decentralisation: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City and local councils receive more powers to manage their towns and develop secondary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Solutions and Difficulties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Difficulties: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funds, poor planning, corruption, land disputes and illegal building limit these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the site and the situation of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site is the land on which the town is built; the situation is its position in relation to its surroundings.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urban problems of Douala and one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and traffic congestion; drainage works (or new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increase in the share of people living in towns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Douala and Yaoundé form a case of dual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area served by a town is its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agro-industrial companies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Agricultural Development and Change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Situation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situation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Hinterland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L'arrière-pays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bidonville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Traffic jam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L'embouteillage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déchets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Urbanisation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increase of urbanisation since colonial times and its factors. Describe the distribution and ranking of urban centres. Describe the site, situation and functions of Douala and Garoua. Explain the links between towns and their hinterlands. Analyse urban problems, solutions and difficulties.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growth of towns in Cameroon, describe the site, situation and functions of towns and propose solutions to urban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Spatial Distribution and Ranking of Urban Centres; Increasing Urbanisation and Its Factors; Douala; Garoua; Functions and Linkages with the Hinterland; Urban Problems and Their Causes; Solutions and Difficulties.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agro-industrial companies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towns by size.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 rural exodus.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Wouri estuary.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products in the Garoua market.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traffic in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and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BUCREP, 3rd General Census of Population and Housing (2005); United Nations, World Population Prospects (2024 revision).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“Yaoundé” by wili_hybrid, CC BY-NC 2.0, via Flickr (https://www.flickr.com/photos/62223880@N00/5677034246)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“Discussing the price” by 10b travelling / Carsten ten Brink, CC BY-NC-ND 2.0, via Flickr (https://www.flickr.com/photos/77334245@N00/7313656038)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(Rapid increase): “Douala” by christing-O-, CC BY 2.0, via Flickr (https://www.flickr.com/photos/76187282@N00/7227535754)</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(Site): “Niamey, Niger” by LenDog64, CC BY-ND 2.0, via Flickr (https://www.flickr.com/photos/45968460@N03/4422209893)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(Housing and slums):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71</Slides>
  <Notes>71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71</vt:i4>
      </vt:variant>
    </vt:vector>
  </HeadingPairs>
  <TitlesOfParts>
    <vt:vector size="7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2026-09-28T21:14:29Z</dcterms:created>
  <dcterms:modified xsi:type="dcterms:W3CDTF">2026-09-28T21:14:29Z</dcterms:modified>
</cp:coreProperties>
</file>