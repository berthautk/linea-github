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Urbanisation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urbanisation, urban growth, urban hierarchy, primate city, site, situation, function, hinterland, urban problems. At the end, you should be able to do this: learners are able to explain the growth of towns in Cameroon, describe the site, situation and functions of towns and propose solutions to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Population Change in Cameroon.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the economic capital, and Yaoundé, the political capital.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increase of urbanisation since colonial times and its factors. Number 2: describe the distribution and ranking of urban centres. Number 3: describe the site, situation and functions of Douala and Garoua. Number 4: explain the links between towns and their hinterlands. Number 5: analyse urban problems, solutions and difficulties.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move from villages to towns. Douala and Yaoundé are the largest towns of Cameroon. Towns offer jobs and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Saratou comes from a village near Lagdo to study in Garoua. She is amazed by the crowds, the cars and the moto-taxis, but she also sees waste in the gutters and crowded quarters. She says: "In my village, most young people have left." She asks: "Why is everybody moving to town, and how can a town like Garoua cope with so many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Saratou does not know why towns grow so fast and how they cope with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Saratou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Crowds, cars, moto-taxis, waste and crowded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happening in her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Most young people have left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town-planning rules, keep your quarter clean and use public spaces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our towns and to take part in solving urban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two towns are much larger than all the others?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young people leave villages for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schools, hospitals and modern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site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what kind of land is Douala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a low, swampy plain at the estuary of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Garoua receive from its hinterland?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cattle, cotton 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an African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cause of traffic jams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roads for a fast-growing number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and Urban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Hinterland.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Ranking of Urban Centres. The distribution and ranking of towns in Cameroon are the following. Copy the point on Distribution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On this slide we have First order (dual primacy) and Second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Ranking of Urban Centres. On this slide we have Third order.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Increasing Urbanisation and Its Factors. The growth of urbanisation since colonial times and its factors are the following. Copy the point on Rapid increase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Increasing Urbanisation and Its Factors. On this slide we have Colonial origins, Rural exodus and Pull of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Increasing Urbanisation and Its Factors. On this slide we have Administration and natural increase.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Douala. Douala has the following site and situation. Copy the point on Site on the left, then draw the diagram on the right: the site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Douala.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Garoua. Garoua has the following site and situation. Copy the point on Site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Garoua.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Functions and Linkages with the Hinterland. The functions of Douala and Garoua and their links with their hinterlands are the following. On this slide we have Functions of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On this slide we have Functions of Garoua.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What the hinterland gives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Functions and Linkages with the Hinterland. On this slide we have What the town gives.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Problems and Their Causes. Towns such as Douala, Yaoundé and Garoua face the following problems. Copy the point on Housing and slums on the left, then draw the diagram on the right: a crowded, unplanned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congestion on the left, then draw the diagram on the right: traffic in an African 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Problems and Their Causes. On this slide we have Unemployment and Waste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Problems and Their Causes. On this slide we have Shortage of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Difficulties. The solutions proposed and their difficulties are the following. On this slide we have Housing and Roads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Difficulties. On this slide we have Waste and Decentralisation.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Difficulties. On this slide we have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site and the situation of a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site is the land on which the town is built; the situation is its position in relation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urban problems of Douala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floods and traffic congestion; drainage works (or new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primacy; number 3, hinterland.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agro-industrial companies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URBANISATION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urban hierarchy, primate city, site, situation, function, hinterland,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distribution and ranking of urban centres; increasing urbanisation since colonial times and its factors; site and situation of two major towns (Douala and Garoua); functions and linkages with their hinterlands; urban problems, their causes, solutions and difficulties.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Population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increase of urbanisation since colonial times and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and ranking of urban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situation and functions of Douala and Garoua.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between towns and their hinterlands.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urban problems, solutions and difficulties.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towns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comes from a village near Lagdo to study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is amazed by the crowds, the cars and the moto-taxis, but she also sees waste in the gutters and crowded quarters.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Saratou does not know why towns grow so fast and how they cope with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Saratou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Crowds, cars, moto-taxis, waste and crowded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in her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young people have left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town-planning rules, keep your quarter clean and use public spaces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our towns and to take part in solving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towns are much larger than all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SPATIAL DISTRIBUTION AND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young people leave villages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INCREASING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schools, hospitals and modern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kind of land is Douala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low, swampy plain at the estuary of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Garoua receive from its hinterland?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FUNCTIONS AND HINTERLAND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cattle, cotton 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an African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traffic jams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URBAN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roads for a fast-growing number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a country's population living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size and number of people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town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town in relation to its surroundings (rivers, routes, resources,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Hinterland: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from which it draws food, labour and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distribution and ranking of towns in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Towns are most numerous in the coastal lowlands and Western Highlands, fewer in the forest south and east, and grouped along main roads in the north.</a:t>
            </a:r>
            <a:endParaRPr lang="en-US" sz="28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order (dual primacy):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(economic capital) and Yaoundé (political capital) each have about 4 million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capitals such as Garoua, Maroua, Bamenda,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 and Ranking of Urban Centres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Divisional and industrial towns such as Kumba, Nkongsamba, Edéa, Kribi and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growth of urbanisation since colonial times and its factors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increase: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urban share rose from about 14 % in 1960 to about 49 % in 2005 and about 59 % today.</a:t>
            </a:r>
            <a:endParaRPr lang="en-US" sz="32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origins: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grew as ports, administrative posts and railway stations, such as Douala, Yaoundé and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land shortage and lack of amenities push people from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of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universities, hospitals and electricity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Increasing Urbanisation and Its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and 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creation of regions and divisions has made new towns grow, and many children are born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Douala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low, flat, swampy plain on both banks of the Wouri estuary, easily flooded.</a:t>
            </a:r>
            <a:endParaRPr lang="en-US" sz="3400" dirty="0"/>
          </a:p>
        </p:txBody>
      </p:sp>
      <p:pic>
        <p:nvPicPr>
          <p:cNvPr id="6" name="Image 0" descr="/home/claude/f4/img/v2/douala_sit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site of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Douala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coast, at the end of the railway and main roads, it is the gateway of Cameroon,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Garoua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Garoua has the following site and situation:</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flat plain on the right bank of the Benue, dominated by small hills.</a:t>
            </a:r>
            <a:endParaRPr lang="en-US" sz="36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Site and Situation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Garoua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road (N1) between Ngaoundéré and Maroua, near Nigeria and Chad, and on the seasonally navigable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functions of Douala and Garoua and their links with their hinterlands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industry, trade, banking, transport (airport, railway terminus).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capital, cotton and textile industries (SODECOTON, CICAM), trade, river port, international airport and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What the hinterland gives: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cattle, cotton, fuelwood and labour.</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Functions and Linkages with the Hinterland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What the town gives: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Markets, manufactured goods, jobs, hospitals,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Towns such as Douala, Yaoundé and Garoua face the following problems: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Housing and slums: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Rapid growth creates crowded, unplanned quarters such as New Bell (Douala) and Briqueterie (Yaoundé), often in flood-prone areas.</a:t>
            </a:r>
            <a:endParaRPr lang="en-US" sz="30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unplanned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congestion: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Narrow roads and a fast-growing number of cars and moto-taxis cause traffic jams and accidents.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traffic in an African city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migrants find only informal jobs (street selling, moto-taxis).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Uncollected waste blocks drains and causes floods and diseases such as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Urban Problems and Their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electricity, schools and health services cannot follow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solutions proposed and their difficulties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SIC and MAETUR build social housing and prepare serviced plots.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roads, flyovers and bus services are built, especially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HYSACAM collects waste, and councils clean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and local councils receive more powers to manage their towns and develop secondary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Solutions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funds, poor planning, corruption, land disputes and illegal building limit these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site and the situation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site is the land on which the town is built; the situation is its position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 of Douala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traffic congestion; drainage works (or new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increase in the share of people living in towns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and Yaoundé form a case of dual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Urbanisation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increase of urbanisation since colonial times and its factors. Describe the distribution and ranking of urban centres. Describe the site, situation and functions of Douala and Garoua. Explain the links between towns and their hinterlands. Analyse urban problems,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growth of towns in Cameroon, describe the site, situation and functions of towns and propose solutions to urban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Distribution and Ranking of Urban Centres; Increasing Urbanisation and Its Factors; Douala; Garoua; Functions and Linkages with the Hinterland; Urban Problems and Their Causes; Solutions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agro-industrial companies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towns by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traffic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(Rapid increase): “Douala” by christing-O-, CC BY 2.0, via Flickr (https://www.flickr.com/photos/76187282@N00/7227535754)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(Site):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(Housing and slums):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2026-09-28T21:21:47Z</dcterms:created>
  <dcterms:modified xsi:type="dcterms:W3CDTF">2026-09-28T21:21:47Z</dcterms:modified>
</cp:coreProperties>
</file>