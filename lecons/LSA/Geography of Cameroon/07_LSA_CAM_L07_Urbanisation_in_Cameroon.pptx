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Urbanisation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Settlement and Resources of Cameroon. The key notions we shall use today are: urbanisation, urban growth, urban hierarchy, primate city, site, situation, function, hinterland, urban problems. At the end, you should be able to do this: learners are able to explain the growth of towns in Cameroon, describe the site, situation and functions of towns and propose solutions to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Population Change in Cameroon. The question was: Name the two largest towns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the economic capital, and Yaoundé, the political capital.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explain the increase of urbanisation since colonial times and its factors. Number 2: describe the distribution and ranking of urban centres. Number 3: describe the site, situation and functions of Douala and Garoua. Number 4: explain the links between towns and their hinterlands. Number 5: analyse urban problems, solutions and difficulties.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young people move from villages to towns. Douala and Yaoundé are the largest towns of Cameroon. Towns offer jobs and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Saratou comes from a village near Lagdo to study in Garoua. She is amazed by the crowds, the cars and the moto-taxis, but she also sees waste in the gutters and crowded quarters. She says: "In my village, most young people have left." She asks: "Why is everybody moving to town, and how can a town like Garoua cope with so many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Saratou does not know why towns grow so fast and how they cope with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Saratou see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Crowds, cars, moto-taxis, waste and crowded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happening in her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 young people have left (rural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town-planning rules, keep your quarter clean and use public spaces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growth of our towns and to take part in solving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two towns are much larger than all the others?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young people leave villages for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jobs, schools, hospitals and modern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site of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On what kind of land is Douala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a low, swampy plain at the estuary of the Wouri.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Garoua receive from its hinterland?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cattle, cotton and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traffic in an African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cause of traffic jams in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Narrow roads for a fast-growing number of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Urbanisation and Urban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Site and Situation.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Hinterland.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Distribution and Ranking of Urban Centres. The towns of Cameroon are distributed and ranked as follows. Copy the point on Distribution on the left, then draw the diagram on the right: the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and Ranking of Urban Centres. Copy the point on First order (dual primacy):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and Ranking of Urban Centres. Copy the point on Second order: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and Ranking of Urban Centres. Copy the point on Third order: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Increasing Urbanisation and its Factors. Urbanisation has increased for the following reasons. Copy the point on A rapid increase on the left, then draw the diagram on the right: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Increasing Urbanisation and its Factors. Copy the point on Colonial origins: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Increasing Urbanisation and its Factors. Copy the point on Rural exodus and the pull of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Increasing Urbanisation and its Factors. Copy the point on Administration and natural increase: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Douala. Douala has the following site and situation. Copy the point on Site on the left, then draw the diagram on the right: the site of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Douala. Copy the point on Situation: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Garoua. Garoua has the following site and situation. Copy the point on Site on the left, then draw the diagram on the right: the Benue at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Garoua. Copy the point on Situation: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Functions and Linkages with the Hinterland. Towns and their hinterlands are linked in the following ways. Copy the point on Functions of Douala: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Functions and Linkages with the Hinterland. Copy the point on Functions of Garoua: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What the hinterland gives on the left, then draw the diagram on the right: a cattle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Functions and Linkages with the Hinterland. Copy the point on What the town gives: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Problems and their Causes. Towns such as Douala, Yaoundé and Garoua face the following problems. Copy the point on Housing and slums on the left, then draw the diagram on the right: an unplanned quarter.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Traffic congestion on the left, then draw the diagram on the right: traffic congestion.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Problems and their Causes. Copy the point on Unemployment and insecurity: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Problems and their Causes. Copy the point on Waste, floods and shortage of services: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The following solutions have been proposed. Copy the point on Housing: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Copy the point on Roads and transport: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Copy the point on Waste management: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Copy the point on Decentralisation: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Difficulties. These solutions face the following difficulties. Copy the point on Lack of funds: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Difficulties. Copy the point on Poor planning and illegal building: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Difficulties. Copy the point on Corruption and land disputes: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the site and the situation of a town.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site is the land on which the town is built; the situation is its position in relation to its surroundings.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urban problems of Douala and one solution.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floods and traffic congestion; drainage works (or new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urbanisation; number 2, primacy; number 3, hinterland.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agro-industrial companies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Agricultural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URBANISATION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Settlement and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Urbanisation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urban growth, urban hierarchy, primate city, site, situation, function, hinterland,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Spatial distribution and ranking of urban centres; increasing urbanisation since colonial times and its factors; site and situation of two major towns (Douala and Garoua); functions and linkages with their hinterlands; urban problems, their causes, solutions and difficulties.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growth of towns in Cameroon, describe the site, situation and functions of towns and propose solutions to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Population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largest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the economic capital, and Yaoundé, the political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increase of urbanisation since colonial times and its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and ranking of urban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site, situation and functions of Douala and Garoua.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links between towns and their hinterlands.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Analyse urban problems, solutions and difficulties.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young people move from villages to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the largest towns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offer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Saratou comes from a village near Lagdo to study in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is amazed by the crowds, the cars and the moto-taxis, but she also sees waste in the gutters and crowded quarters.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says: "In my village, most young people have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asks: "Why is everybody moving to town, and how can a town like Garoua cope with so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Saratou does not know why towns grow so fast and how they cope with their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Saratou see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Crowds, cars, moto-taxis, waste and crowded 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happening in her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young people have left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town-planning rules, keep your quarter clean and use public spaces responsibly.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growth of our towns and to take part in solving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DISTRIBUTION AND RANKING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DISTRIBUTION AND RANKING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towns are much larger than all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DISTRIBUTION AND RANKING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INCREASING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INCREASING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young people leave villages for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INCREASING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jobs, schools, hospitals and modern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SITE AND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ouala_s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site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what kind of land is Douala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low, swampy plain at the estuary of the Wouri.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FUNCTIONS AND HINTERLAND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FUNCTIONS AND HINTERLAND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Garoua receive from its hinterland?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FUNCTIONS AND HINTERLAND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cattle, cotton and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URBAN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in an African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cause of traffic jams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Narrow roads for a fast-growing number of vehicles.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Settlement and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Urbanisation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proportion of a country's population living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size and number of people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land on which a town is built.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town in relation to its surroundings (rivers, routes, resources,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Hinterland: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around a town that it serves and from which it draws food, labour and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Distribution and Ranking of Urban Centres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towns of Cameroon are distributed and ranked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Towns are most numerous in the coastal lowlands and the Western Highlands, fewer in the forest south and east. In the north, they are grouped along the main roads.</a:t>
            </a:r>
            <a:endParaRPr lang="en-US" sz="3200" dirty="0"/>
          </a:p>
        </p:txBody>
      </p:sp>
      <p:pic>
        <p:nvPicPr>
          <p:cNvPr id="5" name="Image 0" descr="/home/claude/f4/img/v2/cmr_towns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towns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Distribution and Ranking of Urban Centres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order (dual primacy):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the economic capital, and Yaoundé, the political capital, each have about 4 million people. Cameroon therefore has two dominant cities instead of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Distribution and Ranking of Urban Centres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 order: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capitals, such as Garoua, Maroua, Bamenda, Bafoussam and Ngaoundéré, form the second level. They have several hundred thousand people and serve whole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Spatial Distribution and Ranking of Urban Centres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Third order: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Divisional and industrial towns, such as Kumba, Nkongsamba, Edéa, Kribi and Guider, form the third level. They serve smaller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Increasing Urbanisation and its Factors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Urbanisation has increased for the following reasons: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A rapid increase: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 share of the population living in towns rose from about 14 % in 1960 to about 49 % in 2005 and about 59 % today. More than half of Cameroonians now live in towns.</a:t>
            </a:r>
            <a:endParaRPr lang="en-US" sz="3400" dirty="0"/>
          </a:p>
        </p:txBody>
      </p:sp>
      <p:pic>
        <p:nvPicPr>
          <p:cNvPr id="5" name="Image 0" descr="/home/claude/f4/img/v2/lsa_doual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Increasing Urbanisation and its Factors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Colonial origins: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towns grew as ports, administrative posts or railway stations during the colonial period. Douala, Yaoundé and Ngaoundéré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Increasing Urbanisation and its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exodus and the pull of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land shortage and lack of amenities push people out of villages. Jobs, schools, universities, hospitals and electricity attract them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Increasing Urbanisation and its Factors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Administration and natural increase: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creation of new regions and divisions has made many small towns grow. Many children are also born in towns, which adds to their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Site and Situation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Douala</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Douala has the following site and situation:</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Douala is built on a low, flat, swampy plain on both banks of the Wouri estuary. This site is easily flooded and difficult to build on.</a:t>
            </a:r>
            <a:endParaRPr lang="en-US" sz="3400" dirty="0"/>
          </a:p>
        </p:txBody>
      </p:sp>
      <p:pic>
        <p:nvPicPr>
          <p:cNvPr id="6" name="Image 0" descr="/home/claude/f4/img/v2/douala_site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site of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Site and Situation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Douala</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on the Atlantic coast, at the end of the railway and the main roads. It is therefore the gateway of Cameroon and of 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Site and Situation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Garoua</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Garoua has the following site and situation: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Garoua is built on a flat plain on the right bank of the Benue, dominated by small hills. The river supplies water and the plain offers space for the town to grow.</a:t>
            </a:r>
            <a:endParaRPr lang="en-US" sz="3200" dirty="0"/>
          </a:p>
        </p:txBody>
      </p:sp>
      <p:pic>
        <p:nvPicPr>
          <p:cNvPr id="6" name="Image 0" descr="/home/claude/f4/img/v2/f2t_benu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Benue at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Site and Situation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Garoua</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on the main road (N1) between Ngaoundéré and Maroua, near the borders of Nigeria and Chad. It is also a river port on the Benue, navigable for a short period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Functions and Linkages with the Hinterland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and their hinterlands are linked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Functions of 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the main port, industrial and commercial centre of Cameroon. It also has the headquarters of banks, the terminus of the railway and the main airport.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Functions and Linkages with the Hinterland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Functions of 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the capital of the North Region, with cotton and textile industries such as SODECOTON and CICAM. It is also a centre of trade, with a river port, an international airport and a university.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Functions and Linkages with the Hinterland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What the hinterland gives: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hinterland supplies the town with food, cattle, cotton, fuelwood and labour. For example, the cattle markets of Garoua receive animals from the whole North.</a:t>
            </a:r>
            <a:endParaRPr lang="en-US" sz="3600" dirty="0"/>
          </a:p>
        </p:txBody>
      </p:sp>
      <p:pic>
        <p:nvPicPr>
          <p:cNvPr id="5" name="Image 0" descr="/home/claude/f4/img/v2/f2t_cattle_market.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cattle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Functions and Linkages with the Hinterland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What the town gives: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offers markets, manufactured goods and jobs to the people of the hinterland. It also provides hospitals, schools, banks and administration.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Urban Problems and their Causes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Towns such as Douala, Yaoundé and Garoua face the following problems: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Housing and slums: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towns grow faster than houses can be built, so crowded, unplanned quarters appear, such as New Bell in Douala and Briqueterie in Yaoundé. Many are built in flood-prone areas without water or drains.</a:t>
            </a:r>
            <a:endParaRPr lang="en-US" sz="3000" dirty="0"/>
          </a:p>
        </p:txBody>
      </p:sp>
      <p:pic>
        <p:nvPicPr>
          <p:cNvPr id="5" name="Image 0" descr="/home/claude/f4/img/v2/usa_slum.jpg">    </p:cNvPr>
          <p:cNvPicPr>
            <a:picLocks noChangeAspect="1"/>
          </p:cNvPicPr>
          <p:nvPr/>
        </p:nvPicPr>
        <p:blipFill>
          <a:blip r:embed="rId1"/>
          <a:stretch>
            <a:fillRect/>
          </a:stretch>
        </p:blipFill>
        <p:spPr>
          <a:xfrm>
            <a:off x="6537960" y="2399413"/>
            <a:ext cx="5470855" cy="30375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unplanned quarter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Urban Problems and their Causes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Traffic congestion: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number of cars and moto-taxis grows quickly, while the roads remain narrow and poorly maintained. This causes traffic jams, pollution and accidents.</a:t>
            </a:r>
            <a:endParaRPr lang="en-US" sz="3600" dirty="0"/>
          </a:p>
        </p:txBody>
      </p:sp>
      <p:pic>
        <p:nvPicPr>
          <p:cNvPr id="5" name="Image 0" descr="/home/claude/f4/img/v2/usa_traffic.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traffic congestion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Urban Problems and their Causes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and 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cannot employ all the migrants, so many find only informal jobs such as street selling and moto-taxis. Poverty and unemployment favour crime.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Urban Problems and their Causes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floods and shortage of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Uncollected waste blocks the drains, which causes floods and diseases such as cholera. Water, electricity, schools and health services cannot follow the growth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Solutions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proposed: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Housing: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SIC builds social housing, and MAETUR prepares plots with roads, water and electricity. These reduce the growth of slums.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Solutions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roads, flyovers and bus services are built, especially in Douala and Yaoundé. They reduce traffic jams and the time spent travelling.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Solutions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HYSACAM collects waste in the main towns, and councils clean the drains. This reduces floods and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Solutions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Decentralisation: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City and local councils receive more powers and money to manage their towns. The state also develops secondary towns to reduce the pressure on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Difficulties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solutions face the following difficulties: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funds: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Councils and the state do not have enough money for roads, drains and housing. As a result, projects are slow and cover only small parts of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Difficulties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planning and illegal building: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quarters grow without plans, and people build on land reserved for roads or in dangerous zones. It then becomes very costly to provide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Solutions and Difficulties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Difficulties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Corruption and land disputes: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Part of the money is misused, and conflicts over land ownership delay projects. Social housing is sometimes given to people who are not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the site and the situation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site is the land on which the town is built; the situation is its position in relation to its surroundings.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urban problems of Douala and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and traffic congestion; drainage works (or new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increase in the share of people living in towns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and Yaoundé form a case of dual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town is its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agro-industrial companies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Agricultural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 jam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L'embouteillage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Urbanisation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increase of urbanisation since colonial times and its factors. Describe the distribution and ranking of urban centres. Describe the site, situation and functions of Douala and Garoua. Explain the links between towns and their hinterlands. Analyse urban problems, solutions and difficulties.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growth of towns in Cameroon, describe the site, situation and functions of towns and propose solutions to urban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Spatial Distribution and Ranking of Urban Centres; Increasing Urbanisation and its Factors; Douala; Garoua; Functions and Linkages with the Hinterland; Urban Problems and their Causes; Solutions; Difficulties.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agro-industrial companies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towns by size.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rural exodus.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Wouri estuary.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products in the Garoua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traffic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BUCREP, 3rd General Census of Population and Housing (2005); United Nations, World Population Prospects (2024 revision).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 rapid increase): “Douala” by christing-O-, CC BY 2.0, via Flickr (https://www.flickr.com/photos/76187282@N00/7227535754)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(Site):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(Housing and slums):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2026-09-29T11:32:33Z</dcterms:created>
  <dcterms:modified xsi:type="dcterms:W3CDTF">2026-09-29T11:32:33Z</dcterms:modified>
</cp:coreProperties>
</file>