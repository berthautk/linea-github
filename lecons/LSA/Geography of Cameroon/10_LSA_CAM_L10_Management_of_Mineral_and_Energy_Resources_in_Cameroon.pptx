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Management of Mineral and Energy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mineral, energy resource, hydrocarbons, open-pit mining, artisanal mining, stakeholder, mining code, sustainable exploitation. At the end, you should be able to do this: learners are able to locate the mineral and energy resources of Cameroon, explain their low exploitation and propose measures for sustainable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Management of Forest Resources in Cameroon. The question was: Name two minerals exploited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crude oil, natural gas, limestone, gold, bauxite (planned) and iron ore (planned).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low level of exploitation of minerals in Cameroon. Number 2: describe the types and distribution of minerals and energy resources. Number 3: describe the methods of exploitation and the stakeholders. Number 4: explain the problems, state efforts, benefits and measures for sustainable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natural substances taken from the ground. Oil is extracted near the coast of Cameroon. Most electricity in Cameroon comes from dams.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hears on the news that the state has signed an agreement to exploit the iron ore of Mbalam in the East, with a railway to the port of Kribi. His uncle, an artisanal gold miner near Batouri, works with shovels and pans. Oumarou asks his father: "If Cameroon is so rich in minerals, why are so few of them exploited, and how can they benefit the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why the rich minerals of Cameroon are little exploited and how they can benefit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mineral is found at Mbalam?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Iron 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the uncle mine gold?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hand, with shovels and pans (artisanal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energy at home and support the responsible use of mineral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and energy wealth of Cameroon and the conditions for using it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bauxite deposits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Minim-Martap and Ngaoundal (Adamawa) and Fongo-Tongo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oil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most of Cameroon's oil extracted?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Douala/Kribi-Campo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characteristics of artisanal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uses simple tools and much labour, and it is often informal.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 on the Sanaga.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mining need dams and railways?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Mines need a lot of electricity and transport for heavy 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open-pit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mining company do when the mine closes?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Restore the land (fill,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Mineral.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Energy resource and Artisanal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Sustainable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Introduction: A Low Level of Exploitation. The mineral wealth of Cameroon and its level of exploitation are the following. Copy the point on Rich subsoil on the left, then draw the diagram on the right: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A Low Level of Exploitation. On this slide we have Little exploitation and Little local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Minerals and Energy Resources. The energy resources of Cameroon are the following. Copy the point on Crude oil on the left, then draw the diagram on the right: an offshore platform.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Minerals and Energy Resources. On this slide we have Natural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Minerals and Energy Resources. On this slide we have Hydroelectricity and Other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Metallic and Industrial Minerals. The main metallic and industrial minerals are the following. On this slide we have Iron 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Bauxite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and Industrial Minerals. On this slide we have Cobalt, nickel and manganese and Gold and diamonds.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Metallic and Industrial Minerals. On this slide we have Industrial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and Stakeholders. The methods of exploitation and the stakeholders are the following. Copy the point on Industrial mining on the left, then draw the diagram on the right: an open-pit mine.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Artisanal mining on the left, then draw the diagram on the right: artisanal miners.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and Stakeholders. On this slide we have The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and Stakeholders. On this slide we have Companies and communities.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the Minerals. Minerals are used in the following ways. On this slide we have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the Minerals. On this slide we have Limestone, Bauxite and iron ore and Gold and diamonds.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Hindering Exploitation. The exploitation of minerals faces the following problems. On this slide we have Lack of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On this slide we have High investment costs and Poor geological knowledge.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Hindering Exploitation. On this slide we have Governance problems and Falling oil output.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State Efforts. The state has taken the following measures. On this slide we have Mining Code.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Infrastructure on the left, then draw the diagram on the right: the Nachtigal dam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Recent State Efforts. On this slide we have Institutions and Partnerships.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Benefits and Sustainable Exploitation. The benefits of mineral exploitation and the measures for sustainable exploitation are the following. On this slide we have Benefits.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Sustainable Exploitation. On this slide we have Environmental impact assessments, Land restoration and Community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Benefits and Sustainable Exploitation. On this slide we have Transparency.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minerals of the East Region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iron ore at Mbalam and gold at Bétaré-Oya (also cobalt-nickel at Lomié).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that hinder mineral exploitation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infrastructure and high investment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dam built on the Benue.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10: MANAGEMENT OF MINERAL AND ENERGY RESOURCES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Mineral and Energy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energy resource, hydrocarbons, open-pit mining, artisanal mining, stakeholder, mining code,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Low level of exploitation; types, distribution, quality and quantity of minerals; methods and stakeholders; uses (including energy minerals); problems and recent state efforts; benefits; measures for sustainable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exploited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crude oil, natural gas, limestone, gold, bauxite (planned) and iron ore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low level of exploitation of minerals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and distribution of minerals and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 and the stakeholders.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state efforts, benefits and measures for sustainable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natural substances taken from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extracted near the coast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electricity in Cameroon comes from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hears on the news that the state has signed an agreement to exploit the iron ore of Mbalam in the East, with a railway to the port of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an artisanal gold miner near Batouri, works with shovels and pans.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why the rich minerals of Cameroon are little exploited and how they can benefit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mineral is found at Mbalam?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uncle mine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hand, with shovels and pans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energy at home and support the responsible use of mineral wealth.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and energy wealth of Cameroon and the conditions for using it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bauxite deposits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Minim-Martap and Ngaoundal (Adamawa) and Fongo-Tongo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oil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most of Cameroon's oil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Douala/Kribi-Campo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characteristics of artisanal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AND STAKEHOLDERS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simple tools and much labour, and it is often informal.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on the Sanaga.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mining need dams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STATE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Mines need a lot of electricity and transport for heavy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open-pit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mining company do when the mine closes?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BENEFITS AND SUSTAINABILITY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Restore the land (fill,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Management of Mineral and Energy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substance obtained from the Earth's crust, such as iron ore, bauxite or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source of power, such as oil, gas, water (hydroelectricity) or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mining with simple tools and much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resources that meets present needs without destroying them for future generations.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mineral wealth of Cameroon and its level of exploitation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Rich subsoil: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Cameroon has oil, gas, iron ore, bauxite, cobalt, nickel, gold, diamonds, limestone and other minerals.</a:t>
            </a:r>
            <a:endParaRPr lang="en-US" sz="3200" dirty="0"/>
          </a:p>
        </p:txBody>
      </p:sp>
      <p:pic>
        <p:nvPicPr>
          <p:cNvPr id="5" name="Image 0" descr="/home/claude/f4/img/v2/cmr_mineral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minerals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A Low Level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Apart from oil, gas and limestone, most deposits are not yet mined on a large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local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minerals, like crude oil, are exported without much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Energy Minerals and Energy Resources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energy resources of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Crude oil: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extracted mainly offshore in the Rio del Rey basin and in the Douala/Kribi-Campo basin; production has fallen from about 180,000 barrels a day (1985) to about 60,000.</a:t>
            </a:r>
            <a:endParaRPr lang="en-US" sz="2800" dirty="0"/>
          </a:p>
        </p:txBody>
      </p:sp>
      <p:pic>
        <p:nvPicPr>
          <p:cNvPr id="6" name="Image 0" descr="/home/claude/f4/img/v2/usa_offshor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offshore platform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Energy Minerals and Energy Resources</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from Logbaba (Douala) and offshore Kribi supplies factories and the Kribi power plant, and is exported as liquefied gas since 2018.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Energy Minerals and Energy Resources (continued)</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rivers provide most of the electricity (Song Loulou, Edéa, Lagdo, Memve'ele, Nachtigal).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Fuelwood (the main household energy), thermal plants and growing solar energy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metallic and industrial minerals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deposits at Mbalam (East), Nkout (South) and near Kribi, some of good quality.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Bauxite: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reserves at Minim-Martap and Ngaoundal (Adamawa) and Fongo-Tongo (West), still not mined.</a:t>
            </a:r>
            <a:endParaRPr lang="en-US" sz="3600" dirty="0"/>
          </a:p>
        </p:txBody>
      </p:sp>
      <p:pic>
        <p:nvPicPr>
          <p:cNvPr id="6"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Metallic and Industrial Minerals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Cobalt, nickel and manganese: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Deposits at Nkamouna near Lomié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in the East (Bétaré-Oya, Batouri, Mobilong), mostly mined by artisans.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Distribution, Quality and Quantity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Metallic and Industrial Minerals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(North) for cement, marble at Bidzar (Far North), rutile at Akonolinga, uranium at Poli and Lolodorf (not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methods of exploitation and the stakeholders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Industrial mining: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Offshore drilling for oil and gas; open-pit mining planned for iron ore and bauxite; quarries for limestone and marble.</a:t>
            </a:r>
            <a:endParaRPr lang="en-US" sz="3000" dirty="0"/>
          </a:p>
        </p:txBody>
      </p:sp>
      <p:pic>
        <p:nvPicPr>
          <p:cNvPr id="5" name="Image 0" descr="/home/claude/f4/img/v2/usa_openpi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open-pit mine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Artisanal mining: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Gold and diamonds are dug and washed by hand, often informally.</a:t>
            </a:r>
            <a:endParaRPr lang="en-US" sz="3600" dirty="0"/>
          </a:p>
        </p:txBody>
      </p:sp>
      <p:pic>
        <p:nvPicPr>
          <p:cNvPr id="5" name="Image 0" descr="/home/claude/f4/img/v2/usa_goldmin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artisanal miners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Mines (MINMIDT), the SNH (hydrocarbons) and SONAMINES (national mining company) grant permits and collect revenue.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Methods of Exploitation and Stakeholders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Companies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Multinational and national companies invest, while local communities provide land and labour and receive compensation.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used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Refined into fuels at SONARA (Limbe) and exported as crude.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production, industrial fuel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Uses of the Minerals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Limestone: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(CIMENCAM at Figuil and other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Bauxite and iron 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 and steel (planned); ALUCAM at Edéa uses imported alumina.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Gold and diamonds: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Jewellery and savings.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Problems Hindering Exploitation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exploitation of minerals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Railways, ports, roads and electricity are lacking near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Problems Hindering Exploitation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investment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mines need billions of francs, often from foreign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geological knowledge: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areas are not yet fully surveyed.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Problems Hindering Exploitation (continued)</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procedures, corruption and conflicts with local communities discourage investors.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oil output: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oil fields are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Code: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(2016, revised in 2023) aims to attract investors and increase benefits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Recent State Efforts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Kribi deep-sea port, the Lom Pangar and Nachtigal dams and planned mining railways.</a:t>
            </a:r>
            <a:endParaRPr lang="en-US" sz="3600" dirty="0"/>
          </a:p>
        </p:txBody>
      </p:sp>
      <p:pic>
        <p:nvPicPr>
          <p:cNvPr id="6" name="Image 0" descr="/home/claude/f4/img/v2/lsa_nachtiga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Nachtigal dam site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and Recent State Efforts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Recent State Efforts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Institutions: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SONAMINES (2020) and the formalisation of artisanal mining.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Partnerships: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Agreements with foreign companies to develop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benefits of mineral exploitation and the measures for sustainable exploitation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Revenue for the state, jobs, raw materials for industries (cement, aluminium, steel) and new roads, railways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impact assessments: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must study and reduce their effects on the environment before they start.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must restore mined land and replant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revenue must go to affected communities.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Benefits and Sustainable Exploitation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Transparency: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belongs to the Extractive Industries Transparency Initiative (EITI), which publishes mining payments.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of the East Region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ore at Mbalam and gold at Bétaré-Oya (also cobalt-nickel at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that hinder mineral exploitation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infrastructure and high investment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refines oil at Limbe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quarried at ______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with simple tools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dam built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 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Management of Mineral and Energy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low level of exploitation of minerals in Cameroon. Describe the types and distribution of minerals and energy resources. Describe the methods of exploitation and the stakeholders. Explain the problems, state efforts, benefits and measures for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mineral and energy resources of Cameroon, explain their low exploitation and propose measures for sustainable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Introduction: A Low Level of Exploitation; Energy Minerals and Energy Resources; Metallic and Industrial Minerals; Methods of Exploitation and Stakeholders; Uses of the Minerals; Problems Hindering Exploitation; Recent State Efforts; Benefits and Sustainable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dam built on the Benue.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minerals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gold mining in the East.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dams and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old quarries.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“2017-91-06” by Community Archives of Belleville &amp; Hastings County, CC0 1.0, via Flickr (https://www.flickr.com/photos/134017397@N03/37070933734)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(Bauxite):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2026-09-28T21:14:30Z</dcterms:created>
  <dcterms:modified xsi:type="dcterms:W3CDTF">2026-09-28T21:14:30Z</dcterms:modified>
</cp:coreProperties>
</file>