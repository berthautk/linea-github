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Lst>
  <p:notesMasterIdLst>
    <p:notesMasterId r:id="rId9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notesMaster" Target="notesMasters/notesMaster1.xml"/><Relationship Id="rId94" Type="http://schemas.openxmlformats.org/officeDocument/2006/relationships/presProps" Target="presProps.xml"/><Relationship Id="rId95" Type="http://schemas.openxmlformats.org/officeDocument/2006/relationships/viewProps" Target="viewProps.xml"/><Relationship Id="rId96" Type="http://schemas.openxmlformats.org/officeDocument/2006/relationships/theme" Target="theme/theme1.xml"/><Relationship Id="rId9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Management of Mineral and Energy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mineral, energy resource, hydrocarbons, open-pit mining, artisanal mining, stakeholder, mining code, sustainable exploitation. At the end, you should be able to do this: learners are able to locate the mineral and energy resources of Cameroon, explain their low exploitation and propose measures for sustainable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Management of Forest Resources in Cameroon. The question was: Name two minerals exploited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crude oil, natural gas, limestone, gold, bauxite (planned) and iron ore (planned).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low level of exploitation of minerals in Cameroon. Number 2: describe the types and distribution of minerals and energy resources. Number 3: describe the methods of exploitation and the stakeholders. Number 4: explain the problems, state efforts, benefits and measures for sustainable exploitation.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Minerals are natural substances taken from the ground. Oil is extracted near the coast of Cameroon. Most electricity in Cameroon comes from dams.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Oumarou hears on the news that the state has signed an agreement to exploit the iron ore of Mbalam in the East, with a railway to the port of Kribi. His uncle, an artisanal gold miner near Batouri, works with shovels and pans. Oumarou asks his father: "If Cameroon is so rich in minerals, why are so few of them exploited, and how can they benefit the country?"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Oumarou does not understand why the rich minerals of Cameroon are little exploited and how they can benefit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mineral is found at Mbalam?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Iron 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does the uncle mine gold?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hand, with shovels and pans (artisanal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energy at home and support the responsible use of mineral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mineral and energy wealth of Cameroon and the conditions for using it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minerals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bauxite deposits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Minim-Martap and Ngaoundal (Adamawa) and Fongo-Tongo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offshore oil platform.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most of Cameroon's oil extracted?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Offshore, in the Rio del Rey basin (and the Douala/Kribi-Campo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artisanal miners.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are the characteristics of artisanal mining?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uses simple tools and much labour, and it is often informal.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dam on the Sanaga.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mining need dams and railways?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Mines need a lot of electricity and transport for heavy 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open-pit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must a mining company do when the mine closes?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Restore the land (fill, replant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Mineral.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Energy resource and Artisanal mining.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Sustainable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Introduction: A Low Level of Exploitation. The mineral wealth of Cameroon is characterised as follows. Copy the point on A rich subsoil on the left, then draw the diagram on the right: the minerals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Introduction: A Low Level of Exploitation. Copy the point on Little exploitation: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Introduction: A Low Level of Exploitation. Copy the point on Little local processing: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Energy Resources. The energy resources of Cameroon are the following. Copy the point on Crude oil on the left, then draw the diagram on the right: an offshore platform.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Resources. Copy the point on Natural gas: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Resources. Copy the point on Hydroelectricity: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Resources. Copy the point on Fuelwood and solar energy: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Metallic Minerals. The main metallic minerals are the following. Copy the point on Iron ore: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Bauxite on the left, then draw the diagram on the right: bauxite.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Metallic Minerals. Copy the point on Cobalt and nickel: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Metallic Minerals. Copy the point on Gold and diamonds: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Industrial and Other Minerals. Cameroon also has the following industrial and other minerals. Copy the point on Limestone: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Industrial and Other Minerals. Copy the point on Marble: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Industrial and Other Minerals. Copy the point on Rutile and uranium: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Minerals are exploited by the following methods. Copy the point on Industrial mining on the left, then draw the diagram on the right: an open-pit mine.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Artisanal mining on the left, then draw the diagram on the right: artisanal gold miners.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Stakeholders. The following stakeholders take part in mining. Copy the point on The state: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Stakeholders. Copy the point on Companies: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Stakeholders. Copy the point on Local communities: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Uses of the Minerals. Minerals are used in the following ways. Copy the point on Oil and gas: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the Minerals. Copy the point on Limestone: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the Minerals. Copy the point on Bauxite and iron ore: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the Minerals. Copy the point on Gold and diamonds: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Hindering Exploitation. The exploitation of minerals faces the following problems. Copy the point on Lack of infrastructure: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Hindering Exploitation. Copy the point on High investment costs: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Hindering Exploitation. Copy the point on Poor geological knowledge: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Hindering Exploitation. Copy the point on Poor governance: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Recent State Efforts. The state has taken the following measures. Copy the point on A new Mining Code: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Infrastructure on the left, then draw the diagram on the right: the Nachtigal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Recent State Efforts. Copy the point on New institutions: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Recent State Efforts. Copy the point on Partnerships: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Benefits. The exploitation of minerals brings the following benefits. Copy the point on State revenue: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Benefits. Copy the point on Jobs: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Benefits. Copy the point on Raw materials for industry: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Benefits. Copy the point on New infrastructure: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for Sustainable Exploitation. Minerals are exploited sustainably by the following measures. Copy the point on Environmental impact assessments: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for Sustainable Exploitation. Copy the point on Land restoration: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for Sustainable Exploitation. Copy the point on Community development: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for Sustainable Exploitation. Copy the point on Transparency: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minerals of the East Region and their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iron ore at Mbalam and gold at Bétaré-Oya (also cobalt-nickel at Lomié).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that hinder mineral exploitation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infrastructure and high investment costs.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SONARA; number 2, Figuil; number 3, artisanal.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dam built on the Benue.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Management of Water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10: MANAGEMENT OF MINERAL AND ENERGY RESOURCES IN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2.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Mineral and Energy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Management of Mineral and Energy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energy resource, hydrocarbons, open-pit mining, artisanal mining, stakeholder, mining code, sustainable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Low level of exploitation; types, distribution, quality and quantity of minerals; methods and stakeholders; uses (including energy minerals); problems and recent state efforts; benefits; measures for sustainable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mineral and energy resources of Cameroon, explain their low exploitation and propose measures for sustainable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Management of Forest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minerals exploited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crude oil, natural gas, limestone, gold, bauxite (planned) and iron ore (planned).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low level of exploitation of minerals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and distribution of minerals and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exploitation and the stakeholders.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state efforts, benefits and measures for sustainable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are natural substances taken from the ground.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is extracted near the coast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electricity in Cameroon comes from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hears on the news that the state has signed an agreement to exploit the iron ore of Mbalam in the East, with a railway to the port of Kribi.</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uncle, an artisanal gold miner near Batouri, works with shovels and pans.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asks his father: "If Cameroon is so rich in minerals, why are so few of them exploited, and how can they benefit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does not understand why the rich minerals of Cameroon are little exploited and how they can benefit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mineral is found at Mbalam?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uncle mine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hand, with shovels and pans (artisanal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energy at home and support the responsible use of mineral wealth.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mineral and energy wealth of Cameroon and the conditions for using it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Minerals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bauxite deposits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Minim-Martap and Ngaoundal (Adamawa) and Fongo-Tongo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ffsh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offshore oil platform.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most of Cameroon's oil extracted?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Offshore, in the Rio del Rey basin (and the Douala/Kribi-Campo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AND STAKEHOLDERS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oldmin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Artisanal miners.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AND STAKEHOLDERS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characteristics of artisanal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AND STAKEHOLDERS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simple tools and much labour, and it is often informal.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STATE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on the Sanaga.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STATE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mining need dams and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STATE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Mines need a lot of electricity and transport for heavy 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 AND SUSTAINABILITY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open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open-pit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 AND SUSTAINABILITY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mining company do when the mine closes?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 AND SUSTAINABILITY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Restore the land (fill, replant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10: Management of Mineral and Energy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substance obtained from the Earth's crust, such as iron ore, bauxite or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source of power, such as oil, gas, water (hydroelectricity) or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Artisanal 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small-scale mining with simple tools and much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use of resources that meets present needs without destroying them for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A Low Level of Exploitation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mineral wealth of Cameroon is characterised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 rich subsoil: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Cameroon has oil, gas, iron ore, bauxite, cobalt, nickel, gold, diamonds, limestone and other minerals. Some deposits are among the largest in Africa.</a:t>
            </a:r>
            <a:endParaRPr lang="en-US" sz="3400" dirty="0"/>
          </a:p>
        </p:txBody>
      </p:sp>
      <p:pic>
        <p:nvPicPr>
          <p:cNvPr id="5" name="Image 0" descr="/home/claude/f4/img/v2/cmr_minerals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minerals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A Low Level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Little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Apart from oil, gas and limestone, most deposits are not yet mined on a large scale. Large deposits such as the bauxite of Minim-Martap remain in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A Low Level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Little local processing: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minerals, like crude oil, are exported without much processing. Cameroon therefore earns little from them and creates few industrial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Energy Resources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energy resources of Cameroon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Crude oil: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Oil is extracted mainly offshore in the Rio del Rey basin and in the Douala and Kribi-Campo basins. Production has fallen from about 180,000 barrels a day in 1985 to about 60,000 today.</a:t>
            </a:r>
            <a:endParaRPr lang="en-US" sz="3000" dirty="0"/>
          </a:p>
        </p:txBody>
      </p:sp>
      <p:pic>
        <p:nvPicPr>
          <p:cNvPr id="6" name="Image 0" descr="/home/claude/f4/img/v2/usa_offshor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offshore platform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Energy Resources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Gas from Logbaba near Douala and from offshore Kribi supplies factories and the Kribi power plant. Since 2018, it has also been exported as liquefied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Energy Resources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Hydroelectricity: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rivers provide most of the electricity of Cameroon, from dams such as Song Loulou, Edéa, Lagdo, Memve'ele and Nachtigal. The potential is very large but only partly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Energy Resources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Fuelwood and solar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Fuelwood remains the main energy of households, especially in villages. Solar energy is growing in the north, and thermal power plants complete the supply when rivers are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Metallic Minerals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metallic minerals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Iron 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deposits are found at Mbalam in the East, at Nkout in the South and near Kribi. Some of them are of good 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Metallic Minerals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Bauxite: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reserves are found at Minim-Martap and Ngaoundal in the Adamawa and at Fongo-Tongo in the West. They are still not mined.</a:t>
            </a:r>
            <a:endParaRPr lang="en-US" sz="3600" dirty="0"/>
          </a:p>
        </p:txBody>
      </p:sp>
      <p:pic>
        <p:nvPicPr>
          <p:cNvPr id="6" name="Image 0" descr="/home/claude/f4/img/v2/lsa_bauxit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bauxite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Metallic Minerals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Cobalt and nickel: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Cobalt, nickel and manganese are found at Nkamouna near Lomié in the East. These metals are in high demand for batteries.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Metallic Minerals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Gold and diamonds: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Gold and diamonds are found mainly in the East, at Bétaré-Oya, Batouri and Mobilong. They are mostly mined by hand.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Industrial and Other Minerals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also has the following industrial and other minerals: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Limestone: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at Figuil in the North is used to make cement. It is one of the few minerals mined for local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Industrial and Other Minerals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Marble: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Marble is found at Bidzar in the Far North. It is used for building and decoration.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Industrial and Other Minerals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Rutile and uranium: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Rutile is found at Akonolinga and uranium at Poli and Lolodorf. They are not yet mined.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Methods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Minerals are exploited by the following methods: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Industrial mining: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Oil and gas are extracted by offshore drilling, and limestone and marble are quarried. Open-pit mining is planned for iron ore and bauxite.</a:t>
            </a:r>
            <a:endParaRPr lang="en-US" sz="3200" dirty="0"/>
          </a:p>
        </p:txBody>
      </p:sp>
      <p:pic>
        <p:nvPicPr>
          <p:cNvPr id="6" name="Image 0" descr="/home/claude/f4/img/v2/usa_openpi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open-pit mine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Methods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Artisanal mining: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Gold and diamonds are dug and washed by hand, often informally, by thousands of miners. This work is dangerous and pollutes rivers.</a:t>
            </a:r>
            <a:endParaRPr lang="en-US" sz="3600" dirty="0"/>
          </a:p>
        </p:txBody>
      </p:sp>
      <p:pic>
        <p:nvPicPr>
          <p:cNvPr id="6" name="Image 0" descr="/home/claude/f4/img/v2/usa_goldminers.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artisanal gold miners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Stakeholders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stakeholders take part in mining: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state: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Ministry of Mines, the SNH for hydrocarbons and SONAMINES, the national mining company, grant permits and collect revenue. The state is also a partner in some projects.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Stakeholders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Companies: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Multinational and national companies bring capital and technology. They build the mines and sell the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Stakeholders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communities provide land and labour for the mines. They should receive compensation and a share of the benefits.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Uses of the Minerals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used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Oil and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Crude oil was refined into fuels at SONARA in Limbe and is mostly exported. Gas is used to produce electricity, as a fuel for industries and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Uses of the Minerals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Limestone: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is used to make cement at Figuil and in other plants. Cement is essential for building houses, roads and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Uses of the Minerals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Bauxite and iron 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Bauxite is the raw material of aluminium, and iron ore of steel. ALUCAM at Edéa makes aluminium, but it uses imported alumina.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Uses of the Minerals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Gold and diamonds: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Gold and diamonds are used for jewellery and as a form of savings. They bring income to miners and traders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Problems Hindering Exploitation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exploitation of minerals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Railways, ports, roads and electricity are lacking near most deposits. Minerals such as iron ore cannot be exported without a railway to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Problems Hindering Exploitation</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investment costs: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mines need billions of francs, which must often come from foreign investors. When world prices fall, investors abandon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Problems Hindering Exploitation</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geological knowledge: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areas of the country are not yet fully surveyed. The size and quality of many deposits are therefore unknown.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Problems Hindering Exploitation</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governance: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Slow procedures, corruption and conflicts with local communities discourage investors. Projects are therefore delayed for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Recent State Efforts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state has taken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new Mining Code: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Mining Code of 2016, revised in 2023, aims to attract investors and increase the benefits for Cameroon. It also protects local communities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Recent State Efforts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state has built the Kribi deep-sea port and the Lom Pangar and Nachtigal dams, and plans mining railways. These will supply the energy and transport needed by mines.</a:t>
            </a:r>
            <a:endParaRPr lang="en-US" sz="3600" dirty="0"/>
          </a:p>
        </p:txBody>
      </p:sp>
      <p:pic>
        <p:nvPicPr>
          <p:cNvPr id="6" name="Image 0" descr="/home/claude/f4/img/v2/lsa_nachtiga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Nachtigal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Recent State Efforts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institutions: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SONAMINES was created in 2020 to manage the interests of the state in mining. The state also organises artisanal miners so that their activity becomes legal and safer.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Recent State Efforts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Partnerships: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Agreements are signed with foreign companies to develop the iron ore and bauxite deposits. The state takes shares in these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Benefits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exploitation of minerals brings the following benefits: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State revenue: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gas provide a large part of the revenue of the state. This money pays for roads,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Benefits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Mines, quarries and oil companies create jobs for local people. Small businesses also grow around the mining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Benefits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for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Minerals supply raw materials to industries such as cement, aluminium and steel. These industries create more wealth in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Benefits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projects bring new roads, railways and services to remote areas. These also serve the local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Measures for Sustainable Exploitation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Minerals are exploited sustainably by the following measures: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Environmental impact assessments: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Before starting, every project must study its effects on the environment and propose ways to reduce them. The government must approve this study.</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Measures for Sustainable Exploitation</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restoration: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must fill the pits and replant the land after mining. This allows the land to be used again for farming or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Measures for Sustainable Exploitation</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Community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 of the mining revenue must go to the affected communities for schools, water and health. The local people then benefit from the minerals of their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Measures for Sustainable Exploitation</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Transparency: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belongs to the Extractive Industries Transparency Initiative (EITI), which publishes mining payments. This makes it harder to misuse mining revenue.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minerals of the East Region and their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ore at Mbalam and gold at Bétaré-Oya (also cobalt-nickel at Lomié).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that hinder mineral exploitation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infrastructure and high investment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company that refines oil at Limbe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for cement is quarried at ______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Small-scale mining with simple tools is ______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dam built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Management of Water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 / le minéral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 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Management of Mineral and Energy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low level of exploitation of minerals in Cameroon. Describe the types and distribution of minerals and energy resources. Describe the methods of exploitation and the stakeholders. Explain the problems, state efforts, benefits and measures for sustainable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mineral and energy resources of Cameroon, explain their low exploitation and propose measures for sustainable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Introduction: A Low Level of Exploitation; Energy Resources; Metallic Minerals; Industrial and Other Minerals; Methods; Stakeholders; Uses of the Minerals; Problems Hindering Exploitation; Recent State Efforts; Benefits; Measures for Sustainable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dam built on the Benue.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mark minerals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coast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gold mining in the East.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dams and 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old quarries.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“Rig I” by Tuftronic10000, CC BY 2.0, via Flickr (https://www.flickr.com/photos/36574363@N00/367931994)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“Mining in Kailo” by Julien Harneis, CC BY-SA 2.0, via Flickr (https://www.flickr.com/photos/16935515@N00/1873057946)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“2017-91-06” by Community Archives of Belleville &amp; Hastings County, CC0 1.0, via Flickr (https://www.flickr.com/photos/134017397@N03/37070933734)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(Bauxite):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91</Slides>
  <Notes>91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91</vt:i4>
      </vt:variant>
    </vt:vector>
  </HeadingPairs>
  <TitlesOfParts>
    <vt:vector size="9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2026-10-06T05:41:44Z</dcterms:created>
  <dcterms:modified xsi:type="dcterms:W3CDTF">2026-10-06T05:41:44Z</dcterms:modified>
</cp:coreProperties>
</file>