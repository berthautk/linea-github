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The Drainage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drainage, drainage basin, watershed, river system, tributary, river regime, hydroelectric power. At the end, you should be able to do this: learners are able to locate the drainage basins and main rivers of Cameroon and explain their potentials.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Vegetation of Cameroon. The question was: Name the four drainage basins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Atlantic basin, the Congo basin, the Niger basin and the Chad basin.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drainage basin, watershed and river regime. Number 2: explain the drainage potentials of Cameroon. Number 3: locate the main watersheds, drainage basins and river systems on a map. Number 4: describe the general characteristics of the drainage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Adamawa Plateau is the main watershed of Cameroon. The Benue flows through Garoua. The north has a long dry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you stand with Ali on the bridge over the Benue at Garoua: the river is high, brown and fast. In March, at the same place, the river is small and full of sandbanks. Ali asks: "Where does all this water come from, where does it go, and why does it change so much between the seasons?"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does not know where the Benue comes from, where it goes and why its flow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is the Benue high?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August,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Benue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West into Nigeria, where it joins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 banks and water sources, and use water carefully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rivers of Cameroon and their use for energy, farming, transport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drainage basins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Into which major basin does the Benue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Niger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river near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Into which ocean do the Sanaga and the Wouri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lake Chad.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Chad basin called an inland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rivers (Logone, Chari) flow into Lake Chad and never reach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dam on the Sanaga.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 rivers of the south good for producing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steep slopes with rapids and falls and a large volume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Benue at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Benue low in March?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dry season: there is no rain in its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Drainage and Drainage basin.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Watershed and River regime.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Drainage Potentials of Cameroon. The drainage potentials of Cameroon and the main dams are the following. Copy the point on Hydroelectric power on the left, then draw the diagram on the right: the Nachtigal site on the Sanaga.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Potentials of Cameroon. On this slide we have Main dams.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Potentials of Cameroon. On this slide we have Irrigation and Navigation.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Potentials of Cameroon. On this slide we have Fishing and water supply.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Watersheds. The main watersheds of Cameroon are the following. Copy the point on The Adamawa Plateau on the left, then draw the diagram on the right: the drainage basins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Watersheds. On this slide we have The Western Highlands and The Southern Plateau.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Atlantic Basin. The river systems and characteristics of the Atlantic basin, the largest basin of Cameroon, are the following. On this slide we have The Sanaga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Atlantic Basin. On this slide we have Southern rivers.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Western rivers on the left, then draw the diagram on the right: the Wouri estuary.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Atlantic Basin. On this slide we have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Congo Basin. The rivers, characteristics and protected areas of the Congo basin, in the south-east, are the following. On this slide we have Main rivers.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Congo Basin. On this slide we have Characteristics and Protected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Niger Basin. The rivers, reservoir and regime of the Niger basin, in the North Region, are the following. Copy the point on The Benue on the left, then draw the diagram on the right: the Benue at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Niger Basin. On this slide we have Tributaries.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Lagdo reservoir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Niger Basin. On this slide we have Regime.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Chad Basin. The characteristics and rivers of the Chad basin, in the Far North, are the following. Copy the point on An inland basin on the left, then draw the diagram on the right: lake Chad.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Chad Basin. On this slide we have The Logone and Seasonal rivers.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Chad Basin. On this slide we have Lake Chad.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and General Characteristics. The drainage network of Cameroon has the following characteristics. On this slide we have Radial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General Characteristics. On this slide we have Dense network in the south and Regimes.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General Characteristics. On this slide we have Rapids and falls.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drainage basins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Atlantic, Congo, Niger and Chad basins.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Chad basin an inland basin?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rivers flow into Lake Chad and do not reach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Sanaga; number 2, Niger; number 3, watershed.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total population of Cameroon at the 2005 census.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Population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THE DRAINAGE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Drainage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The Drainage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drainage basin, watershed, river system, tributary, river regime, hydroelectric power.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potentials of Cameroon; main watersheds, drainage basins and their river systems; distribution and general characteristics of the drainage networks.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drainage basins and main rivers of Cameroon and explain their potentials.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Vegetation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basin, the Congo basin, the Niger basin and the Chad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drainage basin, watershed and river regime.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drainage potentials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watersheds, drainage basins and river systems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characteristics of the drainage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Plateau is the main watershed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flows through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has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you stand with Ali on the bridge over the Benue at Garoua: the river is high, brown and fast. In March, at the same place, the river is small and full of sandbanks. Ali asks: "Where does all this water come from, where does it go, and why does it change so much between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does not know where the Benue comes from, where it goes and why its flow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Benue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into Nigeria, where it joins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 banks and water sources, and use water carefully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rivers of Cameroon and their use for energy, farming, transport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drainag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drainage basins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major basin does the Benue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wou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near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ocean do the Sanaga and the Wouri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ke_ch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Chad basin called an inland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WATERSHEDS AND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rivers (Logone, Chari) flow into Lake Chad and never reach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POTENTIALS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on the Sanaga.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POTENTIALS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rivers of the south good for producing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POTENTIALS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steep slopes with rapids and falls and a large volume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 at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Benue low in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dry season: there is no rain in its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system of rivers, lakes and other water bodies of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drained by a river and its tributaries (its catchment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of high ground that separates one drainage basin from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pattern of changes in the flow of a river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drainage potentials of Cameroon and the main dams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Hydroelectric power: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Steep rivers with rapids and falls give one of the largest hydroelectric potentials in Africa.</a:t>
            </a:r>
            <a:endParaRPr lang="en-US" sz="3200" dirty="0"/>
          </a:p>
        </p:txBody>
      </p:sp>
      <p:pic>
        <p:nvPicPr>
          <p:cNvPr id="5" name="Image 0" descr="/home/claude/f4/img/v2/lsa_nachtig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Nachtigal site on the Sanaga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Edéa and Song Loulou on the Sanaga, Nachtigal (420 MW, the newest large dam), Lom Pangar (regulating reservoir), Memve'ele on the Ntem and Lagdo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water rice and other crops, as in SEMRY (Logone) and around the Lagdo reservoir (Benue).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Navigation: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Wouri estuary serves the port of Douala, and the Benue is navigable to Garoua for a short period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and 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lakes (Lagdo, Maga, Lake Chad) supply fish and water for towns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Watersheds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watersheds of Cameroon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Adamawa Plateau: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is the main watershed: rivers flow north to the Benue and the Logone, and south to the Sanaga.</a:t>
            </a:r>
            <a:endParaRPr lang="en-US" sz="3200" dirty="0"/>
          </a:p>
        </p:txBody>
      </p:sp>
      <p:pic>
        <p:nvPicPr>
          <p:cNvPr id="6" name="Image 0" descr="/home/claude/f4/img/v2/cameroon_drainage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drainage basins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Watersheds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flow west and south to the Atlantic (Cross River, Mungo, Wouri) and east to the Mbam.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Southern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separates the rivers of the Atlantic basin (Nyong, Ntem) from those of the Congo basin (Dja, Boumba).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Atlantic Basin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river systems and characteristics of the Atlantic basin, the largest basin of Cameroon,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Sanaga system: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Sanaga (about 920 km), the longest river entirely in Cameroon, forms from the Djerem and the Lom and receives the Mbam.</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B) The Atlantic Basin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Southern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Nyong, the Ntem and the Lokoundjé drain the Southern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Atlantic Basin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Western rivers: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Wouri (formed by the Nkam and the Makombé), the Mungo, the Meme and the Cross River (Manyu) drain the Western Highlands.</a:t>
            </a:r>
            <a:endParaRPr lang="en-US" sz="3600" dirty="0"/>
          </a:p>
        </p:txBody>
      </p:sp>
      <p:pic>
        <p:nvPicPr>
          <p:cNvPr id="6" name="Image 0" descr="/home/claude/f4/img/v2/lsa_wouri.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Wouri estuary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Atlantic Basin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powerful rivers with rapids and falls, such as the Lobé Falls at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Congo Basin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rivers, characteristics and protected areas of the Congo basin, in the south-east,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Sangha, the Dja, the Ngoko, the Boumba and the Kadéi flow towards the Congo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Congo Basin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equatorial zone, they have a fairly regular flow all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Dja Faunal Reserve lies in this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The Niger Basin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rivers, reservoir and regime of the Niger basin, in the North Region,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Benue: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rises on the Adamawa Plateau east of Ngaoundéré, flows past Garoua and enters Nigeria, where it joins the Niger.</a:t>
            </a:r>
            <a:endParaRPr lang="en-US" sz="2800" dirty="0"/>
          </a:p>
        </p:txBody>
      </p:sp>
      <p:pic>
        <p:nvPicPr>
          <p:cNvPr id="6" name="Image 0" descr="/home/claude/f4/img/v2/f2t_benu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Benue at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Niger Basin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Tributaries: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Faro, the Mayo Rey and the Mayo Kébi.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The Niger Basin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Lagdo reservoir: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Lagdo dam on the Benue produces electricity for the north and supplies irrigation and fishing.</a:t>
            </a:r>
            <a:endParaRPr lang="en-US" sz="3600" dirty="0"/>
          </a:p>
        </p:txBody>
      </p:sp>
      <p:pic>
        <p:nvPicPr>
          <p:cNvPr id="6"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Niger Basin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is strongly seasonal: high from August to October and very low from February to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E) The Chad Basin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characteristics and rivers of the Chad basin, in the Far North,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An inland basin: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Its rivers flow into Lake Chad and never reach the sea.</a:t>
            </a:r>
            <a:endParaRPr lang="en-US" sz="3200" dirty="0"/>
          </a:p>
        </p:txBody>
      </p:sp>
      <p:pic>
        <p:nvPicPr>
          <p:cNvPr id="6" name="Image 0" descr="/home/claude/f4/img/v2/f2t_lake_cha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 The Chad Basin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Logone: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formed by the Vina and the Mbéré from the Adamawa and forms part of the border with Chad before joining the Chari.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(mayos), such as the Mayo Tsanaga, flow only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 The Chad Basin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 Chad: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shallow and has shrunk greatly since the 1960s because of droughts and water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General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drainage network of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Radial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flow outwards in all directions from the central highlands (Adamawa and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General Characteristics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network in the south: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 south has a dense network of permanent rivers, while the dry north has fewer rivers and many seasonal 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Southern rivers have two high-water periods, while northern rivers have one flood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Rapids and 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Rapids and falls limit navigation but favour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Congo, Niger and Chad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Chad basin an inland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rivers flow into Lake Chad and do not reach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entirely in Cameroon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Benue is part of the ______ basin.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of high ground separating two basins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total population of Cameroon at the 2005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fleuve / la rivière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 power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The Drainage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drainage basin, watershed and river regime. Explain the drainage potentials of Cameroon. Locate the main watersheds, drainage basins and river systems on a map. Describe the general characteristics of the drainage networks.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drainage basins and main rivers of Cameroon and explain their potentials.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Drainage Potentials of Cameroon; The Watersheds; The Atlantic Basin; The Congo Basin; The Niger Basin; The Chad Basin; Distribution and General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total population of Cameroon at the 2005 census.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rivers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Atlantic basin.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Lake Chad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the dams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river in March and August.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“Fishing on the Wouri River” by Karlplatz, CC BY-NC-ND 2.0, via Flickr (https://www.flickr.com/photos/36973264@N00/3158348)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Lagdo reservoir): “South Holston Lake, (Virginia-Tennessee border, USA)” by James St. John, CC BY 2.0, via Flickr (https://www.flickr.com/photos/47445767@N05/39221734762)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2026-09-28T21:14:29Z</dcterms:created>
  <dcterms:modified xsi:type="dcterms:W3CDTF">2026-09-28T21:14:29Z</dcterms:modified>
</cp:coreProperties>
</file>