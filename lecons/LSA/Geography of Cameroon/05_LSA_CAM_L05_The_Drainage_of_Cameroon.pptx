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Lst>
  <p:notesMasterIdLst>
    <p:notesMasterId r:id="rId7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notesMaster" Target="notesMasters/notesMaster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5: The Drainage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Geography of Cameroon.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Geography of Cameroon, and the sub-topic is The Physical Environment of Cameroon. The key notions we shall use today are: drainage, drainage basin, watershed, river system, tributary, river regime, hydroelectric power. At the end, you should be able to do this: learners are able to locate the drainage basins and main rivers of Cameroon and explain their potentials.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 Vegetation of Cameroon. The question was: Name the four drainage basins of Cameroon.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Atlantic basin, the Congo basin, the Niger basin and the Chad basin.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define drainage basin, watershed and river regime. Number 2: explain the drainage potentials of Cameroon. Number 3: locate the main watersheds, drainage basins and river systems on a map. Number 4: describe the general characteristics of the drainage networks.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Adamawa Plateau is the main watershed of Cameroon. The Benue flows through Garoua. The north has a long dry season.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August you stand with Ali on the bridge over the Benue at Garoua: the river is high, brown and fast. In March, at the same place, the river is small and full of sandbanks. Ali asks: "Where does all this water come from, where does it go, and why does it change so much between the seasons?"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Ali does not know where the Benue comes from, where it goes and why its flow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When is the Benue high?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 August, in the rainy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does the Benue go?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West into Nigeria, where it joins the Niger.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river banks and water sources, and use water carefully in the dry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rivers of Cameroon and their use for energy, farming, transport and water supply.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drainage basins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Into which major basin does the Benue flow?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Niger basin.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river near Douala.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Into which ocean do the Sanaga and the Wouri flow?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Atlantic Ocean.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lake Chad.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the Chad basin called an inland basin?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Its rivers (Logone, Chari) flow into Lake Chad and never reach the sea.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dam on the Sanaga.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are the rivers of the south good for producing electricity?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have steep slopes with rapids and falls and a large volume of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the Benue at Garoua.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is the Benue low in March?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the dry season: there is no rain in its basin.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Drainage and Drainage basin.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Watershed and River regime.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Drainage Potentials of Cameroon. The drainage potentials of Cameroon and the main dams are the following. Copy the point on Hydroelectric power on the left, then draw the diagram on the right: the Nachtigal site on the Sanaga.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Drainage Potentials of Cameroon. On this slide we have Main dams.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Drainage Potentials of Cameroon. On this slide we have Irrigation and Navigation.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Drainage Potentials of Cameroon. On this slide we have Fishing and water supply.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Watersheds. The main watersheds of Cameroon are the following. Copy the point on The Adamawa Plateau on the left, then draw the diagram on the right: the drainage basins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Watersheds. On this slide we have The Western Highlands and The Southern Plateau.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Atlantic Basin. The river systems and characteristics of the Atlantic basin, the largest basin of Cameroon, are the following. On this slide we have The Sanaga system.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Atlantic Basin. On this slide we have Southern rivers.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Western rivers on the left, then draw the diagram on the right: the Wouri estuary.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Atlantic Basin. On this slide we have Characteristics.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Congo Basin. The rivers, characteristics and protected areas of the Congo basin, in the south-east, are the following. On this slide we have Main rivers.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Congo Basin. On this slide we have Characteristics and Protected areas.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Niger Basin. The rivers, reservoir and regime of the Niger basin, in the North Region, are the following. Copy the point on The Benue on the left, then draw the diagram on the right: the Benue at Garoua.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Niger Basin. On this slide we have Tributaries.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The Lagdo reservoir on the left, then draw the diagram on the right: the Lagdo dam.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Niger Basin. On this slide we have Regime.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Chad Basin. The characteristics and rivers of the Chad basin, in the Far North, are the following. Copy the point on An inland basin on the left, then draw the diagram on the right: lake Chad.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Chad Basin. On this slide we have The Logone and Seasonal rivers.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Chad Basin. On this slide we have Lake Chad.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Distribution and General Characteristics. The drainage network of Cameroon has the following characteristics. On this slide we have Radial pattern.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Distribution and General Characteristics. On this slide we have Dense network in the south and Regimes.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Distribution and General Characteristics. On this slide we have Rapids and falls.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four drainage basins of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Atlantic, Congo, Niger and Chad basins.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the Chad basin an inland basin?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its rivers flow into Lake Chad and do not reach the sea.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Sanaga; number 2, Niger; number 3, watershed.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Give the total population of Cameroon at the 2005 census.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6: Population Change 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5: THE DRAINAGE OF CAMEROON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2.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2.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2.xml"/><Relationship Id="rId3" Type="http://schemas.openxmlformats.org/officeDocument/2006/relationships/notesSlide" Target="../notesSlides/notesSlide7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Drainage of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Geography of Cameroon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Geography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Physical Environment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5: The Drainage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Drainage, drainage basin, watershed, river system, tributary, river regime, hydroelectric power.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Drainage potentials of Cameroon; main watersheds, drainage basins and their river systems; distribution and general characteristics of the drainage networks.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locate the drainage basins and main rivers of Cameroon and explain their potentials.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 Vegetation of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drainage basins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Atlantic basin, the Congo basin, the Niger basin and the Chad basin.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drainage basin, watershed and river regime.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drainage potentials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the main watersheds, drainage basins and river systems on a map.</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general characteristics of the drainage networks.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Adamawa Plateau is the main watershed of Cameroon.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Benue flows through Garoua.</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north has a long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August you stand with Ali on the bridge over the Benue at Garoua: the river is high, brown and fast. In March, at the same place, the river is small and full of sandbanks. Ali asks: "Where does all this water come from, where does it go, and why does it change so much between the seasons?"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Ali does not know where the Benue comes from, where it goes and why its flow changes.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is the Benue high?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August, in the rainy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Benue go?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West into Nigeria, where it joins the Niger.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river banks and water sources, and use water carefully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rivers of Cameroon and their use for energy, farming, transport and water supply.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WATERSHEDS AND BASINS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ameroon_drainage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drainage basins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WATERSHEDS AND BASINS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Into which major basin does the Benue flow?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WATERSHEDS AND BASINS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Niger basin.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WATERSHEDS AND BASINS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wour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river near Douala.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WATERSHEDS AND BASINS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Into which ocean do the Sanaga and the Wouri flow?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WATERSHEDS AND BASINS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Atlantic Ocean.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WATERSHEDS AND BASINS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lake_ch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Lake Chad.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WATERSHEDS AND BASINS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Chad basin called an inland basin?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WATERSHEDS AND BASINS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Its rivers (Logone, Chari) flow into Lake Chad and never reach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DRAINAGE POTENTIALS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nachtiga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dam on the Sanaga.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DRAINAGE POTENTIALS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 rivers of the south good for producing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DRAINAGE POTENTIALS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have steep slopes with rapids and falls and a large volume of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GENERAL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benu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Benue at Garoua.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GENERAL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Benue low in March?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GENERAL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dry season: there is no rain in its basin.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Geography of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Physical Environment of Cameroon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The Drainage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Drainage: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system of rivers, lakes and other water bodies of an area.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Drainage basin: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area drained by a river and its tributaries (its catchment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Watershed: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line of high ground that separates one drainage basin from another.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River regime: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pattern of changes in the flow of a river during the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Drainage Potentials of Cameroon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drainage potentials of Cameroon and the main dams are the following:</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Hydroelectric power: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Steep rivers with rapids and falls give one of the largest hydroelectric potentials in Africa.</a:t>
            </a:r>
            <a:endParaRPr lang="en-US" sz="3200" dirty="0"/>
          </a:p>
        </p:txBody>
      </p:sp>
      <p:pic>
        <p:nvPicPr>
          <p:cNvPr id="5" name="Image 0" descr="/home/claude/f4/img/v2/lsa_nachtigal.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Nachtigal site on the Sanaga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Drainage Potentials of Cameroon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Main dams: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Edéa and Song Loulou on the Sanaga, Nachtigal (420 MW, the newest large dam), Lom Pangar (regulating reservoir), Memve'ele on the Ntem and Lagdo on the Benue.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Drainage Potentials of Cameroon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Irrigation: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Rivers water rice and other crops, as in SEMRY (Logone) and around the Lagdo reservoir (Benue).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Navigation: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Wouri estuary serves the port of Douala, and the Benue is navigable to Garoua for a short period in the rainy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Drainage Potentials of Cameroon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Fishing and water supply: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Rivers and lakes (Lagdo, Maga, Lake Chad) supply fish and water for towns and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Watersheds and Drainage Basins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The Watersheds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main watersheds of Cameroon are the following:</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The Adamawa Plateau: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It is the main watershed: rivers flow north to the Benue and the Logone, and south to the Sanaga.</a:t>
            </a:r>
            <a:endParaRPr lang="en-US" sz="3200" dirty="0"/>
          </a:p>
        </p:txBody>
      </p:sp>
      <p:pic>
        <p:nvPicPr>
          <p:cNvPr id="6" name="Image 0" descr="/home/claude/f4/img/v2/cameroon_drainage_big.png">    </p:cNvPr>
          <p:cNvPicPr>
            <a:picLocks noChangeAspect="1"/>
          </p:cNvPicPr>
          <p:nvPr/>
        </p:nvPicPr>
        <p:blipFill>
          <a:blip r:embed="rId1"/>
          <a:stretch>
            <a:fillRect/>
          </a:stretch>
        </p:blipFill>
        <p:spPr>
          <a:xfrm>
            <a:off x="5349240" y="2253310"/>
            <a:ext cx="6659575" cy="3329788"/>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drainage basins of Cameroon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Watersheds and Drainage Basins</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The Watersheds</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Western Highlands: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Rivers flow west and south to the Atlantic (Cross River, Mungo, Wouri) and east to the Mbam.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Southern Plateau: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separates the rivers of the Atlantic basin (Nyong, Ntem) from those of the Congo basin (Dja, Boumba).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Watersheds and Drainage Basins</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The Atlantic Basin</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river systems and characteristics of the Atlantic basin, the largest basin of Cameroon, are the following:</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The Sanaga system: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Sanaga (about 920 km), the longest river entirely in Cameroon, forms from the Djerem and the Lom and receives the Mbam.</a:t>
            </a:r>
            <a:endParaRPr lang="en-US" sz="3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Watersheds and Drainage Basins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100" b="1" dirty="0">
                <a:solidFill>
                  <a:srgbClr val="990011"/>
                </a:solidFill>
                <a:latin typeface="Times New Roman" pitchFamily="34" charset="0"/>
                <a:ea typeface="Times New Roman" pitchFamily="34" charset="-122"/>
                <a:cs typeface="Times New Roman" pitchFamily="34" charset="-120"/>
              </a:rPr>
              <a:t>B) The Atlantic Basin (continued)</a:t>
            </a:r>
            <a:endParaRPr lang="en-US" sz="31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Southern rivers: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Nyong, the Ntem and the Lokoundjé drain the Southern Plateau.</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Watersheds and Drainage Basins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The Atlantic Basin</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Western rivers: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Wouri (formed by the Nkam and the Makombé), the Mungo, the Meme and the Cross River (Manyu) drain the Western Highlands.</a:t>
            </a:r>
            <a:endParaRPr lang="en-US" sz="3600" dirty="0"/>
          </a:p>
        </p:txBody>
      </p:sp>
      <p:pic>
        <p:nvPicPr>
          <p:cNvPr id="6" name="Image 0" descr="/home/claude/f4/img/v2/lsa_wouri.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Wouri estuary</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Watersheds and Drainage Basins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The Atlantic Basin</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Characteristics: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Short, powerful rivers with rapids and falls, such as the Lobé Falls at Kribi.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Watersheds and Drainage Basins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The Congo Basin</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rivers, characteristics and protected areas of the Congo basin, in the south-east,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Main rivers: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Sangha, the Dja, the Ngoko, the Boumba and the Kadéi flow towards the Congo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Watersheds and Drainage Basins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The Congo Basin (continued)</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Characteristics: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equatorial zone, they have a fairly regular flow all year.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Protected areas: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Dja Faunal Reserve lies in this basin.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Watersheds and Drainage Basins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D) The Niger Basin</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The rivers, reservoir and regime of the Niger basin, in the North Region, are the following:</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The Benue: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It rises on the Adamawa Plateau east of Ngaoundéré, flows past Garoua and enters Nigeria, where it joins the Niger.</a:t>
            </a:r>
            <a:endParaRPr lang="en-US" sz="2800" dirty="0"/>
          </a:p>
        </p:txBody>
      </p:sp>
      <p:pic>
        <p:nvPicPr>
          <p:cNvPr id="6" name="Image 0" descr="/home/claude/f4/img/v2/f2t_benue.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Benue at Garoua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Watersheds and Drainage Basins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D) The Niger Basin</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Tributaries: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Faro, the Mayo Rey and the Mayo Kébi.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Watersheds and Drainage Basins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D) The Niger Basin</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The Lagdo reservoir: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Lagdo dam on the Benue produces electricity for the north and supplies irrigation and fishing.</a:t>
            </a:r>
            <a:endParaRPr lang="en-US" sz="3600" dirty="0"/>
          </a:p>
        </p:txBody>
      </p:sp>
      <p:pic>
        <p:nvPicPr>
          <p:cNvPr id="6" name="Image 0" descr="/home/claude/f4/img/v2/f2t_lagdo.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Lagdo dam</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Watersheds and Drainage Basins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D) The Niger Basin</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Regime: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Benue is strongly seasonal: high from August to October and very low from February to April.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Watersheds and Drainage Basins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E) The Chad Basin</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characteristics and rivers of the Chad basin, in the Far North, are the following:</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An inland basin: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Its rivers flow into Lake Chad and never reach the sea.</a:t>
            </a:r>
            <a:endParaRPr lang="en-US" sz="3200" dirty="0"/>
          </a:p>
        </p:txBody>
      </p:sp>
      <p:pic>
        <p:nvPicPr>
          <p:cNvPr id="6" name="Image 0" descr="/home/claude/f4/img/v2/f2t_lake_chad.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Lake Chad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Watersheds and Drainage Basins</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E) The Chad Basin</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Logone: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formed by the Vina and the Mbéré from the Adamawa and forms part of the border with Chad before joining the Chari.</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Seasonal rivers: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rivers (mayos), such as the Mayo Tsanaga, flow only in the rainy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Watersheds and Drainage Basins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E) The Chad Basin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Lake Chad: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shallow and has shrunk greatly since the 1960s because of droughts and water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Distribution and General Characteristics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drainage network of Cameroon has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Radial pattern: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Rivers flow outwards in all directions from the central highlands (Adamawa and Western Highlands).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Distribution and General Characteristics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Dense network in the south: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wet south has a dense network of permanent rivers, while the dry north has fewer rivers and many seasonal ones.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Regimes: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Southern rivers have two high-water periods, while northern rivers have one flood in the rainy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Distribution and General Characteristics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Rapids and falls: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Rapids and falls limit navigation but favour hydroelectricity.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drainage basins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Atlantic, Congo, Niger and Chad basins.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Chad basin an inland basin?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Its rivers flow into Lake Chad and do not reach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longest river entirely in Cameroon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Benue is part of the ______ basin.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line of high ground separating two basins is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the total population of Cameroon at the 2005 census.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Population Change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Drainage basin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bassin versant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Watershed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ligne de partage des eaux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River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fleuve / la rivière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Tributary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L'affluent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barrage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Hydroelectric power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L'hydroélectricité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Flood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crue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Low water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L'étiage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Geography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5: The Drainage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drainage basin, watershed and river regime. Explain the drainage potentials of Cameroon. Locate the main watersheds, drainage basins and river systems on a map. Describe the general characteristics of the drainage networks.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locate the drainage basins and main rivers of Cameroon and explain their potentials.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The Drainage Potentials of Cameroon; The Watersheds; The Atlantic Basin; The Congo Basin; The Niger Basin; The Chad Basin; Distribution and General Characteristics.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Give the total population of Cameroon at the 2005 census.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rivers on a sketch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show the Atlantic basin.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show Lake Chad on a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name the dams of Cameroon.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the river in March and August.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Geography of Cameroon.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Cameroon Geography (LSA),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“Fishing on the Wouri River” by Karlplatz, CC BY-NC-ND 2.0, via Flickr (https://www.flickr.com/photos/36973264@N00/3158348)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“Lake Chad: almost gone” by GRIDArendal, CC BY-NC-SA 2.0, via Flickr (https://www.flickr.com/photos/148768555@N05/32323646926)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“Chutes de Natchigal” by friel, CC BY-NC-SA 2.0, via Flickr (https://www.flickr.com/photos/91702411@N00/2692932)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“Niamey, Niger” by LenDog64, CC BY-ND 2.0, via Flickr (https://www.flickr.com/photos/45968460@N03/4422209893)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(The Lagdo reservoir): “South Holston Lake, (Virginia-Tennessee border, USA)” by James St. John, CC BY 2.0, via Flickr (https://www.flickr.com/photos/47445767@N05/39221734762)</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71</Slides>
  <Notes>71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71</vt:i4>
      </vt:variant>
    </vt:vector>
  </HeadingPairs>
  <TitlesOfParts>
    <vt:vector size="7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2026-09-28T21:21:47Z</dcterms:created>
  <dcterms:modified xsi:type="dcterms:W3CDTF">2026-09-28T21:21:47Z</dcterms:modified>
</cp:coreProperties>
</file>