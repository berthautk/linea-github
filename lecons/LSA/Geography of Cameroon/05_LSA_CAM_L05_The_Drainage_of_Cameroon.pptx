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drainage, drainage basin, watershed, river system, tributary, river regime, hydroelectric power. At the end, you should be able to do this: learners are able to locate the drainage basins and main rivers of Cameroon and explain their potentials.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Vegetation of Cameroon. The question was: Name the four drainage basins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basin, the Congo basin, the Niger basin and the Chad basin.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drainage basin, watershed and river regime. Number 2: explain the drainage potentials of Cameroon. Number 3: locate the main watersheds, drainage basins and river systems on a map. Number 4: describe the general characteristics of the drainage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Adamawa Plateau is the main watershed of Cameroon. The Benue flows through Garoua. The north has a long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where the Benue comes from, where it goes and why its flow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high?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Benue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into Nigeria, where it joins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and water sources, and use water carefully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 for energy, farming, transport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Into which major basin does the Benue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near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ocean do the Sanaga and the Wouri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Chad basin called an inland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rivers (Logone, Chari) flow into Lake Chad and never reach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rivers of the south good for producing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steep slopes with rapids and falls and a large volume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Benue low in March?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dry season: there is no rain in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Watershed and River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Potentials of Cameroon. The drainage potentials of Cameroon and the main dams are the following. Copy the point on Hydroelectric power on the left, then draw the diagram on the right: the Nachtigal site on the Sanaga.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Main dams.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Irrigation and Navigation.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Fishing and water supply.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Watersheds. The main watersheds of Cameroon are the following. Copy the point on The Adamawa Plateau on the left, then draw the diagram on the right: the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Watersheds. On this slide we have The Western Highlands and The Southern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Atlantic Basin. The river systems and characteristics of the Atlantic basin, the largest basin of Cameroon, are the following. On this slide we have The Sanaga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On this slide we have Southern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Western rivers on the left, then draw the diagram on the right: the Wouri estuary.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Congo Basin. The rivers, characteristics and protected areas of the Congo basin, in the south-east, are the following. On this slide we have Main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Congo Basin. On this slide we have Characteristics and Protected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Niger Basin. The rivers, reservoir and regime of the Niger basin, in the North Region, are the following. Copy the point on The Benue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Niger Basin. On this slide we have Tributaries.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Lagdo reservoir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Niger Basin. On this slide we have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Chad Basin. The characteristics and rivers of the Chad basin, in the Far North, are the following. Copy the point on An inland basin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On this slide we have The Logone and Seasonal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On this slide we have Lake Chad.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General Characteristics. The drainage network of Cameroon has the following characteristics. On this slide we have Radial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On this slide we have Dense network in the south and Regimes.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On this slide we have Rapids and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Atlantic, Congo, Niger and Chad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Chad basin an inland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rivers flow into Lake Chad and do not reach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watershed.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total population of Cameroon at the 2005 census.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drainage basin, watershed, river system, tributary, river regime, hydroelectric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potentials of Cameroon; main watersheds, drainage basins and their river systems; distribution and general characteristics of the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basin, the Congo basin, the Niger basin and the Chad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drainage basin, watershed and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potentials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watersheds, drainage basins and river systems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drainage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the main watershed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where the Benue comes from, where it goes and why its flow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into Nigeria, where it joins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and water sources, and use water carefully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 for energy, farming, transport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major basin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near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ocean do the Sanaga and the Wouri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called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(Logone, Chari) flow into Lake Chad and never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rivers of the south good for producing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steep slopes with rapids and falls and a large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low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season: there is no rain in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system of rivers, lakes and other water bodies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 (its catchment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of high ground that separates one drainage basin from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changes in the flow of a river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drainage potentials of Cameroon and the main dams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Hydroelectric power: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Steep rivers with rapids and falls give one of the largest hydroelectric potentials in Africa.</a:t>
            </a:r>
            <a:endParaRPr lang="en-US" sz="3200" dirty="0"/>
          </a:p>
        </p:txBody>
      </p:sp>
      <p:pic>
        <p:nvPicPr>
          <p:cNvPr id="5" name="Image 0" descr="/home/claude/f4/img/v2/lsa_nachtig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site on the Sanaga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and Song Loulou on the Sanaga, Nachtigal (420 MW, the newest large dam), Lom Pangar (regulating reservoir), Memve'ele on the Ntem and Lagdo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water rice and other crops, as in SEMRY (Logone) and around the Lagdo reservoir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serves the port of Douala, and the Benue is navigable to Garoua for a short period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(Lagdo, Maga, Lake Chad) supply fish and water for towns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Watersheds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watersheds of Cameroon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Adamawa Plateau: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the main watershed: rivers flow north to the Benue and the Logone, and south to the Sanaga.</a:t>
            </a:r>
            <a:endParaRPr lang="en-US" sz="3200" dirty="0"/>
          </a:p>
        </p:txBody>
      </p:sp>
      <p:pic>
        <p:nvPicPr>
          <p:cNvPr id="6" name="Image 0" descr="/home/claude/f4/img/v2/cameroon_drainage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basins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Watersheds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west and south to the Atlantic (Cross River, Mungo, Wouri) and east to the Mbam.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Southern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separates the rivers of the Atlantic basin (Nyong, Ntem) from those of the Congo basin (Dja, Boumba).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systems and characteristics of the Atlantic basin, the largest basin of Cameroon,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Sanaga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Sanaga (about 920 km), the longest river entirely in Cameroon, forms from the Djerem and the Lom and receives the Mbam.</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The Atlantic Basin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Nyong, the Ntem and the Lokoundjé drain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Atlantic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Western rivers: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Wouri (formed by the Nkam and the Makombé), the Mungo, the Meme and the Cross River (Manyu) drain the Western Highlands.</a:t>
            </a:r>
            <a:endParaRPr lang="en-US" sz="3600" dirty="0"/>
          </a:p>
        </p:txBody>
      </p:sp>
      <p:pic>
        <p:nvPicPr>
          <p:cNvPr id="6" name="Image 0" descr="/home/claude/f4/img/v2/lsa_wouri.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powerful rivers with rapids and falls, such as the Lobé Falls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rivers, characteristics and protected areas of the Congo basin, in the south-east,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the Dja, the Ngoko, the Boumba and the Kadéi flow towards the Congo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zone, they have a fairly regular flow all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Faunal Reserve lies in this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rivers, reservoir and regime of the Niger basin, in the North Region,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Benue: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rises on the Adamawa Plateau east of Ngaoundéré, flows past Garoua and enters Nigeria, where it joins the Niger.</a:t>
            </a:r>
            <a:endParaRPr lang="en-US" sz="28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Niger Basin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Faro, the Mayo Rey and the Mayo Kébi.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Lagdo reservoir: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on the Benue produces electricity for the north and supplies irrigation and fishing.</a:t>
            </a:r>
            <a:endParaRPr lang="en-US" sz="3600" dirty="0"/>
          </a:p>
        </p:txBody>
      </p:sp>
      <p:pic>
        <p:nvPicPr>
          <p:cNvPr id="6"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Niger Basin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strongly seasonal: high from August to October and very low from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E) The Chad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characteristics and rivers of the Chad basin, in the Far North,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 inland basin: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Its rivers flow into Lake Chad and never reach the sea.</a:t>
            </a:r>
            <a:endParaRPr lang="en-US" sz="3200" dirty="0"/>
          </a:p>
        </p:txBody>
      </p:sp>
      <p:pic>
        <p:nvPicPr>
          <p:cNvPr id="6"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Logone: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formed by the Vina and the Mbéré from the Adamawa and forms part of the border with Chad before joining the Chari.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(mayos), such as the Mayo Tsanaga, flow only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 Chad: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shallow and has shrunk greatly since the 1960s because of droughts and water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network of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in all directions from the central highlands (Adamawa and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network in the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south has a dense network of permanent rivers, while the dry north has fewer rivers and many seasonal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Southern rivers have two high-water periods, while northern rivers have one flood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Rapids and falls limit navigation but favour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Congo, Niger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flow into Lake Chad and do not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entirely in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is part of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high ground separating two basins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 / la rivière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 power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drainage basin, watershed and river regime. Explain the drainage potentials of Cameroon. Locate the main watersheds, drainage basins and river systems on a map. Describe the general characteristics of the drainage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Drainage Potentials of Cameroon; The Watersheds; The Atlantic Basin; The Congo Basin; The Niger Basin; The Chad Basin; Distribution and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total population of Cameroon at the 2005 census.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rivers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Atlantic basin.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Lake Chad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the dams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river in March and August.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Lagdo reservoir):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2026-09-29T03:12:11Z</dcterms:created>
  <dcterms:modified xsi:type="dcterms:W3CDTF">2026-09-29T03:12:11Z</dcterms:modified>
</cp:coreProperties>
</file>