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drainage, drainage basin, watershed, river system, tributary, river regime, hydroelectric power. At the end, you should be able to do this: learners are able to locate the drainage basins and main rivers of Cameroon and explain their potentials.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Vegetation of Cameroon. The question was: Name the four drainage basins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basin, the Congo basin, the Niger basin and the Chad basin.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drainage basin, watershed and river regime. Number 2: explain the drainage potentials of Cameroon. Number 3: locate the main watersheds, drainage basins and river systems on a map. Number 4: describe the general characteristics of the drainage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Adamawa Plateau is the main watershed of Cameroon. The Benue flows through Garoua. The north has a long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where the Benue comes from, where it goes and why its flow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high?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Benue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into Nigeria, where it joins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and water sources, and use water carefully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 for energy, farming, transport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Into which major basin does the Benue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near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ocean do the Sanaga and the Wouri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Chad basin called an inland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rivers (Logone, Chari) flow into Lake Chad and never reach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rivers of the south good for producing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steep slopes with rapids and falls and a large volume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Benue low in March?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dry season: there is no rain in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Watershed and River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The rivers and lakes of Cameroon offer the following potentials. Copy the point on Hydroelectric power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Irrigation: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Navigation: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Copy the point on Fishing and water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Watersheds. The main watersheds of Cameroon are the following. Copy the point on The Adamawa Plateau on the left, then draw the diagram on the right: the drainage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Copy the point on The Western Highlands: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Copy the point on The Southern Plateau: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Atlantic Basin. The Atlantic basin, the largest basin of Cameroon, has the following river systems. Copy the point on The Sanaga system: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Copy the point on The southern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western rivers on the left, then draw the diagram on the right: the Wouri.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Congo Basin. The Congo basin, in the south-east, has the following characteristics. Copy the point on Main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Congo Basin.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Niger Basin. The Niger basin, in the North Region, has the following characteristics. Copy the point on The Benue on the left, then draw the diagram on the right: the Benue.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Lagdo reservoir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Copy the point on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Chad Basin. The Chad basin, in the Far North, has the following characteristics. Copy the point on An inland basin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Copy the point on Seasonal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Copy the point on Lake Chad: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General Characteristics. The drainage network of Cameroon has the following characteristics. Copy the point on Radial pattern: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Dense network in the south: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Regimes: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Copy the point on Rapids and 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Atlantic, Congo, Niger and Chad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Chad basin an inland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rivers flow into Lake Chad and do not reach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total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drainage basin, watershed, river system, tributary, river regime, hydroelectric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potentials of Cameroon; main watersheds, drainage basins and their river systems; distribution and general characteristics of the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Congo basin, the Niger basin and the Chad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drainage basin, watershed and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watersheds, drainage basins and river systems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drainage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the main watershed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where the Benue comes from, where it goes and why its flow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into Nigeria, where it joins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and water sources, and use water carefully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 for energy, farming, transport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major basin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near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ocean do the Sanaga and the Wouri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called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(Logone, Chari) flow into Lake Chad and never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rivers of the south good for producing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steep slopes with rapids and falls and a large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low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season: there is no rain in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system of rivers, lakes and other water bodies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 (its catchment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of high ground that separates one drainage basin from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changes in the flow of a river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rivers and lakes of Cameroon offer the following potentials: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Hydroelectric power: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Steep rivers with rapids and falls give Cameroon one of the largest hydroelectric potentials in Africa. The main dams are Edéa, Song Loulou and Nachtigal (420 MW) on the Sanaga, Lom Pangar, Memve'ele on the Ntem and Lagdo on the Benue.</a:t>
            </a:r>
            <a:endParaRPr lang="en-US" sz="2800" dirty="0"/>
          </a:p>
        </p:txBody>
      </p:sp>
      <p:pic>
        <p:nvPicPr>
          <p:cNvPr id="5"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water rice and other crops during the dry season. The SEMRY scheme uses the Logone, and farmers irrigate around the Lagdo reservoir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serves the port of Douala, the main port of the country. The Benue is navigable up to Garoua only for a short period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such as Lagdo, Maga and Lake Chad supply fish, an important source of food and income. They also supply water to towns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Watersheds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main watersheds of Cameroon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Adamawa Plateau: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the main watershed of Cameroon. Its rivers flow north to the Benue and the Logone and south to the Sanaga.</a:t>
            </a:r>
            <a:endParaRPr lang="en-US" sz="3400" dirty="0"/>
          </a:p>
        </p:txBody>
      </p:sp>
      <p:pic>
        <p:nvPicPr>
          <p:cNvPr id="6" name="Image 0" descr="/home/claude/f4/img/v2/cameroon_drainage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west and south from them to the Atlantic, such as the Cross River, the Mungo and the Wouri. Others flow east to the Mbam, a tributary of the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separates the rivers of the Atlantic basin, such as the Nyong and the Ntem, from those of the Congo basin, such as the Dja and the Boumba. This watershed is low and hardly visible in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Atlantic basin, the largest basin of Cameroon, has the following river systems: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Sanaga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Sanaga, about 920 km long, is the longest river entirely in Cameroon. It forms from the Djerem and the Lom, receives the Mbam and carries most of the hydroelectric dams of the country.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Nyong, the Ntem and the Lokoundjé drain the Southern Plateau towards the Atlantic. They cross swampy valleys and fall over rapids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Atlantic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western rivers: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Wouri (formed by the Nkam and the Makombé), the Mungo, the Meme and the Cross River (Manyu) drain the Western Highlands. They are short and fast.</a:t>
            </a:r>
            <a:endParaRPr lang="en-US" sz="3600" dirty="0"/>
          </a:p>
        </p:txBody>
      </p:sp>
      <p:pic>
        <p:nvPicPr>
          <p:cNvPr id="6" name="Image 0" descr="/home/claude/f4/img/v2/lsa_wour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of this basin are short and powerful, with many rapids and falls, such as the Lobé Falls at Kribi. They flow all year because of the heavy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Congo basin, in the south-east,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the Dja, the Ngoko, the Boumba and the Kadéi flow south-east towards the Congo River. The Dja Faunal Reserve lies in this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zone, these rivers have a fairly regular flow all year. They flow slowly through the dense forest and are used for transporting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Niger basin, in the North Region,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Benue: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rises on the Adamawa Plateau east of Ngaoundéré, flows past Garoua and enters Nigeria, where it joins the Niger. Its main tributaries are the Faro, the Mayo Rey and the Mayo Kébi.</a:t>
            </a:r>
            <a:endParaRPr lang="en-US" sz="2800" dirty="0"/>
          </a:p>
        </p:txBody>
      </p:sp>
      <p:pic>
        <p:nvPicPr>
          <p:cNvPr id="6" name="Image 0" descr="/home/claude/f4/img/v2/f2t_benu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Lagdo reservoir: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on the Benue produces electricity for the northern regions. Its reservoir also supplies water for irrigation and fish.</a:t>
            </a:r>
            <a:endParaRPr lang="en-US" sz="36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strongly seasonal, with high water from August to October and very low water from February to April. In the dry season, large sandbanks appear in its bed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The Chad Basin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Chad basin, in the Far North,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An inland basin: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Its rivers flow into Lake Chad and never reach the sea. The Logone, formed by the Vina and the Mbéré from the Adamawa, forms part of the border with Chad before joining the Chari.</a:t>
            </a:r>
            <a:endParaRPr lang="en-US" sz="3000" dirty="0"/>
          </a:p>
        </p:txBody>
      </p:sp>
      <p:pic>
        <p:nvPicPr>
          <p:cNvPr id="6" name="Image 0" descr="/home/claude/f4/img/v2/f2t_lake_ch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called mayos, such as the Mayo Tsanaga, flow only in the rainy season. For the rest of the year, their beds are dry and sandy.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is very shallow and changes size with the seasons and the years. It has shrunk greatly since the 1960s because of droughts and the use of water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 of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in all directions from the central highlands of the Adamawa and the West. This is why these highlands are the water tower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network in the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south has a dense network of permanent rivers. The dry north has fewer rivers, and many of them are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Southern rivers have two periods of high water, following the two rainy seasons. Northern rivers have only one flood, in the single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fall over rapids and waterfalls as they leave the plateaux. These limit navigation but favour the production of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flow into Lake Chad and do not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entirely in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is part of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high ground separating two basins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 / la rivière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 power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drainage basin, watershed and river regime. Explain the drainage potentials of Cameroon. Locate the main watersheds, drainage basins and river systems on a map. Describe the general characteristics of the drainage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Drainage Potentials of Cameroon; The Watersheds; The Atlantic Basin; The Congo Basin; The Niger Basin; The Chad Basin; Distribution and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total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rivers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Atlantic basin.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Lake Chad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the dams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river in March and August.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Lagdo reservoir):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2026-09-29T11:32:32Z</dcterms:created>
  <dcterms:modified xsi:type="dcterms:W3CDTF">2026-09-29T11:32:32Z</dcterms:modified>
</cp:coreProperties>
</file>