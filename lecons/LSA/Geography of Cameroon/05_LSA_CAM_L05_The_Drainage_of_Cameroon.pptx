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Lst>
  <p:notesMasterIdLst>
    <p:notesMasterId r:id="rId7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notesMaster" Target="notesMasters/notesMaster1.xml"/><Relationship Id="rId76" Type="http://schemas.openxmlformats.org/officeDocument/2006/relationships/presProps" Target="presProps.xml"/><Relationship Id="rId77" Type="http://schemas.openxmlformats.org/officeDocument/2006/relationships/viewProps" Target="viewProps.xml"/><Relationship Id="rId78" Type="http://schemas.openxmlformats.org/officeDocument/2006/relationships/theme" Target="theme/theme1.xml"/><Relationship Id="rId7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The Drainage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The Physical Environment of Cameroon. The key notions we shall use today are: drainage, drainage basin, watershed, river system, tributary, river regime, hydroelectric power. At the end, you should be able to do this: learners are able to locate the drainage basins and main rivers of Cameroon and explain their potentials.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Vegetation of Cameroon. The question was: Name the four drainage basins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Atlantic basin, the Congo basin, the Niger basin and the Chad basin.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drainage basin, watershed and river regime. Number 2: explain the drainage potentials of Cameroon. Number 3: locate the main watersheds, drainage basins and river systems on a map. Number 4: describe the general characteristics of the drainage networks.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Adamawa Plateau is the main watershed of Cameroon. The Benue flows through Garoua. The north has a long dry season.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August you stand with Ali on the bridge over the Benue at Garoua: the river is high, brown and fast. In March, at the same place, the river is small and full of sandbanks. Ali asks: "Where does all this water come from, where does it go, and why does it change so much between the seasons?"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Ali does not know where the Benue comes from, where it goes and why its flow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When is the Benue high?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August, in the rainy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does the Benue go?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West into Nigeria, where it joins the Niger.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river banks and water sources, and use water carefully in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rivers of Cameroon and their use for energy, farming, transport and water supply.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drainage basins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Into which major basin does the Benue flow?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Niger basin.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river near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Into which ocean do the Sanaga and the Wouri flow?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Atlantic 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lake Chad.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Chad basin called an inland basin?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Its rivers (Logone, Chari) flow into Lake Chad and never reach the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dam on the Sanaga.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the rivers of the south good for producing electricity?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have steep slopes with rapids and falls and a large volume of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Benue at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the Benue low in March?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the dry season: there is no rain in its basin.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Drainage and Drainage basin.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Watershed and River regime.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Drainage Potentials of Cameroon. The rivers and lakes of Cameroon offer the following potentials. Copy the point on Hydroelectric power on the left, then draw the diagram on the right: the Nachtigal dam.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Drainage Potentials of Cameroon. Copy the point on Irrigation: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Drainage Potentials of Cameroon. Copy the point on Navigation: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Drainage Potentials of Cameroon. Copy the point on Fishing: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Watersheds. The main watersheds of Cameroon are the following. Copy the point on The Adamawa Plateau on the left, then draw the diagram on the right: the drainage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Watersheds. Copy the point on The Western Highlands: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Watersheds. Copy the point on The Southern Plateau: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Atlantic Basin. The Atlantic basin, the largest basin of Cameroon, has the following river systems. Copy the point on The Sanaga system: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Atlantic Basin. Copy the point on The southern rivers: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western rivers on the left, then draw the diagram on the right: the Wouri.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Atlantic Basin. Copy the point on Short, powerful rivers: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Congo Basin. The Congo basin, in the south-east, has the following characteristics. Copy the point on Main rivers: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Congo Basin. Copy the point on A regular flow: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Congo Basin. Copy the point on Transport of timber: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Niger Basin. The Niger basin, in the North Region, has the following characteristics. Copy the point on The Benue on the left, then draw the diagram on the right: the Benue.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Lagdo reservoir on the left, then draw the diagram on the right: lake Lagdo.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Niger Basin. Copy the point on Regime: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Chad Basin. The Chad basin, in the Far North, has the following characteristics. Copy the point on An inland basin on the left, then draw the diagram on the right: lake Chad.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Chad Basin. Copy the point on Seasonal rivers: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Chad Basin. Copy the point on Lake Chad: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Distribution and General Characteristics. The drainage network of Cameroon has the following characteristics. Copy the point on Radial pattern: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and General Characteristics. Copy the point on Dense network in the south: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and General Characteristics. Copy the point on Regimes: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and General Characteristics. Copy the point on Rapids and falls: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four drainage basins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Atlantic, Congo, Niger and Chad basins.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Chad basin an inland basin?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its rivers flow into Lake Chad and do not reach the sea.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Sanaga; number 2, Niger; number 3, watershed.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the total population of Cameroon at the 2005 census.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Population Change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5: THE DRAINAGE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Drainage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Physical Environment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The Drainage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Drainage, drainage basin, watershed, river system, tributary, river regime, hydroelectric power.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Drainage potentials of Cameroon; main watersheds, drainage basins and their river systems; distribution and general characteristics of the drainage networks.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the drainage basins and main rivers of Cameroon and explain their potentials.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Vegetation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drainage basins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Atlantic basin, the Congo basin, the Niger basin and the Chad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drainage basin, watershed and river regime.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drainage potentials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main watersheds, drainage basins and river systems on a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general characteristics of the drainage networks.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Adamawa Plateau is the main watershed of Cameroon.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Benue flows through Garoua.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north has a long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August you stand with Ali on the bridge over the Benue at Garoua: the river is high, brown and fast. In March, at the same place, the river is small and full of sandbanks. Ali asks: "Where does all this water come from, where does it go, and why does it change so much between the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Ali does not know where the Benue comes from, where it goes and why its flow changes.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is the Benue high?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August,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Benue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West into Nigeria, where it joins the Niger.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river banks and water sources, and use water carefully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rivers of Cameroon and their use for energy, farming, transport and water supply.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WATERSHEDS AND BASINS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drainage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drainage basins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WATERSHEDS AND BASINS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Into which major basin does the Benue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WATERSHEDS AND BASINS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Niger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WATERSHEDS AND BASINS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wour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river near 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WATERSHEDS AND BASINS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Into which ocean do the Sanaga and the Wouri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WATERSHEDS AND BASINS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Atlantic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WATERSHEDS AND BASINS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lake_ch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Lake Chad.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WATERSHEDS AND BASINS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Chad basin called an inland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WATERSHEDS AND BASINS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rivers (Logone, Chari) flow into Lake Chad and never reach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DRAINAGE POTENTIALS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nachtig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dam on the Sanaga.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DRAINAGE POTENTIALS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rivers of the south good for producing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DRAINAGE POTENTIALS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steep slopes with rapids and falls and a large volume of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GENERAL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benu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Benue at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GENERAL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Benue low in March?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GENERAL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dry season: there is no rain in its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Physical Environment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The Drainage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system of rivers, lakes and other water bodies of an area.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basin: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area drained by a river and its tributaries (its catchment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Watershed: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line of high ground that separates one drainage basin from another.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River regime: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pattern of changes in the flow of a river during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Drainage Potentials of Cameroon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rivers and lakes of Cameroon offer the following potentials: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Hydroelectric power: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Steep rivers with rapids and falls give Cameroon one of the largest hydroelectric potentials in Africa. The main dams are Edéa, Song Loulou and Nachtigal (420 MW) on the Sanaga, Lom Pangar, Memve'ele on the Ntem and Lagdo on the Benue.</a:t>
            </a:r>
            <a:endParaRPr lang="en-US" sz="2800" dirty="0"/>
          </a:p>
        </p:txBody>
      </p:sp>
      <p:pic>
        <p:nvPicPr>
          <p:cNvPr id="5" name="Image 0" descr="/home/claude/f4/img/v2/lsa_nachtigal.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Nachtigal dam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Drainage Potentials of Cameroon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Irrigation: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water rice and other crops during the dry season. The SEMRY scheme uses the Logone, and farmers irrigate around the Lagdo reservoir on the Benue.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Drainage Potentials of Cameroon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Navigation: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Wouri estuary serves the port of Douala, the main port of the country. The Benue is navigable up to Garoua only for a short period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Drainage Potentials of Cameroon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Fishing: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and lakes such as Lagdo, Maga and Lake Chad supply fish. Fishing is an important source of food and income for riverside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Watersheds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main watersheds of Cameroon are the following:</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The Adamawa Plateau: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It is the main watershed of Cameroon. Its rivers flow north to the Benue and the Logone and south to the Sanaga.</a:t>
            </a:r>
            <a:endParaRPr lang="en-US" sz="3400" dirty="0"/>
          </a:p>
        </p:txBody>
      </p:sp>
      <p:pic>
        <p:nvPicPr>
          <p:cNvPr id="6" name="Image 0" descr="/home/claude/f4/img/v2/cameroon_drainage_big.png">    </p:cNvPr>
          <p:cNvPicPr>
            <a:picLocks noChangeAspect="1"/>
          </p:cNvPicPr>
          <p:nvPr/>
        </p:nvPicPr>
        <p:blipFill>
          <a:blip r:embed="rId1"/>
          <a:stretch>
            <a:fillRect/>
          </a:stretch>
        </p:blipFill>
        <p:spPr>
          <a:xfrm>
            <a:off x="6537960" y="2550490"/>
            <a:ext cx="5470855" cy="2735428"/>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drainage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Watersheds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Western Highlands: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flow west and south from them to the Atlantic, such as the Cross River, the Mungo and the Wouri. Others flow east to the Mbam, a tributary of the Sanaga.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Watersheds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Southern Plateau: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separates the rivers of the Atlantic basin, such as the Nyong and the Ntem, from those of the Congo basin, such as the Dja and the Boumba. This watershed is low and hardly visible in the landscape.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Atlantic Basin</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Atlantic basin, the largest basin of Cameroon, has the following river systems: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Sanaga system: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Sanaga, about 920 km long, is the longest river entirely in Cameroon. It forms from the Djerem and the Lom, receives the Mbam and carries most of the hydroelectric dams of the country.</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Atlantic Basin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southern rivers: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Nyong, the Ntem and the Lokoundjé drain the Southern Plateau towards the Atlantic. They cross swampy valleys and fall over rapids near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Atlantic Basin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western rivers: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Wouri (formed by the Nkam and the Makombé), the Mungo, the Meme and the Cross River (Manyu) drain the Western Highlands. They are short and fast.</a:t>
            </a:r>
            <a:endParaRPr lang="en-US" sz="3600" dirty="0"/>
          </a:p>
        </p:txBody>
      </p:sp>
      <p:pic>
        <p:nvPicPr>
          <p:cNvPr id="6" name="Image 0" descr="/home/claude/f4/img/v2/lsa_wouri.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Wouri</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Atlantic Basin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Short, powerful rivers: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rivers of this basin are short and powerful, with many rapids and falls, such as the Lobé Falls at Kribi. They flow all year because of the heavy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Congo Basin</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Congo basin, in the south-east,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Main rivers: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Sangha, the Dja, the Ngoko, the Boumba and the Kadéi flow south-east towards the Congo River. The Dja Faunal Reserve lies in this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Congo Basin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regular flow: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equatorial zone, rain falls almost all year, so these rivers have a fairly regular flow. They flow slowly through the dense forest and swampy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Congo Basin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of timber: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rivers are used to float logs and to carry timber by boat towards the Congo River. They are the main routes in parts of the forest that have no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D) The Niger Basin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Niger basin, in the North Region, has the following characteristics: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The Benue: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It rises on the Adamawa Plateau east of Ngaoundéré, flows past Garoua and enters Nigeria, where it joins the Niger. Its main tributaries are the Faro, the Mayo Rey and the Mayo Kébi.</a:t>
            </a:r>
            <a:endParaRPr lang="en-US" sz="2800" dirty="0"/>
          </a:p>
        </p:txBody>
      </p:sp>
      <p:pic>
        <p:nvPicPr>
          <p:cNvPr id="6" name="Image 0" descr="/home/claude/f4/img/v2/f2t_benue.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Benue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D) The Niger Basin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Lagdo reservoir: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Lagdo dam on the Benue produces electricity for the northern regions. Its reservoir also supplies water for irrigation and fish.</a:t>
            </a:r>
            <a:endParaRPr lang="en-US" sz="3600" dirty="0"/>
          </a:p>
        </p:txBody>
      </p:sp>
      <p:pic>
        <p:nvPicPr>
          <p:cNvPr id="6" name="Image 0" descr="/home/claude/f4/img/v2/f2t_lagdo.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Lake Lagdo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The Niger Basin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Benue is strongly seasonal, with high water from August to October and very low water from February to April. In the dry season, large sandbanks appear in its bed at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E) The Chad Basin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Chad basin, in the Far North, has the following characteristics: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An inland basin: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Its rivers flow into Lake Chad and never reach the sea. The Logone, formed by the Vina and the Mbéré from the Adamawa, forms part of the border with Chad before joining the Chari.</a:t>
            </a:r>
            <a:endParaRPr lang="en-US" sz="3000" dirty="0"/>
          </a:p>
        </p:txBody>
      </p:sp>
      <p:pic>
        <p:nvPicPr>
          <p:cNvPr id="6" name="Image 0" descr="/home/claude/f4/img/v2/f2t_lake_chad.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Lake Chad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E) The Chad Basin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Seasonal rivers: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rivers, called mayos, such as the Mayo Tsanaga, flow only in the rainy season. For the rest of the year, their beds are dry and sandy.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E) The Chad Basin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Lake Chad: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Lake Chad is very shallow and changes size with the seasons and the years. It has shrunk greatly since the 1960s because of droughts and the use of water for irrigation.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Distribution and General Characteristics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drainage network of Cameroon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Radial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flow outwards in all directions from the central highlands of the Adamawa and the West. This is why these highlands are the water tower of the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Distribution and General Characteristics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Dense network in the south: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wet south has a dense network of permanent rivers. The dry north has fewer rivers, and many of them are seasonal.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Distribution and General Characteristics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Regimes: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Southern rivers have two periods of high water, following the two rainy seasons. Northern rivers have only one flood, in the single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Distribution and General Characteristics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Rapids and falls: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rivers fall over rapids and waterfalls as they leave the plateaux. These limit navigation but favour the production of hydroelectricity.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drainage basins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Atlantic, Congo, Niger and Chad basins.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Chad basin an inland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rivers flow into Lake Chad and do not reach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longest river entirely in Cameroon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Benue is part of the ______ basin.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line of high ground separating two basins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total population of Cameroon at the 2005 census.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Population Change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Drainage basin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bassin versant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Watershed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ligne de partage des eaux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River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fleuve / la rivière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Tributary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L'affluent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Hydroelectric power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L'hydroélectricité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Low water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L'étiage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The Drainage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drainage basin, watershed and river regime. Explain the drainage potentials of Cameroon. Locate the main watersheds, drainage basins and river systems on a map. Describe the general characteristics of the drainage networks.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the drainage basins and main rivers of Cameroon and explain their potentials.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Drainage Potentials of Cameroon; The Watersheds; The Atlantic Basin; The Congo Basin; The Niger Basin; The Chad Basin; Distribution and General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the total population of Cameroon at the 2005 census.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rivers on a sketch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the Atlantic basin.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Lake Chad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the dams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the river in March and August.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“Fishing on the Wouri River” by Karlplatz, CC BY-NC-ND 2.0, via Flickr (https://www.flickr.com/photos/36973264@N00/3158348)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“Lake Chad: almost gone” by GRIDArendal, CC BY-NC-SA 2.0, via Flickr (https://www.flickr.com/photos/148768555@N05/32323646926)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“Chutes de Natchigal” by friel, CC BY-NC-SA 2.0, via Flickr (https://www.flickr.com/photos/91702411@N00/2692932)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“Niamey, Niger” by LenDog64, CC BY-ND 2.0, via Flickr (https://www.flickr.com/photos/45968460@N03/4422209893)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(The Lagdo reservoir): “South Holston Lake, (Virginia-Tennessee border, USA)” by James St. John, CC BY 2.0, via Flickr (https://www.flickr.com/photos/47445767@N05/39221734762)</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73</Slides>
  <Notes>73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73</vt:i4>
      </vt:variant>
    </vt:vector>
  </HeadingPairs>
  <TitlesOfParts>
    <vt:vector size="7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2026-10-06T05:41:37Z</dcterms:created>
  <dcterms:modified xsi:type="dcterms:W3CDTF">2026-10-06T05:41:37Z</dcterms:modified>
</cp:coreProperties>
</file>