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Management of Water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Economic Activities and Development of Cameroon. The key notions we shall use today are: water resources, fishing, aquaculture, irrigation scheme, flood-retreat cultivation, navigation, hydroelectric power, water supply. At the end, you should be able to do this: learners are able to describe the uses of the water resources of Cameroon and propose solutions to the problems of their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Management of Mineral and Energy Resources in Cameroon. The question was: Name the dam built on the Benue.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Lagdo dam.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distribution of water bodies and their resources. Number 2: explain the use of water for fishing and agriculture, with their problems and solutions. Number 3: explain the use of water for transport, water supply and other uses. Number 4: describe the hydroelectric sites, their problems and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Lagdo dam is on the Benue. The Sanaga has the largest dams of Cameroon. SEMRY grows rice with water from the Logone.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Hamadou visits his uncle, a fisherman on the Lagdo reservoir. The uncle complains that his catches are smaller and that the water level is low, which reduces the water in his irrigation channels. That evening the electricity goes off, and a neighbour says: "It is the low water at the dam again." Hamadou asks: "How is one lake used for so many things, and how can we manage it better?"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Lagdo reservoir serves many uses, and low water affects them all; Hamadou wants to know how to manage it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uses of the Lagdo reservoir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Fishing, irrigation and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electricity go off?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water level at the dam is low, so less electricity is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water and electricity, and protect rivers and lakes from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value of water resources for food, energy and transport, and the need to manage them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water resources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one large irrigation scheme of the Far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SEMRY (rice, near Yagoua and Maga).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fishermen in canoes.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difference between artisanal and industrial fishing?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Artisanal fishing uses canoes and nets; industrial fishing uses large motorised trawlers.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irrigated rice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irrigation important in the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allows farming during the long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Wouri estuary.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Wouri estuary important for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gives access to the port of Douala, the main port of the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Lagdo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regions receive electricity from the Lagdo dam?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 the Far North and the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Water resources and Irrigation.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Flood-retreat cultivation and Aquaculture.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of Water Bodies and Their Resources. The water bodies of Cameroon and their resources are the following. Copy the point on The sea on the left, then draw the diagram on the right: water resources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Water Bodies and Their Resources. On this slide we have Rivers and Lakes.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Water Bodies and Their Resources. On this slide we have Underground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Fishing. Fishing is carried out by the following methods. Copy the point on Modern large-scale fishing on the left, then draw the diagram on the right: a fishing boat.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Traditional small-scale fishing on the left, then draw the diagram on the right: artisanal fishing.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Fishing. On this slide we have Main inland fisheries and Aquaculture.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Solutions and Impacts. The problems, solutions and impacts of fishing are the following.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Solutions and Impacts. On this slide we have Solutions and Socio-economic impacts.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Solutions and Impacts. On this slide we have Environmental impacts.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Use for Agriculture. Water is used for agriculture as follows. Copy the point on SEMRY on the left, then draw the diagram on the right: an irrigated rice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 for Agriculture. On this slide we have Lagdo and UNVDA.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 for Agriculture. On this slide we have Flood-retreat cultivation.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 for Agriculture. On this slide we have Benefits and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Use for Transport and Other Purposes. Water is used for transport and other purposes as follows. Copy the point on Sea transport on the left, then draw the diagram on the right: the Wouri estuary.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 for Transport and Other Purposes. On this slide we have River transport and Water supply.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 for Transport and Other Purposes. On this slide we have Sand extraction.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Use for Hydroelectric Power. The hydroelectric sites, their problems and solutions are the following. Copy the point on Southern sites on the left, then draw the diagram on the right: the Nachtigal site.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Northern site on the left, then draw the diagram on the right: the Lagdo dam.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 for Hydroelectric Power. On this slide we have Regulating dams and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 for Hydroelectric Power.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irrigation schemes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sEMRY (Logone) and UNVDA (Ndop); also Lagdo.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hydroelectric production and one solution.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low water in the dry season and silting; building regulating dams (or dredging).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flood-retreat; number 2, Lagdo; number 3, CAMWATER.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factory in Garoua and what it produces.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Industrial Development and Change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11: MANAGEMENT OF WATER RESOURCES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Management of Water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 and Development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Management of Water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Water resources, fishing, aquaculture, irrigation scheme, flood-retreat cultivation, navigation, hydroelectric power, water supply.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water bodies and their resources; use for fishing (modern and traditional), agriculture (irrigation schemes and flood-retreat cultivation), transport, water supply, sand extraction and hydroelectric power; problems, solutions and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uses of the water resources of Cameroon and propose solutions to the problems of their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Management of Mineral and Energy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dam built on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Lagdo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water bodies and their resources.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use of water for fishing and agriculture, with their problems and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use of water for transport, water supply and other uses.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hydroelectric sites, their problems and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Lagdo dam is on the Benue.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Sanaga has the largest dams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SEMRY grows rice with water from the Logone.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Hamadou visits his uncle, a fisherman on the Lagdo reservoir.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uncle complains that his catches are smaller and that the water level is low, which reduces the water in his irrigation channels.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Lagdo reservoir serves many uses, and low water affects them all; Hamadou wants to know how to manage it better.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uses of the Lagdo reservoir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irrigation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electricity go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level at the dam is low, so less electricity is produced.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water and electricity, and protect rivers and lakes from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value of water resources for food, energy and transport, and the need to manage them carefully.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water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resources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large irrigation scheme of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SEMRY (rice, near Yagoua and Maga).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FISHING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Fishermen in canoes.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artisanal and industrial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Artisanal fishing uses canoes and nets; industrial fishing uses large motorised trawlers.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AGRICULTURE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irrigated rice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AGRICULTURE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irrigation important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AGRICULTURE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allows farming during the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TRANSPORT AND OTHER 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wou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Wouri estuary.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TRANSPORT AND OTHER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Wouri estuary important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TRANSPORT AND OTHER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access to the port of Douala, the main port of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HYDROELECTRIC POWER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agd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Lagdo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HYDROELECTRIC POWER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regions receive electricity from the Lagdo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HYDROELECTRIC POWER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the Far North and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Economic Activities and Development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11: Management of Water Resources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water bodies of a country (sea, rivers, lakes, underground water) and what they provide.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artificial supply of water to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Flood-retreat cultivation: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on land left moist when river floods go down.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Aquaculture: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rearing of fish in ponds or cages.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of Water Bodies and Their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water bodies of Cameroon and their resources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sea: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Atlantic coast (about 400 km) provides fish, shrimps, oil and gas, ports and beaches.</a:t>
            </a:r>
            <a:endParaRPr lang="en-US" sz="3200" dirty="0"/>
          </a:p>
        </p:txBody>
      </p:sp>
      <p:pic>
        <p:nvPicPr>
          <p:cNvPr id="5" name="Image 0" descr="/home/claude/f4/img/v2/cmr_water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water resources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of Water Bodies and Their Resources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Sanaga, Wouri, Nyong, Ntem, Benue and Logone provide water, fish, energy, transport and sand.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 Chad, crater lakes (Barombi Mbo, Nyos, Ossa) and reservoirs (Lagdo, Maga, Mbakaou, Lom Pangar).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of Water Bodies and Their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Underground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Aquifers supply boreholes and wells, especially in the north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Methods of Fishing</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Fishing is carried out by the following methods: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Modern large-scale fishing: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Motorised trawlers from Douala, Limbe and Kribi catch fish and shrimps at sea.</a:t>
            </a:r>
            <a:endParaRPr lang="en-US" sz="3200" dirty="0"/>
          </a:p>
        </p:txBody>
      </p:sp>
      <p:pic>
        <p:nvPicPr>
          <p:cNvPr id="6" name="Image 0" descr="/home/claude/f4/img/v2/usa_fishing.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fishing boat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Methods of Fishing</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Traditional small-scale fishing: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Canoes, nets, lines and traps are used on rivers, lakes and along the coast; it supplies most of the fish eaten locally.</a:t>
            </a:r>
            <a:endParaRPr lang="en-US" sz="3600" dirty="0"/>
          </a:p>
        </p:txBody>
      </p:sp>
      <p:pic>
        <p:nvPicPr>
          <p:cNvPr id="6" name="Image 0" descr="/home/claude/f4/img/v2/f2t_fishing.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artisanal fishing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Methods of Fishing</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inland fisheries: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 Chad, the Lagdo and Maga reservoirs and the Logone floodplains.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Aquaculture: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 farms and ponds are developing, especially in the Centre and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Problems, Solutions and Impacts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problems, solutions and impacts of fishing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Overfishing, illegal nets, pollution, shrinking of Lake Chad, poor conservation and storage of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B) Problems, Solutions and Impacts (continued)</a:t>
            </a:r>
            <a:endParaRPr lang="en-US" sz="31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rules (net size, closed seasons), control by MINEPIA, cold storage and aquaculture.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Socio-economic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cheap protein and income for fishermen and fish sellers.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B) Problems, Solutions and Impacts (continued)</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fish stocks and destruction of mangroves for fish smoking.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 for Agriculture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Water is used for agriculture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SEMRY: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irrigated rice schemes on the Logone near Yagoua and Maga (Far North).</a:t>
            </a:r>
            <a:endParaRPr lang="en-US" sz="3600" dirty="0"/>
          </a:p>
        </p:txBody>
      </p:sp>
      <p:pic>
        <p:nvPicPr>
          <p:cNvPr id="5" name="Image 0" descr="/home/claude/f4/img/v2/f4_rice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irrigated rice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 for Agriculture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Lagdo: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Irrigated rice and other crops around the Lagdo reservoir on the Benue.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UNVDA: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Irrigated rice in the Ndop plain (North-West).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 for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Flood-retreat cultivation: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dry-season sorghum (muskwari), maize and vegetables on moist land left by the floods of the Logone and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 for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Benefits and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food and dry-season jobs, but high costs, silting of canals, waterlogging, salinity and conflicts over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Use for Transport and Other Purposes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Water is used for transport and other purposes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Sea transport: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ports of Douala, Kribi (deep-sea port) and Limbe handle almost all foreign trade.</a:t>
            </a:r>
            <a:endParaRPr lang="en-US" sz="3600" dirty="0"/>
          </a:p>
        </p:txBody>
      </p:sp>
      <p:pic>
        <p:nvPicPr>
          <p:cNvPr id="5" name="Image 0" descr="/home/claude/f4/img/v2/lsa_wour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Wouri estuary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Use for Transport and Other Purposes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is navigable to Garoua only from about August to October, and the Sangha is used in the south-east.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CAMWATER treats river and underground water for towns (Douala, Yaoundé,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Use for Transport and Other Purposes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 extraction: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is dredged from the Wouri, the Sanaga and the Benue for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Use for Hydroelectric Power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hydroelectric sites, their problems and solutions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Southern sites: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Song Loulou and Edéa on the Sanaga, Nachtigal (420 MW) and Memve'ele on the Ntem supply the southern grid (Littoral, Centre, South, West, East).</a:t>
            </a:r>
            <a:endParaRPr lang="en-US" sz="3000" dirty="0"/>
          </a:p>
        </p:txBody>
      </p:sp>
      <p:pic>
        <p:nvPicPr>
          <p:cNvPr id="5" name="Image 0" descr="/home/claude/f4/img/v2/lsa_nachtiga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Nachtigal site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Use for Hydroelectric Power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Northern site: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Lagdo dam (72 MW) supplies the North, the Far North and the Adamawa.</a:t>
            </a:r>
            <a:endParaRPr lang="en-US" sz="3600" dirty="0"/>
          </a:p>
        </p:txBody>
      </p:sp>
      <p:pic>
        <p:nvPicPr>
          <p:cNvPr id="5" name="Image 0" descr="/home/claude/f4/img/v2/f2t_lagd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Lagdo dam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Use for Hydroelectric Power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Regulating dams: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Lom Pangar, Mbakaou, Bamendjin and Mapé store water to keep the Sanaga flowing in the dry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water in the dry season, silting, weeds, old equipment and weak grids cause power cuts (load shedding).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Use for Hydroelectric Power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dams, dredging, protection of catchments, linking the northern and southern grids and developing solar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irrigation schemes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SEMRY (Logone) and UNVDA (Ndop); also Lagdo.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hydroelectric production and one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water in the dry season and silting; building regulating dams (or dredging).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Farming on moist land left by floods is ______ cultivation.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dam that supplies the north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state company that supplies drinking water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factory in Garoua and what it produces.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Industrial Development and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ressources en 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pêche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retenue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Navigation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navigation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Power cut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coupure d'électricité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Drinking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 potable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Management of Water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distribution of water bodies and their resources. Explain the use of water for fishing and agriculture, with their problems and solutions. Explain the use of water for transport, water supply and other uses. Describe the hydroelectric sites, their problems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uses of the water resources of Cameroon and propose solutions to the problems of their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Distribution of Water Bodies and Their Resources; Methods of Fishing; Problems, Solutions and Impacts; Use for Agriculture; Use for Transport and Other Purposes; Use for Hydroelectric Power.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factory in Garoua and what it produces.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mark dams and schemes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fishing on the Lagdo lake.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irrigated onion fields.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Douala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the dams of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INS, Fourth Cameroon Household Survey (ECAM 4), 2014.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“Fishing on the Wouri River” by Karlplatz, CC BY-NC-ND 2.0, via Flickr (https://www.flickr.com/photos/36973264@N00/3158348)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“South Holston Lake, (Virginia-Tennessee border, USA)” by James St. John, CC BY 2.0, via Flickr (https://www.flickr.com/photos/47445767@N05/39221734762)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(Modern large-scale fishing): “Empty beaches” by ludwig.troller, CC BY-NC 2.0, via Flickr (https://www.flickr.com/photos/124845120@N03/14285811155)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(Southern sites):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2026-09-28T21:21:49Z</dcterms:created>
  <dcterms:modified xsi:type="dcterms:W3CDTF">2026-09-28T21:21:49Z</dcterms:modified>
</cp:coreProperties>
</file>