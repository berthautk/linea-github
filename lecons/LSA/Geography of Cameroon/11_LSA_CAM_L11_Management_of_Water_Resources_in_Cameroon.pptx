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Lst>
  <p:notesMasterIdLst>
    <p:notesMasterId r:id="rId9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notesMaster" Target="notesMasters/notesMaster1.xml"/><Relationship Id="rId96" Type="http://schemas.openxmlformats.org/officeDocument/2006/relationships/presProps" Target="presProps.xml"/><Relationship Id="rId97" Type="http://schemas.openxmlformats.org/officeDocument/2006/relationships/viewProps" Target="viewProps.xml"/><Relationship Id="rId98" Type="http://schemas.openxmlformats.org/officeDocument/2006/relationships/theme" Target="theme/theme1.xml"/><Relationship Id="rId9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Management of Water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water resources, fishing, aquaculture, irrigation scheme, flood-retreat cultivation, navigation, hydroelectric power, water supply. At the end, you should be able to do this: learners are able to describe the uses of the water resources of Cameroon and propose solutions to the problems of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Management of Mineral and Energy Resources in Cameroon. The question was: Name the dam built on the Benue.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Lagdo dam.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distribution of water bodies and their resources. Number 2: explain the use of water for fishing and agriculture, with their problems and solutions. Number 3: explain the use of water for transport, water supply and other uses. Number 4: describe the hydroelectric sites,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Lagdo dam is on the Benue. The Sanaga has the largest dams of Cameroon. SEMRY grows rice with water from the Logone.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visits his uncle, a fisherman on the Lagdo reservoir. The uncle complains that his catches are smaller and that the water level is low, which reduces the water in his irrigation channels. That evening the electricity goes off, and a neighbour says: "It is the low water at the dam again." Hamadou asks: "How is one lake used for so many things, and how can we manage it better?"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Lagdo reservoir serves many uses, and low water affects them all; Hamadou wants to know how to manage it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uses of the Lagdo reservoir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irrigation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electricity go off?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water level at the dam is low, so less electricity is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electricity, and protect rivers and lakes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value of water resources for food, energy and transport, and the need to manage them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water resources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large irrigation scheme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SEMRY (rice, near Yagoua and Maga).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artisanal and industrial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Artisanal fishing uses canoes and nets; industrial fishing uses large motorised trawlers.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irrigated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irrigation important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farming during the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Wouri estuary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access to the port of Douala, the main port of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regions receive electricity from the Lagdo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the Far North and the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resources and Irrigation.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Flood-retreat cultivation and Aquaculture.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Water Bodies and their Resources. The water bodies of Cameroon and their resources are the following. Copy the point on The sea on the left, then draw the diagram on the right: the water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Water Bodies and their Resources. Copy the point on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Water Bodies and their Resources. Copy the point on Lakes: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Water Bodies and their Resources. Copy the point on Underground water: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Fishing. Fishing is carried out by the following methods. Copy the point on Modern large-scale fishing on the left, then draw the diagram on the right: a fishing trawler.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small-scale fishing on the left, then draw the diagram on the right: fishing canoes.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Fishing. Copy the point on Main inland fisheries: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Fishing. Copy the point on Aquaculture: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Fishing. Fishing faces the following problems. Copy the point on Overfishing: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Fishing. Copy the point on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Fishing. Copy the point on The shrinking of Lake Chad: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Fishing. Copy the point on Poor storage: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the Problems of Fishing. The problems of fishing are solved in the following ways. Copy the point on Fishing rules: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Fishing. Copy the point on Control: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Fishing. Copy the point on Cold storage and improved ovens: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Fishing. Copy the point on Aquaculture: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Fishing. Fishing has the following impacts. Copy the point on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Fishing. Copy the point on Cheap protein: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Fishing. Copy the point on Falling fish stocks: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Fishing. Copy the point on Destruction of mangroves: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Irrigation Schemes and Methods. Water is used for agriculture in the following ways. Copy the point on SEMRY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Schemes and Methods. Copy the point on Lagdo: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Schemes and Methods. Copy the point on UNVDA: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Schemes and Methods. Copy the point on Flood-retreat cultivation: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Benefits and Problems of Irrigation. Irrigation has the following benefits and problems. Copy the point on More food: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and Problems of Irrigation. Copy the point on Dry-season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and Problems of Irrigation. Copy the point on High costs and silting: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and Problems of Irrigation. Copy the point on Waterlogging and conflicts: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 for Transport and Other Purposes. Water is used for transport and other purposes in the following ways. Copy the point on Sea transport on the left, then draw the diagram on the right: the Wouri.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Transport and Other Purposes. Copy the point on River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Transport and Other Purposes. Copy the point on Water supply: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Transport and Other Purposes. Copy the point on Sand extraction: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Hydroelectric Sites. Hydroelectricity is produced at the following sites. Copy the point on Southern sites on the left, then draw the diagram on the right: the Nachtigal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northern site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Hydroelectric Sites. Copy the point on Regulating dams: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Hydroelectricity faces the following problems. Copy the point on Low water in the dry season: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Copy the point on Silting and weeds: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Copy the point on Old equipment and weak grids: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Copy the point on Separate grids: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problems of hydroelectricity are solved in the following ways. Copy the point on New dams on the left, then draw the diagram on the right: the Nachtigal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Dredging and catchment protection: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Linking the grids: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Solar energy: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irrigation schemes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sEMRY (Logone) and UNVDA (Ndop); also Lagdo.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hydroelectric production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water in the dry season and silting; building regulating dams (or dredging).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flood-retreat; number 2, Lagdo; number 3, CAMWATER.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factory in Garoua and what it produces.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Industrial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MANAGEMENT OF WATER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Water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Management of Water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resources, fishing, aquaculture, irrigation scheme, flood-retreat cultivation, navigation, hydroelectric power, water supply.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water bodies and their resources; use for fishing (modern and traditional), agriculture (irrigation schemes and flood-retreat cultivation), transport, water supply, sand extraction and hydroelectric power; problems, solutions and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uses of the water resources of Cameroon and propose solutions to the problems of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Management of Mineral and Energy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dam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water bodies and their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use of water for fishing and agriculture, with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use of water for transport, water supply and other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hydroelectric sites,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Lagdo dam is on the Benue.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Sanaga has the largest dams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SEMRY grows rice with water from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visits his uncle, a fisherman on the Lagdo reservoir.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uncle complains that his catches are smaller and that the water level is low, which reduces the water in his irrigation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evening the electricity goes off, and a neighbour says: "It is the low water at the dam again."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asks: "How is one lake used for so many things, and how can we manage it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reservoir serves many uses, and low water affects them all; Hamadou wants to know how to manage it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uses of the Lagdo reservoir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irrigation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electricity go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level at the dam is low, so less electricity is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electricity, and protect rivers and lakes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value of water resources for food, energy and transport, and the need to manage them carefully.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large irrigation scheme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(rice, near Yagoua and Maga).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artisanal and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fishing uses canoes and nets; industrial fishing uses large motorised trawlers.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irrigation important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farming during the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Wouri estuary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access to the port of Douala, the main port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receive electricity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the Far North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Management of Water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water bodies of a country (sea, rivers, lakes, underground water) and what they provide.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artificial supply of water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Flood-retreat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on land left moist when river floods go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Aquaculture: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fish in ponds or cages.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water bodies of Cameroon and their resources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sea: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Atlantic coast, about 400 km long, provides fish, shrimps, oil and gas. It also has the ports of the country and beaches for tourism.</a:t>
            </a:r>
            <a:endParaRPr lang="en-US" sz="3200" dirty="0"/>
          </a:p>
        </p:txBody>
      </p:sp>
      <p:pic>
        <p:nvPicPr>
          <p:cNvPr id="5" name="Image 0" descr="/home/claude/f4/img/v2/cmr_water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water resources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the Wouri, the Nyong, the Ntem, the Benue and the Logone provide water, fish, energy and transport. Sand is also dredged from their beds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Lake Chad, crater lakes such as Barombi Mbo, Nyos and Ossa, and reservoirs such as Lagdo, Maga, Mbakaou and Lom Pangar. They supply fish, water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Aquifers supply boreholes and wells in towns and villages. They are especially important in the north, where rivers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 of Fishing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Fishing is carried out by the following methods: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Modern large-scale 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Motorised trawlers from Douala, Limbe and Kribi catch fish and shrimps at sea. They use large nets and keep the catch in cold stores.</a:t>
            </a:r>
            <a:endParaRPr lang="en-US" sz="3200" dirty="0"/>
          </a:p>
        </p:txBody>
      </p:sp>
      <p:pic>
        <p:nvPicPr>
          <p:cNvPr id="6" name="Image 0" descr="/home/claude/f4/img/v2/usa_fishin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fishing trawler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 of Fishing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small-scale fishing: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Fishermen use canoes, nets, lines and traps on rivers, lakes and along the coast. This fishing supplies most of the fish eaten locally.</a:t>
            </a:r>
            <a:endParaRPr lang="en-US" sz="3600" dirty="0"/>
          </a:p>
        </p:txBody>
      </p:sp>
      <p:pic>
        <p:nvPicPr>
          <p:cNvPr id="6" name="Image 0" descr="/home/claude/f4/img/v2/f2t_fishin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fishing canoes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Methods of Fishing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inland fisheries: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the Lagdo and Maga reservoirs and the floodplains of the Logone are the main inland fishing areas. Their fish is smoked or dried and sold in the towns of the north and in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Methods of Fishing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Aquaculture: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farms and ponds are developing, especially in the Centre and the West. They produce tilapia and catfish and reduce the pressure on wild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of Fishing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fishermen use nets with very small meshes, which catch young fish before they can breed. As a result, fish stocks are falling in many lakes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of Fishing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from towns and industries pollutes rivers and the coast. Fish die or move away from polluted waters.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of Fishing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shrinking of Lake Chad: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has shrunk greatly since the 1960s because of droughts and irrigation. Fishermen have lost much of their fishing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of Fishing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fishermen have no cold stores or good smoking ovens. Part of the catch therefore rots before it is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 to the Problems of Fishing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problems of fishing are solved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rules: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Rules fix the minimum size of net meshes and closed seasons when fishing is forbidden. Young fish can then grow and breed.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C) Solutions to the Problems of Fishing</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MINEPIA controls fishermen and seizes illegal nets. This makes fishermen respect the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Solutions to the Problems of Fishing</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storage and improved ovens: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stores and improved smoking ovens reduce the loss of fish. Improved ovens also use less wood, which protects the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C) Solutions to the Problems of Fishing</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Aquaculture: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farms produce tilapia and catfish in ponds. They increase production without emptying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Impacts of Fishing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gives jobs to fishermen, fish sellers, smokers and boat builders. Whole villages along the coast and the lakes live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Impacts of Fishing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protein: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is cheaper than meat in many areas. It supplies protein to a large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Impacts of Fishing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fish stocks: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 reduces the number of fish and the diversity of species. Some species have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Impacts of Fishing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mangroves: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Mangroves are cut to provide wood for smoking fish. This destroys the breeding grounds of many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Irrigation Schemes and Methods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Water is used for agriculture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SEMRY: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SEMRY runs large irrigated rice schemes on the Logone near Yagoua and Maga in the Far North. Water from the Maga reservoir and the Logone allows two harvests a year.</a:t>
            </a:r>
            <a:endParaRPr lang="en-US" sz="32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Irrigation Schemes and Methods</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Lagdo: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irrigated rice and other crops around the Lagdo reservoir on the Benue. The reservoir supplies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Irrigation Schemes and Methods</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UNVDA: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North-West, UNVDA irrigates rice in the Ndop plain. It also supplies seeds and buys the rice of the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Irrigation Schemes and Methods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Flood-retreat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floods of the Logone and the Benue go down, farmers plant dry-season sorghum (muskwari), maize and vegetables on the moist land. This gives food during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Benefits and Problems of Irrigation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Irrigation has the following benefits and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allows crops to grow in the dry season and protects them from drought. Food production therefore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Benefits and Problems of Irrigation</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Dry-season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Irrigated farms give work during the dry season, when other farm work stops. This reduces seasonal migration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Benefits and Problems of Irrigation</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costs and 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canals and pumps are expensive to build and maintain. Canals silt up and must be cleaned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Benefits and Problems of Irrigation</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Waterlogging and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much water makes some soils waterlogged or salty. Farmers and herders also quarrel over access to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Water is used for transport and other purposes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ports of Douala, Kribi (a deep-sea port) and Limbe handle almost all the foreign trade of Cameroon. Douala also serves Chad and the Central African Republic.</a:t>
            </a:r>
            <a:endParaRPr lang="en-US" sz="3200" dirty="0"/>
          </a:p>
        </p:txBody>
      </p:sp>
      <p:pic>
        <p:nvPicPr>
          <p:cNvPr id="5" name="Image 0" descr="/home/claude/f4/img/v2/lsa_wouri.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navigable to Garoua only from about August to October. The Sangha is used for transport in the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CAMWATER treats river and underground water and supplies it to towns such as Douala, Yaoundé and Garoua. Industries also use large amounts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extraction: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is dredged from the Wouri, the Sanaga and the Benue for building. It supplies the construction industry of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Hydroelectric Sites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Hydroelectricity is produced at the following sites: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Southern sites: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Song Loulou and Edéa on the Sanaga, Nachtigal (420 MW) and Memve'ele on the Ntem supply the southern grid. This grid serves the Littoral, Centre, South, West and East Regions.</a:t>
            </a:r>
            <a:endParaRPr lang="en-US" sz="3000" dirty="0"/>
          </a:p>
        </p:txBody>
      </p:sp>
      <p:pic>
        <p:nvPicPr>
          <p:cNvPr id="6" name="Image 0" descr="/home/claude/f4/img/v2/lsa_nachtig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Hydroelectric Sites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northern site: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Lagdo dam (72 MW) on the Benue supplies the North, the Far North and the Adamawa. It is the only large dam of the northern grid.</a:t>
            </a:r>
            <a:endParaRPr lang="en-US" sz="36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Hydroelectric Sites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Regulating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Mbakaou, Bamendjin and Mapé store water in the rainy season. They release it in the dry season to keep the Sanaga flowing through the power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Hydroelectricity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water in the dry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carry less water in the dry season, so the power stations produce less. This causes power cuts called load shedding.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Silting and weeds: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eroded from the catchments fills the reservoirs, and weeds block the water intakes. The dams then store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equipment and weak grids: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turbines and power lines are old and break down often. Electricity is lost on the way to the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Separate grids: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northern grid is not linked to the southern one. When Lagdo produces too little, the north cannot receive power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Solutions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problems of hydroelectricity are solved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New dams: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New dams such as Lom Pangar, Nachtigal and Memve'ele increase production. Lom Pangar also stores water to keep the Sanaga flowing in the dry season.</a:t>
            </a:r>
            <a:endParaRPr lang="en-US" sz="3200" dirty="0"/>
          </a:p>
        </p:txBody>
      </p:sp>
      <p:pic>
        <p:nvPicPr>
          <p:cNvPr id="6" name="Image 0" descr="/home/claude/f4/img/v2/lsa_nachtig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Dredging and catchment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Reservoirs are dredged, and trees are planted in the catchments to reduce erosion. The dams then keep their storage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Linking the grids: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northern and southern grids are to be linked by a long power line. Electricity can then be sent where it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power plants are being built in the north, as at Guider and Maroua. They complete the supply from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irrigation schemes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(Logone) and UNVDA (Ndop); also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hydroelectric production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and silting; building regulating dams (or dredging).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on moist land left by floods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that supplies the north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state company that supplies drinking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in Garoua and what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Industrial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Drinking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potable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Management of Water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water bodies and their resources. Explain the use of water for fishing and agriculture, with their problems and solutions. Explain the use of water for transport, water supply and other uses. Describe the hydroelectric sites,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uses of the water resources of Cameroon and propose solutions to the problems of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Distribution of Water Bodies and their Resources; Methods of Fishing; Problems of Fishing; Solutions to the Problems of Fishing; Impacts of Fishing; Irrigation Schemes and Methods; Benefits and Problems of Irrigation; Use for Transport and Other Purposes; The Hydroelectric Sites; Problems;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factory in Garoua and what it produces.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dams and schemes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on the Lagdo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irrigated onion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Douala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large-scale fishing):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(Southern sites):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93</Slides>
  <Notes>93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93</vt:i4>
      </vt:variant>
    </vt:vector>
  </HeadingPairs>
  <TitlesOfParts>
    <vt:vector size="9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2026-10-06T05:41:44Z</dcterms:created>
  <dcterms:modified xsi:type="dcterms:W3CDTF">2026-10-06T05:41:44Z</dcterms:modified>
</cp:coreProperties>
</file>