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notesMasterIdLst>
    <p:notesMasterId r:id="rId7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Management of Water Resources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Geography of Cameroon.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Economic Activities and Development of Cameroon. The key notions we shall use today are: water resources, fishing, aquaculture, irrigation scheme, flood-retreat cultivation, navigation, hydroelectric power, water supply. At the end, you should be able to do this: learners are able to describe the uses of the water resources of Cameroon and propose solutions to the problems of their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Management of Mineral and Energy Resources in Cameroon. The question was: Name the dam built on the Benue.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Lagdo dam.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describe the distribution of water bodies and their resources. Number 2: explain the use of water for fishing and agriculture, with their problems and solutions. Number 3: explain the use of water for transport, water supply and other uses. Number 4: describe the hydroelectric sites, their problems and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Lagdo dam is on the Benue. The Sanaga has the largest dams of Cameroon. SEMRY grows rice with water from the Logone.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Hamadou visits his uncle, a fisherman on the Lagdo reservoir. The uncle complains that his catches are smaller and that the water level is low, which reduces the water in his irrigation channels. That evening the electricity goes off, and a neighbour says: "It is the low water at the dam again." Hamadou asks: "How is one lake used for so many things, and how can we manage it better?"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Lagdo reservoir serves many uses, and low water affects them all; Hamadou wants to know how to manage it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three uses of the Lagdo reservoir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Fishing, irrigation and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the electricity go off?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water level at the dam is low, so less electricity is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save water and electricity, and protect rivers and lakes from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value of water resources for food, energy and transport, and the need to manage them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water resources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one large irrigation scheme of the Far North.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SEMRY (rice, near Yagoua and Maga).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fishermen in canoes.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difference between artisanal and industrial fishing?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Artisanal fishing uses canoes and nets; industrial fishing uses large motorised trawlers.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irrigated rice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irrigation important in the North?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allows farming during the long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Wouri estuary.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Wouri estuary important for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gives access to the port of Douala, the main port of the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Lagdo dam.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regions receive electricity from the Lagdo dam?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North, the Far North and the Adamawa.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Water resources and Irrigation.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Flood-retreat cultivation and Aquaculture.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Distribution of Water Bodies and their Resources. The water bodies of Cameroon and their resources are the following. Copy the point on The sea on the left, then draw the diagram on the right: the water resources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of Water Bodies and their Resources. Copy the point on Rivers: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of Water Bodies and their Resources. Copy the point on Lakes: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of Water Bodies and their Resources. Copy the point on Underground water: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Methods of Fishing. Fishing is carried out by the following methods. Copy the point on Modern large-scale fishing on the left, then draw the diagram on the right: a fishing trawler.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Traditional small-scale fishing on the left, then draw the diagram on the right: fishing canoes.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Methods of Fishing. Copy the point on Main inland fisheries: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Methods of Fishing. Copy the point on Aquaculture: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and Solutions. Fishing faces the following problems, which are solved in the following ways. Copy the point on Overfishing and illegal nets: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and Solutions. Copy the point on Pollution and the shrinking of Lake Chad: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and Solutions. Copy the point on Fishing rules and control: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and Solutions. Copy the point on Cold storage and aquaculture: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Impacts. Fishing has the following impacts. Copy the point on Socio-economic impacts: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Copy the point on Environmental impacts: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Use for Agriculture. Water is used for agriculture in the following ways. Copy the point on SEMRY on the left, then draw the diagram on the right: a rice field.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Use for Agriculture. Copy the point on Lagdo and UNVDA: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Use for Agriculture. Copy the point on Flood-retreat cultivation: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Use for Agriculture. Copy the point on Benefits and problems: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Use for Transport and Other Purposes. Water is used for transport and other purposes in the following ways. Copy the point on Sea transport on the left, then draw the diagram on the right: the Wouri.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Use for Transport and Other Purposes. Copy the point on River transport: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Use for Transport and Other Purposes. Copy the point on Water supply: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Use for Transport and Other Purposes. Copy the point on Sand extraction: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Hydroelectric Sites. Hydroelectricity is produced at the following sites. Copy the point on Southern sites on the left, then draw the diagram on the right: the Nachtigal dam.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northern site on the left, then draw the diagram on the right: lake Lagdo.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Hydroelectric Sites. Copy the point on Regulating dams: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and Solutions. Hydroelectricity faces the following problems, which are solved in the following ways. Copy the point on Problems: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and Solutions. Copy the point on Solutions: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irrigation schemes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sEMRY (Logone) and UNVDA (Ndop); also Lagdo.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of hydroelectric production and one solution.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low water in the dry season and silting; building regulating dams (or dredging).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flood-retreat; number 2, Lagdo; number 3, CAMWATER.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one factory in Garoua and what it produces.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Industrial Development and Change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11: MANAGEMENT OF WATER RESOURCES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2.xml"/><Relationship Id="rId3"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Management of Water Resources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Geography of Cameroon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 and Development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Management of Water Resources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Water resources, fishing, aquaculture, irrigation scheme, flood-retreat cultivation, navigation, hydroelectric power, water supply.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water bodies and their resources; use for fishing (modern and traditional), agriculture (irrigation schemes and flood-retreat cultivation), transport, water supply, sand extraction and hydroelectric power; problems, solutions and impacts.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uses of the water resources of Cameroon and propose solutions to the problems of their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Management of Mineral and Energy Resources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dam built on the Benue.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Lagdo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distribution of water bodies and their resources.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use of water for fishing and agriculture, with their problems and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use of water for transport, water supply and other uses.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hydroelectric sites, their problems and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Lagdo dam is on the Benue.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Sanaga has the largest dams of Cameroon.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SEMRY grows rice with water from the Logone.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Hamadou visits his uncle, a fisherman on the Lagdo reservoir.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uncle complains that his catches are smaller and that the water level is low, which reduces the water in his irrigation channels.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That evening the electricity goes off, and a neighbour says: "It is the low water at the dam again."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Hamadou asks: "How is one lake used for so many things, and how can we manage it better?"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Lagdo reservoir serves many uses, and low water affects them all; Hamadou wants to know how to manage it better.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uses of the Lagdo reservoir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Fishing, irrigation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electricity go 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level at the dam is low, so less electricity is produced.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Save water and electricity, and protect rivers and lakes from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value of water resources for food, energy and transport, and the need to manage them carefully.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water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Water resources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large irrigation scheme of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SEMRY (rice, near Yagoua and Maga).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FISHING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Fishermen in canoes.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FISHING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artisanal and industrial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FISHING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Artisanal fishing uses canoes and nets; industrial fishing uses large motorised trawlers.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AGRICULTURE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rice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irrigated rice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AGRICULTURE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irrigation important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AGRICULTURE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allows farming during the long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TRANSPORT AND OTHER 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wour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Wouri estuary.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TRANSPORT AND OTHER 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Wouri estuary important for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TRANSPORT AND OTHER 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access to the port of Douala, the main port of the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HYDROELECTRIC POWER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lagd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Lagdo dam.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HYDROELECTRIC POWER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regions receive electricity from the Lagdo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HYDROELECTRIC POWER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 the Far North and the Adamawa.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Geography of Cameroon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Economic Activities and Development of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11: Management of Water Resources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water bodies of a country (sea, rivers, lakes, underground water) and what they provide.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artificial supply of water to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Flood-retreat cultivation: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farming on land left moist when river floods go down.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Aquaculture: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rearing of fish in ponds or cages.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Distribution of Water Bodies and their Resources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water bodies of Cameroon and their resources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The sea: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Atlantic coast, about 400 km long, provides fish, shrimps, oil and gas. It also has the ports of the country and beaches for tourism.</a:t>
            </a:r>
            <a:endParaRPr lang="en-US" sz="3200" dirty="0"/>
          </a:p>
        </p:txBody>
      </p:sp>
      <p:pic>
        <p:nvPicPr>
          <p:cNvPr id="5" name="Image 0" descr="/home/claude/f4/img/v2/cmr_water_big.png">    </p:cNvPr>
          <p:cNvPicPr>
            <a:picLocks noChangeAspect="1"/>
          </p:cNvPicPr>
          <p:nvPr/>
        </p:nvPicPr>
        <p:blipFill>
          <a:blip r:embed="rId1"/>
          <a:stretch>
            <a:fillRect/>
          </a:stretch>
        </p:blipFill>
        <p:spPr>
          <a:xfrm>
            <a:off x="6537960" y="2550490"/>
            <a:ext cx="5470855" cy="2735428"/>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water resources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Distribution of Water Bodies and their Resources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Rivers: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Sanaga, the Wouri, the Nyong, the Ntem, the Benue and the Logone provide water, fish, energy and transport. Sand is also dredged from their beds for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Distribution of Water Bodies and their Resources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Lakes: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Lake Chad, crater lakes such as Barombi Mbo, Nyos and Ossa, and reservoirs such as Lagdo, Maga, Mbakaou and Lom Pangar. They supply fish, water and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Distribution of Water Bodies and their Resources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Underground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Aquifers supply boreholes and wells in towns and villages. They are especially important in the north, where rivers dry up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Use for Fishing</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Methods of Fishing</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Fishing is carried out by the following methods: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Modern large-scale fishing: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Motorised trawlers from Douala, Limbe and Kribi catch fish and shrimps at sea. They use large nets and keep the catch in cold stores.</a:t>
            </a:r>
            <a:endParaRPr lang="en-US" sz="3200" dirty="0"/>
          </a:p>
        </p:txBody>
      </p:sp>
      <p:pic>
        <p:nvPicPr>
          <p:cNvPr id="6" name="Image 0" descr="/home/claude/f4/img/v2/usa_fishing.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fishing trawler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Use for Fishing</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Methods of Fishing</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Traditional small-scale fishing: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Fishermen use canoes, nets, lines and traps on rivers, lakes and along the coast. This fishing supplies most of the fish eaten locally.</a:t>
            </a:r>
            <a:endParaRPr lang="en-US" sz="3600" dirty="0"/>
          </a:p>
        </p:txBody>
      </p:sp>
      <p:pic>
        <p:nvPicPr>
          <p:cNvPr id="6" name="Image 0" descr="/home/claude/f4/img/v2/f2t_fishing.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fishing canoes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Use for Fishing</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Methods of Fishing</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inland fisheries: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Lake Chad, the Lagdo and Maga reservoirs and the floodplains of the Logone are the main inland fishing areas. Their fish is smoked or dried and sold in the towns of the north and in Nigeria.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Use for Fishing</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Methods of Fishing</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Aquaculture: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 farms and ponds are developing, especially in the Centre and the West. They produce tilapia and catfish and reduce the pressure on wild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Use for Fishing</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Problems and Solutions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Fishing faces the following problems, which are solved in the following ways: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Overfishing and illegal nets: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Too many fishermen and nets with very small meshes catch young fish before they can breed. As a result, fish stocks are falling in many lakes and rivers.</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Use for Fishing</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Problems and Solutions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Pollution and the shrinking of Lake Chad: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Waste from towns and industries pollutes the water, and Lake Chad has shrunk greatly. Poor conservation and storage also cause fish to rot.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Use for Fishing</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Problems and Solutions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Fishing rules and control: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Rules fix the size of nets and closed seasons when fishing is forbidden. MINEPIA controls fishermen and seizes illegal nets.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Use for Fishing</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Problems and Solutions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Cold storage and aquaculture: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 stores and improved smoking ovens reduce the loss of fish. Aquaculture increases production without emptying rivers and lakes.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Use for Fishing</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Impacts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Fishing has the following impacts: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Socio-economic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Fishing gives jobs to fishermen, fish sellers and boat builders. It supplies cheap protein to the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Use for Fishing</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Impacts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Environmental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Overfishing reduces fish stocks and the diversity of species. Mangroves are cut to provide wood for smoking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Use for Agriculture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Water is used for agriculture in the following ways: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SEMRY: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SEMRY runs large irrigated rice schemes on the Logone near Yagoua and Maga in the Far North. Water from the Maga reservoir and the Logone allows two harvests a year.</a:t>
            </a:r>
            <a:endParaRPr lang="en-US" sz="3400" dirty="0"/>
          </a:p>
        </p:txBody>
      </p:sp>
      <p:pic>
        <p:nvPicPr>
          <p:cNvPr id="5" name="Image 0" descr="/home/claude/f4/img/v2/f4_ricefield.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rice field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Use for Agriculture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Lagdo and UNVDA: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irrigated rice and other crops around the Lagdo reservoir on the Benue. In the North-West, UNVDA irrigates rice in the Ndop 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Use for Agriculture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Flood-retreat cultivation: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floods of the Logone and the Benue go down, farmers plant dry-season sorghum (muskwari), maize and vegetables on the moist land. This gives food during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Use for Agriculture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Benefits and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produces more food and gives jobs in the dry season. However, it is costly, and canals silt up while waterlogging, salinity and conflicts over water appear.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Use for Transport and Other Purposes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Water is used for transport and other purposes in the following ways: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Sea transport: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ports of Douala, Kribi (a deep-sea port) and Limbe handle almost all the foreign trade of Cameroon. Douala also serves Chad and the Central African Republic.</a:t>
            </a:r>
            <a:endParaRPr lang="en-US" sz="3200" dirty="0"/>
          </a:p>
        </p:txBody>
      </p:sp>
      <p:pic>
        <p:nvPicPr>
          <p:cNvPr id="5" name="Image 0" descr="/home/claude/f4/img/v2/lsa_wouri.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Wouri</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Use for Transport and Other Purposes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River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is navigable to Garoua only from about August to October. The Sangha is used for transport in the south-east.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Use for Transport and Other Purposes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supply: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CAMWATER treats river and underground water and supplies it to towns such as Douala, Yaoundé and Garoua. Industries also use large amounts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Use for Transport and Other Purposes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Sand extraction: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is dredged from the Wouri, the Sanaga and the Benue for building. It supplies the construction industry of the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Use for Hydroelectric Power</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Hydroelectric Sites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Hydroelectricity is produced at the following sites: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Southern sites: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Song Loulou and Edéa on the Sanaga, Nachtigal (420 MW) and Memve'ele on the Ntem supply the southern grid. This grid serves the Littoral, Centre, South, West and East Regions.</a:t>
            </a:r>
            <a:endParaRPr lang="en-US" sz="3000" dirty="0"/>
          </a:p>
        </p:txBody>
      </p:sp>
      <p:pic>
        <p:nvPicPr>
          <p:cNvPr id="6" name="Image 0" descr="/home/claude/f4/img/v2/lsa_nachtigal.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Nachtigal dam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Use for Hydroelectric Power</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Hydroelectric Sites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northern site: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Lagdo dam (72 MW) on the Benue supplies the North, the Far North and the Adamawa. It is the only large dam of the northern grid.</a:t>
            </a:r>
            <a:endParaRPr lang="en-US" sz="3600" dirty="0"/>
          </a:p>
        </p:txBody>
      </p:sp>
      <p:pic>
        <p:nvPicPr>
          <p:cNvPr id="6" name="Image 0" descr="/home/claude/f4/img/v2/f2t_lagdo.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Lake Lagdo</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Use for Hydroelectric Power</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Hydroelectric Sites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Regulating dams: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Lom Pangar, Mbakaou, Bamendjin and Mapé store water in the rainy season. They release it in the dry season to keep the Sanaga flowing through the power stations.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Use for Hydroelectric Power</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Problems and Solutions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Hydroelectricity faces the following problems, which are solved in the following ways: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Low water in the dry season, silting of reservoirs, weeds, old equipment and weak grids cause power cuts called load shedding. The northern grid is not linked to the southern one.</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Use for Hydroelectric Power</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Problems and Solutions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dams are being built, reservoirs are dredged and catchments are protected against erosion. The northern and southern grids are to be linked, and solar energy is being developed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irrigation schemes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SEMRY (Logone) and UNVDA (Ndop); also Lagdo.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hydroelectric production and one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water in the dry season and silting; building regulating dams (or dredging).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Farming on moist land left by floods is ______ cultivation.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dam that supplies the north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state company that supplies drinking water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factory in Garoua and what it produces.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Industrial Development and Change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ressources en 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Fishing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pêche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Reservoir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retenue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Navigation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navigation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Power cut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coupure d'électricité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Drinking 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L'eau potable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Management of Water Resources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distribution of water bodies and their resources. Explain the use of water for fishing and agriculture, with their problems and solutions. Explain the use of water for transport, water supply and other uses. Describe the hydroelectric sites, their problems and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uses of the water resources of Cameroon and propose solutions to the problems of their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Distribution of Water Bodies and their Resources; Methods of Fishing; Problems and Solutions; Impacts; Use for Agriculture; Use for Transport and Other Purposes; The Hydroelectric Sites.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one factory in Garoua and what it produces.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mark dams and schemes on a sketch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fishing on the Lagdo lake.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irrigated onion fields.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show Douala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the dams of Cameroon.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Geography of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Cameroon Geography (LSA and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INS, Fourth Cameroon Household Survey (ECAM 4), 2014.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“Fishermen, Lake Tana” by A.Davey, CC BY 2.0, via Flickr (https://www.flickr.com/photos/40595948@N00/2260748777)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 woman harvesting rice, Barotse floodplain, Zambia. Photo by Georgina” by WorldFish, CC BY-NC-ND 2.0, via Flickr (https://www.flickr.com/photos/61545321@N06/7848727138)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“Fishing on the Wouri River” by Karlplatz, CC BY-NC-ND 2.0, via Flickr (https://www.flickr.com/photos/36973264@N00/3158348)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“South Holston Lake, (Virginia-Tennessee border, USA)” by James St. John, CC BY 2.0, via Flickr (https://www.flickr.com/photos/47445767@N05/39221734762)</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(Modern large-scale fishing): “Empty beaches” by ludwig.troller, CC BY-NC 2.0, via Flickr (https://www.flickr.com/photos/124845120@N03/14285811155)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(Southern sites): “Chutes de Natchigal” by friel, CC BY-NC-SA 2.0, via Flickr (https://www.flickr.com/photos/91702411@N00/2692932)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77</Slides>
  <Notes>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2026-09-29T11:32:34Z</dcterms:created>
  <dcterms:modified xsi:type="dcterms:W3CDTF">2026-09-29T11:32:34Z</dcterms:modified>
</cp:coreProperties>
</file>