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Management of Water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water resources, fishing, aquaculture, irrigation scheme, flood-retreat cultivation, navigation, hydroelectric power, water supply. At the end, you should be able to do this: learners are able to describe the uses of the water resources of Cameroon and propose solutions to the problems of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Management of Mineral and Energy Resources in Cameroon. The question was: Name the dam built on the Benue.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Lagdo dam.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distribution of water bodies and their resources. Number 2: explain the use of water for fishing and agriculture, with their problems and solutions. Number 3: explain the use of water for transport, water supply and other uses. Number 4: describe the hydroelectric sites,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Lagdo dam is on the Benue. The Sanaga has the largest dams of Cameroon. SEMRY grows rice with water from the Logone.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Hamadou visits his uncle, a fisherman on the Lagdo reservoir. The uncle complains that his catches are smaller and that the water level is low, which reduces the water in his irrigation channels. That evening the electricity goes off, and a neighbour says: "It is the low water at the dam again." Hamadou asks: "How is one lake used for so many things, and how can we manage it better?"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Lagdo reservoir serves many uses, and low water affects them all; Hamadou wants to know how to manage it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uses of the Lagdo reservoir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irrigation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electricity go off?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water level at the dam is low, so less electricity is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electricity, and protect rivers and lakes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value of water resources for food, energy and transport, and the need to manage them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water resources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large irrigation scheme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SEMRY (rice, near Yagoua and Maga).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artisanal and industrial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Artisanal fishing uses canoes and nets; industrial fishing uses large motorised trawlers.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irrigated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irrigation important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farming during the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Wouri estuary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access to the port of Douala, the main port of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regions receive electricity from the Lagdo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the Far North and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resources and Irrigation.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Flood-retreat cultivation and Aquaculture.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Water Bodies and Their Resources. The water bodies of Cameroon and their resources are the following. Copy the point on The sea on the left, then draw the diagram on the right: water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On this slide we have Rivers and Lakes.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Water Bodies and Their Resources. On this slide we have Underground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Fishing. Fishing is carried out by the following methods. Copy the point on Modern large-scale fishing on the left, then draw the diagram on the right: a fishing boat.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small-scale fishing on the left, then draw the diagram on the right: artisanal fishing.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Fishing. On this slide we have Main inland fisheries and Aquaculture.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Solutions and Impacts. The problems, solutions and impacts of fishing are the following.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Solutions and Impacts. On this slide we have Solutions and Socio-economic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Solutions and Impacts. On this slide we have Environmental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Agriculture. Water is used for agriculture as follows. Copy the point on SEMRY on the left, then draw the diagram on the right: an irrigated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Agriculture. On this slide we have Lagdo and UNVDA.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Agriculture. On this slide we have Flood-retreat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Agriculture. On this slide we have Benefits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Transport and Other Purposes. Water is used for transport and other purposes as follows. Copy the point on Sea transport on the left, then draw the diagram on the right: the Wouri estuary.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On this slide we have River transport and Water supply.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Transport and Other Purposes. On this slide we have Sand extraction.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 for Hydroelectric Power. The hydroelectric sites, their problems and solutions are the following. Copy the point on Southern sites on the left, then draw the diagram on the right: the Nachtigal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Northern site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Hydroelectric Power. On this slide we have Regulating dams and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 for Hydroelectric Power.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irrigation schemes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sEMRY (Logone) and UNVDA (Ndop); also Lagdo.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hydroelectric production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water in the dry season and silting; building regulating dams (or dredging).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flood-retreat; number 2, Lagdo; number 3, CAMWATER.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factory in Garoua and what it produces.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Industrial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MANAGEMENT OF WATER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Water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Management of Water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fishing, aquaculture, irrigation scheme, flood-retreat cultivation, navigation, hydroelectric power, water supply.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water bodies and their resources; use for fishing (modern and traditional), agriculture (irrigation schemes and flood-retreat cultivation), transport, water supply, sand extraction and hydroelectric power; problems, solutions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uses of the water resources of Cameroon and propose solutions to the problems of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Management of Mineral and Energy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water bodies and their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use of water for fishing and agriculture, with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use of water for transport, water supply and other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hydroelectric sites,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Lagdo dam is on the Benue.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Sanaga has the largest dams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SEMRY grows rice with water from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visits his uncle, a fisherman on the Lagdo reservoir.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uncle complains that his catches are smaller and that the water level is low, which reduces the water in his irrigation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evening the electricity goes off, and a neighbour says: "It is the low water at the dam again."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Hamadou asks: "How is one lake used for so many things, and how can we manage it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reservoir serves many uses, and low water affects them all; Hamadou wants to know how to manage it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uses of the Lagdo reservoir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electricity go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level at the dam is low, so less electricity is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electricity, and protect rivers and lakes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value of water resources for food, energy and transport, and the need to manage them carefully.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large irrigation scheme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(rice, near Yagoua and Maga).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artisanal and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fishing uses canoes and nets; industrial fishing uses large motorised trawlers.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irrigation important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farming during the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Wouri estuary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TRANSPORT AND OTHER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access to the port of Douala, the main port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receive electricity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HYDROELECTRIC POWER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the Far North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Management of Water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water bodies of a country (sea, rivers, lakes, underground water) and what they provide.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artificial supply of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Flood-retreat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on land left moist when river floods go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fish in ponds or cages.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water bodies of Cameroon and their resources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sea: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Atlantic coast (about 400 km) provides fish, shrimps, oil and gas, ports and beaches.</a:t>
            </a:r>
            <a:endParaRPr lang="en-US" sz="3200" dirty="0"/>
          </a:p>
        </p:txBody>
      </p:sp>
      <p:pic>
        <p:nvPicPr>
          <p:cNvPr id="5" name="Image 0" descr="/home/claude/f4/img/v2/cmr_water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resources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Wouri, Nyong, Ntem, Benue and Logone provide water, fish, energy, transport and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crater lakes (Barombi Mbo, Nyos, Ossa) and reservoirs (Lagdo, Maga, Mbakaou, Lom Pangar).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Water Bodies and Their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Aquifers supply boreholes and wells, especially in the north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 of Fishing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Fishing is carried out by the following methods: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Modern large-scale 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Motorised trawlers from Douala, Limbe and Kribi catch fish and shrimps at sea.</a:t>
            </a:r>
            <a:endParaRPr lang="en-US" sz="3200" dirty="0"/>
          </a:p>
        </p:txBody>
      </p:sp>
      <p:pic>
        <p:nvPicPr>
          <p:cNvPr id="6" name="Image 0" descr="/home/claude/f4/img/v2/usa_fishin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fishing boat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Methods of Fishing</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small-scale fishing: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Canoes, nets, lines and traps are used on rivers, lakes and along the coast; it supplies most of the fish eaten locally.</a:t>
            </a:r>
            <a:endParaRPr lang="en-US" sz="3600" dirty="0"/>
          </a:p>
        </p:txBody>
      </p:sp>
      <p:pic>
        <p:nvPicPr>
          <p:cNvPr id="6"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artisanal fishing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Methods of Fishing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inland fisheries: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the Lagdo and Maga reservoirs and the Logone floodplains.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Aquaculture: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farms and ponds are developing, especially in the Centre and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Solutions and Impacts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problems, solutions and impacts of fishing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 illegal nets, pollution, shrinking of Lake Chad, poor conservation and storage of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Problems, Solutions and Impacts (continued)</a:t>
            </a:r>
            <a:endParaRPr lang="en-US" sz="31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rules (net size, closed seasons), control by MINEPIA, cold storage and aquaculture.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Socio-economic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cheap protein and income for fishermen and fish sellers.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 for Fishing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Problems, Solutions and Impacts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fish stocks and destruction of mangroves for fish smoking.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used for agriculture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SEMRY: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irrigated rice schemes on the Logone near Yagoua and Maga (Far North).</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irrigated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Lagdo: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Irrigated rice and other crops around the Lagdo reservoir on the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UNVDA: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Irrigated rice in the Ndop plain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Flood-retreat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dry-season sorghum (muskwari), maize and vegetables on moist land left by the floods of the Logone and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 for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and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and dry-season jobs, but high costs, silting of canals, waterlogging, salinity and conflicts over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used for transport and other purposes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ports of Douala, Kribi (deep-sea port) and Limbe handle almost all foreign trade.</a:t>
            </a:r>
            <a:endParaRPr lang="en-US" sz="3600" dirty="0"/>
          </a:p>
        </p:txBody>
      </p:sp>
      <p:pic>
        <p:nvPicPr>
          <p:cNvPr id="5" name="Image 0" descr="/home/claude/f4/img/v2/lsa_wou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navigable to Garoua only from about August to October, and the Sangha is used in the south-east.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CAMWATER treats river and underground water for towns (Douala, Yaoundé,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 for Transport and Other Purposes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extraction: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is dredged from the Wouri, the Sanaga and the Benue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hydroelectric sites, their problems and solutions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Southern sites: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Song Loulou and Edéa on the Sanaga, Nachtigal (420 MW) and Memve'ele on the Ntem supply the southern grid (Littoral, Centre, South, West, East).</a:t>
            </a:r>
            <a:endParaRPr lang="en-US" sz="3000" dirty="0"/>
          </a:p>
        </p:txBody>
      </p:sp>
      <p:pic>
        <p:nvPicPr>
          <p:cNvPr id="5" name="Image 0" descr="/home/claude/f4/img/v2/lsa_nachtig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site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Northern site: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Lagdo dam (72 MW) supplies the North, the Far North and the Adamawa.</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Regulating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Mbakaou, Bamendjin and Mapé store water to keep the Sanaga flowing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silting, weeds, old equipment and weak grids cause power cuts (load shedding).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Use for Hydroelectric Power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dredging, protection of catchments, linking the northern and southern grids and developing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irrigation schemes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(Logone) and UNVDA (Ndop); also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hydroelectric production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and silting; building regulating dams (or dredging).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moist land left by floods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that supplies the north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state company that supplies drinking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in Garoua and what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Drinking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potable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Management of Water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water bodies and their resources. Explain the use of water for fishing and agriculture, with their problems and solutions. Explain the use of water for transport, water supply and other uses. Describe the hydroelectric sites,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uses of the water resources of Cameroon and propose solutions to the problems of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Distribution of Water Bodies and Their Resources; Methods of Fishing; Problems, Solutions and Impacts; Use for Agriculture; Use for Transport and Other Purposes; Use for Hydroelectric Power.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factory in Garoua and what it produces.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dams and schemes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on the Lagdo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irrigated onion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Douala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large-scale fishing):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(Southern sites):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2026-09-29T03:12:12Z</dcterms:created>
  <dcterms:modified xsi:type="dcterms:W3CDTF">2026-09-29T03:12:12Z</dcterms:modified>
</cp:coreProperties>
</file>