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agriculture, peasant farming, plantation, livestock farming, intensive, extensive, yield, second-generation agriculture. At the end, you should be able to do this: learners are able to describe the agricultural systems of Cameroon, explain their distribution and propose solutions to agricultural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Urbanisation in Cameroon. The question was: Name two agro-industrial companies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SODECOTON (cotton) and the CDC (bananas, rubber, oil palm); also SEMRY (rice) and PAMOL (oil palm).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characteristics and importance of agriculture in Cameroon. Number 2: describe the agricultural systems and their distribution. Number 3: explain the factors that influence agriculture. Number 4: analyse the impacts and problems of agriculture and their solutions. Number 5: describe the changes in agriculture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people in rural areas are farmers. Cotton is the main cash crop of the North. SODECOTON buys cotton from farmers.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old Mallam Issa grows millet and sorghum on a small plot with a hoe and his family's help, mostly to feed his family. His neighbour's son Abdou works for SODECOTON, where cotton is grown with selected seeds, fertilisers and tractors and sold for export. Abdou asks: "Why are there such different ways of farming in Cameroon, and how can our agriculture improve?"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Abdou wants to understand the different farming systems and how agriculture can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Mallam Issa grow and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Millet and sorghum, mainly to feed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SODECOTON produce?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for sale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modern, sustainable farming and protect farmland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agriculture, the main activity of Cameroonians, and the changes needed to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working on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tools do most peasant farmers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Simple tools such as hoes and cutlasses.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agricultural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crops dominate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millet, sorghum and groundnuts, with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special about a plantation?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very large farm growing one cash crop for sale, with hired workers and much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Mbororo herders move with their cattle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IRAD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improved seeds and teaches better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and Peasant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Plantation and Yield.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Types, Productivity and Importance. Agriculture in Cameroon has the following characteristics and importance. Copy the point on Characteristics on the left, then draw the diagram on the right: women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Copy the point on Types: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Copy the point on Productivity: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Copy the point on Importance: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Crop Production by Peasants. Peasant crop production has the following characteristics. Copy the point on Farm size and ownership on the left, then draw the diagram on the right: the farming systems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Copy the point on Labour and capital: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Copy the point on Methods: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Copy the point on Purpose and products: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Modern Plantation Systems. Modern plantations have the following characteristics. Copy the point on Farm size and ownership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Copy the point on Labour and capital: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Copy the point on Location: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Copy the point on Purpose and products: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Farming Systems. Livestock farming is organised in the following systems. Copy the point on Traditional (extensive) systems on the left, then draw the diagram on the right: herders with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Copy the point on Modern (intensive) systems: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Copy the point on The main area: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Agricultural Systems. The characteristics and distribution of farming depend on the following factors. Copy the point on Physical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Agricultural Systems. Copy the point on Human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Agricultural Systems. Copy the point on Economic inputs: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Agricultural Systems. Copy the point on Cultural influences: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the Agricultural Systems. Agriculture has the following impacts. Copy the point on Employment and living standards: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Agricultural Systems. Copy the point on Food and export revenue: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Agricultural Systems. Copy the point on Deforestation and soil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Agricultural Systems. Copy the point on Pollution and overgrazing: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Agriculture faces the following problems. Copy the point on Physical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Copy the point on Man-made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following solutions are proposed. Copy the point on Irrigation and improved inputs: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Credit, roads and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Cooperatives and training: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and Reforms since Independence. Agriculture has changed in the following ways since independence. Copy the point on State agro-industrial companies: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Green Revolution and research on the left, then draw the diagram on the right: a field trial.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Copy the point on Liberalisation (1990s):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Copy the point on Second-generation agriculture: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peasant farming and plantations.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farms are small with family labour and produce mainly food; plantations are huge, use hired labour and capital and produce cash crops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agriculture in the North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poor storage; irrigation (or improved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SODECOTON; number 2, transhumance; number 3, IRAD.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valuable timber species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peasant farming, plantation, livestock farming, intensive, extensive, yield,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characteristics, types, productivity and importance of agriculture; systems (peasant crop production, modern plantations, traditional and modern livestock farming) and their spatial distribution;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(cotton) and the CDC (bananas, rubber, oil palm); also SEMRY (rice) and PAMOL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importance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systems and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that influence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impacts and problems of agriculture and their solutions.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changes in agriculture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people in rural areas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Cotton is the main cash crop of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SODECOTON buys cotton from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old Mallam Issa grows millet and sorghum on a small plot with a hoe and his family's help, mostly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neighbour's son Abdou works for SODECOTON, where cotton is grown with selected seeds, fertilisers and tractors and sold for export.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asks: "Why are there such different ways of farming in Cameroon, and how can our agriculture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wants to understand the different farming systems and how agriculture can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Mallam Issa grow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Millet and sorghum, mainly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SODECOTON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for sale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modern, sustainable farming and protect farmland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agriculture, the main activity of Cameroonians, and the changes needed to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do most peasant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such as hoes and cutlasses.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crops dominate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millet, sorghum and groundnuts, with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special about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growing one cash crop for sale, with hired workers and much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Mbororo herders move with their cattle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IRAD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improved seeds and teaches better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 for food, income and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farming by families, mainly for their own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that specialises in one cash crop for sale, with much capital and hired labour.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quantity produced per hectare or per animal.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Agriculture in Cameroon has the following characteristics and importance: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Agriculture is dominated by small family farms that use simple tools, depend on rainfall and have little capital. Beside them, a few large plantations use modern methods.</a:t>
            </a:r>
            <a:endParaRPr lang="en-US" sz="3200" dirty="0"/>
          </a:p>
        </p:txBody>
      </p:sp>
      <p:pic>
        <p:nvPicPr>
          <p:cNvPr id="5" name="Image 0" descr="/home/claude/f4/img/v2/usa_womenfarm.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women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food crops such as cassava, maize, plantain and sorghum, and cash crops such as cocoa, coffee, cotton, bananas, rubber and oil palm. They also rear cattle, sheep, goats and poultry.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generally low on peasant farms because of poor seeds, few fertilisers and simple tools. They are much higher on plantations, which use improved inputs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employs more than 40 % of workers, provides food and supplies raw materials to industries. It also earns export revenue, and Cameroon is one of the world's leading cocoa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Peasant crop production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Plots are small, often under 2 hectares, and owned by families or held under customary law. They are often divided into several scattered fields.</a:t>
            </a:r>
            <a:endParaRPr lang="en-US" sz="3200" dirty="0"/>
          </a:p>
        </p:txBody>
      </p:sp>
      <p:pic>
        <p:nvPicPr>
          <p:cNvPr id="6" name="Image 0" descr="/home/claude/f4/img/v2/cmr_agri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farming systems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work is done by the family, with hoes and cutlasses. Farmers have little money to buy seeds, fertilisers or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bush fallowing are practised in the forest, and permanent farming with manure in densely populated areas. In the Mandara Mountains, farmers cultivate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purpose is to feed the family, with any surplus sold at local markets. Some cash crops are also grown: cocoa and coffee in the south and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Modern Plantation Systems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Modern plantations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Plantations cover hundreds or thousands of hectares and belong to the state or to companies such as CDC, SOCAPALM, PAMOL, PHP and SOSUCAM. Many date from the colonial period.</a:t>
            </a:r>
            <a:endParaRPr lang="en-US" sz="2800" dirty="0"/>
          </a:p>
        </p:txBody>
      </p:sp>
      <p:pic>
        <p:nvPicPr>
          <p:cNvPr id="6" name="Image 0" descr="/home/claude/f4/img/v2/lsa_oilpal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employ many paid workers and use machines, fertilisers and pesticides. They also have factories to process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mainly in the fertile volcanic lowlands of the South-West, the Littoral and the Mungo. Sugar cane is grown near Mbandjock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bananas, rubber, oil palm, tea and sugar cane. Their products are mainly for export and for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Livestock Farming Systems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Livestock farming is organised in the following systems: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(extensive) systems: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Mbororo and Fulani herders practise nomadism and transhumance with large herds of cattle in the Adamawa, the North, the Far North and the North-West. They use natural pastures and invest little capital.</a:t>
            </a:r>
            <a:endParaRPr lang="en-US" sz="2800" dirty="0"/>
          </a:p>
        </p:txBody>
      </p:sp>
      <p:pic>
        <p:nvPicPr>
          <p:cNvPr id="6" name="Image 0" descr="/home/claude/f4/img/v2/usa_herder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with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Livestock Farming Systems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(intensive)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with fenced pastures and veterinary care, such as the SODEPA ranches in the Adamawa, produce better-quality animals. Modern poultry and pig farms are found near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Livestock Farming Systems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main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is the main cattle region of Cameroon. Its altitude keeps it free of tsetse flies, and its grasslands offer good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and distribution of farming depend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decides the crops: cocoa grows in the wet south, while cotton and sorghum grow in the dry north. Volcanic and black soils favour intensive farming, and steep slopes require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densely populated areas, land is scarce and farming is more intensive. Land tenure and farming traditions also influence how land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credit, roads, markets, machines, fertilisers and research allow modern farming. Where they are lacking, farming remains traditional.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Agricultural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influences: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Among the Fulani and Mbororo, cattle are a sign of wealth and prestige. Some groups also prefer certain crops for their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and living standards: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gives work to most rural people and income to farmers and plantation workers. It thus improves living standards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export revenue: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of the country and of neighbouring countries. Cocoa, coffee, cotton, bananas and rubber also earn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and plantations replace natural forests and savanna. Bare soils are then eroded by rain, especially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pesticides pollute rivers and soils. Overgrazing and bush fires degrade the pastures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suffers from drought and irregular rain, while the south has poor, leached soils. Floods, pests such as locusts and caterpillars, and diseases also destroy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disputes, small farms and simple techniques limit production. Bad roads, poor storage and low, unstable prices reduce the income of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and improved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schemes allow farming in the dry season and protect crops against drought. Improved seeds and fertilisers raise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Credit, roads and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allows farmers to buy inputs and equipment. Farm roads and storage facilities reduce losses and give access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Cooperatives help farmers to buy inputs and sell their products at better prices. Extension workers train them in modern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Agriculture has changed in the following ways since independence:</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State agro-industrial companies: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state created companies to organise production, such as SODECOTON (cotton), CDC (plantations), SEMRY and UNVDA (rice) and SODECAO (cocoa). They supply inputs, buy crops and build roads.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Green Revolution and research: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1970s, the state promoted improved seeds, fertilisers and credit to intensify farming. IRAD develops higher-yielding, disease-resistant varieties of maize, sorghum, cassava and cotton.</a:t>
            </a:r>
            <a:endParaRPr lang="en-US" sz="3200" dirty="0"/>
          </a:p>
        </p:txBody>
      </p:sp>
      <p:pic>
        <p:nvPicPr>
          <p:cNvPr id="5" name="Image 0" descr="/home/claude/f4/img/v2/f2t_field_trial.jpg">    </p:cNvPr>
          <p:cNvPicPr>
            <a:picLocks noChangeAspect="1"/>
          </p:cNvPicPr>
          <p:nvPr/>
        </p:nvPicPr>
        <p:blipFill>
          <a:blip r:embed="rId1"/>
          <a:stretch>
            <a:fillRect/>
          </a:stretch>
        </p:blipFill>
        <p:spPr>
          <a:xfrm>
            <a:off x="6537960" y="2399413"/>
            <a:ext cx="5470855" cy="30375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field trial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Liberalisation (1990s):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withdrew from marketing and closed or sold some companies. Farmers formed cooperatives and common initiative groups (CIGs) to sell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Changes and Reforms since Independence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Second-generation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2011, the state has promoted modern, mechanised and commercial farming. It encourages young farmers and agro-industries to raise production and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peasant farming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farms are small with family labour and produce mainly food; plantations are huge, use hired labour and capital and produce cash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in the North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poor storage; irrigation (or improved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organises cotton farming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herds seasonally in search of pasture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institute that creates improved seeds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paysanne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characteristics and importance of agriculture in Cameroon. Describe the agricultural systems and their distribution. Explain the factors that influence agriculture. Analyse the impacts and problems of agriculture and their solutions. Describe the changes in agriculture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Characteristics, Types, Productivity and Importance; Crop Production by Peasants; Modern Plantation Systems; Livestock Farming Systems; Factors of the Agricultural Systems; Impacts of the Agricultural Systems; Problems; Solutions; Changes and Reforms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valuable timber species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farming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improved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2026-09-29T11:32:33Z</dcterms:created>
  <dcterms:modified xsi:type="dcterms:W3CDTF">2026-09-29T11:32:33Z</dcterms:modified>
</cp:coreProperties>
</file>