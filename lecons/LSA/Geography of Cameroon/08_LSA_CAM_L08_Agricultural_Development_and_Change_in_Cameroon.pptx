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Lst>
  <p:notesMasterIdLst>
    <p:notesMasterId r:id="rId10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notesMaster" Target="notesMasters/notesMaster1.xml"/><Relationship Id="rId104" Type="http://schemas.openxmlformats.org/officeDocument/2006/relationships/presProps" Target="presProps.xml"/><Relationship Id="rId105" Type="http://schemas.openxmlformats.org/officeDocument/2006/relationships/viewProps" Target="viewProps.xml"/><Relationship Id="rId106" Type="http://schemas.openxmlformats.org/officeDocument/2006/relationships/theme" Target="theme/theme1.xml"/><Relationship Id="rId10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Agricultural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agriculture, peasant farming, plantation, livestock farming, intensive, extensive, yield, second-generation agriculture. At the end, you should be able to do this: learners are able to describe the agricultural systems of Cameroon, explain their distribution and propose solutions to agricultural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Urbanisation in Cameroon. The question was: Name two agro-industrial companies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SODECOTON (cotton) and the CDC (bananas, rubber, oil palm); also SEMRY (rice) and PAMOL (oil palm).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the characteristics and importance of agriculture in Cameroon. Number 2: describe the agricultural systems and their distribution. Number 3: explain the factors that influence agriculture. Number 4: analyse the impacts and problems of agriculture and their solutions. Number 5: describe the changes in agriculture since independence.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people in rural areas are farmers. Cotton is the main cash crop of the North. SODECOTON buys cotton from farmers.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old Mallam Issa grows millet and sorghum on a small plot with a hoe and his family's help, mostly to feed his family. His neighbour's son Abdou works for SODECOTON, where cotton is grown with selected seeds, fertilisers and tractors and sold for export. Abdou asks: "Why are there such different ways of farming in Cameroon, and how can our agriculture improve?"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Abdou wants to understand the different farming systems and how agriculture can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Mallam Issa grow and why?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Millet and sorghum, mainly to feed his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SODECOTON produce?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for sale and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modern, sustainable farming and protect farmland from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agriculture, the main activity of Cameroonians, and the changes needed to feed the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women working on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tools do most peasant farmers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Simple tools such as hoes and cutlasses.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agricultural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crops dominate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 millet, sorghum and groundnuts, with cattle rearing.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special about a plantation?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very large farm growing one cash crop for sale, with hired workers and much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with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Mbororo herders move with their cattle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grass and water (transhumance).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research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IRAD help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creates improved seeds and teaches better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Agriculture and Peasant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Plantation and Yield.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Types and Productivity. Agriculture in Cameroon has the following characteristics. Copy the point on Small family farms on the left, then draw the diagram on the right: women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Types and Productivity. Copy the point on Food crops and cash crops: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Types and Productivity. Copy the point on Livestock: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Types and Productivity. Copy the point on Productivity: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Agriculture is important in the following ways. Copy the point on Employment: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Copy the point on Food supply: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Copy the point on Raw materials for industry: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Copy the point on Export revenue: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Crop Production by Peasants. Peasant crop production has the following characteristics. Copy the point on Farm size and ownership on the left, then draw the diagram on the right: the farming systems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Crop Production by Peasants. Copy the point on Labour and capital: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Crop Production by Peasants. Copy the point on Methods: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Crop Production by Peasants. Copy the point on Purpose and products: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Modern Plantation Systems. Modern plantations have the following characteristics. Copy the point on Farm size and ownership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Modern Plantation Systems. Copy the point on Labour and capital: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Modern Plantation Systems. Copy the point on Location: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Modern Plantation Systems. Copy the point on Purpose and products: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Livestock Farming Systems. Livestock farming is organised in the following systems. Copy the point on Traditional (extensive) systems on the left, then draw the diagram on the right: herders with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Farming Systems. Copy the point on Modern (intensive) systems: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Farming Systems. Copy the point on The main area: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Factors. The characteristics and distribution of farming depend on the following physical factors. Copy the point on Climate: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Factors. Copy the point on Soils: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Factors. Copy the point on Relief: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and Economic Factors. Farming also depends on the following human and economic factors. Copy the point on Population density: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and Economic Factors. Copy the point on Land tenure: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and Economic Factors. Copy the point on Capital and markets: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and Economic Factors. Copy the point on Cultural values: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Impacts. Agriculture has the following positive impacts. Copy the point on Employment: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Copy the point on Better living standards: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Copy the point on Food security: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Copy the point on Foreign currency: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Impacts. Agriculture also has the following negative impacts. Copy the point on Deforestation: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Copy the point on Soil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Copy the point on Pollution: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Copy the point on Overgrazing: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Problems. Agriculture faces the following physical problems. Copy the point on Drought: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Problems. Copy the point on Poor soils: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Problems. Copy the point on Floods: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Problems. Copy the point on Pests and diseases: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Problems. Agriculture also faces the following human problems. Copy the point on Land disputes: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Problems. Copy the point on Simple techniques: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Problems. Copy the point on Bad roads and poor storage: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Problems. Copy the point on Low and unstable prices: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following solutions are proposed. Copy the point on Irrigation: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Improved seeds and fertilisers: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Credit, roads and storage: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Cooperatives and training: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Changes and Reforms since Independence. Agriculture has changed in the following ways since independence. Copy the point on State agro-industrial companies: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Green Revolution and research on the left, then draw the diagram on the right: a field trial.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and Reforms since Independence. Copy the point on Liberalisation (1990s):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and Reforms since Independence. Copy the point on Second-generation agriculture: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differences between peasant farming and plantations.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peasant farms are small with family labour and produce mainly food; plantations are huge, use hired labour and capital and produce cash crops for sale.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agriculture in the North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poor storage; irrigation (or improved storage).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SODECOTON; number 2, transhumance; number 3, IRAD.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valuable timber species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Management of Forest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AGRICULTURAL DEVELOPMENT AND CHANGE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2.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2.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Development and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Agricultural Development and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peasant farming, plantation, livestock farming, intensive, extensive, yield, second-generation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characteristics, types, productivity and importance of agriculture; systems (peasant crop production, modern plantations, traditional and modern livestock farming) and their spatial distribution; factors; impacts; problems and solutions; changes since independence.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agricultural systems of Cameroon, explain their distribution and propose solutions to agricultural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Urbanisation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agro-industrial companies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SODECOTON (cotton) and the CDC (bananas, rubber, oil palm); also SEMRY (rice) and PAMOL (oil palm).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characteristics and importance of agriculture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systems and their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that influence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the impacts and problems of agriculture and their solutions.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changes in agriculture since independence.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people in rural areas are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Cotton is the main cash crop of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SODECOTON buys cotton from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old Mallam Issa grows millet and sorghum on a small plot with a hoe and his family's help, mostly to feed his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neighbour's son Abdou works for SODECOTON, where cotton is grown with selected seeds, fertilisers and tractors and sold for export.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Abdou asks: "Why are there such different ways of farming in Cameroon, and how can our agriculture improve?"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Abdou wants to understand the different farming systems and how agriculture can improve.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Mallam Issa grow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Millet and sorghum, mainly to feed his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SODECOTON produce?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for sale and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modern, sustainable farming and protect farmland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agriculture, the main activity of Cameroonians, and the changes needed to feed the 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women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working on 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tools do most peasant farmers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Simple tools such as hoes and cutlasses.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Agricultural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crops dominate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millet, sorghum and groundnuts, with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special about 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farm growing one cash crop for sale, with hired workers and much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with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Mbororo herders move with their cattle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CHANGES SINCE INDEPENDENCE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CHANGES SINCE INDEPENDENCE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IRAD help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CHANGES SINCE INDEPENDENCE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improved seeds and teaches better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Agricultural Development and Change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of crops and the rearing of animals for food, income and raw materials.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Peasant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small-scale farming by families, mainly for their own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farm that specialises in one cash crop for sale, with much capital and hired labour.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Yield: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quantity produced per hectare or per animal.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Characteristics, Types and Productivity</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Agriculture in Cameroon has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Small family farms: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Agriculture is dominated by small family farms that use simple tools, depend on rainfall and have little capital. Beside them, a few large plantations use modern methods.</a:t>
            </a:r>
            <a:endParaRPr lang="en-US" sz="3000" dirty="0"/>
          </a:p>
        </p:txBody>
      </p:sp>
      <p:pic>
        <p:nvPicPr>
          <p:cNvPr id="6" name="Image 0" descr="/home/claude/f4/img/v2/usa_womenfar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women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A) Characteristics, Types and Productivity</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crops and cash 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food crops such as cassava, maize, plantain and sorghum. They also grow cash crops such as cocoa, coffee, cotton, bananas, rubber and oil palm.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A) Characteristics, Types and Productivity</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Livestock: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rear cattle, sheep, goats and poultry. Cattle rearing is most important in the Adamawa and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A) Characteristics, Types and Productivity</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are generally low on peasant farms because of poor seeds, few fertilisers and simple tools. They are much higher on plantations, which use improved inputs and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is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employs more than 40 % of the workers of Cameroon. It is the main source of income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of the country. It also supplies food to neighbouring countries such as Gabon and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for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cotton to CICAM, cocoa to chocolate factories and palm oil to soap factories. These industries create more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 revenue: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coffee, cotton, bananas and rubber are exported. Cameroon is one of the leading cocoa producers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Crop Production by Peasants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Peasant crop production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Farm size and ownership: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Plots are small, often under 2 hectares, and owned by families or held under customary law. They are often divided into several scattered fields.</a:t>
            </a:r>
            <a:endParaRPr lang="en-US" sz="3200" dirty="0"/>
          </a:p>
        </p:txBody>
      </p:sp>
      <p:pic>
        <p:nvPicPr>
          <p:cNvPr id="6" name="Image 0" descr="/home/claude/f4/img/v2/cmr_agri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farming systems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Crop Production by Peasants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work is done by the family, with hoes and cutlasses. Farmers have little money to buy seeds, fertilisers or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Crop Production by Peasants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and bush fallowing are practised in the forest, and permanent farming with manure in densely populated areas. In the Mandara Mountains, farmers cultivate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Crop Production by Peasants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and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purpose is to feed the family, with any surplus sold at local markets. Some cash crops are also grown: cocoa and coffee in the south and west, and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Modern Plantation Systems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Modern plantations have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Farm size and ownership: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Plantations cover hundreds or thousands of hectares and belong to the state or to companies such as CDC, SOCAPALM, PAMOL, PHP and SOSUCAM. Many date from the colonial period.</a:t>
            </a:r>
            <a:endParaRPr lang="en-US" sz="2800" dirty="0"/>
          </a:p>
        </p:txBody>
      </p:sp>
      <p:pic>
        <p:nvPicPr>
          <p:cNvPr id="6" name="Image 0" descr="/home/claude/f4/img/v2/lsa_oilpal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Modern Plantation Systems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employ many paid workers and use machines, fertilisers and pesticides. They also have factories to process their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Modern Plantation Systems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mainly in the fertile volcanic lowlands of the South-West, the Littoral and the Mungo. Sugar cane is grown near Mbandjock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Modern Plantation Systems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and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bananas, rubber, oil palm, tea and sugar cane. Their products are mainly for export and for local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Livestock Farming Systems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Livestock farming is organised in the following systems: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Traditional (extensive) systems: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Mbororo and Fulani herders practise nomadism and transhumance with large herds of cattle in the Adamawa, the North, the Far North and the North-West. They use natural pastures and invest little capital.</a:t>
            </a:r>
            <a:endParaRPr lang="en-US" sz="2800" dirty="0"/>
          </a:p>
        </p:txBody>
      </p:sp>
      <p:pic>
        <p:nvPicPr>
          <p:cNvPr id="6" name="Image 0" descr="/home/claude/f4/img/v2/usa_herders.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 with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Livestock Farming Systems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(intensive)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Ranches with fenced pastures and veterinary care, such as the SODEPA ranches in the Adamawa, produce better-quality animals. Modern poultry and pig farms are found near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Livestock Farming Systems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main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is the main cattle region of Cameroon. Its altitude keeps it free of tsetse flies, and its grasslands offer good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Agricultural Systems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Physical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characteristics and distribution of farming depend on the following physical factors: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Climate decides which crops can be grown in each region. Cocoa grows in the wet south, while cotton and sorghum grow in the dry north.</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Agricultural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Physical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and black soils favour intensive farming. Leached forest soils need long fallows.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Agricultural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Physical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as in the Mandara Mountains, require terraces. Cool highlands such as the Adamawa favour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Agricultural Systems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and Economic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Farming also depends on the following human and economic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densely populated areas, land is scarce, so farming is more intensive. Farmers use manure and grow crops on the same land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Agricultural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and Economic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tenure: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Customary law often divides land into small family plots. Farmers without secure ownership invest little in their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Agricultural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and Economic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Capital, credit, roads, machines and fertilisers allow modern farming. Where they are lacking, farming remains traditional.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Agricultural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and Economic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Among the Fulani and Mbororo, cattle are a sign of wealth and prestige. Some groups also prefer certain crops for their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the following positive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gives work to most rural people and to many plantation workers. It reduces unemployment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living standards: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income from crops and livestock pays for food, school fees and houses. Rural living standards therefore improve.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feeds the population of the country and of neighbouring countries. It reduces the need to import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Foreign currency: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coffee, cotton, bananas and rubber are sold abroad. They earn foreign currency for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also has the following negative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and plantations replace natural forests and savanna. Many plants and animals lose their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soils are washed away by rain, especially on slopes. The land then becomes less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and pesticides are washed into rivers and soils. They harm fish and pollute drinking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cattle and frequent bush fires degrade the pastures of the north. The bare land is exposed to erosion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Physical Problems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faces the following physical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suffers from drought and irregular rain. Crops dry up and harvests are poor in bad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Physical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soils of the south are leached and acid. Their yields fall quickly after a few years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Physical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such as the Benue and the Logone flood fields in the rainy season. Crops and animals are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Physical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Pests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Locusts, caterpillars and plant diseases destroy crops, and cattle suffer from diseases. Farmers lose part of their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Problems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also faces the following human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disputes: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Conflicts over land between families, farmers and herders are common. They discourage farmers from investing in their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Simple techniques: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farmers use hoes and cutlasses on small farms. They cannot produce large quantities.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roads and poor storage: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farm roads are impassable in the rainy season, and crops rot in poor stores. Farmers lose part of their harvest.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and unstable prices: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Prices paid to farmers are low and change from year to year. Farmers therefore earn little and cannot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are proposed: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schemes such as SEMRY allow farming in the dry season. They protect crops against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seeds and fertilisers: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seeds resist drought and diseases, and fertilisers enrich the soil. Together they raise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Credit, roads and storage: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allows farmers to buy inputs and equipment. Farm roads and storage facilities reduce losses and give access to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Cooperatives and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Cooperatives help farmers to buy inputs and sell their products at better prices. Extension workers train them in modern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Changes and Reforms since Independence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Agriculture has changed in the following ways since independence:</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State agro-industrial companies: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state created companies to organise production, such as SODECOTON (cotton), CDC (plantations), SEMRY and UNVDA (rice) and SODECAO (cocoa). They supply inputs, buy crops and build roads.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Changes and Reforms since Independence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Green Revolution and research: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1970s, the state promoted improved seeds, fertilisers and credit to intensify farming. IRAD develops higher-yielding, disease-resistant varieties of maize, sorghum, cassava and cotton.</a:t>
            </a:r>
            <a:endParaRPr lang="en-US" sz="3200" dirty="0"/>
          </a:p>
        </p:txBody>
      </p:sp>
      <p:pic>
        <p:nvPicPr>
          <p:cNvPr id="5" name="Image 0" descr="/home/claude/f4/img/v2/f2t_field_trial.jpg">    </p:cNvPr>
          <p:cNvPicPr>
            <a:picLocks noChangeAspect="1"/>
          </p:cNvPicPr>
          <p:nvPr/>
        </p:nvPicPr>
        <p:blipFill>
          <a:blip r:embed="rId1"/>
          <a:stretch>
            <a:fillRect/>
          </a:stretch>
        </p:blipFill>
        <p:spPr>
          <a:xfrm>
            <a:off x="6537960" y="2399413"/>
            <a:ext cx="5470855" cy="30375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field trial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Changes and Reforms since Independence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Liberalisation (1990s):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withdrew from marketing and closed or sold some companies. Farmers formed cooperatives and common initiative groups (CIGs) to sell their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Changes and Reforms since Independence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Second-generation 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Since 2011, the state has promoted modern, mechanised and commercial farming. It encourages young farmers and agro-industries to raise production and create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peasant farming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Peasant farms are small with family labour and produce mainly food; plantations are huge, use hired labour and capital and produce cash crops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agriculture in the North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poor storage; irrigation (or improved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company that organises cotton farming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herds seasonally in search of pasture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research institute that creates improved seeds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valuable timber species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Peasant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paysanne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Agricultural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characteristics and importance of agriculture in Cameroon. Describe the agricultural systems and their distribution. Explain the factors that influence agriculture. Analyse the impacts and problems of agriculture and their solutions. Describe the changes in agriculture since independence.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agricultural systems of Cameroon, explain their distribution and propose solutions to agricultural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Types and Productivity; Importance; Crop Production by Peasants; Modern Plantation Systems; Livestock Farming Systems; Physical Factors; Human and Economic Factors; Positive Impacts; Negative Impacts; Physical Problems; Human Problems; Solutions; Changes and Reforms since Independence.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valuable timber species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farm tools.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shade farming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plantations.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transhumance.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improved crops.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doing work on crops” by World Bank Photo Collection, CC BY-NC-ND 2.0, via Flickr (https://www.flickr.com/photos/10816734@N03/2073350635)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“CIMMYT international wheat nurseries growing in Ecuador” by CIMMYT, CC BY-NC-SA 2.0, via Flickr (https://www.flickr.com/photos/44760652@N05/5958068839)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101</Slides>
  <Notes>101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101</vt:i4>
      </vt:variant>
    </vt:vector>
  </HeadingPairs>
  <TitlesOfParts>
    <vt:vector size="10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2026-10-06T05:41:42Z</dcterms:created>
  <dcterms:modified xsi:type="dcterms:W3CDTF">2026-10-06T05:41:42Z</dcterms:modified>
</cp:coreProperties>
</file>