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agriculture, peasant farming, plantation, livestock farming, intensive, extensive, yield, second-generation agriculture. At the end, you should be able to do this: learners are able to describe the agricultural systems of Cameroon, explain their distribution and propose solutions to agricultural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Urbanisation in Cameroon. The question was: Name two agro-industrial companies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SODECOTON (cotton) and the CDC (bananas, rubber, oil palm); also SEMRY (rice) and PAMOL (oil palm).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explain the characteristics and importance of agriculture in Cameroon. Number 2: describe the agricultural systems and their distribution. Number 3: explain the factors that influence agriculture. Number 4: analyse the impacts and problems of agriculture and their solutions. Number 5: describe the changes in agriculture since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Most people in rural areas are farmers. Cotton is the main cash crop of the North. SODECOTON buys cotton from farmers.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Near Garoua, old Mallam Issa grows millet and sorghum on a small plot with a hoe and his family's help, mostly to feed his family. His neighbour's son Abdou works for SODECOTON, where cotton is grown with selected seeds, fertilisers and tractors and sold for export. Abdou asks: "Why are there such different ways of farming in Cameroon, and how can our agriculture improve?"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Abdou wants to understand the different farming systems and how agriculture can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Mallam Issa grow and why?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Millet and sorghum, mainly to feed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SODECOTON produce?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Cotton for sale and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modern, sustainable farming and protect farmland from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agriculture, the main activity of Cameroonians, and the changes needed to feed the 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working on a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tools do most peasant farmers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Simple tools such as hoes and cutlasses.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agricultural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crops dominate the north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millet, sorghum and groundnuts, with cattle rearing.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special about a plantation?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very large farm growing one cash crop for sale, with hired workers and much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Mbororo herders move with their cattle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grass and water (transhumance).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IRAD help farmers?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creates improved seeds and teaches better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Agriculture and Peasant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Plantation and Yield.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Types, Productivity and Importance. The characteristics, types, productivity and importance of agriculture in Cameroon are the following. Copy the point on Characteristics on the left, then draw the diagram on the right: peasant farming.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Types, Productivity and Importance. On this slide we have Types and Productivity.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Types, Productivity and Importance.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Crop Production by Peasants. Peasant crop production has the following characteristics. Copy the point on Farm size and ownership on the left, then draw the diagram on the right: agricultural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On this slide we have Labour and capital and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Crop Production by Peasants. On this slide we have Purpose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Modern Plantation Systems. The characteristics and location of modern plantations are the following. Copy the point on Farm size and ownership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On this slide we have Labour and capital and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Modern Plantation Systems. On this slide we have Purpose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Farming Systems. The traditional and modern livestock systems and their main areas are the following. Copy the point on Traditional (extensive) on the left, then draw the diagram on the right: herders and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On this slide we have Modern (intensive).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Farming Systems. On this slide we have Main areas.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Agricultural Systems. The characteristics and distribution of farming depend on the following factors. On this slide we have Physical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Agricultural Systems. On this slide we have Human factors, Economic inputs and Cultural influences.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Agriculture. Agriculture has the following impacts. On this slide we have On the economy and communities.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Agriculture. On this slide we have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Solutions. Agriculture faces the following problems and solutions. On this slide we have Physical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Solutions. On this slide we have Man-made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and Reforms since Independence. Agriculture has changed in the following ways. On this slide we have State agro-industrial companies.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On this slide we have Green Revolution (1970s).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Research on the left, then draw the diagram on the right: a research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On this slide we have Liberalisation (1990s).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and Reforms since Independence. On this slide we have Second-generation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differences between peasant farming and plantations.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peasant farms are small with family labour and produce mainly food; plantations are huge, use hired labour and capital and produce cash crops for sale.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agriculture in the North and one solution.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drought and poor storage; irrigation (or improved storage).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SODECOTON; number 2, transhumance; number 3, IRAD.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valuable timber species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Management of Forest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AGRICULTURAL DEVELOPMENT AND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peasant farming, plantation, livestock farming, intensive, extensive, yield, second-generation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characteristics, types, productivity and importance of agriculture; systems (peasant crop production, modern plantations, traditional and modern livestock farming) and their spatial distribution; factors; impacts; problems and solutions; changes since independence.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agro-industrial companies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SODECOTON (cotton) and the CDC (bananas, rubber, oil palm); also SEMRY (rice) and PAMOL (oil palm).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characteristics and importance of agriculture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agricultural systems and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that influence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impacts and problems of agriculture and their solutions.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changes in agriculture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Most people in rural areas are farmers.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Cotton is the main cash crop of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SODECOTON buys cotton from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Garoua, old Mallam Issa grows millet and sorghum on a small plot with a hoe and his family's help, mostly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neighbour's son Abdou works for SODECOTON, where cotton is grown with selected seeds, fertilisers and tractors and sold for export.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Abdou wants to understand the different farming systems and how agriculture can improve.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Mallam Issa grow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Millet and sorghum, mainly to feed his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SODECOTON produce?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for sale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modern, sustainable farming and protect farmland from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agriculture, the main activity of Cameroonians, and the changes needed to feed the 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women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working on a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tools do most peasant farmers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Simple tools such as hoes and cutlasses.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Agricultural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crops dominate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millet, sorghum and groundnuts, with cattle rearing.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special about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growing one cash crop for sale, with hired workers and much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herder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Mbororo herders move with their cattle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AGRICULTURAL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grass and water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eld_tria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IRAD help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CHANGES SINCE INDEPENDENCE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improved seeds and teaches better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Agricultural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growing of crops and the rearing of animals for food, income and raw materials.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Peasant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small-scale farming by families, mainly for their own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farm that specialises in one cash crop for sale, with much capital and hired labour.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Yield: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quantity produced per hectare or per animal.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characteristics, types, productivity and importance of agriculture in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is dominated by small family farms using simple tools, rainfall and little capital, beside a few large plantations.</a:t>
            </a:r>
            <a:endParaRPr lang="en-US" sz="2800" dirty="0"/>
          </a:p>
        </p:txBody>
      </p:sp>
      <p:pic>
        <p:nvPicPr>
          <p:cNvPr id="5" name="Image 0" descr="/home/claude/f4/img/v2/usa_womenfar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peasant farming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crops (cassava, maize, plantain, sorghum), cash crops (cocoa, coffee, cotton, bananas, rubber, oil palm) and livestock (cattle, sheep, goats, poultry).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generally low on peasant farms and high on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Types, Productivity and Importance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employs over 40 % of workers (most rural people), provides food, supplies raw materials to industries and earns export revenue; Cameroon is one of the world's leading cocoa producers.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Peasant crop production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Small plots (often under 2 ha) owned by families or held under customary law.</a:t>
            </a:r>
            <a:endParaRPr lang="en-US" sz="3200" dirty="0"/>
          </a:p>
        </p:txBody>
      </p:sp>
      <p:pic>
        <p:nvPicPr>
          <p:cNvPr id="6" name="Image 0" descr="/home/claude/f4/img/v2/cmr_agri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agricultural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Crop Production by Peasants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Family labour, hoes and cutlasses, little money.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and bush fallowing in the forest, permanent farming with manure in dense areas, terraces in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Crop Production by Peasants (continued)</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food for the family, with some cash crops: cocoa and coffee in the south and west,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Modern Plantation Systems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characteristics and location of modern plantations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Farm size and ownership: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Estates of hundreds or thousands of hectares owned by the state or companies (CDC, SOCAPALM, PAMOL, PHP, SOSUCAM).</a:t>
            </a:r>
            <a:endParaRPr lang="en-US" sz="2800" dirty="0"/>
          </a:p>
        </p:txBody>
      </p:sp>
      <p:pic>
        <p:nvPicPr>
          <p:cNvPr id="6"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Modern Plantation Systems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paid workers, machines, fertilisers, pesticides and processing factories.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in the fertile coastal lowlands (South-West, Littoral, Mungo) and near Mbandjock (sugar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Modern Plantation Systems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and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Bananas, rubber, oil palm, tea and sugar cane, mainly for export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Livestock Farming Systems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traditional and modern livestock systems and their main areas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Traditional (extensive):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Nomadism and transhumance by Mbororo and Fulani herders in the Adamawa, North, Far North and North-West, with large herds and little capital.</a:t>
            </a:r>
            <a:endParaRPr lang="en-US" sz="2800" dirty="0"/>
          </a:p>
        </p:txBody>
      </p:sp>
      <p:pic>
        <p:nvPicPr>
          <p:cNvPr id="6" name="Image 0" descr="/home/claude/f4/img/v2/usa_herders.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herders and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Livestock Farming Systems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(intensive):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Ranches with fenced pastures and veterinary care, such as SODEPA ranches in the Adamawa, and modern poultry and pig farms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Agricultural Systems and Their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C) Livestock Farming Systems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is the main cattle region, free of tsetse flies at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Agricultural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and distribution of farming depend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(cocoa in the wet south, cotton and sorghum in the dry north), soils (volcanic and black soils) and relief (terraces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Agricultural Systems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density, land tenure and farming traditions.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credit, roads, markets, machines, fertilisers and research.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Cultural influences: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are a sign of wealth among the Fulani, and some groups prefer certain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Impacts of Agriculture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Employment, export revenue, food supply and better living standards for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Impacts of Agriculture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soil erosion, bush fires, overgrazing and pollution by fertilisers and pesticides.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Problems and Solutions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faces the following problems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irregular rain in the north, poor leached soils in the south, floods, pests (locusts, caterpillars) and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Problems and Solutions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Man-made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tenure disputes, small farms, simple techniques, bad roads, poor storage and low, unstable prices.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Problems and Solutions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B) Problems and Solutions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improved seeds, fertilisers, credit, farm roads, storage facilities, cooperatives and training by extension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has changed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State agro-industrial companies: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SODECOTON (cotton), CDC (plantations), SEMRY (rice), UNVDA (rice at Ndop) and SODECAO (cocoa) organise production.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 Revolution (1970s):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promoted intensification with improved seeds, fertilisers and credit.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Research: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IRAD develops higher-yielding, disease-resistant varieties of maize, sorghum, cassava and cotton.</a:t>
            </a:r>
            <a:endParaRPr lang="en-US" sz="3600" dirty="0"/>
          </a:p>
        </p:txBody>
      </p:sp>
      <p:pic>
        <p:nvPicPr>
          <p:cNvPr id="5" name="Image 0" descr="/home/claude/f4/img/v2/f2t_field_trial.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Liberalisation (1990s):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withdrew from marketing, and farmers formed cooperatives and common initiative groups (CIGs).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Changes and Reforms since Independence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Second-generation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2011 the state promotes modern, mechanised and commercial farming by young farmers and agro-industries.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peasant farming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farms are small with family labour and produce mainly food; plantations are huge, use hired labour and capital and produce cash crops for sale.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in the North and one solution.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Drought and poor storage; irrigation (or improved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organises cotton farming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Moving herds seasonally in search of pasture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research institute that creates improved seeds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valuable timber species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Peasant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L'agriculture paysanne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bétail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characteristics and importance of agriculture in Cameroon. Describe the agricultural systems and their distribution. Explain the factors that influence agriculture. Analyse the impacts and problems of agriculture and their solutions. Describe the changes in agriculture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explain their distribution and propose solutions to agricultural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Characteristics, Types, Productivity and Importance; Crop Production by Peasants; Modern Plantation Systems; Livestock Farming Systems; Factors of Agricultural Systems; Impacts of Agriculture; Problems and Solutions; Changes and Reforms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valuable timber species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farm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farming regions.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plantations.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improved crops.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doing work on crops” by World Bank Photo Collection, CC BY-NC-ND 2.0, via Flickr (https://www.flickr.com/photos/10816734@N03/2073350635)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cattle herders in Sénégal (West Africa)” by gbaku, CC BY-SA 2.0, via Flickr (https://www.flickr.com/photos/72105154@N00/525185172)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“CIMMYT international wheat nurseries growing in Ecuador” by CIMMYT, CC BY-NC-SA 2.0, via Flickr (https://www.flickr.com/photos/44760652@N05/5958068839)</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2026-09-28T21:21:48Z</dcterms:created>
  <dcterms:modified xsi:type="dcterms:W3CDTF">2026-09-28T21:21:48Z</dcterms:modified>
</cp:coreProperties>
</file>