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Lst>
  <p:notesMasterIdLst>
    <p:notesMasterId r:id="rId7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notesMaster" Target="notesMasters/notesMaster1.xml"/><Relationship Id="rId78" Type="http://schemas.openxmlformats.org/officeDocument/2006/relationships/presProps" Target="presProps.xml"/><Relationship Id="rId79" Type="http://schemas.openxmlformats.org/officeDocument/2006/relationships/viewProps" Target="viewProps.xml"/><Relationship Id="rId80" Type="http://schemas.openxmlformats.org/officeDocument/2006/relationships/theme" Target="theme/theme1.xml"/><Relationship Id="rId8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8: Agricultural Development and Change in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Geography of Cameroon.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Geography of Cameroon, and the sub-topic is Population, Settlement and Resources of Cameroon. The key notions we shall use today are: agriculture, peasant farming, plantation, livestock farming, intensive, extensive, yield, second-generation agriculture. At the end, you should be able to do this: learners are able to describe the agricultural systems of Cameroon, explain their distribution and propose solutions to agricultural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7: Urbanisation in Cameroon. The question was: Name two agro-industrial companies of Cameroon.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SODECOTON (cotton) and the CDC (bananas, rubber, oil palm); also SEMRY (rice) and PAMOL (oil palm).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five things. Number 1: explain the characteristics and importance of agriculture in Cameroon. Number 2: describe the agricultural systems and their distribution. Number 3: explain the factors that influence agriculture. Number 4: analyse the impacts and problems of agriculture and their solutions. Number 5: describe the changes in agriculture since independence.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Most people in rural areas are farmers. Cotton is the main cash crop of the North. SODECOTON buys cotton from farmers.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Near Garoua, old Mallam Issa grows millet and sorghum on a small plot with a hoe and his family's help, mostly to feed his family. His neighbour's son Abdou works for SODECOTON, where cotton is grown with selected seeds, fertilisers and tractors and sold for export. Abdou asks: "Why are there such different ways of farming in Cameroon, and how can our agriculture improve?"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Abdou wants to understand the different farming systems and how agriculture can improve.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does Mallam Issa grow and why?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Millet and sorghum, mainly to feed his family.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does SODECOTON produce?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Cotton for sale and export.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support modern, sustainable farming and protect farmland from erosion.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agriculture, the main activity of Cameroonians, and the changes needed to feed the 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women working on a farm.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Which tools do most peasant farmers use?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Simple tools such as hoes and cutlasses.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agricultural regions of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Which crops dominate the north of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Cotton, millet, sorghum and groundnuts, with cattle rearing.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an oil palm plantation.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is special about a plantation?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is a very large farm growing one cash crop for sale, with hired workers and much capital.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herders with cattle.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do Mbororo herders move with their cattle in the dry season?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 find grass and water (transhumance).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research field.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does IRAD help farmers?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creates improved seeds and teaches better methods.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Agriculture and Peasant farming.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Plantation and Yield.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General Characteristics, Types, Productivity and Importance. The characteristics, types, productivity and importance of agriculture in Cameroon are the following. Copy the point on Characteristics on the left, then draw the diagram on the right: peasant farming.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General Characteristics, Types, Productivity and Importance. On this slide we have Types and Productivity.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General Characteristics, Types, Productivity and Importance. On this slide we have Importance.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Crop Production by Peasants. Peasant crop production has the following characteristics. Copy the point on Farm size and ownership on the left, then draw the diagram on the right: agricultural regions of Cameroon.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Crop Production by Peasants. On this slide we have Labour and capital and Methods.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Crop Production by Peasants. On this slide we have Purpose and products.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Modern Plantation Systems. The characteristics and location of modern plantations are the following. Copy the point on Farm size and ownership on the left, then draw the diagram on the right: an oil palm plantation.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Modern Plantation Systems. On this slide we have Labour and capital and Location.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Modern Plantation Systems. On this slide we have Purpose and products.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Livestock Farming Systems. The traditional and modern livestock systems and their main areas are the following. Copy the point on Traditional (extensive) on the left, then draw the diagram on the right: herders and cattle.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Livestock Farming Systems. On this slide we have Modern (intensive).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Livestock Farming Systems. On this slide we have Main areas.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Factors of Agricultural Systems. The characteristics and distribution of farming depend on the following factors. On this slide we have Physical factors.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of Agricultural Systems. On this slide we have Human factors, Economic inputs and Cultural influences.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Impacts of Agriculture. Agriculture has the following impacts. On this slide we have On the economy and communities.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Impacts of Agriculture. On this slide we have On the environment.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Problems and Solutions. Agriculture faces the following problems and solutions. On this slide we have Physical problems.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Problems and Solutions. On this slide we have Man-made problems.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Problems and Solutions. On this slide we have Solutions.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Changes and Reforms since Independence. Agriculture has changed in the following ways. On this slide we have State agro-industrial companies.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Changes and Reforms since Independence. On this slide we have Green Revolution (1970s).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Research on the left, then draw the diagram on the right: a research field.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Changes and Reforms since Independence. On this slide we have Liberalisation (1990s).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Changes and Reforms since Independence. On this slide we have Second-generation agriculture.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differences between peasant farming and plantations.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peasant farms are small with family labour and produce mainly food; plantations are huge, use hired labour and capital and produce cash crops for sale.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problems of agriculture in the North and one solution.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drought and poor storage; irrigation (or improved storage).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SODECOTON; number 2, transhumance; number 3, IRAD.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Name two valuable timber species of Cameroon.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9: Management of Forest Resources in Cameroon.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8: AGRICULTURAL DEVELOPMENT AND CHANGE IN CAMEROON</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jp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jp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2.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2.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2.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2.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2.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2.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2.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2.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2.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slideLayout" Target="../slideLayouts/slideLayout2.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slideLayout" Target="../slideLayouts/slideLayout2.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slideLayout" Target="../slideLayouts/slideLayout2.xml"/><Relationship Id="rId3" Type="http://schemas.openxmlformats.org/officeDocument/2006/relationships/notesSlide" Target="../notesSlides/notesSlide7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8</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Agricultural Development and Change in Cameroon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Geography of Cameroon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Geography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Settlement and Resources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8: Agricultural Development and Change in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Agriculture, peasant farming, plantation, livestock farming, intensive, extensive, yield, second-generation agriculture.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General characteristics, types, productivity and importance of agriculture; systems (peasant crop production, modern plantations, traditional and modern livestock farming) and their spatial distribution; factors; impacts; problems and solutions; changes since independence.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the agricultural systems of Cameroon, explain their distribution and propose solutions to agricultural problems.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7: Urbanisation in Cameroon):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agro-industrial companies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SODECOTON (cotton) and the CDC (bananas, rubber, oil palm); also SEMRY (rice) and PAMOL (oil palm).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characteristics and importance of agriculture in Cameroon.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agricultural systems and their distribution.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factors that influence agriculture.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Analyse the impacts and problems of agriculture and their solutions.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changes in agriculture since independence.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Most people in rural areas are farmers.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Cotton is the main cash crop of the North.</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SODECOTON buys cotton from farmers.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Near Garoua, old Mallam Issa grows millet and sorghum on a small plot with a hoe and his family's help, mostly to feed his family.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His neighbour's son Abdou works for SODECOTON, where cotton is grown with selected seeds, fertilisers and tractors and sold for export.</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Abdou wants to understand the different farming systems and how agriculture can improve.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Mallam Issa grow and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Millet and sorghum, mainly to feed his family.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SODECOTON produce?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Cotton for sale and export.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Support modern, sustainable farming and protect farmland from erosion.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agriculture, the main activity of Cameroonians, and the changes needed to feed the nation.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GENERAL CHARACTERISTICS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usa_womenfarm.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Women working on a farm.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GENERAL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tools do most peasant farmers use?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GENERAL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Simple tools such as hoes and cutlasses.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AGRICULTURAL SYSTEMS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cmr_agri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Agricultural regions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AGRICULTURAL SYSTEMS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crops dominate the north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AGRICULTURAL SYSTEMS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Cotton, millet, sorghum and groundnuts, with cattle rearing.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AGRICULTURAL SYSTEMS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sa_oilpalm.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oil palm plantation.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AGRICULTURAL SYSTEMS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special about a plantation?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AGRICULTURAL SYSTEMS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very large farm growing one cash crop for sale, with hired workers and much capital.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AGRICULTURAL SYSTEMS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herder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Herders with cattle.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AGRICULTURAL SYSTEMS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Mbororo herders move with their cattle in the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AGRICULTURAL SYSTEMS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find grass and water (transhumance).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CHANGES SINCE INDEPENDENCE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field_trial.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research field.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CHANGES SINCE INDEPENDENCE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IRAD help farmers?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CHANGES SINCE INDEPENDENCE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creates improved seeds and teaches better methods.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Geography of Cameroon</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Population, Settlement and Resources of Cameroon</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8: Agricultural Development and Change in Cameroon</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Agriculture: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growing of crops and the rearing of animals for food, income and raw materials.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Peasant farming: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small-scale farming by families, mainly for their own food.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Plantation: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very large farm that specialises in one cash crop for sale, with much capital and hired labour.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Yield: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quantity produced per hectare or per animal.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General Characteristics, Types, Productivity and Importance</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2800" i="1" dirty="0">
                <a:solidFill>
                  <a:srgbClr val="111111"/>
                </a:solidFill>
                <a:latin typeface="Times New Roman" pitchFamily="34" charset="0"/>
                <a:ea typeface="Times New Roman" pitchFamily="34" charset="-122"/>
                <a:cs typeface="Times New Roman" pitchFamily="34" charset="-120"/>
              </a:rPr>
              <a:t>The characteristics, types, productivity and importance of agriculture in Cameroon are the following:</a:t>
            </a:r>
            <a:endParaRPr lang="en-US" sz="2800" dirty="0"/>
          </a:p>
          <a:p>
            <a:pPr algn="l" indent="0" marL="0">
              <a:spcAft>
                <a:spcPts val="800"/>
              </a:spcAft>
              <a:buNone/>
            </a:pPr>
            <a:r>
              <a:rPr lang="en-US" sz="2800" b="1" dirty="0">
                <a:solidFill>
                  <a:srgbClr val="111111"/>
                </a:solidFill>
                <a:latin typeface="Times New Roman" pitchFamily="34" charset="0"/>
                <a:ea typeface="Times New Roman" pitchFamily="34" charset="-122"/>
                <a:cs typeface="Times New Roman" pitchFamily="34" charset="-120"/>
              </a:rPr>
              <a:t>Characteristics: </a:t>
            </a:r>
            <a:pPr algn="l" indent="0" marL="0">
              <a:spcAft>
                <a:spcPts val="800"/>
              </a:spcAft>
              <a:buNone/>
            </a:pPr>
            <a:r>
              <a:rPr lang="en-US" sz="2800" dirty="0">
                <a:solidFill>
                  <a:srgbClr val="111111"/>
                </a:solidFill>
                <a:latin typeface="Times New Roman" pitchFamily="34" charset="0"/>
                <a:ea typeface="Times New Roman" pitchFamily="34" charset="-122"/>
                <a:cs typeface="Times New Roman" pitchFamily="34" charset="-120"/>
              </a:rPr>
              <a:t>It is dominated by small family farms using simple tools, rainfall and little capital, beside a few large plantations.</a:t>
            </a:r>
            <a:endParaRPr lang="en-US" sz="2800" dirty="0"/>
          </a:p>
        </p:txBody>
      </p:sp>
      <p:pic>
        <p:nvPicPr>
          <p:cNvPr id="5" name="Image 0" descr="/home/claude/f4/img/v2/usa_womenfarm.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peasant farming</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General Characteristics, Types, Productivity and Importance</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Types: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Food crops (cassava, maize, plantain, sorghum), cash crops (cocoa, coffee, cotton, bananas, rubber, oil palm) and livestock (cattle, sheep, goats, poultry).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Productivity: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Yields are generally low on peasant farms and high on plantations.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General Characteristics, Types, Productivity and Importance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Importance: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employs over 40 % of workers (most rural people), provides food, supplies raw materials to industries and earns export revenue; Cameroon is one of the world's leading cocoa producers.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Agricultural Systems and Their Distribution</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Crop Production by Peasants</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Peasant crop production has the following characteristics: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Farm size and ownership: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Small plots (often under 2 ha) owned by families or held under customary law.</a:t>
            </a:r>
            <a:endParaRPr lang="en-US" sz="3200" dirty="0"/>
          </a:p>
        </p:txBody>
      </p:sp>
      <p:pic>
        <p:nvPicPr>
          <p:cNvPr id="6" name="Image 0" descr="/home/claude/f4/img/v2/cmr_agri_big.png">    </p:cNvPr>
          <p:cNvPicPr>
            <a:picLocks noChangeAspect="1"/>
          </p:cNvPicPr>
          <p:nvPr/>
        </p:nvPicPr>
        <p:blipFill>
          <a:blip r:embed="rId1"/>
          <a:stretch>
            <a:fillRect/>
          </a:stretch>
        </p:blipFill>
        <p:spPr>
          <a:xfrm>
            <a:off x="5349240" y="2253310"/>
            <a:ext cx="6659575" cy="3329788"/>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agricultural regions of Cameroon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Agricultural Systems and Their Distribution</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Crop Production by Peasants</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Labour and capital: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Family labour, hoes and cutlasses, little money.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Methods: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Shifting cultivation and bush fallowing in the forest, permanent farming with manure in dense areas, terraces in the Mandara Mountains.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Agricultural Systems and Their Distribution</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400" b="1" dirty="0">
                <a:solidFill>
                  <a:srgbClr val="990011"/>
                </a:solidFill>
                <a:latin typeface="Times New Roman" pitchFamily="34" charset="0"/>
                <a:ea typeface="Times New Roman" pitchFamily="34" charset="-122"/>
                <a:cs typeface="Times New Roman" pitchFamily="34" charset="-120"/>
              </a:rPr>
              <a:t>A) Crop Production by Peasants (continued)</a:t>
            </a:r>
            <a:endParaRPr lang="en-US" sz="24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Purpose and products: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Mainly food for the family, with some cash crops: cocoa and coffee in the south and west, cotton in the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Agricultural Systems and Their Distribution</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Modern Plantation Systems</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2800" i="1" dirty="0">
                <a:solidFill>
                  <a:srgbClr val="111111"/>
                </a:solidFill>
                <a:latin typeface="Times New Roman" pitchFamily="34" charset="0"/>
                <a:ea typeface="Times New Roman" pitchFamily="34" charset="-122"/>
                <a:cs typeface="Times New Roman" pitchFamily="34" charset="-120"/>
              </a:rPr>
              <a:t>The characteristics and location of modern plantations are the following:</a:t>
            </a:r>
            <a:endParaRPr lang="en-US" sz="2800" dirty="0"/>
          </a:p>
          <a:p>
            <a:pPr algn="l" indent="0" marL="0">
              <a:spcAft>
                <a:spcPts val="800"/>
              </a:spcAft>
              <a:buNone/>
            </a:pPr>
            <a:r>
              <a:rPr lang="en-US" sz="2800" b="1" dirty="0">
                <a:solidFill>
                  <a:srgbClr val="111111"/>
                </a:solidFill>
                <a:latin typeface="Times New Roman" pitchFamily="34" charset="0"/>
                <a:ea typeface="Times New Roman" pitchFamily="34" charset="-122"/>
                <a:cs typeface="Times New Roman" pitchFamily="34" charset="-120"/>
              </a:rPr>
              <a:t>Farm size and ownership: </a:t>
            </a:r>
            <a:pPr algn="l" indent="0" marL="0">
              <a:spcAft>
                <a:spcPts val="800"/>
              </a:spcAft>
              <a:buNone/>
            </a:pPr>
            <a:r>
              <a:rPr lang="en-US" sz="2800" dirty="0">
                <a:solidFill>
                  <a:srgbClr val="111111"/>
                </a:solidFill>
                <a:latin typeface="Times New Roman" pitchFamily="34" charset="0"/>
                <a:ea typeface="Times New Roman" pitchFamily="34" charset="-122"/>
                <a:cs typeface="Times New Roman" pitchFamily="34" charset="-120"/>
              </a:rPr>
              <a:t>Estates of hundreds or thousands of hectares owned by the state or companies (CDC, SOCAPALM, PAMOL, PHP, SOSUCAM).</a:t>
            </a:r>
            <a:endParaRPr lang="en-US" sz="2800" dirty="0"/>
          </a:p>
        </p:txBody>
      </p:sp>
      <p:pic>
        <p:nvPicPr>
          <p:cNvPr id="6" name="Image 0" descr="/home/claude/f4/img/v2/lsa_oilpalm.jpg">    </p:cNvPr>
          <p:cNvPicPr>
            <a:picLocks noChangeAspect="1"/>
          </p:cNvPicPr>
          <p:nvPr/>
        </p:nvPicPr>
        <p:blipFill>
          <a:blip r:embed="rId1"/>
          <a:stretch>
            <a:fillRect/>
          </a:stretch>
        </p:blipFill>
        <p:spPr>
          <a:xfrm>
            <a:off x="5349240" y="2071212"/>
            <a:ext cx="6659575" cy="3693983"/>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an oil palm plantation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Agricultural Systems and Their Distribution</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Modern Plantation Systems</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Labour and capital: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Many paid workers, machines, fertilisers, pesticides and processing factories.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Location: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Mainly in the fertile coastal lowlands (South-West, Littoral, Mungo) and near Mbandjock (sugar cane).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Agricultural Systems and Their Distribution</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500" b="1" dirty="0">
                <a:solidFill>
                  <a:srgbClr val="990011"/>
                </a:solidFill>
                <a:latin typeface="Times New Roman" pitchFamily="34" charset="0"/>
                <a:ea typeface="Times New Roman" pitchFamily="34" charset="-122"/>
                <a:cs typeface="Times New Roman" pitchFamily="34" charset="-120"/>
              </a:rPr>
              <a:t>B) Modern Plantation Systems (continued)</a:t>
            </a:r>
            <a:endParaRPr lang="en-US" sz="25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Purpose and products: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Bananas, rubber, oil palm, tea and sugar cane, mainly for export and industry.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Agricultural Systems and Their Distribution</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C) Livestock Farming Systems</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2800" i="1" dirty="0">
                <a:solidFill>
                  <a:srgbClr val="111111"/>
                </a:solidFill>
                <a:latin typeface="Times New Roman" pitchFamily="34" charset="0"/>
                <a:ea typeface="Times New Roman" pitchFamily="34" charset="-122"/>
                <a:cs typeface="Times New Roman" pitchFamily="34" charset="-120"/>
              </a:rPr>
              <a:t>The traditional and modern livestock systems and their main areas are the following:</a:t>
            </a:r>
            <a:endParaRPr lang="en-US" sz="2800" dirty="0"/>
          </a:p>
          <a:p>
            <a:pPr algn="l" indent="0" marL="0">
              <a:spcAft>
                <a:spcPts val="800"/>
              </a:spcAft>
              <a:buNone/>
            </a:pPr>
            <a:r>
              <a:rPr lang="en-US" sz="2800" b="1" dirty="0">
                <a:solidFill>
                  <a:srgbClr val="111111"/>
                </a:solidFill>
                <a:latin typeface="Times New Roman" pitchFamily="34" charset="0"/>
                <a:ea typeface="Times New Roman" pitchFamily="34" charset="-122"/>
                <a:cs typeface="Times New Roman" pitchFamily="34" charset="-120"/>
              </a:rPr>
              <a:t>Traditional (extensive): </a:t>
            </a:r>
            <a:pPr algn="l" indent="0" marL="0">
              <a:spcAft>
                <a:spcPts val="800"/>
              </a:spcAft>
              <a:buNone/>
            </a:pPr>
            <a:r>
              <a:rPr lang="en-US" sz="2800" dirty="0">
                <a:solidFill>
                  <a:srgbClr val="111111"/>
                </a:solidFill>
                <a:latin typeface="Times New Roman" pitchFamily="34" charset="0"/>
                <a:ea typeface="Times New Roman" pitchFamily="34" charset="-122"/>
                <a:cs typeface="Times New Roman" pitchFamily="34" charset="-120"/>
              </a:rPr>
              <a:t>Nomadism and transhumance by Mbororo and Fulani herders in the Adamawa, North, Far North and North-West, with large herds and little capital.</a:t>
            </a:r>
            <a:endParaRPr lang="en-US" sz="2800" dirty="0"/>
          </a:p>
        </p:txBody>
      </p:sp>
      <p:pic>
        <p:nvPicPr>
          <p:cNvPr id="6" name="Image 0" descr="/home/claude/f4/img/v2/usa_herders.jpg">    </p:cNvPr>
          <p:cNvPicPr>
            <a:picLocks noChangeAspect="1"/>
          </p:cNvPicPr>
          <p:nvPr/>
        </p:nvPicPr>
        <p:blipFill>
          <a:blip r:embed="rId1"/>
          <a:stretch>
            <a:fillRect/>
          </a:stretch>
        </p:blipFill>
        <p:spPr>
          <a:xfrm>
            <a:off x="5349240" y="2071212"/>
            <a:ext cx="6659575" cy="3693983"/>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herders and cattle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Agricultural Systems and Their Distribution</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C) Livestock Farming Systems</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Modern (intensive):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Ranches with fenced pastures and veterinary care, such as SODEPA ranches in the Adamawa, and modern poultry and pig farms near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Agricultural Systems and Their Distribution</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500" b="1" dirty="0">
                <a:solidFill>
                  <a:srgbClr val="990011"/>
                </a:solidFill>
                <a:latin typeface="Times New Roman" pitchFamily="34" charset="0"/>
                <a:ea typeface="Times New Roman" pitchFamily="34" charset="-122"/>
                <a:cs typeface="Times New Roman" pitchFamily="34" charset="-120"/>
              </a:rPr>
              <a:t>C) Livestock Farming Systems (continued)</a:t>
            </a:r>
            <a:endParaRPr lang="en-US" sz="25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Main areas: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Adamawa Plateau is the main cattle region, free of tsetse flies at high altitude.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of Agricultural Systems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characteristics and distribution of farming depend on the following factors: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Physical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Climate (cocoa in the wet south, cotton and sorghum in the dry north), soils (volcanic and black soils) and relief (terraces on slopes).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of Agricultural Systems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Human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Population density, land tenure and farming traditions.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Economic inputs: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Capital, credit, roads, markets, machines, fertilisers and research.</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Cultural influences: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Cattle are a sign of wealth among the Fulani, and some groups prefer certain crops.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Impacts, Problems and Solutions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Impacts of Agriculture</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Agriculture has the following impacts: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On the economy and communities: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Employment, export revenue, food supply and better living standards for farmers.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Impacts, Problems and Solutions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700" b="1" dirty="0">
                <a:solidFill>
                  <a:srgbClr val="990011"/>
                </a:solidFill>
                <a:latin typeface="Times New Roman" pitchFamily="34" charset="0"/>
                <a:ea typeface="Times New Roman" pitchFamily="34" charset="-122"/>
                <a:cs typeface="Times New Roman" pitchFamily="34" charset="-120"/>
              </a:rPr>
              <a:t>A) Impacts of Agriculture (continued)</a:t>
            </a:r>
            <a:endParaRPr lang="en-US" sz="27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On the environment: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Deforestation, soil erosion, bush fires, overgrazing and pollution by fertilisers and pesticides.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Impacts, Problems and Solutions</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Problems and Solutions</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Agriculture faces the following problems and solutions: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Physical problems: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Drought and irregular rain in the north, poor leached soils in the south, floods, pests (locusts, caterpillars) and diseases.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Impacts, Problems and Solutions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700" b="1" dirty="0">
                <a:solidFill>
                  <a:srgbClr val="990011"/>
                </a:solidFill>
                <a:latin typeface="Times New Roman" pitchFamily="34" charset="0"/>
                <a:ea typeface="Times New Roman" pitchFamily="34" charset="-122"/>
                <a:cs typeface="Times New Roman" pitchFamily="34" charset="-120"/>
              </a:rPr>
              <a:t>B) Problems and Solutions (continued)</a:t>
            </a:r>
            <a:endParaRPr lang="en-US" sz="27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Man-made problems: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Land tenure disputes, small farms, simple techniques, bad roads, poor storage and low, unstable prices.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Impacts, Problems and Solutions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700" b="1" dirty="0">
                <a:solidFill>
                  <a:srgbClr val="990011"/>
                </a:solidFill>
                <a:latin typeface="Times New Roman" pitchFamily="34" charset="0"/>
                <a:ea typeface="Times New Roman" pitchFamily="34" charset="-122"/>
                <a:cs typeface="Times New Roman" pitchFamily="34" charset="-120"/>
              </a:rPr>
              <a:t>B) Problems and Solutions (continued)</a:t>
            </a:r>
            <a:endParaRPr lang="en-US" sz="27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Solutions: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Irrigation, improved seeds, fertilisers, credit, farm roads, storage facilities, cooperatives and training by extension workers.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5. Changes and Reforms since Independence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Agriculture has changed in the following ways: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State agro-industrial companies: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SODECOTON (cotton), CDC (plantations), SEMRY (rice), UNVDA (rice at Ndop) and SODECAO (cocoa) organise production.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5. Changes and Reforms since Independence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Green Revolution (1970s):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state promoted intensification with improved seeds, fertilisers and credit.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5. Changes and Reforms since Independence</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Research: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IRAD develops higher-yielding, disease-resistant varieties of maize, sorghum, cassava and cotton.</a:t>
            </a:r>
            <a:endParaRPr lang="en-US" sz="3600" dirty="0"/>
          </a:p>
        </p:txBody>
      </p:sp>
      <p:pic>
        <p:nvPicPr>
          <p:cNvPr id="5" name="Image 0" descr="/home/claude/f4/img/v2/f2t_field_trial.jpg">    </p:cNvPr>
          <p:cNvPicPr>
            <a:picLocks noChangeAspect="1"/>
          </p:cNvPicPr>
          <p:nvPr/>
        </p:nvPicPr>
        <p:blipFill>
          <a:blip r:embed="rId1"/>
          <a:stretch>
            <a:fillRect/>
          </a:stretch>
        </p:blipFill>
        <p:spPr>
          <a:xfrm>
            <a:off x="5349240" y="2069407"/>
            <a:ext cx="6659575" cy="3697594"/>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research field</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5. Changes and Reforms since Independence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Liberalisation (1990s):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state withdrew from marketing, and farmers formed cooperatives and common initiative groups (CIGs).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5. Changes and Reforms since Independence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Second-generation agriculture: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Since 2011 the state promotes modern, mechanised and commercial farming by young farmers and agro-industries.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differences between peasant farming and plantations.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Peasant farms are small with family labour and produce mainly food; plantations are huge, use hired labour and capital and produce cash crops for sale.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problems of agriculture in the North and one solution.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Drought and poor storage; irrigation (or improved storage).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company that organises cotton farming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Moving herds seasonally in search of pasture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research institute that creates improved seeds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valuable timber species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9: Management of Forest Resources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7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Agriculture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L'agriculture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Peasant farming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L'agriculture paysanne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Plantation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plantation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Yield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rendement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Livestock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bétail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Irrigation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L'irrigation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Cooperative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coopérative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Cash crop</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culture de rente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7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Geography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8: Agricultural Development and Change in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the characteristics and importance of agriculture in Cameroon. Describe the agricultural systems and their distribution. Explain the factors that influence agriculture. Analyse the impacts and problems of agriculture and their solutions. Describe the changes in agriculture since independence.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the agricultural systems of Cameroon, explain their distribution and propose solutions to agricultural problems.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7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General Characteristics, Types, Productivity and Importance; Crop Production by Peasants; Modern Plantation Systems; Livestock Farming Systems; Factors of Agricultural Systems; Impacts of Agriculture; Problems and Solutions; Changes and Reforms since Independence.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Name two valuable timber species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list farm tools.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shade farming regions.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name plantations.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describe transhumance.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name improved crops.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 Sixth Forms (Lower and Upper Sixth), MINESEC, 2019 — Geography of Cameroon.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course notes: Mr KAMDEM E., Cameroon Geography (LSA and USA), GBHS Garoua, 2026.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BUCREP, 3rd General Census of Population and Housing (2005); United Nations, World Population Prospects (2024 revision).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“Women doing work on crops” by World Bank Photo Collection, CC BY-NC-ND 2.0, via Flickr (https://www.flickr.com/photos/10816734@N03/2073350635)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“Aerial view of oil palm plantation” by CIFOR, CC BY-NC-ND 2.0, via Flickr (https://www.flickr.com/photos/45423546@N07/38802487905)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“Young cattle herders in Sénégal (West Africa)” by gbaku, CC BY-SA 2.0, via Flickr (https://www.flickr.com/photos/72105154@N00/525185172)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“CIMMYT international wheat nurseries growing in Ecuador” by CIMMYT, CC BY-NC-SA 2.0, via Flickr (https://www.flickr.com/photos/44760652@N05/5958068839)</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75</Slides>
  <Notes>75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75</vt:i4>
      </vt:variant>
    </vt:vector>
  </HeadingPairs>
  <TitlesOfParts>
    <vt:vector size="7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2026-09-28T21:14:30Z</dcterms:created>
  <dcterms:modified xsi:type="dcterms:W3CDTF">2026-09-28T21:14:30Z</dcterms:modified>
</cp:coreProperties>
</file>