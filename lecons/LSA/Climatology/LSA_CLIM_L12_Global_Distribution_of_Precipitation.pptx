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12: Global Distribution of Precipitation.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bars.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mark H and L on a circle.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the Sahara and the Kalahari on a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rainfall figures.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show the Namib Desert.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Equator 2. shadow 3. high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CLIMATOLOGY  —  LESSON 12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Distribution of Precipitation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Moisture in the Atmosphere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Precipitation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12: Global Distribution of Precipitation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Pressure belt, air mass, rain shadow, continentality, insularity, ocean current.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Latitudinal pattern of precipitation; primary factors (pressure belts, air masses) and secondary factors.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and explain the world pattern of rainfall.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latitudinal pattern of rainfall.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primary factors of rainfall distribution.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secondary (local) factors.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air gives clouds and rain.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three types of rainfall.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Debundscha, at the foot of Mount Cameroon, receives more than 10,000 mm of rain a year, but Kousseri in the Far North receives less than 600 mm. The Sahara receives almost no rain.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Rainfall differs greatly from place to place.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Debundscha so wet?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Wet sea winds rise over Mount Cameroon (relief rain).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Sahara dry?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lies under the subtropical high pressure where air sinks.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explain why some regions are wet and others are deserts.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LATITUDINAL PATTERN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rain_latitud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Average rainfall by latitude.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LATITUDINAL PATTERN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latitude is the wettest? Which latitudes are dry?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LATITUDINAL PATTERN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Equator is the wettest; about 30° and the poles are dry.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PRIMARY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pressure_belt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Pressure belts of the northern hemisphere.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PRIMARY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there much rain in the equatorial low pressure belt?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PRIMARY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Hot air rises, cools and forms clouds and rain.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PRIMARY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er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Sand dunes in the Sahara.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PRIMARY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the great hot deserts found near 30° of latitude?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PRIMARY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Air sinks and warms in the subtropical high, so clouds do not form.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SECONDARY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rain_compar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996" y="1691640"/>
            <a:ext cx="107289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Rainfall of Douala, Garoua and Aswan.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SECONDARY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Douala get more rain than Garoua?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SECONDARY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near the sea and at the foot of mountains that lift wet winds.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SECONDARY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ocean_current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 and cold ocean currents.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SECONDARY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coast of Namibia a desert?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SECONDARY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cold Benguela current cools the air, so it cannot rise and give rain.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Global Distribution of Precipitation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Moisture in the Atmosphere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Precipitation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12: Global Distribution of Precipitation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shadow: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dry side of a mountain, away from the wet wind.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Insularity: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effect of the sea on islands and coasts.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Pressure belt: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zone around the Earth with high or low air pressure.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Latitudinal Pattern and Primary Factors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Pattern: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Rainfall is highest near the Equator, over 2,000 mm. It is low near 30° and at the poles, and moderate near 60°.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Pressure belts: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Low pressure belts (Equator, 60°) have rising air and rain. High pressure belts (30°, poles) have sinking air and little rain.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Latitudinal Pattern and Primary Factors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Air masses: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Maritime air masses bring rain. Continental air masses are dry.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Secondary Factors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Relief: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Windward slopes are wet, and leeward slopes are dry. Debundscha gets over 10,000 mm a year.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Distance from the sea: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Coasts are wetter than inland areas. Rain decreases from Douala to Kousseri.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Secondary Factors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Ocean currents, vegetation and towns: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Cold currents make coasts dry. Forests and towns can increase local rain.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the latitudinal pattern of rainfall.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 at the Equator, low near 30° and the poles, moderate near 60°.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secondary factors of rainfall.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Relief and distance from the sea (also currents, vegetation, towns).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wettest zone is near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dry side of a mountain is the rain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Deserts are found under ______ pressure.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the rainfall of Debundscha, Yaoundé and Kousseri and explain the differences.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13: Pressure Systems.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Rainfall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précipitations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Rain shadow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 d'abri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Windward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 vent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Leeward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Sous le vent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désert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Pressure belt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ceinture de pression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Moisture in the Atmosphere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12: Global Distribution of Precipitation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the latitudinal pattern of rainfall. Explain the primary factors of rainfall distribution. Explain the secondary (local) factors.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and explain the world pattern of rainfall.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Rain shadow, Insularity, Pressure belt; II. Latitudinal Pattern and Primary Factors: Pattern, Pressure belts, Air masses; III. Secondary Factors: Relief, Distance from the sea, Ocean currents, vegetation and towns.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 the rainfall of Debundscha, Yaoundé and Kousseri and explain the differences.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“Desert trekking in Merzouga” by Antonio Cinotti , CC BY-NC-ND 2.0, via Flickr (https://www.flickr.com/photos/46378751@N02/15331399979)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2026-09-26T11:58:17Z</dcterms:created>
  <dcterms:modified xsi:type="dcterms:W3CDTF">2026-09-26T11:58:17Z</dcterms:modified>
</cp:coreProperties>
</file>