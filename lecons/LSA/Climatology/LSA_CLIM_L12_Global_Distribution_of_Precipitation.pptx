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Global Distribution of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Moisture in the Atmosphere, and the sub-topic is Precipitation. The key notions we shall use today are: pressure belt, air mass, rain shadow, continentality, insularity, ocean current. At the end, you should be able to do this: learners are able to describe and explain the world pattern of rainfall.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Forms of Condensation and Precipitation. The question was: Observe the clouds at 7 a.m. and 3 p.m. for a week and record their types.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the morning there are often low stratus clouds or clear skies; in the afternoon cumulus clouds grow and may become cumulonimbus with storms in the rainy season. This shows convection by daytime heating.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latitudinal pattern of rainfall. Number 2: explain the primary factors of rainfall distribution. Number 3: explain the secondary (local)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Rising air gives clouds and rain. There are three types of rainfall.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Debundscha, at the foot of Mount Cameroon, receives more than 10,000 mm of rain a year, but Kousseri in the Far North receives less than 600 mm. The Sahara receives almost no rain.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Rainfall differs greatly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Debundscha so wet?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Wet sea winds rise over Mount Cameroon (relief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Sahara dry?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lies under the subtropical high pressure where air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why some regions are wet and others dry, and plan water use in dry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why some regions are wet and others are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average rainfall by latitude.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latitude is the wettest? Which latitudes are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 is the wettest; about 30° and the poles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pressure belts of the northern hemisphere.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much rain in the equatorial low pressure belt?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air rises, cools and forms clouds and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sand dunes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great hot deserts found near 30° of latitude?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Air sinks and warms in the subtropical high, so clouds do not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rainfall of Douala, Garoua and Aswan.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Douala get more rain than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near the sea and at the foot of mountains that lift wet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warm and cold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coast of Namibia a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cold Benguela current cools the air, so it cannot rise and give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Continentality and Insularity.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Latitudinal Pattern of Precipitation. Precipitation varies with latitude as follows. On this slide we have Equatorial belt (0–10°).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Latitudinal Pattern of Precipitation. On this slide we have Subtropical belts (20–30°) and Mid-latitudes and poles.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precipitation by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Primary (Global) Factors. The main factors of global variation are. On this slide we have Pressure belts.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Primary (Global) Factors. On this slide we have Air masses.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pressure belts and rainfall.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Secondary (Local) Factors. Local factors also modify precipitation.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(Local) Factors. On this slide we have Distance from the sea.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(Local) Factors. On this slide we have Ocean currents and water bodies.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Secondary (Local) Factors. On this slide we have Vegetation and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latitudinal pattern of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at the Equator, low near 30° and the poles, moderate near 60°.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secondary factors of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relief and distance from the sea (also currents, vegetation,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 number 2, shadow; number 3,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rainfall of Debundscha, Yaoundé and Kousseri and explain the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Pressure 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12: GLOBAL DISTRIBUTION OF PRECIPITATION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Global Distribution of Precipitation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Moisture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Global Distribution of Precipitation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belt, air mass, rain shadow, continentality, insularity, ocean current.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Latitudinal pattern of precipitation; primary factors (pressure belts, air masses) and secondary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world pattern of rainfall.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Forms of Condensation and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clouds at 7 a.m. and 3 p.m. for a week and record their types.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morning there are often low stratus clouds or clear skies; in the afternoon cumulus clouds grow and may become cumulonimbus with storms in the rainy season. This shows convection by daytime heating.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latitudinal pattern of rainfall.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primary factors of rainfall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secondary (local)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Rising air gives clouds and rain.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three types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Debundscha, at the foot of Mount Cameroon, receives more than 10,000 mm of rain a year, but Kousseri in the Far North receives less than 600 mm. The Sahara receives almost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differs greatly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Debundscha so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sea winds rise over Mount Cameroon (relief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Sahara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under the subtropical high pressure where air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some regions are wet and others dry, and plan water use in dry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why some regions are wet and others are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PATTERN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in_latitu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Average rainfall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latitude is the wettest? Which latitudes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SPATIAL PATTERN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 is the wettest; about 30° and the poles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Pressure belts of the northern hemisphere.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much rain in the equatorial low pressure belt?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air rises, cools and forms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AIR MASSES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dunes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AIR MASSES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great hot deserts found near 30° of latitude?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PRIMARY FACTOR: AIR MASSES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and warms in the subtropical high, so clouds do not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DISTANCE FROM THE SEA,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Rainfall of Douala, Garoua and Aswan.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DISTANCE FROM THE SEA,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get more rain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DISTANCE FROM THE SEA,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and at the foot of mountains that lift wet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OCEAN CURRENTS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Warm and cold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 of Namibia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SECONDARY FACTORS: OCEAN CURRENTS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Benguela current cools the air, so it cannot rise and give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Moisture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Precipitation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Global Distribution of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distance from the sea on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Insularity: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effect of nearness to the sea on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Latitudinal Pattern of Precipitation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Precipitation varies with latitude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belt (0–10°):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wettest zone, with over 2,000 mm a year. Rain falls in all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Latitudinal Pattern of Precipitation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belts (20–30°):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the driest zones, where the great hot deserts are found. Rainfall is often below 250 mm.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Mid-latitudes and poles: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mid-latitudes (40–60°) are fairly wet because of fronts and westerlies. The polar regions are cold deserts with little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Latitudinal Pattern of Precipitation</a:t>
            </a:r>
            <a:endParaRPr lang="en-US" sz="3600" dirty="0"/>
          </a:p>
        </p:txBody>
      </p:sp>
      <p:pic>
        <p:nvPicPr>
          <p:cNvPr id="4" name="Image 0" descr="/home/claude/f4/img/v2/rain_latitu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precipitation by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Primary (Global) Factors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global variation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low-pressure belts air rises, cools and gives rain, as at the Equator. In high-pressure belts air sinks and warms, so it is dry, as at 30°.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Primary (Global) Factors (continued)</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Maritime air masses from the oceans are moist and bring rain. Continental air masses from land interiors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pressure belts and rainfall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Secondary (Local) Factors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factors also modify precipitation: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Windward slopes receive heavy relief rain, while leeward slopes are dry. Debundscha receives over 10,000 mm a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Secondary (Local) Factors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places receive more rain than places far inland. Douala receives about 4,000 mm, but Kousseri only about 600 mm.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Secondary (Local) Factors (continued)</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and water bodies: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currents cool the air and cause coastal deserts such as the Namib. Warm currents and large lakes add moisture 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Variation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Secondary (Local) Factors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and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return vapour to the air through transpiration. Towns can increase convectional rain because of the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latitudinal pattern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at the Equator, low near 30° and the poles, moderate near 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secondary factors of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and distance from the sea (also currents, vegetation,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wettest zone is near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side of a mountain is the rain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Deserts are found under ______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rainfall of Debundscha, Yaoundé and Kousseri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Pressure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shadow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Zone d'abri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Moisture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Global Distribution of Precipitation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latitudinal pattern of rainfall. Explain the primary factors of rainfall distribution. Explain the secondary (local)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world pattern of rainfall.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Latitudinal Pattern of Precipitation; Primary (Global) Factors; Secondary (Local)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rainfall of Debundscha, Yaoundé and Kousseri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mark H and L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Sahara and the Kalahari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rainfall figures.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the Namib Desert.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2026-09-27T10:07:51Z</dcterms:created>
  <dcterms:modified xsi:type="dcterms:W3CDTF">2026-09-27T10:07:51Z</dcterms:modified>
</cp:coreProperties>
</file>