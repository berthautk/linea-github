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Global Distribution of Precipitation.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mark H and L on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Sahara and the Kalahari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rainfall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Namib Desert.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Equator 2. shadow 3. high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Distribution of Precipitation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Global Distribution of 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belt, air mass, rain shadow, continentality, insularity, ocean current.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Latitudinal pattern of precipitation; primary factors (pressure belts, air masses) and secondary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world pattern of rainfall.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latitudinal pattern of rainfall.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primary factors of rainfall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secondary (local)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air gives clouds and rain.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types of rainfall.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Debundscha, at the foot of Mount Cameroon, receives more than 10,000 mm of rain a year, but Kousseri in the Far North receives less than 600 mm. The Sahara receives almost no rain.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differs greatly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Debundscha so wet?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sea winds rise over Mount Cameroon (relief rain).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Sahara dry?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under the subtropical high pressure where air sinks.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why some regions are wet and others are deserts.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ain_latitu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Average rainfall by latitude.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latitude is the wettest? Which latitudes are dry?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 is the wettest; about 30° and the poles are dry.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essure_bel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belts of the northern hemisphere.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much rain in the equatorial low pressure belt?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air rises, cools and forms clouds and rain.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dunes in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great hot deserts found near 30° of latitude?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sinks and warms in the subtropical high, so clouds do not form.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rain_compa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of Douala, Garoua and Aswan.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Douala get more rain than Garoua?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sea and at the foot of mountains that lift wet winds.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ocean_curr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and cold ocean currents.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coast of Namibia a desert?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Benguela current cools the air, so it cannot rise and give rain.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Distribution of Precipitation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Moisture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Precipitation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Global Distribution of Precipitation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shadow: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dry side of a mountain, away from the wet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Insularity: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effect of the sea on islands and coasts.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belt: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zone around the Earth with high or low air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Latitudinal Pattern and Primary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is highest near the Equator, over 2,000 mm. It is low near 30° and at the poles, and moderate near 60°.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Pressure belts: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pressure belts (Equator, 60°) have rising air and rain. High pressure belts (30°, poles) have sinking air and little rain.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Latitudinal Pattern and Primary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Maritime air masses bring rain. Continental air masses are dry.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Windward slopes are wet, and leeward slopes are dry. Debundscha gets over 10,000 mm a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Distance from the sea: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Coasts are wetter than inland areas. Rain decreases from Douala to Kousseri.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Ocean currents, vegetation and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 currents make coasts dry. Forests and towns can increase local rain.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latitudinal pattern of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at the Equator, low near 30° and the poles, moderate near 60°.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secondary factors of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and distance from the sea (also currents, vegetation, towns).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wettest zone is near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side of a mountain is the rain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 are found under ______ pressure.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rainfall of Debundscha, Yaoundé and Kousseri and explain the differences.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Pressure Systems.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précipitations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shadow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d'abri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 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belt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ceinture de 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Global Distribution of Precipitation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latitudinal pattern of rainfall. Explain the primary factors of rainfall distribution. Explain the secondary (local)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world pattern of rainfall.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Rain shadow, Insularity, Pressure belt; II. Latitudinal Pattern and Primary Factors: Pattern, Pressure belts, Air masses; III. Secondary Factors: Relief, Distance from the sea, Ocean currents, vegetation and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the rainfall of Debundscha, Yaoundé and Kousseri and explain the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2026-09-27T04:25:29Z</dcterms:created>
  <dcterms:modified xsi:type="dcterms:W3CDTF">2026-09-27T04:25:29Z</dcterms:modified>
</cp:coreProperties>
</file>