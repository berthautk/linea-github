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16: Tropical Seasonal Winds: Monsoon and Harmattan.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Global and Local Atmospheric Circulation, and the sub-topic is Mesoscale Winds. The key notions we shall use today are: monsoon, Harmattan, ITCZ, seasonal reversal of winds. At the end, you should be able to do this: learners are able to explain seasonal winds and their effects on people in Asia and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15: Planetary Winds. The question was: Draw the planetary winds and pressure belts on one diagram.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diagram shows the equatorial low, subtropical highs (30°), subpolar lows (60°) and polar highs, with the NE and SE trade winds, the westerlies and the polar easterlies deflected by the Coriolis force.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monsoon and explain its causes. Number 2: describe the Asian and West African monsoons. Number 3: explain the causes and effects of the Harmattan.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Land heats faster than the sea. The overhead sun moves between the tropics.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Garoua the rainy season starts in May when the wind comes from the south-west. In November the wind turns and blows from the north-east, bringing dust, dry skin and meningitis.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wind changes direction with the seasons and changes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the wet south-west wind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West African monsoon.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the dry north-east wind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Harmattan.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adapt farming and health habits to the monsoon and Harmattan seasons.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winds that make the rainy and dry seasons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summer and winter monsoons of India.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In which season does the wind blow from the sea to India? What does it bring?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summer; it brings heavy 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street in heavy rain in India.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one good and one bad effect of monsoon rain.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Good: water for rice farming. Bad: floods and landslides.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animation: animation: the rain belt moves north and south.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does the rain belt move north in July?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overhead sun moves north and heats the land, pulling in wet sea winds.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bamenda under the Harmattan dust.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Where does the Harmattan come from? What does it bring?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From the Sahara (north-east); it brings dry, dusty, cool 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dust carried by a strong wind.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effects of the Harmattan on people.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Poor visibility (flights cancelled) and diseases such as meningitis and colds.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Monsoon and Harmattan.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ITCZ.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Monsoon Winds. The monsoon can be studied under the following points. On this slide we have Causes.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Monsoon Winds. On this slide we have Areas of occurrence.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Monsoon Winds. On this slide we have Effects in Asia.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summer and winter monsoon in India.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West African Monsoon. In West Africa and Cameroon. On this slide we have Cause.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West African Monsoon. On this slide we have Effects.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Harmattan Winds. The Harmattan can be studied under the following points. On this slide we have Causes.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Harmattan Winds. On this slide we have Characteristics.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Harmattan Winds. On this slide we have Effects in Cameroon.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a monsoon?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wind that changes direction with the seasons.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effects of the Harmattan in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dust and poor visibility; diseases such as meningitis (also cold nights, dry skin).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monsoon; number 2, Sahara; number 3, 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Write the months of the monsoon and of the Harmattan in your town.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17: Local Winds.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16: TROPICAL SEASONAL WINDS: MONSOON AND HARMATTAN</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gif"/><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16</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Tropical Seasonal Winds: Monsoon and Harmattan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Global and Local Atmospheric Circulation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Mesoscale Winds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16: Tropical Seasonal Winds: Monsoon and Harmattan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Monsoon, Harmattan, ITCZ, seasonal reversal of winds.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Monsoon winds (meaning, causes, areas, effects) and the Harmattan, with effects in Asia and West Africa/Cameroon.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seasonal winds and their effects on people in Asia and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15: Planetary Winds):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planetary winds and pressure belts on one diagram.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diagram shows the equatorial low, subtropical highs (30°), subpolar lows (60°) and polar highs, with the NE and SE trade winds, the westerlies and the polar easterlies deflected by the Coriolis force.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monsoon and explain its causes.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Asian and West African monsoons.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causes and effects of the Harmattan.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Land heats faster than the sea.</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overhead sun moves between the tropics.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Garoua the rainy season starts in May when the wind comes from the south-west. In November the wind turns and blows from the north-east, bringing dust, dry skin and meningitis.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wind changes direction with the seasons and changes life.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wet south-west wind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West African monsoon.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dry north-east wind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Harmattan.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Adapt farming and health habits to the monsoon and Harmattan seasons.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winds that make the rainy and dry seasons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MONSOON: MEANING AND CAUSES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monsoon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summer and winter monsoons of India.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MONSOON: MEANING AND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which season does the wind blow from the sea to India? What does it bring?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MONSOON: MEANING AND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summer; it brings heavy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MONSOON: EFFECTS IN ASIA</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sa_monsoo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street in heavy rain in India.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MONSOON: EFFECTS IN ASIA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good and one bad effect of monsoon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MONSOON: EFFECTS IN ASIA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Good: water for rice farming. Bad: floods and landslides.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MONSOON IN WEST AFRICA</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itcz.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the rain belt moves north and south.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MONSOON IN WEST AFRICA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the rain belt move north in July?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MONSOON IN WEST AFRICA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overhead sun moves north and heats the land, pulling in wet sea winds.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HARMATTAN: MEANING AND CAUSES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harmatta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Bamenda under the Harmattan dust.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HARMATTAN: MEANING AND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the Harmattan come from? What does it bring?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HARMATTAN: MEANING AND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the Sahara (north-east); it brings dry, dusty, cool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HARMATTAN: EFFECTS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sandstorm.jpg">    </p:cNvPr>
          <p:cNvPicPr>
            <a:picLocks noChangeAspect="1"/>
          </p:cNvPicPr>
          <p:nvPr/>
        </p:nvPicPr>
        <p:blipFill>
          <a:blip r:embed="rId1"/>
          <a:stretch>
            <a:fillRect/>
          </a:stretch>
        </p:blipFill>
        <p:spPr>
          <a:xfrm>
            <a:off x="1252761" y="1783080"/>
            <a:ext cx="968617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Dust carried by a strong wind.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HARMATTAN: EFFECTS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effects of the Harmattan on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HARMATTAN: EFFECTS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Poor visibility (flights cancelled) and diseases such as meningitis and colds.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Global and Local Atmospheric Circulation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Mesoscale Winds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16: Tropical Seasonal Winds: Monsoon and Harmattan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Monsoon: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seasonal reversal of winds, from the Arabic word mausim, meaning season.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Harmattan: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dry, dusty north-east wind that blows from the Sahara to West Africa in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ITCZ: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zone where the trade winds of the two hemispheres meet.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Monsoon Winds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monsoon can be studied under the following points: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summer, land heats more than the sea and a low pressure forms over the continent, so moist winds blow from the sea to the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Monsoon Winds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winter the land is colder, a high forms and dry winds blow from land to sea.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Areas of occurrence: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Monsoons occur in South and East Asia (India, Bangladesh, China) and in West Africa. They are also found in northern Australia.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Monsoon Winds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Effects in Asia: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summer monsoon brings heavy rain for rice growing and drinking water. When it is too strong it causes floods in Bangladesh; when it fails it causes drought and famine.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Monsoon Winds</a:t>
            </a:r>
            <a:endParaRPr lang="en-US" sz="3600" dirty="0"/>
          </a:p>
        </p:txBody>
      </p:sp>
      <p:pic>
        <p:nvPicPr>
          <p:cNvPr id="4" name="Image 0" descr="/home/claude/f4/img/v2/monsoon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summer and winter monsoon in India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Monsoon Winds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The West African Monsoon</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 West Africa and Cameroon: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Cause: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south-west monsoon is maritime tropical air from the Gulf of Guinea. It moves north behind the ITCZ from March to August.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Monsoon Winds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800" b="1" dirty="0">
                <a:solidFill>
                  <a:srgbClr val="990011"/>
                </a:solidFill>
                <a:latin typeface="Times New Roman" pitchFamily="34" charset="0"/>
                <a:ea typeface="Times New Roman" pitchFamily="34" charset="-122"/>
                <a:cs typeface="Times New Roman" pitchFamily="34" charset="-120"/>
              </a:rPr>
              <a:t>The West African Monsoon (continued)</a:t>
            </a:r>
            <a:endParaRPr lang="en-US" sz="28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Effects: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brings the rainy season to Cameroon, long in the south and short in the north. Its variations cause floods or droughts in the Sahel.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Harmattan Winds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Harmattan can be studied under the following points: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dry season (November to March) the ITCZ moves south. Dry continental air from the Saharan high blows south-west over West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Harmattan Winds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Characteristics: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Harmattan is dry and dusty, with hot days and cool nights. Relative humidity can fall below 20 %.</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Harmattan Winds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Effects in Cameroon: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reduces visibility, disturbs flights and dries crops and pastures. It causes meningitis, colds, cracked lips and skin, but it also helps to dry grain and fish.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monsoon?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wind that changes direction with the seasons.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effects of the Harmattan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Dust and poor visibility; diseases such as meningitis (also cold nights, dry skin).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wet south-west wind of West Africa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Harmattan comes from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Monsoon rain is important for ______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Write the months of the monsoon and of the Harmattan in your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17: Local Winds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Monsoon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mousson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Harmattan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L'harmattan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Dust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poussière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Dry season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saison sèche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Rainy season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saison des pluies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Meningitis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méningite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Global and Local Atmospheric Circulation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16: Tropical Seasonal Winds: Monsoon and Harmattan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monsoon and explain its causes. Describe the Asian and West African monsoons. Explain the causes and effects of the Harmattan.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seasonal winds and their effects on people in Asia and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Monsoon Winds; The West African Monsoon; Harmattan Winds.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Write the months of the monsoon and of the Harmattan in your town.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3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India with arrows.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compare with the rainy season in Douala.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move a paper band up and down a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Harmattan mornings.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ask learners how the Harmattan affects them.</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“Running in the rain” by VinothChandar, CC BY 2.0, via Flickr (https://www.flickr.com/photos/44345361@N06/10960940954)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“Bamenda sob a poeira do Harmattan” by carlosoliveirareis, CC BY-NC-SA 2.0, via Flickr (https://www.flickr.com/photos/54218923@N00/387054136)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“Sandstorm at Camp Bastion, Afghanistan” by Defence Images, CC BY-NC 2.0, via Flickr (https://www.flickr.com/photos/48399297@N04/10343833885)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2026-09-27T10:31:24Z</dcterms:created>
  <dcterms:modified xsi:type="dcterms:W3CDTF">2026-09-27T10:31:24Z</dcterms:modified>
</cp:coreProperties>
</file>