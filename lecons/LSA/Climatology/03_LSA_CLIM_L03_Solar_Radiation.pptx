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Solar Radiation.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Transfer of Solar Energy. The key notions we shall use today are: solar radiation, insolation, short-wave radiation, reflection, scattering, absorption, albedo. At the end, you should be able to do this: learners are able to explain how solar energy reaches the Earth and what happens to it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Structure of the Atmosphere. The question was: Draw the layers of the atmosphere with their heights and one feature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Troposphere (0–16 km): weather and clouds. Stratosphere (16–50 km): ozone layer, calm air for planes. Mesosphere (50–80 km): coldest layer, meteors burn. Thermosphere (above 80 km): very hot, aurora and radio waves. Exosphere (above 500 km): satellites, gases escape.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source and nature of solar radiation. Number 2: describe reflection, scattering and absorption. Number 3: explain albedo.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Sun is a star. The troposphere contains clouds, dust and water vapour.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cloudy day in Bamenda, Nkeng notices that she does not feel as hot as on a clear day, even at midday. She also wonders why the sky is blue.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Nkeng does not know what happens to sunlight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it cooler on a cloudy 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Clouds reflect part of the sunlight back to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sky blue?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molecules scatter the blue light of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solar energy wisely and protect ourselves from strong ultraviolet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source of energy that drives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surface of the Sun (NASA image).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the energy of the Sun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nuclear reactions (fusion) in the core of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three parts of solar radiation.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part of solar radiation burns the skin? Which part do we feel as 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Ultraviolet burns the skin. Infrared is felt as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what happens to 100 units of sunlight.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Out of 100 units of sunlight, how many reach the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50 units; 30 are reflected and 20 are absorbed.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red sky at sunrise.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sky blue at midday but red at sunrise?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scatters blue light. At sunrise light crosses more air, so only red light reaches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snow reflects most of the sunlight.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snow stay cold even in the sun?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a high albedo: it reflects up to 90 % of the sunlight.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Solar radiation (insolation) and Albedo.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Depletion.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and Nature of Solar Radiation. The source and nature of solar radiation are as follows. On this slide we have 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and Nature of Solar Radiation. On this slide we have Nature and Solar constant.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Depletion of Solar Radiation. Solar radiation is intercepted by the atmosphere through the following processes. On this slide we have Absorption.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Depletion of Solar Radiation. On this slide we have Scattering.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Depletion of Solar Radiation. On this slide we have Reflection.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what happens to 100 units of solar radiation.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Albedo of Surfaces. The albedo of a surface depends on its colour and nature. On this slide we have High albedo.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Albedo of Surfaces. On this slide we have Low albedo.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albedo? Give a surface with a high albedo.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part of sunlight reflected by a surface. Snow.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three ways sunlight is depleted in the atmosphere.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reflection, scattering and absorption.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short; number 2, albedo; number 3, scattering.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a white cloth and a black cloth in the sun for 10 minutes. Touch them and explain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The Earth's Radiation Balance.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SOLAR RADIATION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Solar Radiation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Transfer of Solar Energy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Solar Radiation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Solar radiation, insolation, short-wave radiation, reflection, scattering, absorption, albedo.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Sources and nature of solar radiation; depletion by reflection, scattering and absorption.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solar energy reaches the Earth and what happens to it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Structure of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layers of the atmosphere with their heights and one feature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Troposphere (0–16 km): weather and clouds. Stratosphere (16–50 km): ozone layer, calm air for planes. Mesosphere (50–80 km): coldest layer, meteors burn. Thermosphere (above 80 km): very hot, aurora and radio waves. Exosphere (above 500 km): satellites, gases escape.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source and nature of solar radiation.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reflection, scattering and absorption.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albedo.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Sun is a star.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troposphere contains clouds, dust and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cloudy day in Bamenda, Nkeng notices that she does not feel as hot as on a clear day, even at midday. She also wonders why the sky is blue.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Nkeng does not know what happens to sunlight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on a cloudy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reflect part of the sunlight back to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sky blue?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molecules scatter the blue light of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solar energy wisely and protect ourselves from strong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source of energy that drives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OF SOLAR RADIATION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surface of the Sun (NASA image).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OF SOLAR RADIATION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energy of the Sun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SOURCE OF SOLAR RADIATION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nuclear reactions (fusion) in the core of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SOLAR RADIATION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pectru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parts of solar radiation.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SOLAR RADIATION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solar radiation burns the skin? Which part do we feel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SOLAR RADIATION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Ultraviolet burns the skin. Infrared is felt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ABSORPTION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ple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What happens to 100 units of sunlight.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ABSORPTION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Out of 100 units of sunlight, how many reach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ABSORPTION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50 units; 30 are reflected and 20 are absorbed.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SCATTERING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sunri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sky at sunrise.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SCATTERING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sky blue at midday but red at sunrise?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SCATTERING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scatters blue light. At sunrise light crosses more air, so only red light reaches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REFLECTION AND ALBEDO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n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reflects most of the sunlight.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REFLECTION AND ALBEDO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snow stay cold even in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DEPLETION: REFLECTION AND ALBEDO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high albedo: it reflects up to 90 % of the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Transfer of Solar Energy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Solar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radiation (insolation):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energy sent out by the sun and received by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Albedo: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percentage of solar radiation reflected by a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Depletion: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loss of solar radiation as it passes through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and Nature of Solar Radiation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source and nature of solar radiation are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produces energy by nuclear fusion, when hydrogen changes into helium in its core at about 15 million °C. This energy travels to the Earth in about 8 minutes.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Sources and Nature of Solar Radiation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radiation travels as short waves. It is made up of ultraviolet rays (about 9 %), visible light (about 41 %) and infrared rays (about 50 %).</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constant: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top of the atmosphere the Earth receives about 1,370 W/m². Only part of it reaches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Solar radiation is intercepted by the atmosphere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Absorption: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absorbs ultraviolet rays, while water vapour, carbon dioxide and dust absorb infrared rays. About 20 % of insolation is absorbed by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Scattering: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Gas molecules and dust spread light in all directions. Blue light is scattered most, which makes the sky blue, and the sun looks red at sunrise because its light crosses more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Reflection: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the ground and water send part of the radiation back to space. About 30 % of insolation is reflected; this is the Earth's albedo.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pic>
        <p:nvPicPr>
          <p:cNvPr id="4" name="Image 0" descr="/home/claude/f4/img/v2/deple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what happens to 100 units of solar radiation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Albedo of Surfaces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albedo of a surface depends on its colour and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albedo: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Fresh snow reflects 80–95 % and thick clouds about 70 %. Such surfaces stay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Depletion of Solar Radiation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Albedo of Surfaces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albedo: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reflect 10–20 %, dark soil and water about 5–10 %. These surfaces absorb more heat and become warm.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albedo? Give a surface with a high albedo.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part of sunlight reflected by a surface.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ways sunlight is depleted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Reflection, scattering and absorption.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Sun sends ______-wave radiation.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Reflection of sunlight by a surface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sky is blue because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white cloth and a black cloth in the sun for 10 minutes. Touch them and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The Earth's Radiation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 radiation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rayonnement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Reflection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réflexion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Absorption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L'absorption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Scattering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diffusion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Albedo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L'albédo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Sunlight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lumière du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Solar Radiation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source and nature of solar radiation. Describe reflection, scattering and absorption. Explain albedo.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solar energy reaches the Earth and what happens to it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Sources and Nature of Solar Radiation; Depletion of Solar Radiation; Albedo of Surfaces.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a white cloth and a black cloth in the sun for 10 minutes. Touch them and explain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how we feel standing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the three parts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sun, a cloud and the ground.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colour of the sky at sunset.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a white shirt and a black shirt in the sun.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“Scientists Propose Mechanism to Describe Solar Eruptions of All Sizes” by NASA's Marshall Space Flight Center, CC BY-NC 2.0, via nasa (https://www.flickr.com/photos/28634332@N05/36084784530)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“African Sunrise, Amboseli National Park” by Ray in Manila, CC BY 2.0, via Flickr (https://www.flickr.com/photos/21186555@N07/30385097358)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“Peaceful Winter” by `James Wheeler, CC BY-NC-SA 2.0, via Flickr (https://www.flickr.com/photos/24128704@N08/25673217581)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2026-09-27T10:31:21Z</dcterms:created>
  <dcterms:modified xsi:type="dcterms:W3CDTF">2026-09-27T10:31:21Z</dcterms:modified>
</cp:coreProperties>
</file>