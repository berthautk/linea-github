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14: Vertical Motions: Stability and Instability.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hot-air balloon.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two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an afternoon 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grey, calm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watch smoke from a kitchen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10 2. unstable 3. stable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CLIMATOLOGY  —  LESSON 14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Motions: Stability and Instability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and Local Atmospheric Circulation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Atmospheric Motions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Vertical Motions: Stability and Instability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parcel, stability, instability, conditional instability, dry and saturated adiabatic lapse rates.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Meaning, types and weather of instability and stability.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air rises or sinks and predict the weather that follows.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stability and instability.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lapse rates of a rising parcel and the surrounding air.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weather of stable and unstable air.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air cools by expansion.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environmental lapse rate is about 6.5 °C per 1,000 m.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some afternoons in Yaoundé, huge clouds grow very fast and storms break out. On other days the sky stays grey and flat, and smoke hangs low over the town.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do not know why some days are stormy and others calm.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on stormy days?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rises quickly: it is unstable.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on calm grey days?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does not rise: it is stable.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storms form and why some days stay calm.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AIR PARCELS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arce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warm bubble of air rises and forms a cloud.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AIR PARCELS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parcel keep rising?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AIR PARCELS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stays warmer and lighter than the air around it.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STABILITY AND INSTABILITY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tabilit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unstable and a stable atmosphere.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STABILITY AND INSTABILITY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unstable case, is the rising air warmer or colder than the air around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STABILITY AND INSTABILITY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Warmer, so it keeps rising.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WEATHER OF INSTABILITY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cumulonimb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46" y="1691640"/>
            <a:ext cx="815545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cumulonimbus cloud.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WEATHER OF INSTABILITY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 comes with unstable air?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WEATHER OF INSTABILITY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Tall clouds, heavy showers, thunder and sometimes hail.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WEATHER OF 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cloudse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 layers of cloud below a stable layer.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WEATHER OF 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 comes with stable air?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WEATHER OF 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 layer clouds, fog or clear skies, and no storms.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WEATHER OF 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sm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 and haze trapped over a city.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WEATHER OF 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smoke stay near the ground in stable air?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WEATHER OF STABILITY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air cannot rise, so smoke and dust are trapped.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Vertical Motions: Stability and Instability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Global and Local Atmospheric Circulation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Atmospheric Motions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14: Vertical Motions: Stability and Instability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parcel: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small bubble of air that moves as one unit.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a rising parcel stays warmer than the air around it and keeps rising.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a rising parcel becomes colder than the air around it and sinks back.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Lapse Rates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Dry adiabatic lapse rate: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Unsaturated rising air cools by about 10 °C per 1,000 m. This is the DALR.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Saturated adiabatic lapse rate: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Saturated air cools more slowly, about 5 °C per 1,000 m. Condensation releases latent heat.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Lapse Rates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Comparison: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compare the parcel with the environmental lapse rate. This tells us if the air is stable or unstable.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and Weather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Absolute instability: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environmental lapse rate is greater than the DALR. Air rises strongly and gives cumulonimbus and storms.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Absolute stability: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environmental lapse rate is less than the SALR. Air sinks back, and the weather is calm, with fog or layer clouds.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and Weather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Conditional instability: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air is stable when dry but unstable once saturated. It is common in the humid tropics.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and Weather (3/3)</a:t>
            </a:r>
            <a:endParaRPr lang="en-US" sz="3600" dirty="0"/>
          </a:p>
        </p:txBody>
      </p:sp>
      <p:pic>
        <p:nvPicPr>
          <p:cNvPr id="13" name="Image 0" descr="/home/claude/f4/img/v2/stabilit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two graphs.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stability and instability.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Unstable air keeps rising because it stays warmer; stable air sinks back because it becomes colder.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the weather of unstable air.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Tall cumulonimbus clouds, heavy showers, thunderstorms.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Unsaturated air cools at about ______ °C per 1,000 m.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Storms come with ______ air.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 and smog come with ______ air.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one week, note whether the afternoon is stormy or calm and link it to stability.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15: Planetary Winds.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stabilité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L'instabilité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parcel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particule d'air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Thunderstorm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Lapse 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gradient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and Local Atmospheric Circulation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Vertical Motions: Stability and Instability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stability and instability. Compare the lapse rates of a rising parcel and the surrounding air. Describe the weather of stable and unstable air.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air rises or sinks and predict the weather that follows.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Air parcel, Instability, Stability; II. Lapse Rates: Dry adiabatic lapse rate, Saturated adiabatic lapse rate, Comparison; III. Types and Weather: Absolute instability, Absolute stability, Conditional instability.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one week, note whether the afternoon is stormy or calm and link it to stability.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“06172012 Sunday evening pulse storms/cumulonimbi” by StormRider93 | Into the Storm, CC BY-NC-ND 2.0, via Flickr (https://www.flickr.com/photos/65232104@N04/7395715628)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“Rising above the Inversion” by Pictoscribe -, CC BY-NC-ND 2.0, via Flickr (https://www.flickr.com/photos/70414856@N00/6535713585)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“Beijing smog” by kevin dooley, CC BY 2.0, via Flickr (https://www.flickr.com/photos/12836528@N00/386198516)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2026-09-27T04:25:29Z</dcterms:created>
  <dcterms:modified xsi:type="dcterms:W3CDTF">2026-09-27T04:25:29Z</dcterms:modified>
</cp:coreProperties>
</file>