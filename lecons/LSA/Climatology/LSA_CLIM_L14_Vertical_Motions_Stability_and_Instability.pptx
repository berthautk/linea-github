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Vertical Motions: Stability and Instability.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Global and Local Atmospheric Circulation, and the sub-topic is Atmospheric Motions. The key notions we shall use today are: air parcel, stability, instability, conditional instability, dry and saturated adiabatic lapse rates. At the end, you should be able to do this: learners are able to explain why air rises or sinks and predict the weather that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Pressure Systems. The question was: Draw the tricellular model and label the pressure belts.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diagram shows the Hadley cell (0–30°), the Ferrel cell (30–60°) and the polar cell (60–90°), with the equatorial low, subtropical highs, subpolar lows and polar highs labelled.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stability and instability. Number 2: compare the lapse rates of a rising parcel and the surrounding air. Number 3: describe the weather of stable and unstable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Rising air cools by expansion. The environmental lapse rate is about 6.5 °C per 1,000 m.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some afternoons in Yaoundé, huge clouds grow very fast and storms break out. On other days the sky stays grey and flat, and smoke hangs low over the town.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do not know why some days are stormy and others calm.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happens on stormy days?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Air rises quickly: it is unstable.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on calm grey days?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Air does not rise: it is 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predict storms or calm weather from the stability of the air and protect lives and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storms form and why some days stay calm.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a warm bubble of air rises and forms a cloud.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does the parcel keep rising?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stays warmer and lighter than the air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an unstable and a stable atmosphere.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the unstable case, is the rising air warmer or colder than the air around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Warmer, so it keeps rising.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cumulonimbus cloud.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weather comes with unstable air?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Tall clouds, heavy showers, thunder and sometimes hail.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flat layers of cloud below a stable layer.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weather comes with stable air?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Flat layer clouds, fog or clear skies, and no storms.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smoke and haze trapped over a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does smoke stay near the ground in stable air?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air cannot rise, so smoke and dust are trapped.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Dry adiabatic lapse rate (DALR).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Saturated adiabatic lapse rate (SALR).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Atmospheric Instability. Instability can be studied as follows. On this slide we have Meaning.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Atmospheric Instability. On this slide we have Types.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Atmospheric Instability. On this slide we have Associated weather.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stable and unstable air.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Atmospheric Stability. Stability can be studied as follows. On this slide we have Meaning.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Atmospheric Stability. On this slide we have Types.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Atmospheric Stability. On this slide we have Associated weather.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stability and instability.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unstable air keeps rising because it stays warmer; stable air sinks back because it becomes colder.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the weather of unstable air.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tall cumulonimbus clouds, heavy showers, thunderstorms.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10; number 2, unstable; number 3, 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For one week, note whether the afternoon is stormy or calm and link it to stability.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15: Planetary Winds.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14: VERTICAL MOTIONS: STABILITY AND INSTABILITY</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Vertical Motions: Stability and Instability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and Local Atmospheric Circulation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Atmospheric Motions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Vertical Motions: Stability and Instability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Air parcel, stability, instability, conditional instability, dry and saturated adiabatic lapse rates.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types and weather of instability and stability.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air rises or sinks and predict the weather that follows.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Pressure Systems):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tricellular model and label the pressure belts.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diagram shows the Hadley cell (0–30°), the Ferrel cell (30–60°) and the polar cell (60–90°), with the equatorial low, subtropical highs, subpolar lows and polar highs labelled.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stability and instability.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the lapse rates of a rising parcel and the surrounding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weather of stable and unstable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Rising air cools by expansion.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environmental lapse rate is about 6.5 °C per 1,000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some afternoons in Yaoundé, huge clouds grow very fast and storms break out. On other days the sky stays grey and flat, and smoke hangs low over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do not know why some days are stormy and others calm.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on stormy days?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rises quickly: it is unstable.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on calm grey days?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does not rise: it is stable.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Predict storms or calm weather from the stability of the air and protect lives and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storms form and why some days stay calm.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INSTABILITY: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arcel.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warm bubble of air rises and forms a cloud.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INSTABILITY: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parcel keep rising?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INSTABILITY: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stays warmer and lighter than the air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 TYPES OF STABILITY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tability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unstable and a stable atmosphere.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 TYPES OF STABILITY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unstable case, is the rising air warmer or colder than the air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 TYPES OF STABILITY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Warmer, so it keeps rising.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 WEATHER OF INSTABILITY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cumulonimbus.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cumulonimbus cloud.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 WEATHER OF INSTABILITY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weather comes with unstable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 WEATHER OF INSTABILITY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Tall clouds, heavy showers, thunder and sometimes hail.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 WEATHER OF STABILITY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cloudse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Flat layers of cloud below a stable layer.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 WEATHER OF STABILITY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weather comes with stable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 WEATHER OF STABILITY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layer clouds, fog or clear skies, and no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 WEATHER OF STABILITY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smo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Smoke and haze trapped over a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 WEATHER OF STABILITY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smoke stay near the ground in stable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 WEATHER OF STABILITY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cannot rise, so smoke and dust are trapped.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Global and Local Atmospheric Circulation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Atmospheric Motions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Vertical Motions: Stability and Instability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Dry adiabatic lapse rate (DALR):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rate at which unsaturated rising air cools, about 10 °C per 1,000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Saturated adiabatic lapse rate (SALR):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rate at which saturated rising air cools, about 5–6 °C per 1,000 m, because condensation releases latent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Atmospheric Instability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Instability can be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is unstable when a rising parcel stays warmer than the air around it. It keeps rising on its own, like a hot-air balloon.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Atmospheric Instability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Absolute instability occurs when the environmental lapse rate is greater than the DALR. Conditional instability occurs when it lies between the SALR and the DALR, so air becomes unstable only when saturated.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Atmospheric Instability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Associated weather: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Unstable air forms tall cumulus and cumulonimbus clouds. It brings heavy showers, thunderstorms, lightning and sometimes hail.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Atmospheric Instability</a:t>
            </a:r>
            <a:endParaRPr lang="en-US" sz="3600" dirty="0"/>
          </a:p>
        </p:txBody>
      </p:sp>
      <p:pic>
        <p:nvPicPr>
          <p:cNvPr id="4" name="Image 0" descr="/home/claude/f4/img/v2/stability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stable and unstable air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Atmospheric Stability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Stability can be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is stable when a rising parcel becomes colder than the surrounding air. It sinks back to its starting level.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Atmospheric Stability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Absolute stability occurs when the environmental lapse rate is lower than the SALR. Inversions are the most stable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Atmospheric Stability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Associated weather: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Stable air gives clear skies or flat layer clouds such as stratus. It brings fog, calm conditions and trapped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stability and instability.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Unstable air keeps rising because it stays warmer; stable air sinks back because it becomes colder.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weather of unstable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Tall cumulonimbus clouds, heavy showers, thunderstorms.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Unsaturated air cools at about ______ °C per 1,000 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Storms come with ______ air.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Fog and smog come with ______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one week, note whether the afternoon is stormy or calm and link it to stability.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Planetary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Stability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stabilité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Instability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L'instabilité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 parcel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particule d'air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Thunderstorm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Saturated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Saturé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Lapse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gradient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Global and Local Atmospheric Circulation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Vertical Motions: Stability and Instability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stability and instability. Compare the lapse rates of a rising parcel and the surrounding air. Describe the weather of stable and unstable air.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air rises or sinks and predict the weather that follows.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Atmospheric Instability; Atmospheric Stability.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 one week, note whether the afternoon is stormy or calm and link it to stability.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hot-air balloon.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two graphs.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an afternoon storm.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grey, calm morning.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watch smoke from a kitchen fire.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“06172012 Sunday evening pulse storms/cumulonimbi” by StormRider93 | Into the Storm, CC BY-NC-ND 2.0, via Flickr (https://www.flickr.com/photos/65232104@N04/7395715628)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“Rising above the Inversion” by Pictoscribe -, CC BY-NC-ND 2.0, via Flickr (https://www.flickr.com/photos/70414856@N00/6535713585)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“Beijing smog” by kevin dooley, CC BY 2.0, via Flickr (https://www.flickr.com/photos/12836528@N00/386198516)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2026-09-27T10:07:51Z</dcterms:created>
  <dcterms:modified xsi:type="dcterms:W3CDTF">2026-09-27T10:07:51Z</dcterms:modified>
</cp:coreProperties>
</file>