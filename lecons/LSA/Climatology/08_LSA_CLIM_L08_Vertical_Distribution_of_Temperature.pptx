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Vertical Distribution of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Vertical Distribution of Heat in the Atmosphere. The key notions we shall use today are: lapse rate, environmental lapse rate, adiabatic cooling, air pressure, altitude. At the end, you should be able to do this: learners are able to calculate temperature at different heights and explain why air is colder higher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Geographical Factors Affecting Temperature. The question was: Compare the temperature of Buea and Limbe and explain the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Buea (about 900 m) is cooler than Limbe (sea level). Buea is higher, so temperature falls with altitude, and it also has more cloud and mist; Limbe is warmed by the sea.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lapse rate. Number 2: calculate temperature at a given height. Number 3: explain the reasons why temperature falls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falls with altitude in the troposphere. The ground heats the air.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Climbers of Mount Cameroon leave Buea in T-shirts but need warm coats near the top. A learner thinks that the top should be hotter because it is closer to the Sun.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why the top of a mountain is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the top of the mountain hotter?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is colder.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heats the air?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ground, not the Sun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why high places are cool and adapt our clothing and farming to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mountains and highlands are cooler than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mount Cameroon (4,095 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the top of the mountain warmer or colder than Buea?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Colder, because temperature falls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temperature falls 6.5 °C every 1,000 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If it is 27 °C at sea level, what is the temperature at 2,000 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27 − (2 × 6.5) = 14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ground heats the air from below.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air warmest near the ground?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ground absorbs sunlight and heats the air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plane at 10,000 m, where the air is about −50 °C.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air thin and cold so high up?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air is less dense and holds less water vapour, so it keeps less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animation: animation: rising air cools as it expands.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happens to air when it rises?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expands because pressure is lower, and it cools (adiabatic cooling).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Lapse rate.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Adiabatic change.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Nature of the Variation of Temperature with Height. In the troposphere, temperature changes with height as follows. On this slide we have Environmental lapse rate.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Nature of the Variation of Temperature with Height. On this slide we have Variations.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fall of temperature with height.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Lapsing of Temperature. Temperature falls with height for the following reasons. On this slide we have Heating from below.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Lapsing of Temperature. On this slide we have Thin air at altitude and Adiabatic cooling.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atmosphere is heated from below.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environmental lapse rate?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fall of about 6.5 °C per 1,000 m of height.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It is 30 °C at sea level. Find the temperature at 1,000 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30 − 6.5 = 23.5 °C.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 number 6, 5; number 2, ground; number 3, cools.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temperature at the top of Mount Cameroon if it is 28 °C in Limbe.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Temperature Inversion.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8: VERTICAL DISTRIBUTION OF TEMPERATURE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gif"/><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Vertical Distribution of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Vertical Distribution of Heat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Vertical Distribution of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Lapse rate, environmental lapse rate, adiabatic cooling, air pressure, altitude.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How temperature changes with height and the reasons for lapse rate.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temperature at different heights and explain why air is colder higher up.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Geographical Factors Affecting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temperature of Buea and Limbe and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Buea (about 900 m) is cooler than Limbe (sea level). Buea is higher, so temperature falls with altitude, and it also has more cloud and mist; Limbe is warmed by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lapse rate.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temperature at a given height.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why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altitude in the troposphere.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ground heats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Climbers of Mount Cameroon leave Buea in T-shirts but need warm coats near the top. A learner thinks that the top should be hotter because it is closer to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why the top of a mountain is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top of the mountain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colder.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heats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not the Sun directly.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why high places are cool and adapt our clothing and farming to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mountains and highlands are cooler than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 (4,095 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top of the mountain warmer or colder than Buea?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Colder, because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apse_r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 falls 6.5 °C every 1,000 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it is 27 °C at sea level, what is the temperature at 2,000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27 − (2 × 6.5) = 14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HEATING FROM BELOW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heated_be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ground heats the air from below.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HEATING FROM BELOW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air warmest near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HEATING FROM BELOW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absorbs sunlight and heats the air above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THIN AIR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planewind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plane at 10,000 m, where the air is about −50 °C.</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THIN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air thin and cold so high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THIN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less dense and holds less water vapour, so it keeps less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ADIABATIC COOLING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arcel.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rising air cools as it expands.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ADIABATIC COOLING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air when it rises?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ADIABATIC COOLING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expands because pressure is lower, and it cools (adiabatic cooling).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Vertical Distribution of Heat in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Vertical Distribution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Lapse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rate at which temperature falls with height in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Adiabatic 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change of temperature in rising or sinking air without adding or removing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Variation of Temperature with Height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the troposphere, temperature changes with height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lapse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by about 6.5 °C for every 1,000 m of height. If it is 27 °C at sea level, it is about 14 °C at 2,000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Variation of Temperature with Height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lapse rate changes with the time of day, the season and humidity. Sometimes temperature even rises with height; this is an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Variation of Temperature with Height</a:t>
            </a:r>
            <a:endParaRPr lang="en-US" sz="3600" dirty="0"/>
          </a:p>
        </p:txBody>
      </p:sp>
      <p:pic>
        <p:nvPicPr>
          <p:cNvPr id="4" name="Image 0" descr="/home/claude/f4/img/v2/lapse_r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fall of temperature with height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Lapsing of Temperature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 falls with height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Heating from below: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atmosphere is heated mainly by the ground, not directly by the sun. Air near the ground is warmest, and it gets colder farther from the source of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Lapsing of Temperature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Thin air at 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up, the air is less dense and contains less water vapour and carbon dioxide. It absorbs and keeps less heat.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Adiabatic cooling: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Rising air expands because pressure falls, and it cools. Dry air cools by about 10 °C per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Lapsing of Temperature</a:t>
            </a:r>
            <a:endParaRPr lang="en-US" sz="3600" dirty="0"/>
          </a:p>
        </p:txBody>
      </p:sp>
      <p:pic>
        <p:nvPicPr>
          <p:cNvPr id="4" name="Image 0" descr="/home/claude/f4/img/v2/heated_be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atmosphere is heated from below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environmental lapse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fall of about 6.5 °C per 1,000 m of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30 °C at sea level. Find the temperature at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30 − 6.5 = 23.5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Temperature falls by about ______ °C every 1,000 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air is heated by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Rising air expands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temperature at the top of Mount Cameroon if it is 28 °C in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Temperature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Lapse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gradient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Expansion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détente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Vertical Distribution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lapse rate. Calculate temperature at a given height. Explain the reasons why temperature falls with height.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temperature at different heights and explain why air is colder higher up.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Nature of the Variation of Temperature with Height; Reasons for the Lapsing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temperature at the top of Mount Cameroon if it is 28 °C in Limbe.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5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cold of Buea at night.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do the calculation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touch the warm ground at midday.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breathing problems on high mountains.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feel the cold air from a pumped tyre valve.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“flying” by { pranav }, CC BY 2.0, via Flickr (https://www.flickr.com/photos/29220600@N08/3469129491)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2026-09-27T10:31:23Z</dcterms:created>
  <dcterms:modified xsi:type="dcterms:W3CDTF">2026-09-27T10:31:23Z</dcterms:modified>
</cp:coreProperties>
</file>