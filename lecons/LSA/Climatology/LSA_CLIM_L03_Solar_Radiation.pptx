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Solar Radiation.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how we feel standing in the 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three parts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sun, a cloud and the 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colour of the sky at sunset.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white shirt and a black shirt in the 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short 2. albedo 3. scattering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Radiation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of Solar Energy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Solar Radiation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radiation, insolation, short-wave radiation, reflection, scattering, absorption, albedo.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Sources and nature of solar radiation; depletion by reflection, scattering and absorption.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solar energy reaches the Earth and what happens to it in the atmosphere.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source and nature of solar radiation.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reflection, scattering and absorption.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albedo.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is a star.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troposphere contains clouds, dust and water vapour.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cloudy day in Bamenda, Nkeng notices that she does not feel as hot as on a clear day, even at midday. She also wonders why the sky is blue.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Nkeng does not know what happens to sunlight in the atmosphere.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cooler on a cloudy day?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 reflect part of the sunlight back to space.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sky blue?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molecules scatter the blue light of the Sun.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source of energy that drives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su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surface of the Sun (NASA image).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energy of the Sun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nuclear reactions (fusion) in the core of the Sun.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pectru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parts of solar radiation.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part of solar radiation burns the skin? Which part do we feel as heat?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SUN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Ultraviolet burns the skin. Infrared is felt as heat.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deple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100 units of sunlight.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 of 100 units of sunlight, how many reach the ground?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50 units; 30 are reflected and 20 are absorbed.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sunri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red sky at sunrise.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sky blue at midday but red at sunrise?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DEPLETION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scatters blue light. At sunrise light crosses more air, so only red light reaches us.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ALBEDO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sn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Snow reflects most of the sunlight.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ALBEDO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snow stay cold even in the sun?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ALBEDO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 high albedo: it reflects up to 90 % of the sunlight.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Radiation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Transfer of Solar Energy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Solar Radiation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radiation: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energy sent by the Sun.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Insolation: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solar radiation that reaches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Albedo: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part of the sunlight reflected by a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Scattering: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spreading of light in all directions by air and dust.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Source and Nature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produces energy by nuclear fusion in its core. This energy travels to the Earth in about 8 minutes.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Nature: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Solar radiation is short-wave radiation. It is made of ultraviolet (7 %), visible light (43 %) and infrared (50 %).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Depletion of Radiation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Reflection: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Clouds, snow and the ground send about 30 % of sunlight back to space. Surfaces with a high albedo stay cool.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Scattering: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molecules and dust spread light in all directions. This makes the sky blue.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Depletion of Radiation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Absorption: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Ozone, water vapour and dust absorb about 20 % of sunlight. Only about half of the sunlight reaches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Depletion of Radiation (3/3)</a:t>
            </a:r>
            <a:endParaRPr lang="en-US" sz="3600" dirty="0"/>
          </a:p>
        </p:txBody>
      </p:sp>
      <p:pic>
        <p:nvPicPr>
          <p:cNvPr id="13" name="Image 0" descr="/home/claude/f4/img/v2/deple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albedo? Give a surface with a high albedo.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part of sunlight reflected by a surface. Snow.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ways sunlight is depleted in the atmosphere.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Reflection, scattering and absorption.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sends ______-wave radiation.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of sunlight by a surface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sky is blue because of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a white cloth and a black cloth in the sun for 10 minutes. Touch them and explain the difference.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The Radiation Balance.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radiation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rayonnement solaire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réflexion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L'absorption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diffusion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L'albédo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Sunlight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lumière du soleil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Solar Radiation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source and nature of solar radiation. Describe reflection, scattering and absorption. Explain albedo.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solar energy reaches the Earth and what happens to it in the atmosphere.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Solar radiation, Insolation, Albedo, Scattering; II. Source and Nature: Source, Nature; III. Depletion of Radiation: Reflection, Scattering, Absorption.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a white cloth and a black cloth in the sun for 10 minutes. Touch them and explain the difference.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“Scientists Propose Mechanism to Describe Solar Eruptions of All Sizes” by NASA's Marshall Space Flight Center, CC BY-NC 2.0, via nasa (https://www.flickr.com/photos/28634332@N05/36084784530)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“African Sunrise, Amboseli National Park” by Ray in Manila, CC BY 2.0, via Flickr (https://www.flickr.com/photos/21186555@N07/30385097358)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“Peaceful Winter” by `James Wheeler, CC BY-NC-SA 2.0, via Flickr (https://www.flickr.com/photos/24128704@N08/25673217581)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2026-09-26T11:58:15Z</dcterms:created>
  <dcterms:modified xsi:type="dcterms:W3CDTF">2026-09-26T11:58:15Z</dcterms:modified>
</cp:coreProperties>
</file>