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Tropical Seasonal Winds: Monsoon and Harmattan.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India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rainy season in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move a paper band up and down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Harmattan mornings.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how the Harmattan affects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monsoon 2. Sahara 3. rice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Tropical Seasonal Winds: Monsoon and Harmattan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Mesoscale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Tropical Seasonal Winds: Monsoon and Harmattan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Monsoon, Harmattan, ITCZ, seasonal reversal of winds.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Monsoon winds (meaning, causes, areas, effects) and the Harmattan, with effects in Asia and West Africa/Cameroon.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seasonal winds and their effects on people in Asia and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monsoon and explain its causes.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Asian and West African monsoons.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and effects of the Harmattan.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heats faster than the sea.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overhead sun moves between the tropics.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Garoua the rainy season starts in May when the wind comes from the south-west. In November the wind turns and blows from the north-east, bringing dust, dry skin and meningitis.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changes direction with the seasons and changes life.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wet south-west wind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 African monsoon.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dry north-east wind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winds that make the rainy and dry seasons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onso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summer and winter monsoons of India.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season does the wind blow from the sea to India? What does it bring?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summer; it brings heavy rain.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mons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street in heavy rain in India.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good and one bad effect of monsoon rain.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Good: water for rice farming. Bad: floods and landslides.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WEST AFRICAN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itcz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rain belt moves north and south.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WEST AFRICAN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rain belt move north in July?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WEST AFRICAN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overhead sun moves north and heats the land, pulling in wet sea winds.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harmatt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Bamenda under the Harmattan dust.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Harmattan come from? What does it bring?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the Sahara (north-east); it brings dry, dusty, cool air.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ndst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012" y="1691640"/>
            <a:ext cx="1026692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carried by a strong wind.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the Harmattan on people.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 visibility (flights cancelled) and diseases such as meningitis and colds.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Seasonal Winds: Monsoon and Harmattan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and Local Atmospheric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Mesoscale Winds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Tropical Seasonal Winds: Monsoon and Harmattan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wind that changes direction with the seasons.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Harmattan: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dry, dusty north-east wind from the Sahara.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ITCZ: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zone where the trade winds meet, near the overhead sun.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Monsoon Winds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summer the land heats more than the sea and forms low pressure. Wet winds blow from the sea to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Areas: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Monsoons blow over India, South-East Asia and West Africa. In winter the wind blows from the land and is dry.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Monsoon Winds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 rain waters rice and fills rivers. It also causes floods and landslides.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Harmattan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dry season the ITCZ moves south. The north-east trade wind blows from the Sahara across West Africa.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 in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brings dust, cold nights and very low humidity. Flights are cancelled, and colds and meningitis spread.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Harmattan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Benefits: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dries crops like cotton and grains. It brings fewer mosquitoes.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monsoon?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wind that changes direction with the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the Harmattan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and poor visibility; diseases such as meningitis (also cold nights, dry skin).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wet south-west wind of West Africa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 comes from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 rain is important for ______ farming.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the months of the monsoon and of the Harmattan in your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17: Local Winds.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Monsoon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mousson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Harmattan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L'harmattan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poussière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sèche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des pluies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Meningitis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méningite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Tropical Seasonal Winds: Monsoon and Harmattan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monsoon and explain its causes. Describe the Asian and West African monsoons. Explain the causes and effects of the Harmattan.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seasonal winds and their effects on people in Asia and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Monsoon, Harmattan, ITCZ; II. Monsoon Winds: Causes, Areas, Effects; III. The Harmattan: Causes, Effects in Cameroon, Benefits.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the months of the monsoon and of the Harmattan in your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“Running in the rain” by VinothChandar, CC BY 2.0, via Flickr (https://www.flickr.com/photos/44345361@N06/10960940954)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“Bamenda sob a poeira do Harmattan” by carlosoliveirareis, CC BY-NC-SA 2.0, via Flickr (https://www.flickr.com/photos/54218923@N00/387054136)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“Sandstorm at Camp Bastion, Afghanistan” by Defence Images, CC BY-NC 2.0, via Flickr (https://www.flickr.com/photos/48399297@N04/10343833885)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2026-09-27T04:25:29Z</dcterms:created>
  <dcterms:modified xsi:type="dcterms:W3CDTF">2026-09-27T04:25:29Z</dcterms:modified>
</cp:coreProperties>
</file>