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13: Pressure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press on a table to show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belts on a circle.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three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circulation with the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the Sahara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barometer 2. high 3. Hadley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CLIMATOLOGY  —  LESSON 13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Systems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and Local Atmospheric Circulation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Belts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Pressure 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Atmospheric pressure, isobar, barometer, high pressure, low pressure, Hadley cell, tricellular model.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pressure; pressure belts; the tricellular model with emphasis on the Hadley cell.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pressure belts and the general circulation of the atmosphere.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atmospheric pressure and name its units.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pressure belts.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tricellular model and the Hadley cell.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air rises and cold air sinks.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Deserts lie under high pressure.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weather report on the radio says that low pressure is bringing storms to Douala while high pressure keeps the Sahara dry. Learners wonder what pressure is and why it changes.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do not understand pressure systems.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weather comes with low pressure?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Clouds and rain.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weather comes with high pressure?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Dry, clear weather.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great movements of air that control world climates.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PRESSURE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barome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232" y="1691640"/>
            <a:ext cx="8150488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barometer measures air pressure.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PRESSURE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average pressure at sea level? In what unit?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PRESSURE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1013 hectopascals (hPa or millibars).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PRESSURE BELTS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pressure_bel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pressure belts of the northern hemisphere.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PRESSURE BELTS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pressure belts from the Equator to the pole.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PRESSURE BELTS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Equatorial low, subtropical high, temperate low, polar high.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TRICELLULAR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tricellula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cells of the general circulation.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TRICELLULAR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cells from the Equator to the pole.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TRICELLULAR 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Hadley cell, Ferrel cell and Polar cell.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HADLEY CELL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hadley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Hadley cell.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HADLEY CELL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air rise and where does it sink in the Hadley cell?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HADLEY CELL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rises at the Equator and sinks near 30°.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HADLEY CELL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er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Sahara under the subtropical high.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HADLEY CELL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effect of sinking air near 30°?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HADLEY CELL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warms and dries, giving deserts like the Sahara.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Pressure Systems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Global and Local Atmospheric Circulation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Pressure Belts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13: Pressure Systems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Atmospheric pressure: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weight of the air on the Earth's surface.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Isobar: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line joining places with the same pressure.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Tricellular model: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model of the atmosphere with three cells of air in each hemisphere.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Pressure Belts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Equatorial low (0°):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air rises and gives clouds and rain. It is also called the ITCZ or doldrums.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Subtropical high (30°):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sinks and warms, so the weather is dry. The great deserts are here.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Pressure Belts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Temperate low (60°) and polar high (90°):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60° warm and cold air meet and rise. At the poles cold, heavy air sinks.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Tricellular Model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Hadley cell: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rises at the Equator, moves towards the poles high up and sinks at 30°. It returns to the Equator as the trade winds.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Ferrel cell: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lies between 30° and 60°. Air near the ground moves towards the poles as the westerlies.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Tricellular Model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Polar cell: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Cold air sinks at the poles and moves towards 60°. It rises there at the polar front.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Tricellular Model (3/3)</a:t>
            </a:r>
            <a:endParaRPr lang="en-US" sz="3600" dirty="0"/>
          </a:p>
        </p:txBody>
      </p:sp>
      <p:pic>
        <p:nvPicPr>
          <p:cNvPr id="13" name="Image 0" descr="/home/claude/f4/img/v2/tricellula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three cells.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weather is found under high pressure? Why?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Dry, clear weather, because air sinks and warms.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Hadley cell.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rises at the Equator, moves poleward high up, sinks at 30° and returns as trade winds.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Pressure is measured with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deserts lie under the subtropical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cell between 0° and 30° is the ______ cell.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tricellular model and label the pressure belts.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14: Vertical Motions.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Barometer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baromètre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Isobar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L'isobare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pressure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Anticyclone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pressure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Dépression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cellule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and Local Atmospheric Circulation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Pressure 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atmospheric pressure and name its units. Describe the pressure belts. Explain the tricellular model and the Hadley cell.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pressure belts and the general circulation of the atmosphere.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Atmospheric pressure, Isobar, Tricellular model; II. Pressure Belts: Equatorial low (0°), Subtropical high (30°), Temperate low (60°) and polar high (90°); III. The Tricellular Model: Hadley cell, Ferrel cell, Polar cell.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tricellular model and label the pressure belts.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“Aneroid Barometer, with dial designed by Sir Napier Shaw, 1914” by Negretti &amp; Zambra; Shaw, Sir Napier, CC BY-NC-SA 4.0, via sciencemuseum (https://collection.sciencemuseumgroup.org.uk/objects/co54459/aneroid-barometer-with-dial-designed-by-sir-napier-shaw-1914)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“Desert trekking in Merzouga” by Antonio Cinotti , CC BY-NC-ND 2.0, via Flickr (https://www.flickr.com/photos/46378751@N02/15331399979)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2026-09-27T04:25:29Z</dcterms:created>
  <dcterms:modified xsi:type="dcterms:W3CDTF">2026-09-27T04:25:29Z</dcterms:modified>
</cp:coreProperties>
</file>