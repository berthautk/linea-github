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Vertical Distribution of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cold of Buea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touch the warm ground at midday.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breathing problems on high mountains.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feel the cold air from a pumped tyre valve.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6.5 2. ground 3. cools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Distribution of Temperature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Distribution of Heat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Vertical Distribution of Temperature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rate, environmental lapse rate, adiabatic cooling, air pressure, altitude.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temperature changes with height and the reasons for lapse rate.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temperature at different heights and explain why air is colder higher up.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lapse rate.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temperature at a given height.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reasons why temperature falls with height.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altitude in the troposphere.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 heats the air.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Climbers of Mount Cameroon leave Buea in T-shirts but need warm coats near the top. A learner thinks that the top should be hotter because it is closer to the Sun.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why the top of a mountain is cold.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top of the mountain hotter?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it is colder.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heats the air?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ground, not the Sun directly.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mountains and highlands are cooler than lowlands.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mt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(4,095 m).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top of the mountain warmer or colder than Buea? Why?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Colder, because temperature falls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6.5 °C every 1,000 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it is 27 °C at sea level, what is the temperature at 2,000 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27 − (2 × 6.5) = 14 °C.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eated_below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heats the air from below.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air warmest near the ground?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absorbs sunlight and heats the air above it.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plane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plane at 10,000 m, where the air is about −50 °C.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air thin and cold so high up?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less dense and holds less water vapour, so it keeps less heat.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parce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rising air cools as it expands.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air when it rises?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expands because pressure is lower, and it cools (adiabatic cooling).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Distribution of Temperature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Vertical Distribution of Heat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Vertical Distribution of Temperature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rate at which temperature falls with height.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 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real fall in temperature with height, about 6.5 °C per 1,000 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Adiabatic cooling: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cooling of air when it rises and expands.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of the Variation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the troposphere: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 by about 6.5 °C every 1,000 m. It reaches about −56 °C at the tropopause.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Calculation: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at height = ground temperature − (height in km × 6.5). At 3,000 m above a 27 °C coast it is about 7.5 °C.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Heating from below: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heated by the ground, not directly by the Sun. So the air far from the ground is cooler.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Thin air: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up the air is less dense and holds less water vapour and dust. It absorbs and keeps less heat.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Expansion: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meets lower pressure and expands. When air expands, it cools.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(3/3)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environmental lapse rate?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fall of about 6.5 °C per 1,000 m of height.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30 °C at sea level. Find the temperature at 1,000 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30 − 6.5 = 23.5 °C.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by about ______ °C every 1,000 m.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heated by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expands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temperature at the top of Mount Cameroon if it is 28 °C in Limbe.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Temperature Inversion.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gradient thermique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détente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Vertical Distribution of Temperature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lapse rate. Calculate temperature at a given height. Explain the reasons why temperature falls with height.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temperature at different heights and explain why air is colder higher up.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Lapse rate, Environmental lapse rate, Adiabatic cooling; II. Nature of the Variation: In the troposphere, Calculation; III. Reasons: Heating from below, Thin air, Expansion.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the temperature at the top of Mount Cameroon if it is 28 °C in Limbe.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5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“Mount Cameroon” by John &amp; Mel Kots, CC BY-NC-ND 2.0, via Flickr (https://www.flickr.com/photos/26745817@N00/2347261849)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“flying” by { pranav }, CC BY 2.0, via Flickr (https://www.flickr.com/photos/29220600@N08/3469129491)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2026-09-27T04:25:28Z</dcterms:created>
  <dcterms:modified xsi:type="dcterms:W3CDTF">2026-09-27T04:25:28Z</dcterms:modified>
</cp:coreProperties>
</file>