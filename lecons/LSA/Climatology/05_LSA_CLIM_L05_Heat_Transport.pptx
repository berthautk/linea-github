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Heat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The Earth's Heat Budget on a Global Scale. The key notions we shall use today are: advection, ocean current, conduction, convection, radiation, latent heat. At the end, you should be able to do this: learners are able to explain how heat moves horizontally and vertically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The Earth's Radiation Balance. The question was: Draw the radiation balance graph and colour the surplus and deficit zones.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graph shows incoming radiation higher than outgoing between about 35° N and 35° S (surplus, coloured red). Beyond 35° outgoing radiation is higher (deficit, coloured blue).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horizontal heat transfer by winds and ocean currents. Number 2: explain conduction and convection. Number 3: explain the role of latent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tropics have a heat surplus. The ground heats the air.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Kribi, fishermen say that the sea is warm, while in Namibia the sea is so cold that the coast is a desert. A learner wonders how the sea can make a coast warm or cold.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how the sea moves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makes the sea warm or cold?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Warm and cold ocean currents.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else carries heat around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Winds, air masses and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heat moves in the atmosphere and use this knowledge in daily life (ventilation, cooking, drying).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heat is shared around the Earth and in the air above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some warm and cold ocean currents of the Atlantic.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one warm current and one cold current. What does a warm current do to the coast?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Gulf Stream (warm), Benguela (cold). A warm current warms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Harmattan brings dry, dusty air from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wind carries heat and dust from one place to another. What is this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Advection (horizontal transfer by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steam rising from a boiling pot.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fire heats the pot by touch. What is this called? How does heat then move in the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Conduction; then convection currents carry the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hot air rises, cool air sinks.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air heated by the ground rise?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Warm air is lighter (less dense), so it 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huge storm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water vapour condenses into cloud, heat is released. What is this heat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Latent heat of condensation; it gives energy to 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Sensible heat flux.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Latent heat flux and Advection.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Horizontal Heat Transfer. Heat is carried horizontally by two main agents. On this slide we have Air masses and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Horizontal Heat Transfer. On this slide we have Ocean currents.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warm and cold ocean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Vertical Heat Transfer. The lower atmosphere obtains and keeps its energy through the following processes. On this slide we have Radiation.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Vertical Heat Transfer. On this slide we have Conduction.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Vertical Heat Transfer. On this slide we have Convection.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Vertical Heat Transfer. On this slide we have Latent heat of vaporisation.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convection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conduction and convection.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conduction transfers heat by contact; convection transfers it by rising warm air or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heat is carried horizontally.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winds (advection) and ocean currents.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advection; number 2, convection; number 3, latent.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an example of conduction, convection and radiation in your kitchen.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Latitudinal Distribution of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HEAT TRANSPORT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gif"/><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gif"/><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Heat Transport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Earth's Heat Budget on a Global Scale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Heat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Advection, ocean current, conduction, convection, radiation, latent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Horizontal heat transfer (advection, ocean currents) and vertical heat transfer (conduction, convection, latent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heat moves horizontally and vertically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The Earth's Radiation Balance):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radiation balance graph and colour the surplus and deficit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graph shows incoming radiation higher than outgoing between about 35° N and 35° S (surplus, coloured red). Beyond 35° outgoing radiation is higher (deficit, coloured blue).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horizontal heat transfer by winds and ocean currents.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conduction and convection.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latent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tropics have a heat surplus.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ground heats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Kribi, fishermen say that the sea is warm, while in Namibia the sea is so cold that the coast is a desert. A learner wonders how the sea can make a coast warm or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how the sea moves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sea warm or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and cold ocean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else carries heat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air masses and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heat moves in the atmosphere and use this knowledge in daily life (ventilation, cooking, drying).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heat is shared around the Earth and in the air above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OCEAN CURRENTS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Some warm and cold ocean currents of the Atlantic.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OCEAN CURRENTS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warm current and one cold current. What does a warm current do to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OCEAN CURRENTS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Gulf Stream (warm), Benguela (cold). A warm current warms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AIR MASSES AND WIND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Harmattan brings dry, dusty air from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AIR MASSES AND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carries heat and dust from one place to another. What is this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ADVECTION BY AIR MASSES AND WIND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Advection (horizontal transfer by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CONDUCTION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stea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Steam rising from a boiling pot.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fire heats the pot by touch. What is this called? How does heat then move in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Conduction; then convection currents carry the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CONVECTION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hot air rises, cool air sinks.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CONVECTION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air heated by the ground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CONVECTION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air is lighter (less dense), so it rises.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LATENT HEAT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huge storm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LATENT HEAT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water vapour condenses into cloud, heat is released. What is this heat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LATENT HEAT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Latent heat of condensation; it gives energy to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Earth's Heat Budget on a Global Scale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Heat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Sensible heat flux: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transfer of heat that we can feel and measure with a thermometer.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Latent heat flux: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transfer of hidden heat used to evaporate water and released when vapour condenses.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horizontal movement of heat by winds and ocean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Heat Transfer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Heat is carried horizontally by two main agents: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masses and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carry warm air from the tropics towards the poles and cold air towards the Equator. For example, the Harmattan brings dry, hot or cool desert air to northern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Heat Transfer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currents such as the Gulf Stream warm the coasts they touch. Cold currents such as the Benguela cool the coast of Namibia.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Heat Transfer</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warm and cold 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lower atmosphere obtains and keeps its energy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Radiation: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absorbs solar radiation and gives out long-wave terrestrial radiation. Water vapour and carbon dioxide absorb this radiation and warm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passes by contact from the warm ground to the thin layer of air touching it. Air is a poor conductor, so this works only near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heated at the ground expands, becomes light and rises, and cooler air sinks to replace it. These currents carry heat up to several kilometres.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Latent heat of vaporisation: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is used to evaporate water at the surface and is stored in the vapour. It is released high in the air when the vapour condenses into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convection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conduction and convection.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Conduction transfers heat by contact; convection transfers it by rising warm air or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heat is carried horizontally.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(advection) and ocean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Transfer of heat by winds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Warm air rises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Heat given out when vapour condenses is ______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conduction, convection and radiation in your kitchen.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Latitudinal Distribution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Latent 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 latente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Warm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chaud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Cold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froid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L'évaporation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Heat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horizontal heat transfer by winds and ocean currents. Explain conduction and convection. Explain the role of latent heat.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heat moves horizontally and vertically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Horizontal Heat Transfer; Vertical Heat Transfer.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an example of conduction, convection and radiation in your kitchen.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Atlantic with two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dry Harmattan air.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water boiling in a pot.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hold paper above a lamp and watch it move.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sweating and cooling.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“Tea Anyone?” by Beegee49 (Thanks for 12m views,account locked, CC BY-ND 2.0, via Flickr (https://www.flickr.com/photos/66358983@N07/42256910960)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2026-09-27T10:31:22Z</dcterms:created>
  <dcterms:modified xsi:type="dcterms:W3CDTF">2026-09-27T10:31:22Z</dcterms:modified>
</cp:coreProperties>
</file>