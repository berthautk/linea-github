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Forms of Condensation and Precipitation.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at the clouds outside.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take a cold bottle from the fridge: drops form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if learners have seen hail.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condensation 2. cumulonimbus 3. relief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of Condensation and Precipitation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Forms of Condensation and 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Condensation, cloud, fog, mist, dew, precipitation, hail, convectional, orographic and frontal rain.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formation and types; fog and mist; forms of precipitation; types of rainfall.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clouds, forms of precipitation and types of rainfall and predict the weather.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condensation and classify clouds.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solid and liquid forms of precipitation.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convectional, relief and frontal rain.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becomes saturated at the dew point.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air cools.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in the West Region look at the sky each morning. When they see tall, dark clouds building up in the afternoon, they hurry home because a storm will come.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need to predict rain from clouds.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cloud gives storms?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Cumulonimbus.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clouds form?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cools to dew point and vapour condenses.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the sky and understand how rain forms.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loud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classified by height and shape.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a high cloud and a low cloud.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Cirrus is high; stratus is low.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cumul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Cumulus clouds on a sunny day.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do small white cumulus clouds show? What if they grow tall and dark?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CLOUDS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 weather; if they grow into cumulonimbus, storms and heavy rain.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SURFACE CONDENSATION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d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Dew drops on grass in the morning.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SURFACE CONDENSATION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dew form?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SURFACE CONDENSATION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night the grass cools below the dew point and vapour condenses on it.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PRECIPITATION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h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Hailstones after a storm.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PRECIPITATION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cloud does hail form?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PRECIPITATION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cumulonimbus with strong rising air that lifts drops high to freeze.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TYPES OF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Convectional, relief and frontal rain.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TYPES OF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type of rain falls on the windward side of Mount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TYPES OF RAIN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(orographic) rain.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Forms of Condensation and Precipitation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Moisture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Precipitation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Forms of Condensation and Precipitation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water vapour into liquid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mass of tiny water drops or ice crystals in the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falling from clouds as rain, snow or hail.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drops formed on cold surfaces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Clouds, Fog and Mist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cools to its dew point, and vapour condenses on dust. Cloud drops form.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clouds are cirrus, middle clouds are alto, and low clouds are stratus. Cumulus and cumulonimbus grow upwards and give showers and storms.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Clouds, Fog and Mist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Fog and mist: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is a cloud at ground level, with visibility under 1 km. Mist is thinner, with visibility over 1 km.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Precipitation and Rain Types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Liquid forms are rain, drizzle and dew. Solid forms are snow, sleet, hail and frost.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Convectional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ground heats the air, which rises and forms cumulonimbus. It gives afternoon storms in the tropics.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Precipitation and Rain Types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 and frontal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rain falls when mountains force wet air to rise. Frontal rain falls when warm air rises over cold air.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Precipitation and Rain Types (3/3)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types of rain.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cloud form?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cools to dew point and vapour condenses on dust particles.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types of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Convectional, relief (orographic) and frontal (cyclonic).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change from vapour to water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clouds are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on the windward side of a mountain is ______ rain.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the clouds at 7 a.m. and 3 p.m. for a week and record their types.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Global Distribution of Precipitation.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nuage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grêle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condensation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Pluie orographique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Forms of Condensation and Precipitation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condensation and classify clouds. Describe solid and liquid forms of precipitation. Explain convectional, relief and frontal rain.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clouds, forms of precipitation and types of rainfall and predict the weather.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Condensation, Cloud, Precipitation, Dew; II. Clouds, Fog and Mist: Formation, Types, Fog and mist; III. Precipitation and Rain Types: Forms, Convectional rain, Relief and frontal rain.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the clouds at 7 a.m. and 3 p.m. for a week and record their types.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“Epic Cloud (Explored)” by Christina Ann VanMeter, CC BY-NC 2.0, via Flickr (https://www.flickr.com/photos/54129831@N02/6984912657)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“Dew drops on grass” by Ervins Strauhmanis, CC BY 2.0, via Flickr (https://www.flickr.com/photos/76523360@N03/9537409567)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“Hailstones (4 July 2010) (Limon, eastern Colorado, USA) 3” by James St. John, CC BY 2.0, via Flickr (https://www.flickr.com/photos/47445767@N05/15148092311)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2026-09-26T11:58:16Z</dcterms:created>
  <dcterms:modified xsi:type="dcterms:W3CDTF">2026-09-26T11:58:16Z</dcterms:modified>
</cp:coreProperties>
</file>