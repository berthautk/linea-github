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cloud, fog, mist, dew, precipitation, hail, convectional, orographic and frontal rain. At the end, you should be able to do this: learners are able to identify clouds, forms of precipitation and types of rainfall and predict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Wet two pieces of cloth; dry one in the sun and one in a closed room.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cloth in the sun dries faster. The sun raises the temperature, the air can hold more vapour and the wind removes the moist air; in the closed room the air becomes saturated and evaporation slows.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condensation and classify clouds. Number 2: describe solid and liquid forms of precipitation. Number 3: explain convectional, relief and frontal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becomes saturated at the dew point. Rising air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look at the sky each morning. When they see tall, dark clouds building up in the afternoon, they hurry home because a storm will come.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need to predict rain from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cloud gives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clouds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Rising air cools to dew point and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clouds to predict the weather and plan farm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understand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classified by height and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a high cloud and a low cloud.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Cirrus is high; stratus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on a sunny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white cumulus clouds show? What if they grow tall and dark?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 if they grow into cumulonimbus, storms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drops on grass in the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dew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night the grass cools below the dew point and vapour condenses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does hail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cumulonimbus with strong rising air that lifts drops high to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convectional, relief and frontal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of rain falls on the windward side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(orographic)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Clouds. Clouds are classified by height and shape.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Mist and Dew. Condensation near the ground includes.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and Gaseous Forms. Solid forms of precipitation include.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Forms: Rainfall. Rain forms when air rises, cools and condenses; there are three types.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a cloud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air cools to dew point and vapour condenses on dust particles.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convectional, relief (orographic) and frontal (cyclonic).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cumulonimbus;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clouds at 7 a.m. and 3 p.m. for a week and record their types.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 Forms of Condensation and Precipitation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cloud, fog, mist, dew, precipitation, hail, convectional, orographic and frontal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Cloud formation and types; fog and mist; forms of precipitation;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forms of precipitation and types of rainfall and predict the weather.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two pieces of cloth; dry one in the sun and one in a closed room.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cloth in the sun dries faster. The sun raises the temperature, the air can hold more vapour and the wind removes the moist air; in the closed room the air becomes saturated and evaporation slows.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condensation and classify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solid and liquid forms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relief and frontal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becomes saturated at the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look at the sky each morning. When they see tall, dark clouds building up in the afternoon, they hurry home because a storm will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need to predict rain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cloud gives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cools to dew point and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clouds to predict the weather and plan farm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understand how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classified by height and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high cloud and a low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Cirrus is high; stratus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 on a sunny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white cumulus clouds show? What if they grow tall and 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 if they grow into cumulonimbus, storms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drops on grass in the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grass cools below the dew point and vapour condenses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does hail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cumulonimbus with strong rising air that lifts drops high to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Convectional, relief and frontal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rain falls on the windward side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(orographic)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the atmosphere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Clouds are classified by height and shape: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clouds (above 6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cirrus, cirrostratus and cirrocumulus, made of ice crystals. Cirrus often announces a change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clouds (2–6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altostratus and altocumulus. Altostratus often brings continuous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vertical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Stratus, stratocumulus and nimbostratus are low and grey, giving drizzle or steady rain. Cumulus shows fair weather, while cumulonimbus brings thunderstorms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Fog, Mist and Dew</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near the ground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and 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clouds at ground level formed when air cools to its dew point. In fog visibility is below 1 km; in mist it is 1–2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Fog, Mist and Dew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forms when water vapour condenses on cold surfaces such as grass on clear, calm nights. If the temperature is below 0 °C, frost forms instead.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Solid and Gaseous 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Solid forms of precipitation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and sleet: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is made of ice crystals that fall when the air is below 0 °C. Sleet is a mixture of rain and snow, or frozen raindrops.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Solid and Gaseous Forms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Hailstones are balls of ice formed in cumulonimbus clouds by strong up-currents. They damage crops and roofs.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and rime: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is ice deposited on cold surfaces from vapour. Rime is ice formed when fog droplets freeze on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Solid and Gaseous Forms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Gaseous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fog deposit moisture directly on plants and surfaces. Fog drip is important in some coastal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Liquid Forms: Rainfall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Rain forms when air rises, cools and condenses; there are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is heated, air rises in strong currents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heavy afternoon storms, common in equatorial regions such as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to rise over mountains and cools. The windward side is wet, like Debundscha on Mount Cameroon, while the leeward side is a dry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Cyclonic (frontal)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over cold air at a front or in a low-pressure system. It gives long, steady rain in the mid-latitudes.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cloud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cools to dew point and vapour condenses on dust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relief (orographic) and frontal (cyclonic).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change from vapour to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Storm clouds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on the windward side of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at 7 a.m. and 3 p.m. for a week and record their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condensation and classify clouds. Describe solid and liquid forms of precipitation. Explain convectional, relief and frontal rain.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forms of precipitation and types of rainfall and predict the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Clouds; Fog, Mist and Dew; Solid and Gaseous Forms; Liquid Forms: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clouds at 7 a.m. and 3 p.m. for a week and record their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levels.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clouds outside.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take a cold bottle from the fridge: drops form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if learners have seen hail.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types.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2026-09-27T09:27:33Z</dcterms:created>
  <dcterms:modified xsi:type="dcterms:W3CDTF">2026-09-27T09:27:33Z</dcterms:modified>
</cp:coreProperties>
</file>