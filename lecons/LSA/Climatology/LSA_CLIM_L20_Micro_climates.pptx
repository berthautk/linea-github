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the town centre and a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heat dome over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traffic smoke.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mention the Lagdo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walking into a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micro-climate 2. heat island 3. humid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CLIMATOLOGY  —  LESSON 20</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Micro-climates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Concept of Micro-climate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Micro-climate, urban climate, heat island, lakeside climate, forest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and classification of micro-climates; characteristics and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micro-climate.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Classify micro-climates (urban, mountain, lakeside, forest).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characteristics and factors of urban climates.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Towns are warmer than the countryside.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Sea breezes cool coastal towns.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it feels hotter in the city centre at Poste Centrale than in the forest at Mefou. On the shores of the Lagdo Lake, people say the air is cooler in the afternoon.</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changes over short distances.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climate of a small area?</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city centre hotter?</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and tar store heat, and there are few trees.</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small places where we live, especially towns.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lsa_yaound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centre of Yaoundé.</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climate of a city centre different from the countryside?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roads and traffic change heat, wind and humidity.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heat_island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urban heat island.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warmer can a city centre be?</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 to 5 °C warmer, especially at night.</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lsa_douala.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Douala seen from above.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features of urban climates.</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haze and pollution, weaker winds, sometimes more storms.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LAKESIDE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lsa_lak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Lake Kamburu, Kenya.</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LAKESIDE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near a lake in the afternoon?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LAKESIDE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stays cooler than the land and gives a lake breeze.</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FOREST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rainfores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Inside an equatorial forest.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FOREST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climate inside a forest different?</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FOREST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shady, cooler by day, more humid and calm.</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Micro-climates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Climates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Micro-climates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Micro-climate: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which differs from the area around it.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Urban 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micro-climate of a town.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Heat island: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warmer air over a town.</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Classification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Urban 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drier and more polluted than the countryside. Winds are weaker between buildings.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Mountain and lakeside climates: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Mountains are cooler and wetter than lowlands. Lakes cool the land by day and give lake breezes.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Classification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Forest 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Forests are shady, humid and calm. Temperature changes little between day and night.</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Urban Climate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Temperature: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Towns are 3 to 5 °C warmer than the countryside, mostly at night. Concrete and tar store heat.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Air and rain: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Smoke and dust make haze and smog. Rising hot air can give more storms over towns.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Urban Climate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Buildings, traffic, factories and few trees cause these changes. Planting trees and parks helps to cool towns.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micro-climate?</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small area that differs from the area around it.</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urban climate.</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Warmer (heat island), more pollution, weaker winds (sometimes more storms).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Towns are warmer because of the urban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Forests are cooler and more ______.</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21: Mountain Climates.</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Micro-climate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microclimat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Town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ville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Heat island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Îlot de chaleur urbain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Pollution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pollution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Lake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lac</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Shade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L'ombre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20: Micro-climates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micro-climate. Classify micro-climates (urban, mountain, lakeside, forest). Explain the characteristics and factors of urban 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Micro-climate, Urban climate, Heat island; II. Classification: Urban climate, Mountain and lakeside climates, Forest climate; III. Urban Climate: Temperature, Air and rain, Factors.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Measure the temperature at noon in a sunny yard and under a tree. Explain the difference.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1 (Meteorology, Climatology &amp; Hydrology).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“Douala” by christing-O-, CC BY 2.0, via Flickr (https://www.flickr.com/photos/76187282@N00/7227535754)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“Lake Kamburu” by World Bank Photo Collection, CC BY-NC-ND 2.0, via Flickr (https://www.flickr.com/photos/10816734@N03/25644146245)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2026-09-27T04:25:30Z</dcterms:created>
  <dcterms:modified xsi:type="dcterms:W3CDTF">2026-09-27T04:25:30Z</dcterms:modified>
</cp:coreProperties>
</file>