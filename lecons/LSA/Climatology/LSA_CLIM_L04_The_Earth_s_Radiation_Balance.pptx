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Lst>
  <p:notesMasterIdLst>
    <p:notesMasterId r:id="rId6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notesMaster" Target="notesMasters/notesMaster1.xml"/><Relationship Id="rId61" Type="http://schemas.openxmlformats.org/officeDocument/2006/relationships/presProps" Target="presProps.xml"/><Relationship Id="rId62" Type="http://schemas.openxmlformats.org/officeDocument/2006/relationships/viewProps" Target="viewProps.xml"/><Relationship Id="rId63" Type="http://schemas.openxmlformats.org/officeDocument/2006/relationships/theme" Target="theme/theme1.xml"/><Relationship Id="rId6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 The Earth's Radiation Balance.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Energy in the Atmosphere, and the sub-topic is The Earth's Heat Budget on a Global Scale. The key notions we shall use today are: heat budget, terrestrial radiation, long-wave radiation, surplus, deficit, balancing mechanisms. At the end, you should be able to do this: learners are able to explain why the tropics gain energy and the poles lose energy, and how heat is shared.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 Solar Radiation. The question was: Put a white cloth and a black cloth in the sun for 10 minutes. Touch them and explain the difference.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black cloth becomes hotter than the white cloth. Black has a low albedo and absorbs most of the sunlight, while white has a high albedo and reflects it.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the heat budget. Number 2: identify zones of positive and negative balance. Number 3: explain the balancing mechanisms.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About half of the sunlight reaches the ground. The Sun is overhead between the tropics.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learner reads that the tropics receive more energy than they lose every year. He asks why the tropics do not become hotter and hotter, and why the poles do not freeze more every year.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understand how the Earth keeps its heat in balance.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zone has a surplus of energy?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inter-tropical zone.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is the extra heat removed?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Winds and ocean currents carry it towards the poles.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understand why some regions are hot and others cold, and adapt our clothing and houses.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why the Earth keeps an almost constant average temperature.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Earth receives sunlight and gives out heat.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The ground gives heat back to the sky as long waves. What is this radiation called?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Terrestrial (long-wave) radiation.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incoming and outgoing energy by latitude.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Between which latitudes is there a surplus? Where is there a deficit?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Surplus between about 38°N and 38°S; deficit towards the poles.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rays are direct at the Equator and spread at the poles.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 the poles receive less energy?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rays are slanting, so the energy is spread over a large area and crosses more 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heat moves from the tropics to the poles.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Name two ways heat is carried to the poles.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Winds (air masses) and warm ocean currents.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tropical cyclone seen from space.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 storms help to share heat?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carry latent heat from warm tropical seas towards higher latitudes.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Heat budget and Terrestrial radiation.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Net radiation.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Global Heat Budget. For the Earth as a whole, the heat budget is balanced. On this slide we have Incoming radiation.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Global Heat Budget. On this slide we have Outgoing radiation.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incoming and outgoing radiation.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Positive and Negative Balance. The balance is not the same at all latitudes. On this slide we have Surplus zone.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Positive and Negative Balance. On this slide we have Deficit zones.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surplus and deficit by latitude.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Reasons for the Differences. The main reasons for these differences are. On this slide we have Angle of the sun's rays.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Reasons for the Differences. On this slide we have Thickness of atmosphere crossed.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Reasons for the Differences. On this slide we have Albedo and day length.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Balancing Mechanisms. Heat is moved from the surplus zone to the deficit zones by. On this slide we have Winds and air masses.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Balancing Mechanisms. On this slide we have Ocean currents and Storms and latent heat.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the heat budget?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balance between the energy received and the energy lost by the Earth.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Explain why the tropics do not get hotter every year.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winds and ocean currents carry their extra heat towards the poles.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surplus; number 2, long; number 3, current.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the radiation balance graph and colour the surplus and deficit zones.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5: Heat Transport.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4: THE EARTH'S RADIATION BALANCE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Earth's Radiation Balance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Energy in the Atmosphere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Earth's Heat Budget on a Global Scale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 The Earth's Radiation Balance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Heat budget, terrestrial radiation, long-wave radiation, surplus, deficit, balancing mechanisms.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Incoming solar radiation equals outgoing terrestrial radiation; zones of surplus and deficit; reasons and balancing mechanisms.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why the tropics gain energy and the poles lose energy, and how heat is shared.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 Solar Radiation):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Put a white cloth and a black cloth in the sun for 10 minutes. Touch them and explain the difference.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black cloth becomes hotter than the white cloth. Black has a low albedo and absorbs most of the sunlight, while white has a high albedo and reflects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the heat budget.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zones of positive and negative balance.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balancing mechanisms.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About half of the sunlight reaches the ground.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Sun is overhead between the tropics.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learner reads that the tropics receive more energy than they lose every year. He asks why the tropics do not become hotter and hotter, and why the poles do not freeze more every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understand how the Earth keeps its heat in balance.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zone has a surplus of energy?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inter-tropical zone.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is the extra heat removed?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Winds and ocean currents carry it towards the poles.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Understand why some regions are hot and others cold, and adapt our clothing and houses.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why the Earth keeps an almost constant average temperature.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HEAT BUDGET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greenhous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Earth receives sunlight and gives out heat.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HEAT BUDGET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ground gives heat back to the sky as long waves. What is this radiation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HEAT BUDGET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Terrestrial (long-wave) radiation.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SURPLUS AND DEFICIT ZONES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radiation_balanc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Incoming and outgoing energy by latitude.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SURPLUS AND DEFICIT ZONES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Between which latitudes is there a surplus? Where is there a deficit?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SURPLUS AND DEFICIT ZONES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Surplus between about 38°N and 38°S; deficit towards the poles.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 FOR DIFFERENCES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sun_ray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Rays are direct at the Equator and spread at the poles.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 FOR DIFFERENCES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the poles receive less energy?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 FOR DIFFERENCES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rays are slanting, so the energy is spread over a large area and crosses more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BALANCING MECHANISMS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heat_transfer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Heat moves from the tropics to the poles.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BALANCING MECHANISMS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ways heat is carried to the poles.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BALANCING MECHANISMS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Winds (air masses) and warm ocean currents.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BALANCING MECHANISMS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hurrican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tropical cyclone seen from space.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BALANCING MECHANISMS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storms help to share heat?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BALANCING MECHANISMS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carry latent heat from warm tropical seas towards higher latitudes.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Energy in the Atmosphere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Earth's Heat Budget on a Global Scale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The Earth's Radiation Balance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Heat budget: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balance between the energy the Earth receives from the sun and the energy it loses to space.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Terrestrial radiation: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long-wave radiation given out by the Earth's surface.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Net radiation: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difference between incoming and outgoing radiation at a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Global Heat Budget</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For the Earth as a whole, the heat budget is balanced: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Incoming radiation: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Of 100 units of insolation, about 30 are reflected, 20 absorbed by the air and 50 absorbed by the surface. The surface warms and gives the heat back.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Global Heat Budget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Outgoing radiation: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Earth sends back the same amount of energy as long waves, by radiation, convection and latent heat. So the Earth does not keep getting warmer or colder on average.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Global Heat Budget</a:t>
            </a:r>
            <a:endParaRPr lang="en-US" sz="3600" dirty="0"/>
          </a:p>
        </p:txBody>
      </p:sp>
      <p:pic>
        <p:nvPicPr>
          <p:cNvPr id="4" name="Image 0" descr="/home/claude/f4/img/v2/greenhous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incoming and outgoing radiation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Positive and Negative Balance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balance is not the same at all latitudes: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Surplus zone: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Between about 35° N and 35° S, more energy is received than lost. The inter-tropical zone therefore has a net positive balance.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Positive and Negative Balance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Deficit zones: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Beyond 35° of latitude, the mid-latitudes and polar zones lose more energy than they receive. They have a net negative balance.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Positive and Negative Balance</a:t>
            </a:r>
            <a:endParaRPr lang="en-US" sz="3600" dirty="0"/>
          </a:p>
        </p:txBody>
      </p:sp>
      <p:pic>
        <p:nvPicPr>
          <p:cNvPr id="4" name="Image 0" descr="/home/claude/f4/img/v2/radiation_balanc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surplus and deficit by latitude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Reasons for the Differences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main reasons for these differences 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Angle of the sun's rays: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Near the Equator the sun is high, so its rays are concentrated on a small area. Near the poles the rays are slanting and spread over a large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Reasons for the Differences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Thickness of atmosphere crossed: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Slanting rays cross more air and lose more energy by absorption and scattering. Less energy reaches the ground at high latitudes.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Reasons for the Differences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Albedo and day length: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Snow and ice at the poles reflect much of the insolation. The poles also have months of darkness in winter.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Balancing Mechanisms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Heat is moved from the surplus zone to the deficit zones by: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Winds and air masses: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atmospheric circulation carries about 80 % of the heat towards the poles. Warm tropical air moves poleward and cold polar air moves towards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Balancing Mechanisms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Ocean currents: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Warm currents like the Gulf Stream carry heat to high latitudes. Cold currents return cool water to the tropics.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Storms and latent heat: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Tropical cyclones and thunderstorms release huge amounts of latent heat. They move energy upwards and polewards.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heat budget?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balance between the energy received and the energy lost by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why the tropics do not get hotter every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Winds and ocean currents carry their extra heat towards the poles.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inter-tropical zone has an energy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Earth gives out ______-wave radiation.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Gulf Stream is a warm ocean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radiation balance graph and colour the surplus and deficit zones.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Heat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Heat budget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bilan thermique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Surplus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L'excédent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Deficit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déficit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Ocean current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courant marin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Balance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L'équilibre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Long-wave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Grande longueur d'onde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Energy in the Atmosphere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 The Earth's Radiation Balance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heat budget. Identify zones of positive and negative balance. Explain the balancing mechanisms.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why the tropics gain energy and the poles lose energy, and how heat is shared.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The Global Heat Budget; Positive and Negative Balance; Reasons for the Differences; Balancing Mechanisms.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the radiation balance graph and colour the surplus and deficit zones.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feel the heat of a wall after sunset.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two curves.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shine a torch straight and slanted on a table.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arrows from the Equator to the poles.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mention the hurricanes of the Caribbean.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“NASA's Aqua Satellite Captures Hurricane Danielle” by NASA Goddard Photo and Video, CC BY 2.0, via nasa (https://www.flickr.com/photos/24662369@N07/4931591817)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58</Slides>
  <Notes>58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58</vt:i4>
      </vt:variant>
    </vt:vector>
  </HeadingPairs>
  <TitlesOfParts>
    <vt:vector size="6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2026-09-27T10:07:49Z</dcterms:created>
  <dcterms:modified xsi:type="dcterms:W3CDTF">2026-09-27T10:07:49Z</dcterms:modified>
</cp:coreProperties>
</file>