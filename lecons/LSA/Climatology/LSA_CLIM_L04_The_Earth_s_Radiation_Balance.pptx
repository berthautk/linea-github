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4: The Earth's Radiation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feel the heat of a wall after sunset.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two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shine a torch straight and slanted on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arrows from the Equator to the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mention the hurricanes of the Caribbean.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surplus 2. long 3.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LOWER SIXTH ARTS  —  CLIMATOLOGY  —  LESSON 4</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Earth's Radiation Balance</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Lower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Earth's Heat Budget on a Global Scale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4: The Earth's Radiation Balance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Heat budget, terrestrial radiation, long-wave radiation, surplus, deficit, balancing mechanisms.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Incoming solar radiation equals outgoing terrestrial radiation; zones of surplus and deficit; reasons and balancing mechanisms.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why the tropics gain energy and the poles lose energy, and how heat is shared.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the heat budget.</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Identify zones of positive and negative balance.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balancing mechanisms.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About half of the sunlight reaches the ground.</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Sun is overhead between the tropics.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learner reads that the tropics receive more energy than they lose every year. He asks why the tropics do not become hotter and hotter, and why the poles do not freeze more every year.</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how the Earth keeps its heat in balance.</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zone has a surplus of energy?</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inter-tropical zone.</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extra heat removed?</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carry it towards the poles.</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the Earth keeps an almost constant average temperature.</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HEAT BUDGET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greenhous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Earth receives sunlight and gives out heat.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HEAT BUDGET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gives heat back to the sky as long waves. What is this radiation called?</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THE HEAT BUDGET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Terrestrial (long-wave) radiation.</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SURPLUS AND DEFICIT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radiation_balance_big.png">    </p:cNvPr>
          <p:cNvPicPr>
            <a:picLocks noChangeAspect="1"/>
          </p:cNvPicPr>
          <p:nvPr/>
        </p:nvPicPr>
        <p:blipFill>
          <a:blip r:embed="rId1"/>
          <a:stretch>
            <a:fillRect/>
          </a:stretch>
        </p:blipFill>
        <p:spPr>
          <a:xfrm>
            <a:off x="921585" y="1691640"/>
            <a:ext cx="10345783"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Incoming and outgoing energy by latitude.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SURPLUS AND DEFICIT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there a surplus? Where is there a deficit?</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SURPLUS AND DEFICIT</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Surplus between about 38°N and 38°S; deficit towards the poles.</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REASONS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sun_ray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Rays are direct at the Equator and spread at the poles.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REASONS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 poles receive less energy?</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REASONS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rays are slanting, so the energy is spread over a large area and crosses more air.</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BALANCING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heat_transfer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Heat moves from the tropics to the poles.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BALANCING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heat is carried to the poles.</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BALANCING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(air masses) and warm ocean currents.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BALANCING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4_hurrican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tropical cyclone seen from space.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BALANCING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storms help to share heat?</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BALANCING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latent heat from warm tropical seas towards higher latitudes.</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Earth's Radiation Balance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Earth's Heat Budget on a Global Scale</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 The Earth's Radiation Balance</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Heat budget: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between the energy the Earth receives and the energy it loses.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Terrestrial radiation: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long-wave heat given out by the Earth.</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Surplus: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zone that receives more energy than it loses.</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Deficit: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zone that loses more energy than it receives.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The Global Balance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Balance: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For the whole Earth, incoming solar radiation equals outgoing terrestrial radiation. That is why the average temperature stays about 15 °C.</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Surplus zone: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inter-tropical zone gains more energy than it loses. It lies roughly between 38°N and 38°S.</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The Global Balance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Deficit zones: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mid-latitudes and polar zones lose more energy than they gain. They would get colder every year without heat transfer.</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Reasons and Balancing (1/3)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Reasons: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At the poles the rays are slanting and cross more air. Snow and ice also reflect much sunlight.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Winds: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Winds and air masses carry warm air towards the poles. Cold air moves back towards the Equator.</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Reasons and Balancing (2/3)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Ocean currents and storms: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Warm currents like the Gulf Stream carry heat north. Tropical storms also carry latent heat.</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Reasons and Balancing (3/3)</a:t>
            </a:r>
            <a:endParaRPr lang="en-US" sz="3600" dirty="0"/>
          </a:p>
        </p:txBody>
      </p:sp>
      <p:pic>
        <p:nvPicPr>
          <p:cNvPr id="13" name="Image 0" descr="/home/claude/f4/img/v2/radiation_balance_big.png">    </p:cNvPr>
          <p:cNvPicPr>
            <a:picLocks noChangeAspect="1"/>
          </p:cNvPicPr>
          <p:nvPr/>
        </p:nvPicPr>
        <p:blipFill>
          <a:blip r:embed="rId1"/>
          <a:stretch>
            <a:fillRect/>
          </a:stretch>
        </p:blipFill>
        <p:spPr>
          <a:xfrm>
            <a:off x="921585" y="1691640"/>
            <a:ext cx="10345783"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graph.</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heat budget?</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balance between the energy received and the energy lost by the Earth.</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tropics do not get hotter every year.</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and ocean currents carry their extra heat towards the poles.</a:t>
            </a:r>
            <a:endParaRPr lang="en-US"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inter-tropical zone has an energy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Earth gives out ______-wave radiation.</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Gulf Stream is a warm ocean ______.</a:t>
            </a:r>
            <a:endParaRPr lang="en-US" sz="3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radiation balance graph and colour the surplus and deficit zones.</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5: Heat Transport.</a:t>
            </a:r>
            <a:endParaRPr lang="en-US" sz="4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Heat budget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bilan thermique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Surplus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L'excédent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Deficit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déficit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Ocean current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courant marin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Balance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L'équilibre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Long-wave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Grande longueur d'onde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Energy in the Atmosphere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4: The Earth's Radiation Balance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the heat budget. Identify zones of positive and negative balance. Explain the balancing mechanisms.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why the tropics gain energy and the poles lose energy, and how heat is shared.</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Heat budget, Terrestrial radiation, Surplus, Deficit; II. The Global Balance: Balance, Surplus zone, Deficit zones; III. Reasons and Balancing: Reasons, Winds, Ocean currents and storms.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Draw the radiation balance graph and colour the surplus and deficit zones.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1 (Meteorology, Climatology &amp; Hydrology).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“NASA's Aqua Satellite Captures Hurricane Danielle” by NASA Goddard Photo and Video, CC BY 2.0, via nasa (https://www.flickr.com/photos/24662369@N07/4931591817)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2026-09-27T04:25:27Z</dcterms:created>
  <dcterms:modified xsi:type="dcterms:W3CDTF">2026-09-27T04:25:27Z</dcterms:modified>
</cp:coreProperties>
</file>