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Lesson 4: The Earth's Radiation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feel the heat of a wall after sunset.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draw the two curves.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shine a torch straight and slanted on a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draw arrows from the Equator to the poles.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mention the hurricanes of the Caribbean.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surplus 2. long 3.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LOWER SIXTH ARTS  —  CLIMATOLOGY  —  LESSON 4</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The Earth's Radiation Balance</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Lower Sixth Arts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2 periods (2 × 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The Earth's Heat Budget on a Global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Lesson 4: The Earth's Radiation Balance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Heat budget, terrestrial radiation, long-wave radiation, surplus, deficit, balancing mechanisms.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Incoming solar radiation equals outgoing terrestrial radiation; zones of surplus and deficit; reasons and balancing mechanisms.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explain why the tropics gain energy and the poles lose energy, and how heat is shared.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Define the heat budget.</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Identify zones of positive and negative balance.</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the balancing mechanisms.</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About half of the sunlight reaches the ground.</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The Sun is overhead between the tropics.</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learner reads that the tropics receive more energy than they lose every year. He asks why the tropics do not become hotter and hotter, and why the poles do not freeze more every year.</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how the Earth keeps its heat in balance.</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zone has a surplus of energy?</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inter-tropical zone.</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extra heat removed?</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and ocean currents carry it towards the poles.</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the Earth keeps an almost constant average temperature.</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THE HEAT BUDGET</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greenhouse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The Earth receives sunlight and gives out heat.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THE HEAT BUDGET</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ground gives heat back to the sky as long waves. What is this radiation called?</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THE HEAT BUDGET</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Terrestrial (long-wave) radiation.</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SURPLUS AND DEFICIT</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radiation_balance_big.png">    </p:cNvPr>
          <p:cNvPicPr>
            <a:picLocks noChangeAspect="1"/>
          </p:cNvPicPr>
          <p:nvPr/>
        </p:nvPicPr>
        <p:blipFill>
          <a:blip r:embed="rId1"/>
          <a:stretch>
            <a:fillRect/>
          </a:stretch>
        </p:blipFill>
        <p:spPr>
          <a:xfrm>
            <a:off x="921585" y="1691640"/>
            <a:ext cx="10345783"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Incoming and outgoing energy by latitude.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SURPLUS AND DEFICIT</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there a surplus? Where is there a deficit?</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SURPLUS AND DEFICIT</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Surplus between about 38°N and 38°S; deficit towards the poles.</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REASONS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sun_rays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Rays are direct at the Equator and spread at the poles.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REASONS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 poles receive less energy?</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REASONS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rays are slanting, so the energy is spread over a large area and crosses more air.</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BALANCING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13" name="Image 0" descr="/home/claude/f4/img/v2/heat_transfer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Heat moves from the tropics to the poles.</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BALANCING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ways heat is carried to the poles.</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BALANCING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(air masses) and warm ocean currents.</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BALANCING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13" name="Image 0" descr="/home/claude/f4/img/v2/f4_hurricane.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tropical cyclone seen from space.</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BALANCING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storms help to share heat?</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BALANCING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latent heat from warm tropical seas towards higher latitudes.</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The Earth's Radiation Balance</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Earth's Heat Budget on a Global Scale</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 The Earth's Radiation Balance</a:t>
            </a:r>
            <a:endParaRPr lang="en-US" sz="3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Heat budget: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balance between the energy the Earth receives and the energy it loses.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Terrestrial radiation: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long-wave heat given out by the Earth.</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Surplus: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zone that receives more energy than it loses.</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Deficit: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zone that loses more energy than it receives.</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The Global Balance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Balance: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For the whole Earth, incoming solar radiation equals outgoing terrestrial radiation. That is why the average temperature stays about 15 °C.</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Surplus zone: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 inter-tropical zone gains more energy than it loses. It lies roughly between 38°N and 38°S.</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The Global Balance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Deficit zones: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 mid-latitudes and polar zones lose more energy than they gain. They would get colder every year without heat transfer.</a:t>
            </a:r>
            <a:endParaRPr lang="en-US" sz="4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Reasons and Balancing (1/3)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Reasons: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At the poles the rays are slanting and cross more air. Snow and ice also reflect much sunlight.</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Winds: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Winds and air masses carry warm air towards the poles. Cold air moves back towards the Equator.</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Reasons and Balancing (2/3)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Ocean currents and storms: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Warm currents like the Gulf Stream carry heat north. Tropical storms also carry latent heat.</a:t>
            </a:r>
            <a:endParaRPr lang="en-US" sz="4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Reasons and Balancing (3/3)</a:t>
            </a:r>
            <a:endParaRPr lang="en-US" sz="3600" dirty="0"/>
          </a:p>
        </p:txBody>
      </p:sp>
      <p:pic>
        <p:nvPicPr>
          <p:cNvPr id="13" name="Image 0" descr="/home/claude/f4/img/v2/radiation_balance_big.png">    </p:cNvPr>
          <p:cNvPicPr>
            <a:picLocks noChangeAspect="1"/>
          </p:cNvPicPr>
          <p:nvPr/>
        </p:nvPicPr>
        <p:blipFill>
          <a:blip r:embed="rId1"/>
          <a:stretch>
            <a:fillRect/>
          </a:stretch>
        </p:blipFill>
        <p:spPr>
          <a:xfrm>
            <a:off x="921585" y="1691640"/>
            <a:ext cx="10345783"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Copy the graph.</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heat budget?</a:t>
            </a:r>
            <a:endParaRPr lang="en-US" sz="4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balance between the energy received and the energy lost by the Earth.</a:t>
            </a:r>
            <a:endParaRPr lang="en-US" sz="4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the tropics do not get hotter every year.</a:t>
            </a:r>
            <a:endParaRPr lang="en-US" sz="4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and ocean currents carry their extra heat towards the poles.</a:t>
            </a:r>
            <a:endParaRPr lang="en-US" sz="4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inter-tropical zone has an energy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Earth gives out ______-wave radiation.</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Gulf Stream is a warm ocean ______.</a:t>
            </a:r>
            <a:endParaRPr lang="en-US" sz="36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radiation balance graph and colour the surplus and deficit zones.</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Lesson 5: Heat Transport.</a:t>
            </a:r>
            <a:endParaRPr lang="en-US" sz="4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Heat budget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bilan thermique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Surplus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L'excédent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Deficit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déficit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Ocean current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courant marin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Balance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L'équilibre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Long-wave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Grande longueur d'onde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Energy in the Atmosphere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Lesson 4: The Earth's Radiation Balance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Define the heat budget. Identify zones of positive and negative balance. Explain the balancing mechanisms.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explain why the tropics gain energy and the poles lose energy, and how heat is shared.</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Heat budget, Terrestrial radiation, Surplus, Deficit; II. The Global Balance: Balance, Surplus zone, Deficit zones; III. Reasons and Balancing: Reasons, Winds, Ocean currents and storms.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Draw the radiation balance graph and colour the surplus and deficit zones.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8 min | Situation 8 min | 5 activities 30 min | Board summary (copying) 30 min | Evaluation, remediation 10 min | Homework, logbook 9 min | Spare 5 min</a:t>
            </a:r>
            <a:endParaRPr lang="en-US" sz="2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Sixth Forms (Lower &amp; Upper Sixth), MINESEC/IGE/IP-SS, August 2019 — Module 1 (Meteorology, Climatology &amp; Hydrology).</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5: “NASA's Aqua Satellite Captures Hurricane Danielle” by NASA Goddard Photo and Video, CC BY 2.0, via nasa (https://www.flickr.com/photos/24662369@N07/4931591817)</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2026-09-26T11:58:15Z</dcterms:created>
  <dcterms:modified xsi:type="dcterms:W3CDTF">2026-09-26T11:58:15Z</dcterms:modified>
</cp:coreProperties>
</file>