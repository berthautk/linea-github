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17: Local Winds.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Atmospheric Motions, and the sub-topic is Microscale (Local) Winds. The key notions we shall use today are: local wind, land breeze, sea breeze, anabatic wind, katabatic wind, foehn. At the end, you should be able to do this: learners are able to explain local winds and their effects on weather and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16: Tropical Seasonal Winds: Monsoon and Harmattan. The question was: Write the months of the monsoon and of the Harmattan in your town.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In Garoua the monsoon (rainy season) blows from about May to October, and the Harmattan (dry season) from about November to March or April.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land and sea breezes. Number 2: explain anabatic and katabatic winds. Number 3: explain foehn winds and the effects of winds on 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Land heats and cools faster than the sea. Cold air is heavy and sinks.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Fishermen in Limbe go to sea very early in the morning and come back in the afternoon. They say the wind carries them out and brings them back.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wind changes direction between night and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wind blows to the sea at night?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land breeze.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wind blows to the land by day?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sea breeze.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local winds wisely (fishing, ventilation) and prevent the dangers of dry winds such as bush fires.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small winds that affect daily life on coasts and in mountains.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sea breeze by day, land breeze at night.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does the wind blow from the sea by day?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land is hotter; air rises over it and cool sea air replaces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fishermen in their canoes.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 fishermen use the land and sea breezes?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land breeze carries them out at night, and the sea breeze brings them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anabatic and katabatic winds.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wind blows down the slopes at night?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katabatic wind; the slopes cool and cold heavy air flows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the foehn effect.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the wind hot and dry on the leeward side?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lost its rain on the windward side and warms as it sinks.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burnt land after a bush fire.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can a dry wind be dangerous?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dries plants and spreads bush fires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Categories. Local winds can be understood as follows. On this slide we have Local winds.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Categories. On this slide we have Categories.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Land and Sea Breezes. Land and sea breezes can be studied as follows. On this slide we have Sea breeze.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 and Sea Breezes. On this slide we have Land breeze.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 and Sea Breezes. On this slide we have Effects.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sea breeze by day and land breeze by night.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Mountain and Valley Winds. Mountain and valley winds are. On this slide we have Anabatic (valley) wind.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Mountain and Valley Winds. On this slide we have Katabatic (mountain) wind.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anabatic and katabatic winds.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Foehn Winds. The Foehn can be studied as follows. On this slide we have Causes.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Foehn Winds. On this slide we have Examples and Effects.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Foehn effect.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Effects of Winds on Weather and Man. Winds affect weather and man in the following ways. On this slide we have Effects on weather.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Effects of Winds on Weather and Man. On this slide we have Effects on man.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Explain the sea breeze.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by day the land is hotter; air rises over it and cool sea air blows in.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a foehn wind?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warm, dry wind blowing down the leeward side of a mountain.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breeze; number 2, katabatic; number 3, foehn.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sea breeze and the land breeze.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18: Air Masses.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17: LOCAL WINDS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gif"/><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gif"/><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Local Winds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Atmospheric Motions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Microscale (Local)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17: Local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Local wind, land breeze, sea breeze, anabatic wind, katabatic wind, foehn.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Land and sea breezes, anabatic and katabatic winds, foehn winds; effects of winds on weather and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local winds and their effects on weather and people.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16: Tropical Seasonal Winds: Monsoon and Harmattan):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the months of the monsoon and of the Harmattan in your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Garoua the monsoon (rainy season) blows from about May to October, and the Harmattan (dry season) from about November to March or April.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land and sea breezes.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anabatic and katabatic winds.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foehn winds and the effects of winds on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Land heats and cools faster than the sea.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Cold air is heavy and sinks.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Fishermen in Limbe go to sea very early in the morning and come back in the afternoon. They say the wind carries them out and brings them back.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 changes direction between night and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wind blows to the sea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land breeze.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wind blows to the land by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sea breeze.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local winds wisely (fishing, ventilation) and prevent the dangers of dry winds such as bush fires.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small winds that affect daily life on coasts and in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LAND AND SEA BREEZES: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eabreeze.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sea breeze by day, land breeze at night.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LAND AND SEA BREEZES: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wind blow from the sea by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LAND AND SEA BREEZES: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land is hotter; air rises over it and cool sea air replaces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LAND AND SEA BREEZES: EFFECTS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fish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Fishermen in their canoes.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LAND AND SEA BREEZES: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fishermen use the land and sea breezes?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LAND AND SEA BREEZES: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land breeze carries them out at night, and the sea breeze brings them back.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MOUNTAIN AND VALLEY WINDS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anabatic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Anabatic and katabatic winds.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MOUNTAIN AND VALLEY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wind blows down the slopes at night?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MOUNTAIN AND VALLEY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katabatic wind; the slopes cool and cold heavy air flows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 FOEHN WINDS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oeh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foehn effect.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 FOEHN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wind hot and dry on the leeward 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 FOEHN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lost its rain on the windward side and warms as it sinks.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OF WINDS ON WEATHER AND MAN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bushfir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Burnt land after a bush fire.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OF WINDS ON WEATHER AND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a dry wind be dangerous?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OF WINDS ON WEATHER AND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dries plants and spreads bush fires quickly.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Atmospheric Motions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Microscale (Local) Winds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17: Local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Categories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Local winds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Local winds: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small-scale winds that blow over a small area for a short time, caused by local differences in heating or by relief.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Categories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Categories: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 are caused by differences in heating, such as land and sea breezes and mountain and valley winds. Others are caused by relief, such as the Foehn.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Local Winds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Land and Sea Breezes</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Land and sea breezes can be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Sea breeze: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day, land heats faster than the sea and a low pressure forms over the land. Cool air blows from the sea to the land, for example in Limbe and Kribi.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Local Winds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900" b="1" dirty="0">
                <a:solidFill>
                  <a:srgbClr val="990011"/>
                </a:solidFill>
                <a:latin typeface="Times New Roman" pitchFamily="34" charset="0"/>
                <a:ea typeface="Times New Roman" pitchFamily="34" charset="-122"/>
                <a:cs typeface="Times New Roman" pitchFamily="34" charset="-120"/>
              </a:rPr>
              <a:t>A) Land and Sea Breezes (continued)</a:t>
            </a:r>
            <a:endParaRPr lang="en-US" sz="29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 breeze: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night, land cools faster and a high pressure forms over it. Air blows from the land to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Local Winds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900" b="1" dirty="0">
                <a:solidFill>
                  <a:srgbClr val="990011"/>
                </a:solidFill>
                <a:latin typeface="Times New Roman" pitchFamily="34" charset="0"/>
                <a:ea typeface="Times New Roman" pitchFamily="34" charset="-122"/>
                <a:cs typeface="Times New Roman" pitchFamily="34" charset="-120"/>
              </a:rPr>
              <a:t>A) Land and Sea Breezes (continued)</a:t>
            </a:r>
            <a:endParaRPr lang="en-US" sz="29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Sea breezes cool coastal towns in the afternoon. Fishermen go out with the land breeze at night and return with the sea breeze.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Local Winds</a:t>
            </a:r>
            <a:endParaRPr lang="en-US" sz="3600" dirty="0"/>
          </a:p>
        </p:txBody>
      </p:sp>
      <p:pic>
        <p:nvPicPr>
          <p:cNvPr id="4" name="Image 0" descr="/home/claude/f4/img/v2/seabreeze.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sea breeze by day and land breeze by night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Local Winds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Mountain and Valley Winds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Mountain and valley winds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Anabatic (valley) wind: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day, the slopes heat up and warm air rises up the valley. It forms clouds and afternoon showers on the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Local Winds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500" b="1" dirty="0">
                <a:solidFill>
                  <a:srgbClr val="990011"/>
                </a:solidFill>
                <a:latin typeface="Times New Roman" pitchFamily="34" charset="0"/>
                <a:ea typeface="Times New Roman" pitchFamily="34" charset="-122"/>
                <a:cs typeface="Times New Roman" pitchFamily="34" charset="-120"/>
              </a:rPr>
              <a:t>B) Mountain and Valley Winds (continued)</a:t>
            </a:r>
            <a:endParaRPr lang="en-US" sz="25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Katabatic (mountain) wind: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night, cold, heavy air drains down the slopes into the valley. It causes frost and fog in valley bottoms.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Local Winds</a:t>
            </a:r>
            <a:endParaRPr lang="en-US" sz="3600" dirty="0"/>
          </a:p>
        </p:txBody>
      </p:sp>
      <p:pic>
        <p:nvPicPr>
          <p:cNvPr id="4" name="Image 0" descr="/home/claude/f4/img/v2/anabatic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anabatic and katabatic winds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Local Winds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Foehn Winds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Foehn can be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Moist air rises over a mountain, cools and loses its water as rain. It then descends on the leeward side and warms at the dry rate, so it becomes hot and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Local Winds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Foehn Winds (continued)</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Foehn blows in the Alps and the Chinook on the Rockies. It melts snow quickly in spring.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dries vegetation and can cause forest fires and avalanches. It also helps to ripen crops and melt snow for pastures.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Local Winds</a:t>
            </a:r>
            <a:endParaRPr lang="en-US" sz="3600" dirty="0"/>
          </a:p>
        </p:txBody>
      </p:sp>
      <p:pic>
        <p:nvPicPr>
          <p:cNvPr id="4" name="Image 0" descr="/home/claude/f4/img/v2/foeh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Foehn effect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of Winds on Weather and Man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Winds affect weather and man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Effects on weather: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Winds carry heat and moisture and bring rain or dry spells. They also help to form clouds and spread fog.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of Winds on Weather and Man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Effects on man: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Winds help sailing, fishing, wind energy and the drying of crops. Strong winds destroy roofs and crops, spread bush fires and carry dust.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the sea breeze.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day the land is hotter; air rises over it and cool sea air blows 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foehn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warm, dry wind blowing down the leeward side of a mountain.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wind from the sea by day is the sea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cold wind down a slope at night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warm, dry wind on the leeward side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sea breeze and the land breeze.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18: Air Masses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Sea breeze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brise de mer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Land breeze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brise de terre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Slope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pente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Leeward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Sous le 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Fisherman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pêcheur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Bush fire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feu de brousse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Atmospheric Motions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17: Local Winds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land and sea breezes. Explain anabatic and katabatic winds. Explain foehn winds and the effects of winds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local winds and their effects on weather and people.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Categories; Land and Sea Breezes; Mountain and Valley Winds; Foehn Winds; Effects of Winds on Weather and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sea breeze and the land breeze.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cool afternoon wind in Limbe.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about fishermen on Lake Chad or the coast.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cold nights in valleys.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the two sides of Mount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bush fires in the dry season.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“Fishermen, Lake Tana” by A.Davey, CC BY 2.0, via Flickr (https://www.flickr.com/photos/40595948@N00/2260748777)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“20111216-NRCS-LSC-0355” by USDAgov, CC BY 2.0, via Flickr (https://www.flickr.com/photos/41284017@N08/6551564351)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2026-09-27T10:31:24Z</dcterms:created>
  <dcterms:modified xsi:type="dcterms:W3CDTF">2026-09-27T10:31:24Z</dcterms:modified>
</cp:coreProperties>
</file>