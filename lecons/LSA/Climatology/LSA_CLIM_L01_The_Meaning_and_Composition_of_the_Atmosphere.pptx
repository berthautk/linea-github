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The Meaning and Composition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Atmosphere as a Centre of Weather and Climate, and the sub-topic is The Atmosphere. The key notions we shall use today are: atmosphere, weather, climate, constant gases, variable gases, aerosols. At the end, you should be able to do this: learners are able to describe what the atmosphere is made of and explain why each part matters for weather and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atmosphere, weather and climate. Number 2: name the constant and the variable gases. Number 3: explain what aerosols are and give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Air is all around us, even if we cannot see it. Plants need carbon dioxide and we need oxygen.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the Harmattan in Garoua, the sky is grey with dust for many days. A student says that the air is only made of oxygen, so the dust must come from the sky itself.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 does not know what the air is made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the air made only of oxygen?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is mostly nitrogen, with oxygen and other gases.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dust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lifted by the wind from the Sahara: it is a solid aerosol.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adapt to and mitigate climatic extremes: avoid burning waste and bush fires that fill the air with smoke, and protect ourselves from Harmattan dust.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air we breathe and the parts of the atmosphere that make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thin layer of the atmosphere seen from the International Space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thin blue and orange layer above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atmosphere: the layer of air that surrounds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main gases of dry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gas is the most common in the air? Which gas do we breathe to live?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Nitrogen (78 %) is the most common. We breathe oxygen (21 %).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smoke from factory chimneys.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Factories and cars add carbon dioxide to the air. Is it a constant or a variable gas?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variable gas: its amount changes from place to place and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dust carried by a strong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Dust, smoke and salt float in the air. What do we call these small particles?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Solid aerosols.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fog: tiny drops of water in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Fog is made of tiny water drops. What type of aerosol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liquid aerosol.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Atmosphere. The atmosphere can be understood as follows. On this slide we have Atmosphere.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Composition of the Atmosphere. The atmosphere is made up of two main components. On this slide we have Gaseous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Composition of the Atmosphere. On this slide we have Aerosols.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Gaseous Components. The gaseous components of the atmosphere are of two types. On this slide we have Variable gases.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Gaseous Components. On this slide we have Constant gases.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main gases of dry air.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Aerosols. The different types of aerosols include. On this slide we have Liquid aerosols.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Aerosols. On this slide we have Solid aerosols.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weather and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 is the state of the air for a short time; climate is the average weather over about 30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variable gases and two aerosols.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vapour and carbon dioxide; dust and smoke.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nitrogen; number 2, aerosols; number 3,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sources of dust and smoke in your town and say how they affect people.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Structure of the Atmosphere.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 THE MEANING AND COMPOSITION OF THE ATMOSPHERE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Meaning and Composition of the Atmosphere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 as a Centre of 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The Meaning and Composition of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Atmosphere, weather, climate, constant gases, variable gases, aerosols.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gases of the atmosphere (constant and variable) and the aerosols (liquid and solid).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what the atmosphere is made of and explain why each part matters for weather and life.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atmosphere, weather and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constant and the variable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what aerosols are and give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Air is all around us, even if we cannot see it.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need carbon dioxide and we need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Harmattan in Garoua, the sky is grey with dust for many days. A student says that the air is only made of oxygen, so the dust must come from the sky itself.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 does not know what the air is made of.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air made only of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mostly nitrogen, with oxygen and other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dust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lifted by the wind from the Sahara: it is a solid aerosol.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Adapt to and mitigate climatic extremes: avoid burning waste and bush fires that fill the air with smoke, and protect ourselves from Harmattan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air we breathe and the parts of the atmosphere that make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lim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thin layer of the atmosphere seen from the International Space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thin blue and orange layer above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atmosphere: the layer of air that surrounds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ases_pi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gases of dry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 is the most common in the air? Which gas do we breathe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Nitrogen (78 %) is the most common. We breathe oxygen (21 %).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exhau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Smoke from factory chimneys.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and cars add carbon dioxide to the air. Is it a constant or a variable 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variable gas: its amount changes from place to place and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ndstorm.jpg">    </p:cNvPr>
          <p:cNvPicPr>
            <a:picLocks noChangeAspect="1"/>
          </p:cNvPicPr>
          <p:nvPr/>
        </p:nvPicPr>
        <p:blipFill>
          <a:blip r:embed="rId1"/>
          <a:stretch>
            <a:fillRect/>
          </a:stretch>
        </p:blipFill>
        <p:spPr>
          <a:xfrm>
            <a:off x="1252761" y="1783080"/>
            <a:ext cx="968617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Dust carried by a strong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Dust, smoke and salt float in the air. What do we call these small particles?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Solid aerosols.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fog.jpg">    </p:cNvPr>
          <p:cNvPicPr>
            <a:picLocks noChangeAspect="1"/>
          </p:cNvPicPr>
          <p:nvPr/>
        </p:nvPicPr>
        <p:blipFill>
          <a:blip r:embed="rId1"/>
          <a:stretch>
            <a:fillRect/>
          </a:stretch>
        </p:blipFill>
        <p:spPr>
          <a:xfrm>
            <a:off x="342250" y="1783080"/>
            <a:ext cx="1150719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Fog: tiny drops of water in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Fog is made of tiny water drops. What type of aerosol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liquid aerosol.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Atmosphere as a Centre of Weather and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The Meaning and Composition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Atmosphere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atmosphere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thin layer of gases, water and tiny particles that surrounds the Earth and is held to it by gravity. It is the part of the Earth where weather and climate take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atmosphere is made up of two main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Gaseous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the different gases that make up the air. They are divided into variable gases and constant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Aerosols: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tiny liquid or solid particles suspended in the air. They are divided into liquid aerosols and solid aerosols.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Gaseous Components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gaseous components of the atmosphere are of two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Variable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gases whose amount changes from place to place and from time to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Gaseous Components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04 %) and ozone, which control rain, temperature and life.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Constant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gases whose proportion in dry air hardly changes. They are nitrogen (78 %), oxygen (21 %) and argon (0.93 %), with traces of neon and helium.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pic>
        <p:nvPicPr>
          <p:cNvPr id="4" name="Image 0" descr="/home/claude/f4/img/v2/gases_pi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main gases of dry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Aerosols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different types of aerosols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Liquid aerosols: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tiny drops of water or other liquids that float in the air. Examples are the droplets that form clouds, fog and mist.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Aerosols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Solid aerosols: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tiny solid particles suspended in the air, such as dust, smoke, sea salt, pollen and volcanic ash. They act as condensation nuclei on which cloud droplets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 is the state of the air for a short time; climate is the average weather over 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variable gases and two aerosols.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vapour and carbon dioxide; dust and smoke.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common gas in the air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Dust and smoke are solid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Carbon dioxide is a ______ 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sources of dust and smoke in your town and say how they affect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Structure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Atmosphere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L'atmosphère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Nitrogen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L'azote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Oxygen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L'oxygène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vapour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vapeur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poussière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 (météo)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Atmosphere as a Centre of Weather and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The Meaning and Composition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atmosphere, weather and climate. Name the constant and the variable gases. Explain what aerosols are and give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what the atmosphere is made of and explain why each part matters for weather and life.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Atmosphere; Composition of the Atmosphere; Gaseous Components; Aerosols.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sources of dust and smoke in your town and say how they affect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breathe in and out: the air is real.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pie chart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smoke from cars and from bush fires.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Harmattan dust in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morning fog in the rainy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“Sunset Over the Indian Ocean (NASA, International Space Station Scienc” by NASA's Marshall Space Flight Center, CC BY-NC 2.0, via nasa (https://www.flickr.com/photos/28634332@N05/8134997029)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“image replaced (thanks Anne :) )” by why 137, CC BY 2.0, via Flickr (https://www.flickr.com/photos/78752351@N03/8464430910)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“Sandstorm at Camp Bastion, Afghanistan” by Defence Images, CC BY-NC 2.0, via Flickr (https://www.flickr.com/photos/48399297@N04/10343833885)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“Mist” by Art by MarkAC, CC BY-SA 2.0, via Flickr (https://www.flickr.com/photos/60580775@N08/40783321332)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2026-09-27T10:07:49Z</dcterms:created>
  <dcterms:modified xsi:type="dcterms:W3CDTF">2026-09-27T10:07:49Z</dcterms:modified>
</cp:coreProperties>
</file>