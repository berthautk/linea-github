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1: The Meaning and Composition of the Atmosphere.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breathe in and out: the air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pie chart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smoke from cars and from bush fires.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Harmattan dust in the north.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morning fog in the rainy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nitrogen 2. aerosols 3. variable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Meaning and Composition of the Atmosphere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 as a Centre of Weather and Climate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The Meaning and Composition of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Atmosphere, weather, climate, constant gases, variable gases, aerosols.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gases of the atmosphere (constant and variable) and the aerosols (liquid and solid).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what the atmosphere is made of and explain why each part matters for weather and life.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atmosphere, weather and climate.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constant and the variable gases.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aerosols are and give examples.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is all around us, even if we cannot see it.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need carbon dioxide and we need oxygen.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During the Harmattan in Garoua, the sky is grey with dust for many days. A student says that the air is only made of oxygen, so the dust must come from the sky itself.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student does not know what the air is made of.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air made only of oxygen?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It is mostly nitrogen, with oxygen and other gases.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dust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lifted by the wind from the Sahara: it is a solid aerosol.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air we breathe and the parts of the atmosphere that make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ATMOSPHERE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lim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thin layer of the atmosphere seen from the International Space Station.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ATMOSPHERE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thin blue and orange layer above the Earth?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ATMOSPHERE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atmosphere: the layer of air that surrounds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gases_pi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gases of dry air.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gas is the most common in the air? Which gas do we breathe to live?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Nitrogen (78 %) is the most common. We breathe oxygen (21 %).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exha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Smoke from factory chimneys.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Factories and cars add carbon dioxide to the air. Is it a constant or a variable gas?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variable gas: its amount changes from place to place and over time.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sandst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012" y="1691640"/>
            <a:ext cx="10266928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 carried by a strong wind.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Dust, smoke and salt float in the air. What do we call these small particles?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Solid aerosols.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794956"/>
            <a:ext cx="11640312" cy="431964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Fog: tiny drops of water in the air.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 is made of tiny water drops. What type of aerosol is it?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liquid aerosol.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Meaning and Composition of the Atmosphere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Atmosphere as a Centre of Weather and Climate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1: The Meaning and Composition of the Atmosphere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Atmosphere: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layer of air that surrounds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state of the atmosphere at a place for a short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average weather of a place over about 30 years.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Aerosols: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tiny solid or liquid particles that float in the air.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Gases of the Atmosphere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Constant gases: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amount hardly changes. They are nitrogen (78 %), oxygen (21 %) and argon (0.9 %).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Variable gases: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amount changes with place and time. They include water vapour, carbon dioxide and ozone.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Gases of the Atmosphere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Oxygen is needed for breathing, and plants use carbon dioxide. Water vapour and carbon dioxide keep the Earth warm.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Aerosols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Solid aerosols: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include dust, smoke, salt and ash. They come from deserts, fires, the sea and volcanoes.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Liquid aerosols: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tiny drops of water in clouds and fog. They reduce visibility.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Aerosols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Role: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vapour condenses on aerosols to form cloud drops. Without them there would be very little rain.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between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is the state of the air for a short time; climate is the average weather over about 30 years.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variable gases and two aerosols.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vapour and carbon dioxide; dust and smoke.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most common gas in the air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 and smoke are solid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Carbon dioxide is a ______ gas.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three sources of dust and smoke in your town and say how they affect people.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2: Structure of the Atmosphere.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L'atmosphère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Nitrogen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L'azote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Oxygen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L'oxygène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vapour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vapeur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poussière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temps (météo)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 as a Centre of Weather and Climate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The Meaning and Composition of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atmosphere, weather and climate. Name the constant and the variable gases. Explain what aerosols are and give examples.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what the atmosphere is made of and explain why each part matters for weather and life.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Atmosphere, Weather, Climate, Aerosols; II. Gases of the Atmosphere: Constant gases, Variable gases, Importance; III. Aerosols: Solid aerosols, Liquid aerosols, Role.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three sources of dust and smoke in your town and say how they affect people.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“Sunset Over the Indian Ocean (NASA, International Space Station Scienc” by NASA's Marshall Space Flight Center, CC BY-NC 2.0, via nasa (https://www.flickr.com/photos/28634332@N05/8134997029)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“image replaced (thanks Anne :) )” by why 137, CC BY 2.0, via Flickr (https://www.flickr.com/photos/78752351@N03/8464430910)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“Sandstorm at Camp Bastion, Afghanistan” by Defence Images, CC BY-NC 2.0, via Flickr (https://www.flickr.com/photos/48399297@N04/10343833885)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“Mist” by Art by MarkAC, CC BY-SA 2.0, via Flickr (https://www.flickr.com/photos/60580775@N08/40783321332)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2026-09-26T11:59:23Z</dcterms:created>
  <dcterms:modified xsi:type="dcterms:W3CDTF">2026-09-26T11:59:23Z</dcterms:modified>
</cp:coreProperties>
</file>