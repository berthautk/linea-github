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Pressure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Pressure Belts. The key notions we shall use today are: atmospheric pressure, isobar, barometer, high pressure, low pressure, Hadley cell, tricellular model. At the end, you should be able to do this: learners are able to explain pressure belts and the general circulation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Global Distribution of Precipitation. The question was: Compare the rainfall of Debundscha, Yaoundé and Kousseri and explain the differences.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Debundscha (over 10,000 mm) is on the windward coast of Mount Cameroon and gets relief rain. Yaoundé (about 1,600 mm) is inland with two rainy seasons. Kousseri (about 600 mm) is far from the sea and near the Sahara, with a long dry season.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atmospheric pressure and name its units. Number 2: describe the pressure belts. Number 3: explain the tricellular model and the Hadley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air rises and cold air sinks. Deserts lie under high pressure.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weather report on the radio says that low pressure is bringing storms to Douala while high pressure keeps the Sahara dry. Learners wonder what pressure is and why it changes.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understand pressure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weather comes with low pressure?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Clouds and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weather comes with high pressure?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Dry, clear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pressure systems that control winds, rain and droughts.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great movements of air that control world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barometer measures air pressure.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average pressure at sea level? In what unit?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1013 hectopascals (hPa or millibars).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pressure belts of the northern hemisphere.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pressure belts from the Equator to the pole.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Equatorial low, subtropical high, temperate low, polar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three cells of the general circulation.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three cells from the Equator to the pole.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Hadley cell, Ferrel cell and Polar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Hadley cell.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does air rise and where does it sink in the Hadley cell?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rises at the Equator and sinks near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Sahara under the subtropical high.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effect of sinking air near 30°?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warms and dries, giving deserts like the Sahara.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Pressure Systems. Atmospheric pressure can be understood as follows. On this slide we have Atmospheric pressure.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Pressure Systems. On this slide we have Pressure systems.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Global Pressure Belts. The pressure belts of the world are. On this slide we have Equatorial low.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Global Pressure Belts. On this slide we have Subtropical highs.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Global Pressure Belts. On this slide we have Subpolar lows and polar highs.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pressure belts.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Tricellular Model. The general circulation of the atmosphere is explained by three cells. On this slide we have Hadley cell.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Tricellular Model. On this slide we have Ferrel cell and Polar cell.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tricellular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Emphasis on the Hadley Cell. The Hadley cell is the most important cell for tropical regions. On this slide we have Rising limb.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Emphasis on the Hadley Cell. On this slide we have Sinking limb and Seasonal shift.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weather is found under high pressure? Why?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dry, clear weather, because air sinks and warms.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Describe the Hadley cell.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air rises at the Equator, moves poleward high up, sinks at 30° and returns as trade winds.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barometer; number 2, high; number 3, Hadley.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tricellular model and label the pressure belts.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Vertical Motions: Stability and Instability.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PRESSURE 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Pressure 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Belts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Pressure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pressure, isobar, barometer, high pressure, low pressure, Hadley cell, tricellular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pressure; pressure belts; the tricellular model with emphasis on the Hadley cell.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pressure belts and the general circulation of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Global Distribution of Precipitation):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rainfall of Debundscha, Yaoundé and Kousseri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Debundscha (over 10,000 mm) is on the windward coast of Mount Cameroon and gets relief rain. Yaoundé (about 1,600 mm) is inland with two rainy seasons. Kousseri (about 600 mm) is far from the sea and near the Sahara, with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pressure and name its units.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pressure belts.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tricellular model and the Hadley cell.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air rises and cold air sinks.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Deserts lie under high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weather report on the radio says that low pressure is bringing storms to Douala while high pressure keeps the Sahara dry. Learners wonder what pressure is and why it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understand pressure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comes with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comes with high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clear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pressure systems that control winds, rain and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great movements of air that control world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barometer.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barometer measures air pressure.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average pressure at sea level? In what unit?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1013 hectopascals (hPa or millibars).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pressure belts of the northern hemisphere.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pressure belts from the Equator to the pole.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Equatorial low, subtropical high, temperate low, polar 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TRICELLULAR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ricellula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cells of the general circulation.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TRICELLULAR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cells from the Equator to the pole.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TRICELLULAR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Hadley cell, Ferrel cell and Polar cell.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HADLEY CELL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hadley.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Hadley cell.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HADLEY CELL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air rise and where does it sink in the Hadley cell?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HADLEY CELL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at the Equator and sinks near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HADLEY CELL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Sahara under the subtropical high.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HADLEY CELL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effect of sinking air near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HADLEY CELL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warms and dries, giving deserts like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Pressure Belts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Pressure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Systems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Atmospheric pressure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weight of the air pressing on a unit area of the Earth's surface. At sea level it is about 1,013 millibars.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systems: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areas of high pressure (anticyclones) or low pressure (depressions) at the surface. Air moves from high to low pressure as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Systems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The Global Pressure Belts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pressure belts of the world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near the Equator, where strong heating makes air rise. It is also called the doldrums or ITCZ.</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Systems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The Global Pressure Belts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Subtropical highs: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near 30° N and S, where air sinks. They are the source of the trade winds and the westerlies.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Systems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The Global Pressure Belts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Subpolar lows and polar highs: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Subpolar lows lie near 60°, where westerlies and polar easterlies meet. Polar highs lie over the cold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Pressure Systems</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pressure belts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Tricellular Model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general circulation of the atmosphere is explained by three cells: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Hadley cell: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Equator hot air rises, flows poleward high up and sinks at about 30°. It returns to the Equator at the surface as 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Tricellular Model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Ferrel cell: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30° and 60°, surface air flows poleward as the westerlies. It is driven by the two other cells.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cell: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air sinks at the poles and flows towards 60° as the polar easterlies. There it rises again at the subpolar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Tricellular Model</a:t>
            </a:r>
            <a:endParaRPr lang="en-US" sz="3600" dirty="0"/>
          </a:p>
        </p:txBody>
      </p:sp>
      <p:pic>
        <p:nvPicPr>
          <p:cNvPr id="4" name="Image 0" descr="/home/claude/f4/img/v2/tricellula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tricellular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Tricellular Model</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Emphasis on the Hadley Cell</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Hadley cell is the most important cell for tropical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Rising limb: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ITCZ, air rises and cools, giving cumulonimbus clouds and heavy rain. This explains the rainforests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Tricellular Model</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Emphasis on the Hadley Cell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Sinking limb: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30° the air sinks, warms and dries, so clouds cannot form. This explains the Sahara and other hot deserts.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Seasonal shift: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Hadley cell moves north and south with the overhead sun. This brings rainy and dry seasons to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is found under high pressure?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clear weather, because air sinks and warms.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Hadley cell.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rises at the Equator, moves poleward high up, sinks at 30° and returns as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Pressure is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deserts lie under the subtropical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cell between 0° and 30° is the ______ cell.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tricellular model and label the pressure belts.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Vertical Motions: Stability and Instability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Isobar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L'isobare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 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Anticyclone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 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Dépression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cellule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Pressure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pressure and name its units. Describe the pressure belts. Explain the tricellular model and the Hadley cell.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pressure belts and the general circulation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Pressure Systems; The Global Pressure Belts; The Tricellular Model; Emphasis on the Hadley Cell.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tricellular model and label the pressure belts.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press on a table to show weight.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belts on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three loops.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circulation with the hands.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the Sahara on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“Aneroid Barometer, with dial designed by Sir Napier Shaw, 1914” by Negretti &amp; Zambra; Shaw, Sir Napier, CC BY-NC-SA 4.0, via sciencemuseum (https://collection.sciencemuseumgroup.org.uk/objects/co54459/aneroid-barometer-with-dial-designed-by-sir-napier-shaw-1914)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2026-09-27T10:31:24Z</dcterms:created>
  <dcterms:modified xsi:type="dcterms:W3CDTF">2026-09-27T10:31:24Z</dcterms:modified>
</cp:coreProperties>
</file>