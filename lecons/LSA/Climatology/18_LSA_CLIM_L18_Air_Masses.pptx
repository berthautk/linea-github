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Air Masses.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Masses and Effects on Climate. The key notions we shall use today are: air mass, source region, continental, maritime, tropical, polar, front, ITF. At the end, you should be able to do this: learners are able to classify air masses and explain their effect on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Local Winds. The question was: Draw the sea breeze and the land breeze.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sea breeze diagram shows land heated by day, low pressure over land and wind from sea to land. The land breeze diagram shows land cooled at night, high pressure over land and wind from land to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air mass and a source region. Number 2: classify air masses (cT, mT, cP, mP). Number 3: explain the air masses that affect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Harmattan is dry and the monsoon is wet. The ITCZ moves with the overhead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meteorologist on CRTV says that "a humid maritime air mass" will bring rain to the Littoral, while "a continental air mass" keeps the Far North dry. Learners want to know what an air mass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what an air mass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humid air mass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Gulf of Guinea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dry air mass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Sahara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air masses that give Cameroon its seasons and plan farming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our weather comes from and why Cameroon has wet and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an air mass takes the properties of its source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Air stays for weeks over a hot desert. What will it be like?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and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main air masses.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the letters c, m, T and P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 = continental (dry), m = maritime (wet), T = tropical (hot), P = polar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air masses of West Africa in July.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air mass brings rain to Cameroon? Which brings the Harmattan?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mT (from the Gulf of Guinea) brings rain; the cT (from the Sahara) brings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dust carried by the continental tropical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weather of the cT air 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Dry, dusty, hot by day and cool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heavy rain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weather of the mT air 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Warm, humid, with clouds and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Air 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Front and ITCZ (ITF).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and Development. Air masses acquire their characteristics as follows. On this slide we have Source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and Development. On this slide we have Development and Modification.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source regions of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and Examples. Air masses are classified by their source region. On this slide we have By temperature.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and Examples. On this slide we have By humidity.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of Cameroon and West Africa. Two air masses control the climate of Cameroon. On this slide we have Maritime tropical (mT) air.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of Cameroon and West Africa. On this slide we have Continental tropical (cT) air.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of Cameroon and West Africa.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air masses of West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air mass?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body of air with the same temperature and humidity.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two air masses of Cameroon and their weather.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mT: warm, humid, rain; cT: hot, dry, dusty.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maritime; number 2, cT (tropical continental); number 3,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West Africa and show the mT, cT and the ITF in January and in July.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Meaning of Climate and Köppen's Classification.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AIR MASSES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Air Masses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Masses and Effects on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Air Masses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source region, continental, maritime, tropical, polar, front, ITF.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characteristics, classification, movement and development of air masses; air masses of Cameroon and West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air masses and explain their effect on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sea breeze and 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 diagram shows land heated by day, low pressure over land and wind from sea to land. The land breeze diagram shows land cooled at night, high pressure over land and wind from land to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air mass and a source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air masses (cT, mT, cP, mP).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air masses that affect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dry and the monsoon is wet.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ITCZ moves with the overhead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meteorologist on CRTV says that "a humid maritime air mass" will bring rain to the Littoral, while "a continental air mass" keeps the Far North dry. Learners want to know what an air mass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what an air mass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humid air mass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Gulf of Guinea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dry air mass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air masses that give Cameroon its seasons and plan farming accordingly.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our weather comes from and why Cameroon has wet and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irmass_sour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 mass takes the properties of its source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stays for weeks over a hot desert. What will it be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irmass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main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letters c, m, T and P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 continental (dry), m = maritime (wet), T = tropical (hot), P = polar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air masses of West Africa in July.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air mass brings rain to Cameroon? Which brings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mT (from the Gulf of Guinea) brings rain; the cT (from the Sahara) brings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the continental tropical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weather of the cT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dusty, hot by day and cool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weather of the mT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humid, with clouds and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Masses and Effects on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body of air, thousands of kilometres wide, with the same temperature and humidity at each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boundary between two air masses of different temperature and humidity.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ITCZ (ITF):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where the tropical air masses of the two hemispheres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masses acquire their characteristics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air mass forms over a large, flat and uniform area such as an ocean, a desert or an ice sheet. It stays there for days or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takes the temperature and humidity of the surface below. Air over the Sahara becomes hot and dry, while air over the Atlantic becomes warm and moist.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an air mass moves, it is changed by the surfaces it crosses. It can become cooler, warmer, wetter or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a:t>
            </a:r>
            <a:endParaRPr lang="en-US" sz="3600" dirty="0"/>
          </a:p>
        </p:txBody>
      </p:sp>
      <p:pic>
        <p:nvPicPr>
          <p:cNvPr id="4" name="Image 0" descr="/home/claude/f4/img/v2/airmass_sour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source regions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masses are classified by their source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 (tropical) air is warm and P (polar) air is cold. A (arctic) air is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 (maritime) air comes from oceans and is moist, while c (continental) air comes from land and is dry. Examples are mT, cT, mP and cP.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a:t>
            </a:r>
            <a:endParaRPr lang="en-US" sz="3600" dirty="0"/>
          </a:p>
        </p:txBody>
      </p:sp>
      <p:pic>
        <p:nvPicPr>
          <p:cNvPr id="4" name="Image 0" descr="/home/claude/f4/img/v2/airmass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air masses control the climate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Maritime tropical (mT)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St Helena high over the South Atlantic and blows as the south-west monsoon. It is warm and moist and brings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tropical (cT)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Saharan high and blows as the Harmattan. It is dry and dusty and brings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meet at the Inter-Tropical Front, which moves north to about 20° N in July and south to about 5° N in January. This movement explains the seasons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air masses of West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body of air with the same temperature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air masses of Cameroon and their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mT: warm, humid, rain; cT: hot, dry, dusty.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air mass from the sea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comes with the ______ air mass.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boundary between two air masses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West Africa and show the mT, cT and the ITF in January and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Air Masses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air mass and a source region. Classify air masses (cT, mT, cP, mP). Explain the air masses that affect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air masses and explain their effect on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and Development; Classification and Examples; Air Masses of Cameroon and West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West Africa and show the mT, cT and the ITF in January and in July.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air over the Sahara and over the sea.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ITF across West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