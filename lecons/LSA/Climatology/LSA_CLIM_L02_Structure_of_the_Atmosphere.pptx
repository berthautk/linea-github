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2: Structure of the Atmosphere.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four bands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zigzag curve.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cold felt on a mountain.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old fridges and aerosol sprays.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explain that radio waves bounce on this layer.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troposphere 2. stratosphere 3. ozone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CLIMATOLOGY  —  LESSON 2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of the Atmosphere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Atmosphere as a Centre of Weather and Climate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Atmosphere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2: Structure of the Atmosphere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Homosphere, heterosphere, troposphere, stratosphere, mesosphere, thermosphere, tropopause, ozone layer.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Layers of the atmosphere, their thermal characteristics and the ozone layer.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the layers of the atmosphere and explain how to protect the ozone layer.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and describe the layers of the atmosphere.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how temperature changes in each layer.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role and depletion of the ozone layer.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atmosphere is mostly nitrogen and oxygen.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Ozone is a variable gas.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pilot tells a class that at 10,000 metres the air outside the plane is at −50 °C, although it is 32 °C on the ground in Garoua. The learners wonder why the air gets colder as we go up.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Learners do not know how temperature changes with height.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which layer do planes fly?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Near the top of the troposphere.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Does the air always get colder upwards?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No. In some layers it gets warmer.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layers of the atmosphere and why the ozone layer must be protected.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LAYERS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atmospher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four main layers of the atmosphere.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LAYERS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which layer do we find weather, clouds and rain?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LAYERS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troposphere (0–12 km).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TEMPERATURE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temp_profil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Temperature from the ground to 110 km.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TEMPERATURE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which layers does temperature rise with height?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TEMPERATURE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stratosphere and in the thermosphere.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TEMPERATURE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4_planewind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plane flying above the clouds.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TEMPERATURE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Planes fly near the tropopause. Why is the air so cold there?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TEMPERATURE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troposphere temperature falls with height, to about −56 °C at the top.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THE OZONE LAYER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4_ozoneho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ozone hole over Antarctica (in blue).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THE OZONE LAYER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does the ozone layer do? What destroyed part of it?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THE OZONE LAYER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absorbs harmful ultraviolet rays. CFC gases from sprays and fridges destroyed part of it.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HETEROSPHERE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lsa_auror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aurora (northern lights) in the upper atmosphere.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HETEROSPHERE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These lights appear above 85 km. In which layer are they?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HETEROSPHERE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thermosphere (the ionosphere is part of it).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Structure of the Atmosphere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The Atmosphere as a Centre of Weather and Climate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The Atmosphere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2: Structure of the Atmosphere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Homosphere: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lower atmosphere (0–85 km) where the gases are well mixed.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Heterosphere: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upper atmosphere (above 85 km) where the gases are in layers.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Tropopause: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boundary between the troposphere and the stratosphere.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Ozone layer: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layer of ozone gas in the stratosphere that absorbs ultraviolet rays.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The Layers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Troposphere (0–12 km):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contains most of the air and water vapour. Weather happens here, and temperature falls by about 6.5 °C every 1,000 m.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Stratosphere (12–50 km):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air is calm and dry. Temperature rises with height because ozone absorbs ultraviolet rays.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The Layers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Mesosphere (50–85 km):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Temperature falls to about −90 °C. It is the coldest layer, where meteors burn.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Thermosphere (above 85 km):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Temperature rises again because the Sun heats the thin gases. Auroras appear and radio waves are reflected.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The Ozone Layer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Function: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Ozone absorbs harmful ultraviolet rays. It protects people from skin cancer and eye disease.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Depletion: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CFC gases from sprays, fridges and air conditioners destroy ozone. A hole appears over Antarctica every year.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The Ozone Layer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Measures: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Montreal Protocol (1987) banned CFCs. Old fridges must be recycled, and ozone-friendly gases must be used.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The Ozone Layer (3/3)</a:t>
            </a:r>
            <a:endParaRPr lang="en-US" sz="3600" dirty="0"/>
          </a:p>
        </p:txBody>
      </p:sp>
      <p:pic>
        <p:nvPicPr>
          <p:cNvPr id="13" name="Image 0" descr="/home/claude/f4/img/v2/temp_profil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temperature curve.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four layers of the atmosphere from the ground up.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Troposphere, stratosphere, mesosphere and thermosphere.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temperature rise in the stratosphere?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Ozone absorbs ultraviolet rays and warms the air.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 happens in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ozone layer is in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CFC gases destroy ______.</a:t>
            </a:r>
            <a:endParaRPr lang="en-US" sz="3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Draw the layers of the atmosphere with their heights and one feature of each.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3: Solar Radiation.</a:t>
            </a:r>
            <a:endParaRPr lang="en-US" sz="4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couche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Ozone layer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couche d'ozone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Troposphere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troposphère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Ultraviolet rays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rayons ultraviolets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Height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L'altitude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Boundary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limite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Atmosphere as a Centre of Weather and Climate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2: Structure of the Atmosphere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 and describe the layers of the atmosphere. Explain how temperature changes in each layer. Explain the role and depletion of the ozone layer.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the layers of the atmosphere and explain how to protect the ozone layer.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Homosphere, Heterosphere, Tropopause, Ozone layer; II. The Layers: Troposphere (0–12 km), Stratosphere (12–50 km), Mesosphere (50–85 km), Thermosphere (above 85 km); III. The Ozone Layer: Function, Depletion, Measures.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 the layers of the atmosphere with their heights and one feature of each.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“flying” by { pranav }, CC BY 2.0, via Flickr (https://www.flickr.com/photos/29220600@N08/3469129491)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“Sauron's Eye” by sjrankin, CC BY-NC 2.0, via Flickr (https://www.flickr.com/photos/24354425@N03/15252220086)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“Aurora Borealis” by Haukur H., CC BY-NC-ND 2.0, via Flickr (https://www.flickr.com/photos/34699962@N04/3256810738)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2026-09-26T11:58:15Z</dcterms:created>
  <dcterms:modified xsi:type="dcterms:W3CDTF">2026-09-26T11:58:15Z</dcterms:modified>
</cp:coreProperties>
</file>