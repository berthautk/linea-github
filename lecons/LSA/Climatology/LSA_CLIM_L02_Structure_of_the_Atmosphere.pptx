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Lst>
  <p:notesMasterIdLst>
    <p:notesMasterId r:id="rId6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notesMaster" Target="notesMasters/notesMaster1.xml"/><Relationship Id="rId65" Type="http://schemas.openxmlformats.org/officeDocument/2006/relationships/presProps" Target="presProps.xml"/><Relationship Id="rId66" Type="http://schemas.openxmlformats.org/officeDocument/2006/relationships/viewProps" Target="viewProps.xml"/><Relationship Id="rId67" Type="http://schemas.openxmlformats.org/officeDocument/2006/relationships/theme" Target="theme/theme1.xml"/><Relationship Id="rId6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 Structure of the Atmosphere.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1: Understanding and managing atmospheric and hydrological phenomena and hazards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Atmosphere as a Centre of Weather and Climate, and the sub-topic is The Atmosphere. The key notions we shall use today are: homosphere, heterosphere, troposphere, stratosphere, mesosphere, thermosphere, tropopause, ozone layer. At the end, you should be able to do this: learners are able to describe the layers of the atmosphere and explain how to protect the ozone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 The Meaning and Composition of the Atmosphere. The question was: List three sources of dust and smoke in your town and say how they affect people.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Sources of dust and smoke in Garoua include the Harmattan wind, untarred roads, bush fires, burning of rubbish and car exhausts. They cause coughs, eye and lung diseases, reduce visibility and dirty houses and clothes.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name and describe the layers of the atmosphere. Number 2: explain how temperature changes in each layer. Number 3: explain the role and depletion of the ozone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atmosphere is mostly nitrogen and oxygen. Ozone is a variable gas.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 pilot tells a class that at 10,000 metres the air outside the plane is at −50 °C, although it is 32 °C on the ground in Garoua. The learners wonder why the air gets colder as we go up.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Learners do not know how temperature changes with height.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In which layer do planes fly?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Near the top of the troposphere.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Does the air always get colder upwards?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No. In some layers it gets warmer.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protect the ozone layer and ourselves: avoid products with CFCs and avoid direct sun rays at midday.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the layers of the atmosphere and why the ozone layer must be protected.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the four main layers of the atmosphere.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In which layer do we find weather, clouds and rain?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In the troposphere (0–12 km).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temperature from the ground to 110 km.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In which layers does temperature rise with height?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In the stratosphere and in the thermosphere.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plane flying above the clouds.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Planes fly near the tropopause. Why is the air so cold there?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In the troposphere temperature falls with height, to about −56 °C at the 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the ozone hole over Antarctica (in blue).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What does the ozone layer do? What destroyed part of it?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absorbs harmful ultraviolet rays. CFC gases from sprays and fridges destroyed part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an aurora (northern lights) in the upper atmosphere.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These lights appear above 85 km. In which layer are they?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In the thermosphere (the ionosphere is part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Homosphere.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Heterosphere and Ozone layer.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Layers of the Homosphere. The homosphere is divided into the following layers. On this slide we have Troposphere.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Layers of the Homosphere. Copy this carefully.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Layers of the Homosphere. On this slide we have Stratosphere and Mesosphere.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the layers of the atmosphere.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Chemical and Thermal Characteristics. Each layer has its own chemical and thermal characteristics. On this slide we have Chemical characteristics.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Chemical and Thermal Characteristics. Copy this carefully.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Chemical and Thermal Characteristics. On this slide we have Temperature changes.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Chemical and Thermal Characteristics. On this slide we have Isothermal layers.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temperature changes with height.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Heterosphere. The heterosphere includes the following layers. On this slide we have Thermosphere (ionosphere).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Heterosphere. On this slide we have Exosphere.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Ozone Layer. The ozone layer can be studied under three points. On this slide we have Function.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Ozone Layer. On this slide we have Depletion.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Ozone Layer. On this slide we have Measures.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Name the four layers of the atmosphere from the ground up.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troposphere, stratosphere, mesosphere and thermosphere.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Why does temperature rise in the stratosphere?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ozone absorbs ultraviolet rays and warms the air.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troposphere; number 2, stratosphere; number 3, ozone.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Draw the layers of the atmosphere with their heights and one feature of each.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3: Solar Radiation.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2: STRUCTURE OF THE ATMOSPHERE</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slideLayout" Target="../slideLayouts/slideLayout2.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2.xml"/><Relationship Id="rId3" Type="http://schemas.openxmlformats.org/officeDocument/2006/relationships/notesSlide" Target="../notesSlides/notesSlide6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Structure of the Atmosphere</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1: Understanding and managing atmospheric and hydrological phenomena and hazards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Atmosphere as a Centre of Weather and Climate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Atmosphere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 Structure of the Atmosphere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Homosphere, heterosphere, troposphere, stratosphere, mesosphere, thermosphere, tropopause, ozone layer.</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Layers of the atmosphere, their thermal characteristics and the ozone layer.</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the layers of the atmosphere and explain how to protect the ozone layer.</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 The Meaning and Composition of the Atmosphere):</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List three sources of dust and smoke in your town and say how they affect people.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Sources of dust and smoke in Garoua include the Harmattan wind, untarred roads, bush fires, burning of rubbish and car exhausts. They cause coughs, eye and lung diseases, reduce visibility and dirty houses and clothes.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Name and describe the layers of the atmosphere.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how temperature changes in each layer.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role and depletion of the ozone layer.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atmosphere is mostly nitrogen and oxygen.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Ozone is a variable gas.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pilot tells a class that at 10,000 metres the air outside the plane is at −50 °C, although it is 32 °C on the ground in Garoua. The learners wonder why the air gets colder as we go up.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Learners do not know how temperature changes with height.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which layer do planes fly?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Near the top of the troposphere.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Does the air always get colder upwards?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No. In some layers it gets warmer.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Protect the ozone layer and ourselves: avoid products with CFCs and avoid direct sun rays at midday.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the layers of the atmosphere and why the ozone layer must be protected.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A) LAYERS OF THE HOMOSPHERE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atmospher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four main layers of the atmosphere.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A) LAYERS OF THE HOMOSPHERE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which layer do we find weather, clouds and 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A) LAYERS OF THE HOMOSPHERE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troposphere (0–12 km).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B) THERMAL CHARACTERISTICS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temp_profile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Temperature from the ground to 110 km.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B) THERMAL CHARACTERISTICS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which layers does temperature rise with height?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B) THERMAL CHARACTERISTICS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stratosphere and in the thermosphere.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B) THERMAL CHARACTERISTICS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4_planewindow.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plane flying above the clouds.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B) THERMAL CHARACTERISTICS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Planes fly near the tropopause. Why is the air so cold there?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B) THERMAL CHARACTERISTICS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troposphere temperature falls with height, to about −56 °C at the top.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OZONE LAYER</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4_ozonehol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ozone hole over Antarctica (in blue).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OZONE LAYER</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the ozone layer do? What destroyed part of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OZONE LAYER</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absorbs harmful ultraviolet rays. CFC gases from sprays and fridges destroyed part of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 HETEROSPHERE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lsa_aurora.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 aurora (northern lights) in the upper atmosphere.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 HETEROSPHERE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These lights appear above 85 km. In which layer are they?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 HETEROSPHERE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thermosphere (the ionosphere is part of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The Atmosphere as a Centre of Weather and Climate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The Atmosphere</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 Structure of the Atmosphere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Homosphere: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lower part of the atmosphere, up to about 80 km, where the gases are well mixed.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Heterosphere: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upper part of the atmosphere, above about 80 km, where the gases form layers according to their weight.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Ozone layer: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part of the stratosphere, between 20 and 30 km, where ozone is concentrated.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Structure of the Atmosphere</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Layers of the Homosphere</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homosphere is divided into the following layers: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Troposphere: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is the lowest layer, from the ground to about 8 km at the poles and 16 km at the Equator.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Structure of the Atmosphere</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2600" b="1" dirty="0">
                <a:solidFill>
                  <a:srgbClr val="990011"/>
                </a:solidFill>
                <a:latin typeface="Times New Roman" pitchFamily="34" charset="0"/>
                <a:ea typeface="Times New Roman" pitchFamily="34" charset="-122"/>
                <a:cs typeface="Times New Roman" pitchFamily="34" charset="-120"/>
              </a:rPr>
              <a:t>A) Layers of the Homosphere (continued)</a:t>
            </a:r>
            <a:endParaRPr lang="en-US" sz="26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contains about 75 % of the air and almost all the water vapour, so all weather occurs 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Structure of the Atmosphere</a:t>
            </a:r>
            <a:endParaRPr lang="en-US" sz="3600" dirty="0"/>
          </a:p>
        </p:txBody>
      </p:sp>
      <p:sp>
        <p:nvSpPr>
          <p:cNvPr id="5" name="Text 2"/>
          <p:cNvSpPr/>
          <p:nvPr/>
        </p:nvSpPr>
        <p:spPr>
          <a:xfrm>
            <a:off x="1691640" y="1737360"/>
            <a:ext cx="101800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Layers of the Homosphere (continued)</a:t>
            </a:r>
            <a:endParaRPr lang="en-US" sz="3200" dirty="0"/>
          </a:p>
        </p:txBody>
      </p:sp>
      <p:sp>
        <p:nvSpPr>
          <p:cNvPr id="6" name="Text 3"/>
          <p:cNvSpPr/>
          <p:nvPr/>
        </p:nvSpPr>
        <p:spPr>
          <a:xfrm>
            <a:off x="1691640" y="2240280"/>
            <a:ext cx="101800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Stratosphere: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is the layer from the tropopause to about 50 km. It is calm and dry, and it contains the ozone layer.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Mesosphere: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is the layer from about 50 to 80 km. It is the coldest layer, where meteors burn up.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Structure of the Atmosphere</a:t>
            </a:r>
            <a:endParaRPr lang="en-US" sz="3600" dirty="0"/>
          </a:p>
        </p:txBody>
      </p:sp>
      <p:pic>
        <p:nvPicPr>
          <p:cNvPr id="4" name="Image 0" descr="/home/claude/f4/img/v2/atmospher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the layers of the atmosphere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Structure of the Atmosphere</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100" b="1" dirty="0">
                <a:solidFill>
                  <a:srgbClr val="990011"/>
                </a:solidFill>
                <a:latin typeface="Times New Roman" pitchFamily="34" charset="0"/>
                <a:ea typeface="Times New Roman" pitchFamily="34" charset="-122"/>
                <a:cs typeface="Times New Roman" pitchFamily="34" charset="-120"/>
              </a:rPr>
              <a:t>B) Chemical and Thermal Characteristics</a:t>
            </a:r>
            <a:endParaRPr lang="en-US" sz="31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Each layer has its own chemical and thermal characteristics: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Chemical characteristics: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homosphere, nitrogen and oxygen are mixed in the same proportions.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Structure of the Atmosphere</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2000" b="1" dirty="0">
                <a:solidFill>
                  <a:srgbClr val="990011"/>
                </a:solidFill>
                <a:latin typeface="Times New Roman" pitchFamily="34" charset="0"/>
                <a:ea typeface="Times New Roman" pitchFamily="34" charset="-122"/>
                <a:cs typeface="Times New Roman" pitchFamily="34" charset="-120"/>
              </a:rPr>
              <a:t>B) Chemical and Thermal Characteristics (continued)</a:t>
            </a:r>
            <a:endParaRPr lang="en-US" sz="20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heterosphere, the gases separate: nitrogen below, then oxygen, helium and hydrogen higher up.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Structure of the Atmosphere</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2800" b="1" dirty="0">
                <a:solidFill>
                  <a:srgbClr val="990011"/>
                </a:solidFill>
                <a:latin typeface="Times New Roman" pitchFamily="34" charset="0"/>
                <a:ea typeface="Times New Roman" pitchFamily="34" charset="-122"/>
                <a:cs typeface="Times New Roman" pitchFamily="34" charset="-120"/>
              </a:rPr>
              <a:t>B) Chemical and Thermal Characteristics (continued)</a:t>
            </a:r>
            <a:endParaRPr lang="en-US" sz="28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Temperature changes: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Temperature falls with height in the troposphere (about 6.5 °C per km) and in the mesosphere. It rises in the stratosphere, because ozone absorbs ultraviolet rays, and in the thermosphere.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Structure of the Atmosphere</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2000" b="1" dirty="0">
                <a:solidFill>
                  <a:srgbClr val="990011"/>
                </a:solidFill>
                <a:latin typeface="Times New Roman" pitchFamily="34" charset="0"/>
                <a:ea typeface="Times New Roman" pitchFamily="34" charset="-122"/>
                <a:cs typeface="Times New Roman" pitchFamily="34" charset="-120"/>
              </a:rPr>
              <a:t>B) Chemical and Thermal Characteristics (continued)</a:t>
            </a:r>
            <a:endParaRPr lang="en-US" sz="20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Isothermal layers: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These are the pauses (tropopause, stratopause, mesopause) where temperature stays the same with height. They separate the layers.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Structure of the Atmosphere</a:t>
            </a:r>
            <a:endParaRPr lang="en-US" sz="3600" dirty="0"/>
          </a:p>
        </p:txBody>
      </p:sp>
      <p:pic>
        <p:nvPicPr>
          <p:cNvPr id="4" name="Image 0" descr="/home/claude/f4/img/v2/temp_profile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temperature changes with height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Structure of the Atmosphere</a:t>
            </a:r>
            <a:endParaRPr lang="en-US" sz="3600" dirty="0"/>
          </a:p>
        </p:txBody>
      </p:sp>
      <p:sp>
        <p:nvSpPr>
          <p:cNvPr id="5" name="Text 2"/>
          <p:cNvSpPr/>
          <p:nvPr/>
        </p:nvSpPr>
        <p:spPr>
          <a:xfrm>
            <a:off x="1691640" y="1737360"/>
            <a:ext cx="101800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C) The Heterosphere</a:t>
            </a:r>
            <a:endParaRPr lang="en-US" sz="3200" dirty="0"/>
          </a:p>
        </p:txBody>
      </p:sp>
      <p:sp>
        <p:nvSpPr>
          <p:cNvPr id="6" name="Text 3"/>
          <p:cNvSpPr/>
          <p:nvPr/>
        </p:nvSpPr>
        <p:spPr>
          <a:xfrm>
            <a:off x="1691640" y="2240280"/>
            <a:ext cx="1018001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heterosphere includes the following layers: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Thermosphere (ionosphere):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is the layer above 80 km where temperature rises to over 1,000 °C. Its charged particles reflect radio waves and produce the aurora.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Structure of the Atmosphere</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C) The Heterosphere (continued)</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Exosphere: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is the outermost layer, above about 500 km, where the air is extremely thin. Gases escape slowly into space from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Ozone Layer</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ozone layer can be studied under three points: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Function: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Ozone absorbs most of the harmful ultraviolet rays of the sun. It protects people from skin cancer and eye diseases and protects plants and animals.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Ozone Layer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Depletion: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Chlorofluorocarbons (CFCs) from old refrigerators, air conditioners and sprays destroy ozone molecules. This created the ozone hole over Antarctica.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Ozone Layer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Measures: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Montreal Protocol (1987) banned CFCs, and the ozone layer is slowly recovering. People should use ozone-friendly products and protect their skin from strong sun.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four layers of the atmosphere from the ground up.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Troposphere, stratosphere, mesosphere and thermosphere.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temperature rise in the stratosphere?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Ozone absorbs ultraviolet rays and warms the air.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Weather happens in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ozone layer is in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CFC gases destroy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the layers of the atmosphere with their heights and one feature of each.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 Solar Radiation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Layer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couche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Ozone layer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couche d'ozone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Troposphere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troposphère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Ultraviolet rays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rayons ultraviolets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Height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L'altitude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Boundary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limite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6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Atmosphere as a Centre of Weather and Climate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 Structure of the Atmosphere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Name and describe the layers of the atmosphere. Explain how temperature changes in each layer. Explain the role and depletion of the ozone layer.</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the layers of the atmosphere and explain how to protect the ozone layer.</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6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Layers of the Homosphere; Chemical and Thermal Characteristics; The Heterosphere; The Ozone Layer.</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Draw the layers of the atmosphere with their heights and one feature of each.</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four bands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the zigzag curve.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describe the cold felt on a mountain.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mention old fridges and aerosol sprays.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explain that radio waves bounce on this layer.</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1 (Meteorology, Climatology &amp; Hydrology).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“flying” by { pranav }, CC BY 2.0, via Flickr (https://www.flickr.com/photos/29220600@N08/3469129491)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“Sauron's Eye” by sjrankin, CC BY-NC 2.0, via Flickr (https://www.flickr.com/photos/24354425@N03/15252220086)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“Aurora Borealis” by Haukur H., CC BY-NC-ND 2.0, via Flickr (https://www.flickr.com/photos/34699962@N04/3256810738)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62</Slides>
  <Notes>62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62</vt:i4>
      </vt:variant>
    </vt:vector>
  </HeadingPairs>
  <TitlesOfParts>
    <vt:vector size="6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2026-09-27T10:07:49Z</dcterms:created>
  <dcterms:modified xsi:type="dcterms:W3CDTF">2026-09-27T10:07:49Z</dcterms:modified>
</cp:coreProperties>
</file>