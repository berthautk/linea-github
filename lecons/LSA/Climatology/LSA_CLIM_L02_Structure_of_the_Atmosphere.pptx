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Atmosphere as a Centre of Weather and Climate, and the sub-topic is The Atmosphere. The key notions we shall use today are: homosphere, heterosphere, troposphere, stratosphere, mesosphere, thermosphere, tropopause, ozone layer. At the end, you should be able to do this: learners are able to describe the layers of the atmosphere and explain how to protect the ozone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The Meaning and Composition of the Atmosphere. The question was: List three sources of dust and smoke in your town and say how they affect people.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Sources of dust and smoke in Garoua include the Harmattan wind, untarred roads, bush fires, burning of rubbish and car exhausts. They cause coughs, eye and lung diseases, reduce visibility and dirty houses and clothes.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We shall correction of the homework; then objectives and recall; then real-life situation and action to take; then learning activities; then board summary; then evaluation, remediation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and describe the layers of the atmosphere. Number 2: explain how temperature changes in each layer. Number 3: explain the role and depletion of the ozone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is mostly nitrogen and oxygen. Ozone is a variable gas.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pilot tells a class that at 10,000 metres the air outside the plane is at −50 °C, although it is 32 °C on the ground in Garoua. The learners wonder why the air gets colder as we go up.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how temperature changes with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In which layer do planes fly?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 the top of the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Does the air always get colder upwards?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In some layers it gets warmer.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ozone layer and ourselves: avoid products with CFCs and avoid direct sun rays at midday.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layers of the atmosphere and why the ozone layer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main layers of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layer do we find weather, clouds and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troposphere (0–12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temperature from the ground to 110 km.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layers does temperature rise with height?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stratosphere and in the thermosphere.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plane flying above the clouds.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Planes fly near the tropopause. Why is the air so cold there?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troposphere temperature falls with height, to about −56 °C at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ozone hole over Antarctica (in blue).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the ozone layer do? What destroyed part of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absorbs harmful ultraviolet rays. CFC gases from sprays and fridges destroyed part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aurora (northern lights) in the upper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These lights appear above 85 km. In which layer are they?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thermosphere (the ionosphere is part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DEFINITIONS. The key terms of this lesson are defined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Layers of the Homosphere. The homosphere is divided into the following layers.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Chemical and Thermal Characteristics. Each layer has its own chemical and thermal characteristics.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temperature changes with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Heterosphere. The heterosphere includes the following layers.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Ozone Layer. The ozone layer can be studied under three points.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layers of the atmosphere from the ground up.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troposphere, stratosphere, mesosphere and thermosphere.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temperature rise in the stratosphere?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ozone absorbs ultraviolet rays and warms the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troposphere; number 2, stratosphere; number 3, ozone.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layers of the atmosphere with their heights and one feature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Solar Radiation.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STRUCTURE OF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Structure of the Atmosphere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Structure of 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as a Centre of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Structure of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Homosphere, heterosphere, troposphere, stratosphere, mesosphere, thermosphere, tropopause, ozone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Layers of the atmosphere, their thermal characteristics and the ozone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layers of the atmosphere and explain how to protect the ozone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The Meaning and Composition of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sources of dust and smoke in your town and say how they affect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Sources of dust and smoke in Garoua include the Harmattan wind, untarred roads, bush fires, burning of rubbish and car exhausts. They cause coughs, eye and lung diseases, reduce visibility and dirty houses and clothes.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and describe the layers of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temperature changes in each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and depletion of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is mostly nitrogen and oxygen.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Ozone is a variable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pilot tells a class that at 10,000 metres the air outside the plane is at −50 °C, although it is 32 °C on the ground in Garoua. The learners wonder why the air gets colder as we go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how temperature changes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 planes fly?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top of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the air always get colder upwards?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In some layers it gets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ozone layer and ourselves: avoid products with CFCs and avoid direct sun rays at midday.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layers of the atmosphere and why the ozone layer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LAYERS OF THE HOMOSPHERE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tmo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main layers of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LAYERS OF THE HOMOSPHERE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 we find weather,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LAYERS OF THE HOMOSPHERE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 (0–12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THERMAL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emp_profil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from the ground to 110 km.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THERMAL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layers does temperature rise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THERMAL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stratosphere and in the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THERMAL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planewind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plane flying above the clouds.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THERMAL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Planes fly near the tropopause. Why is the air so cold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THERMAL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 temperature falls with height, to about −56 °C at the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OZONE LAYER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Antarctica (in blue).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OZONE LAYER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ozone layer do? What destroyed part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OZONE LAYER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absorbs harmful ultraviolet rays. CFC gases from sprays and fridges destroyed part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HETEROSPHERE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auror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aurora (northern lights) in the upper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HETEROSPHERE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lights appear above 85 km. In which layer are they?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HETEROSPHERE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thermosphere (the ionosphere is part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Atmosphere as a Centre of Weather and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lower part of the atmosphere, up to about 80 km, where the gases are well mixed.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Heterosphere: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part of the atmosphere, above about 80 km, where the gases form layers according to their weight.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the stratosphere, between 20 and 30 km, where ozone is concentrated.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Layers of the Homosphere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homosphere is divided into the following layers: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is the lowest layer, from the ground to about 8 km at the poles and 16 km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A) Layers of the Homosphere (continued)</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contains about 75 % of the air and almost all the water vapour, so all weather occurs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Layers of the Homosphere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is the layer from the tropopause to about 50 km. It is calm and dry, and it contains the ozone layer.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is the layer from about 50 to 80 km. It is the coldest layer, where meteors burn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pic>
        <p:nvPicPr>
          <p:cNvPr id="4" name="Image 0" descr="/home/claude/f4/img/v2/atmo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B) Chemical and Thermal Characteristics</a:t>
            </a:r>
            <a:endParaRPr lang="en-US" sz="31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Each layer has its own chemical and thermal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homosphere, nitrogen and oxygen are mixed in the same proportions.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B) Chemical and Thermal Characteristics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heterosphere, the gases separate: nitrogen below, then oxygen, helium and hydrogen higher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B) Chemical and Thermal Characteristics (continued)</a:t>
            </a:r>
            <a:endParaRPr lang="en-US" sz="28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troposphere (about 6.5 °C per km) and in the mesosphere. It rises in the stratosphere, because ozone absorbs ultraviolet rays, and in the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B) Chemical and Thermal Characteristics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Isothermal layers: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are the pauses (tropopause, stratopause, mesopause) where temperature stays the same with height. They separate the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pic>
        <p:nvPicPr>
          <p:cNvPr id="4" name="Image 0" descr="/home/claude/f4/img/v2/temp_profil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temperature changes with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Heterosphere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heterosphere includes the following layers: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Thermosphere (ionosphere):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is the layer above 80 km where temperature rises to over 1,000 °C. Its charged particles reflect radio waves and produce the aurora.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Heterosphere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is the outermost layer, above about 500 km, where the air is extremely thin. Gases escape slowly into space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Ozone Layer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ozone layer can be studied under three points: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Ozone absorbs most of the harmful ultraviolet rays of the sun. It protects people from skin cancer and eye diseases and protects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Ozone Layer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Depletion: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Chlorofluorocarbons (CFCs) from old refrigerators, air conditioners and sprays destroy ozone molecules. This created the ozone hole over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Ozone Layer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Montreal Protocol (1987) banned CFCs, and the ozone layer is slowly recovering. People should use ozone-friendly products and protect their skin from strong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of the atmosphere from the ground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Troposphere, stratosphere, mesosphere and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temperature rise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Ozone absorbs ultraviolet rays and warms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 happens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is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CFC gases destroy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layers of the atmosphere with their heights and one feature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Solar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 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d'ozone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troposphère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Ultraviolet rays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rayons ultraviolets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Boundary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Atmosphere as a Centre of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and describe the layers of the atmosphere. Explain how temperature changes in each layer. Explain the role and depletion of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layers of the atmosphere and explain how to protect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Layers of the Homosphere; Chemical and Thermal Characteristics; The Heterosphere;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layers of the atmosphere with their heights and one feature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four bands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zigzag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cold felt on a mountain.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old fridges and aerosol sprays.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that radio waves bounce on this layer.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“flying” by { pranav }, CC BY 2.0, via Flickr (https://www.flickr.com/photos/29220600@N08/3469129491)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“Aurora Borealis” by Haukur H., CC BY-NC-ND 2.0, via Flickr (https://www.flickr.com/photos/34699962@N04/3256810738)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2026-09-27T09:27:32Z</dcterms:created>
  <dcterms:modified xsi:type="dcterms:W3CDTF">2026-09-27T09:27:32Z</dcterms:modified>
</cp:coreProperties>
</file>