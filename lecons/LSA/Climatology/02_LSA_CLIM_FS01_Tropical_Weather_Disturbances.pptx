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 Interactions at Fronts and Convergence Zones. The key notions we shall use today are: weather disturbance, thunderstorm, lightning, supercell, tornado, wind shear, tropical cyclone, hurricane, typhoon, storm surge, early warning. At the end, you should be able to do this: learners are able to explain the formation and dangers of tropical weather disturbances and the measures to reduce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Meaning of Climate and Köppen's Classification. The question was: Name the cloud that produces thunderstorms.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cumulonimbus.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thunderstorms, tornadoes and tropical cyclones. Number 2: describe their distribution and causes. Number 3: explain their consequences. Number 4: propose measures to reduce their hazards.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Unstable air forms cumulonimbus clouds. The Coriolis effect deflects winds. The ITCZ is a zone of rising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July afternoon in Garoua, the sky suddenly turns dark grey. A strong wind bends the trees and raises dust, then an extremely heavy rain falls so loudly on the metal roof that you hear nothing else. A flash of lightning is followed by a deafening crash of thunder. After about an hour, the storm passes, leaving flooded streets and broken branches. You ask: "What causes such storms, and are there even more dangerous storms elsewhere in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types, causes and dangers of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kind of storm hit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thunderstorm.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 larger storm that forms over warm oceans.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tropical cyclone (hurricane).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thunderstorm, shelter inside a building and keep away from trees, water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prepare for dangerous storms, from the thunderstorms of Garoua to the cyclones of other tropical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life of a thunderstorm.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the three stages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Cumulus (growing), mature and dissipating.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cumulonimbus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dangers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Lightning, flash floods, strong winds and hail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three storms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tornadoes most frequent?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central USA ("Tornado 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tropical cyclone.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tropical cyclones called in the Atlantic?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Hurricanes.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reducing storm hazards.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building be protected from lightning?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lightning rod (conductor).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Thunderstorm.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Tornado and Tropical cyclone.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Storm surge.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Distribution. Thunderstorms are explained as follows. Copy the point on Meaning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Distribution. Copy the point on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Thunderstorms are caused by the following factors. Copy the point on Strong heating of the ground on the left, then draw the diagram on the right: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Lifting by fronts and mountains: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Release of latent heat: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Separation of electric charges: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Thunderstorms have the following consequences. Copy the point on Lightning: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Strong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Flash floods: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Hail: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Distribution. Tornadoes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Distribution on the left, then draw the diagram on the right: storm hazards.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Tornadoes are caused by the following factors. Copy the point on Supercell thunderstorms: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Meeting of contrasting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Wind shear: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Tornadoes have the following consequences. Copy the point on Destruction of buildings: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Loss of life: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A narrow path of damage: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Distribution. Tropical cyclones are explained as follows. Copy the point on Meaning on the left, then draw the diagram on the right: a tropical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Distribution. Copy the point on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Tropical cyclones are caused by the following factors. Copy the point on Warm sea water on the left, then draw the diagram on the right: a hurricane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The Coriolis effect: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Release of latent heat: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Tropical cyclones have the following consequences. Copy the point on Violent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Storm surges: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Torrential rain: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Hazards and Control Measures. The hazards of these disturbances are reduced by the following measures. Copy the point on Early warning on the left, then draw the diagram on the right: control measures.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Public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Protection of buildings: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Emergency preparedness: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a thunderstorm and a tropical cyclone by size and place of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thunderstorm is small (a few km) and forms over land or sea; a cyclone is hundreds of km wide and forms over warm tropical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the hazards of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warnings, lightning rods, staying indoors, good drainage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hurricanes; number 3, surge.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micro-climate.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Micro-climates.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TROPICAL WEATHER DISTURBANCES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Weather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Interactions at Fronts and Convergence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Tropical Weather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disturbance, thunderstorm, lightning, supercell, tornado, wind shear, tropical cyclone, hurricane, typhoon, storm surge, early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Thunderstorms, tornadoes and tropical cyclones: meaning, distribution, causes, consequences; associated hazards and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and dangers of tropical weather disturbances and the measures to reduce their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Meaning of Climate and Köppen's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cloud that produces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thunderstorms, tornadoes and tropical cyclones.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 and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reduce their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Unstable air forms cumulonimbus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Coriolis effect deflects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is a zone of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July afternoon in Garoua, the sky suddenly turns dark grey.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wind bends the trees and raises dust, then an extremely heavy rain falls so loudly on the metal roof that you hear nothing else.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flash of lightning is followed by a deafening crash of thunder.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about an hour, the storm passes, leaving flooded streets and broken branches.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causes such storms, and are there even more dangerous storms elsewhere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types, causes and dangers of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storm hit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larger storm that forms over warm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tropical cyclone (hurricane).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thunderstorm, shelter inside a building and keep away from trees, water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prepare for dangerous storms, from the thunderstorms of Garoua to the cyclones of other tropical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hunderstor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life of a thunderstorm.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three stages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(growing), mature and dissipating.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dangers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flash floods, strong winds and hail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storm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storms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tornadoes most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central USA ("Tornado 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yclo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cyclone.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tropical cyclones called in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Hurricanes.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lim2_storm_measur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Reducing storm hazards.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building be protected from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lightning rod (conductor).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 Interactions at Fronts and Convergence Zones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local storm from a cumulonimbus cloud, with lightning, thunder, strong winds and heavy rain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Tornado: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violently rotating narrow column of air extending from a thunderstorm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rotating storm system with a low-pressure centre, strong winds and heavy rain, formed over warm tropical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abnormal rise of the sea level caused by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Distribution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Thunderstorms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thunderstorm is a local storm produced by a cumulonimbus cloud. It brings lightning, thunder, strong gusts of wind and heavy rain or hail, usually for one or two hours.</a:t>
            </a:r>
            <a:endParaRPr lang="en-US" sz="3200" dirty="0"/>
          </a:p>
        </p:txBody>
      </p:sp>
      <p:pic>
        <p:nvPicPr>
          <p:cNvPr id="6" name="Image 0" descr="/home/claude/f4/img/v2/f4_cumulonimbus.jpg">    </p:cNvPr>
          <p:cNvPicPr>
            <a:picLocks noChangeAspect="1"/>
          </p:cNvPicPr>
          <p:nvPr/>
        </p:nvPicPr>
        <p:blipFill>
          <a:blip r:embed="rId1"/>
          <a:stretch>
            <a:fillRect/>
          </a:stretch>
        </p:blipFill>
        <p:spPr>
          <a:xfrm>
            <a:off x="6537960" y="2400042"/>
            <a:ext cx="5470855" cy="303632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Distribution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are most frequent in hot, humid regions near the Equator, such as the Congo Basin, where they occur on more than 100 days a year. In Garoua, they are common in the rainy season, especially at its start and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Thunderstorms are caused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Strong heating of the ground: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Strong heating of the ground makes moist, unstable air rise quickly by convection. In the tropics, this happens mostly in the afternoon.</a:t>
            </a:r>
            <a:endParaRPr lang="en-US" sz="3200" dirty="0"/>
          </a:p>
        </p:txBody>
      </p:sp>
      <p:pic>
        <p:nvPicPr>
          <p:cNvPr id="6" name="Image 0" descr="/home/claude/f4/img/v2/thunderstorm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Lifting by fronts and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Fronts and mountains can also force moist air to rise. The rising air cools, and its water vapour condenses into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Release of latent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vapour condenses, it releases latent heat that warms the air and makes it rise even faster. The cloud grows into a tall cumulonimbus that reaches the tropopause.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Separation of electric charges: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Collisions between ice particles and water drops separate electric charges inside the cloud. When these charges are discharged, they produce lightning and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Thunderstorms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kills people and animals and starts fires. It also damages buildings and electrical equipment.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gusts tear off roofs and break trees. Fallen power lines cause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Flash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Intense rain over a short time cannot soak into the ground. Streets and small rivers overflow suddenly.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Hailstones destroy crops and damage roofs and vehicles. A single storm can ruin the harvest of a whole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Distribution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Tornadoes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tornado is a narrow column of air that rotates violently and hangs from the base of a thunderstorm down to the ground. It looks like a dark funnel and usually lasts only a few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Distribution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Tornadoes occur in many parts of the world but are most frequent and violent in the central United States, called Tornado Alley, with more than 1,000 a year. They also occur in Bangladesh, Argentina and sometimes in West Africa.</a:t>
            </a:r>
            <a:endParaRPr lang="en-US" sz="3200" dirty="0"/>
          </a:p>
        </p:txBody>
      </p:sp>
      <p:pic>
        <p:nvPicPr>
          <p:cNvPr id="6" name="Image 0" descr="/home/claude/f4/img/v2/clim2_storm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storm hazards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Tornadoes are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Supercell thunderstorms: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Tornadoes form in the most severe thunderstorms, called supercells. These storms have very strong and long-lasting rising currents of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of contrasting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moist air meets cold, dry air, as in the central USA in spring. This contrast makes the air very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shear: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of wind speed and direction with height make the rising air rotate. The rotation then tightens into a narrow funnel that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Tornadoes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can exceed 400 km/h and destroy houses, vehicles and trees. Debris carried by the wind becomes dangerous missiles.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killed or injured by flying debris and collapsing buildings. Deaths are highest where there is no warning or shelter.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narrow path of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damage is very severe but limited to a path usually less than 1 to 2 km wide. Houses a short distance away may remain untouched.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Distribution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Tropical cyclones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tropical cyclone is a huge rotating storm, 500 to 1,000 km wide, around a calm centre called the eye, with winds above 119 km/h. It is called a hurricane in the Atlantic, a typhoon in the north-west Pacific and a cyclone in the Indian Ocean.</a:t>
            </a:r>
            <a:endParaRPr lang="en-US" sz="2800" dirty="0"/>
          </a:p>
        </p:txBody>
      </p:sp>
      <p:pic>
        <p:nvPicPr>
          <p:cNvPr id="6" name="Image 0" descr="/home/claude/f4/img/v2/cyclon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tropical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Distribution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cyclones form over warm oceans between about 5° and 20° N and S, and then move westwards and towards the poles. They are almost absent from the South Atlantic, so the coast of Cameroon is rarely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Tropical cyclones are caused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Warm sea water: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Sea water warmer than 26.5 °C supplies heat and moisture to the air above it. The warm, moist air rises and forms a deep low pressure.</a:t>
            </a:r>
            <a:endParaRPr lang="en-US" sz="3200" dirty="0"/>
          </a:p>
        </p:txBody>
      </p:sp>
      <p:pic>
        <p:nvPicPr>
          <p:cNvPr id="6" name="Image 0" descr="/home/claude/f4/img/v2/f4_hurrican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hurricane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Coriolis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Coriolis effect makes the air spin around the low pressure. It is absent at the Equator, so cyclones do not form between about 0° and 5°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Release of latent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in tall clouds around the eye and releases latent heat. This heat feeds the storm and makes it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cyclones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Violent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above 119 km/h destroy buildings, crops and power lines over hundreds of kilometres. Whole towns can be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strong winds and the low pressure raise the level of the sea and push it onto the coast. These storm surges flood coastal areas and cause most of the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of very heavy rain cause floods and landslides inland. Roads, bridges and farms are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hazards of these disturbances are reduced by the following measures: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Early warning: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Radars and satellites follow storms, and weather services send alerts by radio, television and telephone. People then have time to take shelter or to leave threatened areas.</a:t>
            </a:r>
            <a:endParaRPr lang="en-US" sz="2800" dirty="0"/>
          </a:p>
        </p:txBody>
      </p:sp>
      <p:pic>
        <p:nvPicPr>
          <p:cNvPr id="5" name="Image 0" descr="/home/claude/f4/img/v2/clim2_storm_measur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control measures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Public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shelter indoors during storms and to avoid trees, open fields, water and metal objects when there is lightning. Drills teach them what to do when a warning is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rods, strong roofs and building codes that resist wind reduce damage. Good drains reduce the floods caused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build storm shelters, plan evacuation routes and train rescue services. After a disaster, they provide water, food, shelter and medical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 thunderstorm and a tropical cyclone by size and place of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is small (a few km) and forms over land or sea; a cyclone is hundreds of km wide and forms over warm tropical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the hazards of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warnings, lightning rods, staying indoors, good drainage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Thunderstorms form from ______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Atlantic tropical cyclones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rise of the sea caused by a storm is a storm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Tornado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tornade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 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 la foudre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 surge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L'onde de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Tropical Weather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thunderstorms, tornadoes and tropical cyclones. Describe their distribution and causes. Explain their consequences. Propose measures to reduce their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and dangers of tropical weather disturbances and the measures to reduce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Distribution; Causes; Consequences; Hazards and Control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micro-climate.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storm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sizes of the storms.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eye and the spiral bands.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safety rules for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(Warm sea water):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2026-10-06T05:43:45Z</dcterms:created>
  <dcterms:modified xsi:type="dcterms:W3CDTF">2026-10-06T05:43:45Z</dcterms:modified>
</cp:coreProperties>
</file>