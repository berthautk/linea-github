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weather disturbance, thunderstorm, lightning, supercell, tornado, wind shear, tropical cyclone, hurricane, typhoon, storm surge, early warning. At the end, you should be able to do this: learners are able to explain the formation and dangers of tropical weather disturbances and the measures to reduce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Name the cloud that produces thunderstorms.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cumulonimbus.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thunderstorms, tornadoes and tropical cyclones. Number 2: describe their distribution and causes. Number 3: explain their consequences. Number 4: propose measures to reduce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forms cumulonimbus clouds. The Coriolis effect deflects winds. The ITCZ is a zone of rising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July afternoon in Garoua, the sky suddenly turns dark grey. A strong wind bends the trees and raises dust, then an extremely heavy rain falls so loudly on the metal roof that you hear nothing else. A flash of lightning is followed by a deafening crash of thunder. After about an hour, the storm passes, leaving flooded streets and broken branches. You ask: "What causes such storms, and are there even more dangerous storms elsewhere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causes and dangers of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kind of storm hit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thunderstorm.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larger storm that forms over warm oceans.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tropical cyclone (hurricane).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thunderstorm, shelter inside a building and keep away from trees, water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prepare for dangerous storms, from the thunderstorms of Garoua to the cyclones of other tropical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life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and dissipating.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flash floods, strong winds and hail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three storms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tornadoes most frequent?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central USA ("Tornado 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tropical cyclones called in the Atlantic?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storm hazards.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building be protected from lightning?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lightning rod (conductor).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Tornado and Tropical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Thunderstorms. Thunderstorms are explained as follows. Copy the point on Meaning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Tornadoes. Tornadoes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Distribution on the left, then draw the diagram on the right: storm hazards.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Tornadoes.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Tornadoes.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Cyclones. Tropical cyclones are explained as follows. Copy the point on Meaning on the left, then draw the diagram on the right: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a hurricane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Hazards and Control Measures. The hazards of these disturbances are reduced by the following measures. Copy the point on Early warning on the left, then draw the diagram on the right: control measures.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Public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Protection of buildings: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Emergency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a thunderstorm and a tropical cyclone by size and place of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thunderstorm is small (a few km) and forms over land or sea; a cyclone is hundreds of km wide and forms over warm tropical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the hazards of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warnings, lightning rods, staying indoors, good drainage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hurricanes; number 3,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micro-climate.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Micro-climates.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disturbance, thunderstorm, lightning, supercell, tornado, wind shear, tropical cyclone, hurricane, typhoon,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associated hazards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thunderstorms, tornadoes and tropical cyclones.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and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forms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Coriolis effect deflects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is a zone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July afternoon in Garoua, the sky suddenly turns dark grey.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wind bends the trees and raises dust, then an extremely heavy rain falls so loudly on the metal roof that you hear nothing else.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flash of lightning is followed by a deafening crash of thunder.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about an hour, the storm passes, leaving flooded streets and broken branches.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causes such storms, and are there even more dangerous storms elsewhere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causes and dangers of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storm hit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larger storm that forms over warm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cyclone (hurricane).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thunderstorm, shelter inside a building and keep away from trees,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prepare for dangerous storms, from the thunderstorms of Garoua to the cyclones of other tropical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life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and dissipating.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flash floods, strong winds and hail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storm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storms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tornadoes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central USA ("Tornado 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tropical cyclones called in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lim2_storm_measur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storm hazards.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building be protected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lightning rod (conductor).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local storm from a cumulonimbus cloud, with lightning, thunder, strong winds and heavy rain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Tornado: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violently rotating narrow column of air extending from a thunderstorm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rotating storm system with a low-pressure centre, strong winds and heavy rain, formed over warm tropical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Thunderstorms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thunderstorm is a local storm produced by a cumulonimbus cloud. It brings lightning, thunder, strong gusts of wind and heavy rain or hail, usually for one or two hours.</a:t>
            </a:r>
            <a:endParaRPr lang="en-US" sz="3200" dirty="0"/>
          </a:p>
        </p:txBody>
      </p:sp>
      <p:pic>
        <p:nvPicPr>
          <p:cNvPr id="5"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are most frequent in hot, humid regions near the Equator, such as the Congo Basin, where they occur on more than 100 days a year. In Garoua, they are common in the rainy season, especially at its start and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Strong heating of the ground makes moist, unstable air rise quickly by convection, and fronts or mountains can also lift it. As the vapour condenses, it releases latent heat that makes the cloud grow up to the tropopause and separates electric charges, which produce lightning.</a:t>
            </a:r>
            <a:endParaRPr lang="en-US" sz="3200" dirty="0"/>
          </a:p>
        </p:txBody>
      </p:sp>
      <p:pic>
        <p:nvPicPr>
          <p:cNvPr id="5" name="Image 0" descr="/home/claude/f4/img/v2/thunderstor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kills people and animals and starts fires, and strong winds tear off roofs and break trees. Intense rain causes flash floods, and hail destroys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Tornadoes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tornado is a narrow column of air that rotates violently and hangs from the base of a thunderstorm down to the ground. It looks like a dark funnel and usually lasts only a few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Tornadoes occur in many parts of the world but are most frequent and violent in the central United States, called Tornado Alley, with more than 1,000 a year. They also occur in Bangladesh, Argentina and sometimes in West Africa.</a:t>
            </a:r>
            <a:endParaRPr lang="en-US" sz="3400" dirty="0"/>
          </a:p>
        </p:txBody>
      </p:sp>
      <p:pic>
        <p:nvPicPr>
          <p:cNvPr id="5" name="Image 0" descr="/home/claude/f4/img/v2/clim2_storm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storm hazards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in the most severe thunderstorms, called supercells, where warm, moist air meets cold, dry air. Changes of wind speed and direction with height (wind shear) make the rising air rotate, and the rotation tightens into a funnel.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can exceed 400 km/h and turn debris into dangerous missiles that destroy houses and vehicles. The damage is very severe but limited to a narrow path, usually less than 1 to 2 km 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Tropical cyclones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tropical cyclone is a huge rotating storm, 500 to 1,000 km wide, around a calm centre called the eye, with winds above 119 km/h. It is called a hurricane in the Atlantic, a typhoon in the north-west Pacific and a cyclone in the Indian Ocean.</a:t>
            </a:r>
            <a:endParaRPr lang="en-US" sz="2800" dirty="0"/>
          </a:p>
        </p:txBody>
      </p:sp>
      <p:pic>
        <p:nvPicPr>
          <p:cNvPr id="5" name="Image 0" descr="/home/claude/f4/img/v2/cyclon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tropical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cyclones form over warm oceans between about 5° and 20° N and S, and then move westwards and towards the poles. They are almost absent from the South Atlantic, so the coast of Cameroon is rarely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Sea water warmer than 26.5 °C supplies heat and moisture, and the rising air forms a deep low pressure. The Coriolis effect, which is absent at the Equator, makes the air spin, and the latent heat released in the clouds feeds the storm.</a:t>
            </a:r>
            <a:endParaRPr lang="en-US" sz="3200" dirty="0"/>
          </a:p>
        </p:txBody>
      </p:sp>
      <p:pic>
        <p:nvPicPr>
          <p:cNvPr id="5" name="Image 0" descr="/home/claude/f4/img/v2/f4_hurrican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hurricane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Violent winds destroy buildings, crops and power lines over hundreds of kilometres. Storm surges flood the coasts and cause most of the deaths, and days of torrential rain cause floods and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hazards of these disturbances are reduced by the following measures: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Early warning: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Radars and satellites follow storms, and weather services send alerts by radio, television and telephone. People then have time to take shelter or to leave threatened areas.</a:t>
            </a:r>
            <a:endParaRPr lang="en-US" sz="2800" dirty="0"/>
          </a:p>
        </p:txBody>
      </p:sp>
      <p:pic>
        <p:nvPicPr>
          <p:cNvPr id="5" name="Image 0" descr="/home/claude/f4/img/v2/clim2_storm_measur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control measures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Public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shelter indoors during storms and to avoid trees, open fields, water and metal objects when there is lightning. Drills teach them what to do when a warning is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rods, strong roofs and building codes that resist wind reduce damage. Good drains reduce the floods caused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build storm shelters, plan evacuation routes and train rescue services. After a disaster, they provide water, food, shelter and medical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 thunderstorm and a tropical cyclone by size and place of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is small (a few km) and forms over land or sea; a cyclone is hundreds of km wide and forms over warm tropical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the hazards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warnings, lightning rods, staying indoors, good drainage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form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Atlantic tropical cyclones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rise of the sea caused by a storm is a storm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 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 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thunderstorms, tornadoes and tropical cyclones. Describe their distribution and causes. Explain their consequences. Propose measures to reduce their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Thunderstorms; Tornadoes; Tropical Cyclones; Hazards and Control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storm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sizes of the storms.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eye and the spiral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safety rules for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(Causes):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2026-09-29T12:18:29Z</dcterms:created>
  <dcterms:modified xsi:type="dcterms:W3CDTF">2026-09-29T12:18:29Z</dcterms:modified>
</cp:coreProperties>
</file>