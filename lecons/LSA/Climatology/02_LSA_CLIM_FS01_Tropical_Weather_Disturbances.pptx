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weather disturbance, thunderstorm, lightning, supercell, tornado, wind shear, tropical cyclone, hurricane, typhoon, storm surge, early warning. At the end, you should be able to do this: learners are able to explain the formation and dangers of tropical weather disturbances and the measures to reduce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Name the cloud that produces thunderstorms.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cumulonimbus.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thunderstorms, tornadoes and tropical cyclones. Number 2: describe their distribution and causes. Number 3: explain their consequences. Number 4: propose measures to reduce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forms cumulonimbus clouds. The Coriolis effect deflects winds. The ITCZ is a zone of rising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July afternoon in Garoua, the sky suddenly turns dark grey. A strong wind bends the trees and raises dust, then an extremely heavy rain falls so loudly on the metal roof that you hear nothing else. A flash of lightning is followed by a deafening crash of thunder. After about an hour, the storm passes, leaving flooded streets and broken branches. You ask: "What causes such storms, and are there even more dangerous storms elsewhere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causes and dangers of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kind of storm hit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thunderstorm.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larger storm that forms over warm oceans.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tropical cyclone (hurricane).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thunderstorm, shelter inside a building and keep away from trees, water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prepare for dangerous storms, from the thunderstorms of Garoua to the cyclones of other tropical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life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and dissipating.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flash floods, strong winds and hail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three storms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tornadoes most frequent?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central USA ("Tornado 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tropical cyclones called in the Atlantic?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storm hazards.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building be protected from lightning?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lightning rod (conductor).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Tornado and Tropical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Thunderstorms. Thunderstorms are presented as follows. Copy the point on Distribution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the life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Tornadoes. Tornadoes are presented as follows. Copy the point on Distribution on the left, then draw the diagram on the right: three storms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Tornadoes. On this slide we have Causes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Cyclones. Tropical cyclones are presented as follows. Copy the point on Names on the left, then draw the diagram on the right: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a hurricane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Hazards and Control Measures. The hazards of storms are reduced by the following measures. Copy the point on Early warning on the left, then draw the diagram on the right: reducing storm hazards.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On this slide we have Public education and Protection of buildings.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On this slide we have Emergency preparedness.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a thunderstorm and a tropical cyclone by size and place of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thunderstorm is small (a few km) and forms over land or sea; a cyclone is hundreds of km wide and forms over warm tropical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the hazards of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warnings, lightning rods, staying indoors, good drainage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hurricanes; number 3,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micro-climate.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Micro-climates.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disturbance, thunderstorm, lightning, supercell, tornado, wind shear, tropical cyclone, hurricane, typhoon,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associated hazards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thunderstorms, tornadoes and tropical cyclones.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and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forms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Coriolis effect deflects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is a zone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July afternoon in Garoua, the sky suddenly turns dark grey.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wind bends the trees and raises dust, then an extremely heavy rain falls so loudly on the metal roof that you hear nothing else.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flash of lightning is followed by a deafening crash of thunder.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about an hour, the storm passes, leaving flooded streets and broken branches.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causes such storms, and are there even more dangerous storms elsewhere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causes and dangers of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storm hit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larger storm that forms over warm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cyclone (hurricane).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thunderstorm, shelter inside a building and keep away from trees,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prepare for dangerous storms, from the thunderstorms of Garoua to the cyclones of other tropical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life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and dissipating.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flash floods, strong winds and hail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storm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storms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tornadoes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central USA ("Tornado 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tropical cyclones called in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lim2_storm_measur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storm hazards.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building be protected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lightning rod (conductor).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local storm from a cumulonimbus cloud, with lightning, thunder, strong winds and heavy rain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Tornado: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violently rotating narrow column of air extending from a thunderstorm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rotating storm system with a low-pressure centre, strong winds and heavy rain, formed over warm tropical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Thunderstorms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very common in hot, humid regions, such as Central Africa and Garoua in the rainy season.</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heating makes moist air rise quickly (convection) in unstable air; condensation releases latent heat and builds a tall cumulonimbus with electric charges.</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Flash floods from intense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Lightning that kills people and animals and starts fires.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Strong winds that damage roofs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Hail that destroys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Tornadoes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in many regions but are most frequent and violent in the central USA ("Tornado Alley").</a:t>
            </a:r>
            <a:endParaRPr lang="en-US" sz="3600" dirty="0"/>
          </a:p>
        </p:txBody>
      </p:sp>
      <p:pic>
        <p:nvPicPr>
          <p:cNvPr id="5" name="Image 0" descr="/home/claude/f4/img/v2/clim2_storm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storms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in the most severe thunderstorms (supercells), where changes of wind speed and direction with height (wind shear) make the air rotate.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can exceed 400 km/h and turn debris into missiles, but the path is narrow (usually less than 1–2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Tropical cyclones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Names: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hurricanes in the Atlantic, typhoons in the north-west Pacific and cyclones in the Indian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tropical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over warm oceans between about 5° and 20° N and S; they are almost absent from the South Atlantic, so the coast of Cameroon is rarely hit.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Sea water above 26.5 °C supplies heat and moisture, rising air forms deep low pressure, and the Coriolis effect makes it spin.</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hurricane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Violent winds over hundreds of kilometres.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Storm surges that flood coasts and cause most deaths.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Days of torrential rain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hazards of storms are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Early warning: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Radars, satellites and weather services give alerts by radio and telephone.</a:t>
            </a:r>
            <a:endParaRPr lang="en-US" sz="3600" dirty="0"/>
          </a:p>
        </p:txBody>
      </p:sp>
      <p:pic>
        <p:nvPicPr>
          <p:cNvPr id="5" name="Image 0" descr="/home/claude/f4/img/v2/clim2_storm_measur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reducing storm hazards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Public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shelter indoors and to avoid trees, water and metal during storms.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rods, strong roofs, wind-resistant building codes and good drains reduce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Shelters, drills and rescue services save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 thunderstorm and a tropical cyclone by size and place of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is small (a few km) and forms over land or sea; a cyclone is hundreds of km wide and forms over warm tropical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the hazards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warnings, lightning rods, staying indoors, good drainage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form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Atlantic tropical cyclones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rise of the sea caused by a storm is a storm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 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 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thunderstorms, tornadoes and tropical cyclones. Describe their distribution and causes. Explain their consequences. Propose measures to reduce their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Thunderstorms; Tornadoes; Tropical Cyclones; Hazards and Control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storm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sizes of the storms.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eye and the spiral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safety rules for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(Causes):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2026-09-29T03:37:07Z</dcterms:created>
  <dcterms:modified xsi:type="dcterms:W3CDTF">2026-09-29T03:37:07Z</dcterms:modified>
</cp:coreProperties>
</file>