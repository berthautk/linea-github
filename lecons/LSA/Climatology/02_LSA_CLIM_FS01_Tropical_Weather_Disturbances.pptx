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Tropical Weather Disturbances.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Air Mass Interactions at Fronts and Convergence Zones. The key notions we shall use today are: thunderstorm, tornado, tropical cyclone, eye, storm surge, early warning. At the end, you should be able to do this: learners are able to explain tropical weather disturbances and suggest measures to reduce their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Meaning of Climate and Köppen's Classification. The question was: Find the Köppen code of Douala, Maroua and Paris.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Am/Af (hot and very wet, short dry season). Maroua: BSh/Aw (hot, long dry season). Paris: Cfb (mild, rain all year).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formation and effects of thunderstorms. Number 2: explain tornadoes. Number 3: explain tropical cyclones and measures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Unstable air gives cumulonimbus clouds. Warm seas give much water vapour.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At the start of the rainy season in Ngaoundéré, a violent storm with strong winds tears off roofs and lightning kills cattle. Learners want to know how such storms form and how to stay safe.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Violent storms destroy property and kill people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type of cloud gives such storms?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Cumulonimbus.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stronger tropical storms.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Tornadoes and tropical cyclones (hurricanes).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lives and property from storms through warnings and safe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violent storms and how to protect lives and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three stages of a thunderstorm.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stages of a thunderstorm.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Cumulus (growing), mature (rain, lightning, hail), dissipating (dying).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cumulonimbus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dangers of thunderstorms.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Lightning, strong winds, hail and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hurricane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Over what surface do tropical cyclones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 warm seas above 27 °C, between 5° and 20° of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structure of a tropical cyclone.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the winds strongest? Where is it calm?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Strongest in the eye wall; calm in the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damaged home in Bangladesh, a country often hit by cyclones.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people reduce the damage of cyclones?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Early warning, evacuation, cyclone shelters and strong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Thunderstorm.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Tropical cyclone.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Thunderstorms. Thunderstorms can be studied under the following points. On this slide we have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Thunderstorms. On this slide we have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Thunderstorms.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a thunderstorm.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Cyclones. Tropical cyclones can be studied as follows. On this slide we have Conditions of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Cyclones. On this slide we have 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Cyclones. On this slide we have Names and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structure of a tropical cyclone.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and Control. The effects and control of tropical disturbances are. On this slide we have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and Control. On this slide we have Control and prevention.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conditions for a tropical cyclone to form.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sea warmer than 27 °C and a latitude away from the Equator (5°–20°).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against cyclone damage.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early warning and evacuation (also shelters, strong buildings).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cumulonimbus; number 2, eye; number 3, hurricanes.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five safety rules for a thunderstorm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Micro-climates.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TROPICAL WEATHER DISTURBANCES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Tropical Weather Disturbances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 Interactions at Fronts and Convergence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Tropical Weather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Thunderstorm, tornado, tropical cyclone, eye, storm surge, early warning.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Thunderstorms, tornadoes and tropical cyclones: meaning, distribution, causes, consequences and control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tropical weather disturbances and suggest measures to reduce their dangers.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Meaning of Climate and Köppen's Classification):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Köppen code of Douala, Maroua and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Am/Af (hot and very wet, short dry season). Maroua: BSh/Aw (hot, long dry season). Paris: Cfb (mild, rain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and effects of thunderstorms.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tornadoes.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tropical cyclones and measures against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Unstable air gives cumulonimbus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seas give much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start of the rainy season in Ngaoundéré, a violent storm with strong winds tears off roofs and lightning kills cattle. Learners want to know how such storms form and how to stay 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Violent storms destroy property and kill people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cloud gives such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stronger tropical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Tornadoes and tropical cyclones (hurricanes).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lives and property from storms through warnings and safe behaviour.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violent storms and how to protect lives and property.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hunderstor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stages of a thunderstorm.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stages of a thunderstorm.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Cumulus (growing), mature (rain, lightning, hail), dissipating (dying).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cumulonimbus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dangers of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Lightning, strong winds, hail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hurric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hurricane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what surface do tropical cyclones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warm seas above 27 °C, between 5° and 20° of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yclo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structure of a tropical cyclone.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winds strongest? Where is it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Strongest in the eye wall; calm in the eye.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cyclo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damaged home in Bangladesh, a country often hit by cyclones.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people reduce the damage of cyclones?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warning, evacuation, cyclone shelters and strong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Air Mass Interactions at Fronts and Convergence Zones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Tropical Weather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Thunderstorm: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storm with a cumulonimbus cloud, heavy rain, thunder and lightning.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cyclone: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violent low-pressure storm that forms over warm tropical oceans, with winds above 119 km/h.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Thunderstorms can be studied under the following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in hot, humid and unstable air, when strong up-currents build a cumulonimbus cloud. They are very common in Cameroon at the start and end of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cumulus stage, the cloud grows upwards. In the mature stage, there is heavy rain, thunder, lightning and hail; in the dissipating stage, down-currents weaken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Lightning kills people and animals and starts fires. Heavy rain and strong winds cause floods and destroy roofs and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a:t>
            </a:r>
            <a:endParaRPr lang="en-US" sz="3600" dirty="0"/>
          </a:p>
        </p:txBody>
      </p:sp>
      <p:pic>
        <p:nvPicPr>
          <p:cNvPr id="4" name="Image 0" descr="/home/claude/f4/img/v2/thunderstor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a thunderstorm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Tropical cyclones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Conditions of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over oceans warmer than 26.5 °C, between 5° and 20° of latitude, where the Coriolis force can make the air spin. They lose strength over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calm, clear eye is surrounded by the eye wall with the strongest winds and rain. Spiral rain bands turn around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Names and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called hurricanes in the Caribbean, typhoons in East Asia and cyclones in the Indian Ocean. They are rare in the Gulf of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a:t>
            </a:r>
            <a:endParaRPr lang="en-US" sz="3600" dirty="0"/>
          </a:p>
        </p:txBody>
      </p:sp>
      <p:pic>
        <p:nvPicPr>
          <p:cNvPr id="4" name="Image 0" descr="/home/claude/f4/img/v2/cyclo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structure of a tropical cyclone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and Control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effects and control of tropical disturbances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Cyclones cause destructive winds, storm surges and floods that kill thousands of people. They destroy houses, crops, roads and power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and Control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 and prevention: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Satellites and radar give early warnings, and people are evacuated to shelters. Strong buildings, lightning conductors and mangrove protection reduce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conditions for a tropical cyclone to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sea warmer than 27 °C and a latitude away from the Equator (5°–20°).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against cyclone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warning and evacuation (also shelters, strong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Thunderstorms come from ______ clouds.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calm centre of a cyclone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Caribbean, cyclones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five safety rules for a thunderstorm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Micro-climates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Thunderstorm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Lightning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foudre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Tornado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tornade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Eye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L'œil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Tropical Weather Disturbances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formation and effects of thunderstorms. Explain tornadoes. Explain tropical cyclones and measures against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tropical weather disturbances and suggest measures to reduce their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Thunderstorms; Tropical Cyclones; Effects and Control.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five safety rules for a thunderstorm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clouds.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safety rules for lightning.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Caribbean and the Bay of Bengal.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spiral.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the measures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“NASA's Aqua Satellite Captures Hurricane Danielle” by NASA Goddard Photo and Video, CC BY 2.0, via nasa (https://www.flickr.com/photos/24662369@N07/4931591817)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“Nazma Begum” by IRRI Images, CC BY-NC-SA 2.0, via Flickr (https://www.flickr.com/photos/86712369@N00/2247242477)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2026-09-28T22:18:58Z</dcterms:created>
  <dcterms:modified xsi:type="dcterms:W3CDTF">2026-09-28T22:18:58Z</dcterms:modified>
</cp:coreProperties>
</file>