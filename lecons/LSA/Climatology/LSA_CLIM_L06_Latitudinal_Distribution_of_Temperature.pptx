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class, and welcome to our geography lesson. I am your geography teacher, Mr Kamdem. Today we are starting Lesson 6: Latitudinal Distribution of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is for Lower Sixth Arts. It belongs to Module 1: Understanding and managing atmospheric and hydrological phenomena and hazards across the world in general and Cameroon in particular. We shall need 2 periods to cover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topic is Energy in the Atmosphere, and the sub-topic is Global Distribution of Heat (Temperature). The key notions we shall use today are: latitude, angle of incidence, isotherm, revolution, seasons, length of day. At the end, you should be able to do this: learners are able to describe how temperature changes with latitude and explain the astronomical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start the new lesson, let us correct the homework I gave you at the end of Lesson 5: Heat Transport. The question was: Give an example of conduction, convection and radiation in your kitchen. Take out your exercise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good answer. Conduction: the handle of a metal pot becomes hot. Convection: water in the pot moves in currents as it boils. Radiation: we feel the heat of the fire on our face without touching it. Compare it with your own answer and correct your work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plan of our lesson today. We shall correction of the homework; then objectives and recall; then real-life situation and action to take; then learning activities; then board summary; then evaluation, remediation and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your time to copy this part; we will continue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lesson, you should be able to do three things. Number 1: describe the general pattern of temperature on the Earth. Number 2: explain the effect of latitude and the curvature of the Earth. Number 3: explain the effect of revolution on seasons and day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first remember what you already know. Latitude is the distance north or south of the Equator. The Earth revolves around the Sun in 365¼ days. Keep this in mind, because we shall build on it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carefully to this situation from real life. A student in Maroua reads that it is −5 °C in Oslo (Norway) in January, while Maroua has 25 °C. She wonders why places far from the Equator are so cold. Think about it, because I am going to ask you some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1: What is the problem in the situation? Think for a moment, then raise your hand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Good. The student does not know why temperature changes with latitude.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2: Which is closer to the Equator, Maroua or Oslo? Think for a moment, then raise your hand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Good. Maroua (about 10°N); Oslo is about 60°N.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3: What else changes with latitude? Think for a moment, then raise your hand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Good. The seasons and the length of day and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this situation, the action we are working towards in this lesson is the following: explain the seasons and adapt our activities to changes in temperature through the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this lesson important for you? This lesson helps us to understand why the tropics are hot and the poles are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 Look carefully at this diagram: the main lines of latitude. Observe every detail before I ask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question for Activity 1: Where is the hottest zone of the Earth? Where are the coldest zones? Take one minute to think and write your answer in your rough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check the answer together. Between the tropics; the coldest are inside the polar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 Look carefully at this diagram: direct rays at the Equator, slanting rays at the poles. Observe every detail before I ask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question for Activity 2: Why do slanting rays give less heat? Take one minute to think and write your answer in your rough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check the answer together. The same energy is spread over a larger area and crosses more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 Look carefully at this animation: animation: the Earth goes around the Sun. Watch the animation to the end; it will play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question for Activity 3: Why does the overhead sun move between the tropics during the year? Take one minute to think and write your answer in your rough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check the answer together. Because the Earth's axis is tilted (23½°) as it revolves around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4. Look carefully at this diagram: where the Sun is overhead at midday. Observe every detail before I ask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question for Activity 4: On 21 June, where is the Sun overhead? Which hemisphere has summer? Take one minute to think and write your answer in your rough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check the answer together. Over the Tropic of Cancer; the northern hemisphere has summer.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5. Look carefully at this diagram: the four seasons of temperate lands. Observe every detail before I ask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question for Activity 5: Why are summer days long and winter days short in Europe? Take one minute to think and write your answer in your rough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check the answer together. In summer that hemisphere leans towards the Sun, so days are longer and warmer.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are going to copy the board summary. Write the title and the headings neatly in your notebooks. I will give you enough time for each slide, so do not rush.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copy DEFINITIONS. The key terms of this lesson are defined as follows. Write each point on a new line, with the key term first. When you finish, we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continue with the same part. Write each point on a new line, with the key term first. When you finish, we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continue with the same part. Write each point on a new line, with the key term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copy General Pattern of Temperature. Temperature varies with latitude in the following way. Write each point on a new line, with the key term first. When you finish, we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continue with the same part. Write each point on a new line, with the key term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draw this illustration in your notebook: temperature zones of the Earth. Give it a title and label it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copy Latitude. Latitude controls temperature through the following factors. Write each point on a new line, with the key term first. When you finish, we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continue with the same part. Write each point on a new line, with the key term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draw this illustration in your notebook: direct and slanting rays. Give it a title and label it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copy Revolution of the Earth. The revolution of the Earth has two main effects. Write each point on a new line, with the key term first. When you finish, we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continue with the same part. Write each point on a new line, with the key term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draw this illustration in your notebook: the apparent movement of the overhead sun. Give it a title and label it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us check what you have understood. Question 1: Why is it hotter at the Equator than at the poles? Answer in your exercise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answer is: the sun is high and rays are direct at the Equator; at the poles rays are slanting. If you got it right, well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us check what you have understood. Question 2: What causes the seasons? Answer in your exercise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answer is: the tilt of the Earth's axis as it revolves around the Sun. If you got it right, well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your time to copy this part; we will continue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those who need more practice, fill in the blanks in your exercise book. The answers are: number 1, poles; number 2, isotherm; number 3, Cancer.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your homework: Find the January and July temperatures of Douala and Paris and compare the annual range. We shall correct it at the beginning of our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next lesson will be on Lesson 7: Geographical Factors Affecting Temperature. Thank you for your attention, and see you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play the bilingual game. I say a word in English, and you give me the French word. Then we do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record this information in the official logbook of the class after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complete the second page of the logbook: the matter taught, the evaluation, the homework and the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me, the teacher: it gives the timing of the lesson and what to do if the projector is not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references and picture credits used to prepare this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583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0"/>
            <a:ext cx="4754880" cy="658368"/>
          </a:xfrm>
          <a:prstGeom prst="homePlat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/ LOWER SIXTH ARTS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0" y="0"/>
            <a:ext cx="6979615" cy="658368"/>
          </a:xfrm>
          <a:prstGeom prst="chevron">
            <a:avLst/>
          </a:prstGeom>
          <a:solidFill>
            <a:srgbClr val="1C3F6E"/>
          </a:solidFill>
          <a:ln>
            <a:solidFill>
              <a:srgbClr val="1C3F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6: LATITUDINAL DISTRIBUTION OF TEMPERATURE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2743200" cy="3657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492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 / 2027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6492240"/>
            <a:ext cx="6035040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6492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MINESEC  —  HOD – GBHS GAROUA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78240" y="6492240"/>
            <a:ext cx="3413455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—  Geography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88736" cy="6492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6480" y="502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65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MINESEC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126480" y="1325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GBHS GAROUA  —  GEOGRAPHY DEPARTMENT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126480" y="52578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KAMDEM Emmanuel Berthaut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Geography Teacher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492240"/>
            <a:ext cx="2743200" cy="3657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6492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 /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0" y="6492240"/>
            <a:ext cx="6035040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34640" y="6492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MINESEC  —  HOD – GBHS GAROUA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778240" y="6492240"/>
            <a:ext cx="3413455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—  Geography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19659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SIXTH ARTS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0" y="306324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6: Latitudinal Distribution of Temperature</a:t>
            </a:r>
            <a:endParaRPr lang="en-US" sz="26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Latitudinal Distribution of Temperature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Class, Chapter and Duration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572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Identification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572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in the Atmosphere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Distribution of Heat (Temperature)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Latitudinal Distribution of Temperature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Latitude, angle of incidence, isotherm, revolution, seasons, length of day.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pattern of temperature from the Equator to the poles; astronomical factors (latitude, curvature, distance from the Sun, revolution).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how temperature changes with latitude and explain the astronomical factors.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CORRECTION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Correction of the Homework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C3F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(Lesson 5: Heat Transport):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an example of conduction, convection and radiation in your kitchen.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CORRECTION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Correction: Possible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Conduction: the handle of a metal pot becomes hot. Convection: water in the pot moves in currents as it boils. Radiation: we feel the heat of the fire on our face without touching it.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24688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97480" y="100584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Plan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697480" y="1783080"/>
            <a:ext cx="91741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Correction of the homework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and recall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 and action to take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activities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summary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Evaluation, remediation and homework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38404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9080" y="1005840"/>
            <a:ext cx="7802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069080" y="1783080"/>
            <a:ext cx="78025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this lesson, you should be able to: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general pattern of temperature on the Earth.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effect of latitude and the curvature of the Earth.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(continued)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effect of revolution on seasons and day length.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KNOWLEDGE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Previous Knowledge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 is the distance north or south of the Equator.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revolves around the Sun in 365¼ days.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in Real Life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student in Maroua reads that it is −5 °C in Oslo (Norway) in January, while Maroua has 25 °C. She wonders why places far from the Equator are so cold.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Situation: Question 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student does not know why temperature changes with latitude.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Situation: Question 2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is closer to the Equator, Maroua or Oslo?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Maroua (about 10°N); Oslo is about 60°N.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Situation: Question 3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else changes with latitude?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seasons and the length of day and night.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 TAKE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to Take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the seasons and adapt our activities to changes in temperature through the year.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the tropics are hot and the poles are cold.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GENERAL PATTERN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4" name="Image 0" descr="/home/claude/f4/img/v2/latitud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lines of latitude.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GENERAL PATTERN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hottest zone of the Earth? Where are the coldest zones?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GENERAL PATTERN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Between the tropics; the coldest are inside the polar circles.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A) LATITUDE AND ANGLE OF RAYS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4" name="Image 0" descr="/home/claude/f4/img/v2/sun_ray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rays at the Equator, slanting rays at the poles.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A) LATITUDE AND ANGLE OF RAYS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slanting rays give less heat?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A) LATITUDE AND ANGLE OF RAYS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energy is spread over a larger area and crosses more air.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REVOLUTION OF THE EARTH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4" name="Image 0" descr="/home/claude/f4/img/v2/revolu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Earth goes around the Sun.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REVOLUTION OF THE EARTH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overhead sun move between the tropics during the year?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REVOLUTION OF THE EARTH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the Earth's axis is tilted (23½°) as it revolves around the Sun.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SEASONS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4" name="Image 0" descr="/home/claude/f4/img/v2/overhead_su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 Sun is overhead at midday.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SEASONS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21 June, where is the Sun overhead? Which hemisphere has summer?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SEASONS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 the Tropic of Cancer; the northern hemisphere has summer.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LENGTH OF DAY AND NIGHT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4" name="Image 0" descr="/home/claude/f4/img/v2/four_seaso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seasons of temperate lands.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LENGTH OF DAY AND NIGHT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summer days long and winter days short in Europe?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B) LENGTH OF DAY AND NIGHT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summer that hemisphere leans towards the Sun, so days are longer and warmer.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Summary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Energy in the Atmosphere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Global Distribution of Heat (Temperature)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6: Latitudinal Distribution of Temperature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terms of this lesson are defined as follows: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Aphelion: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point where the Earth is farthest from the sun (about 152 million km, on 4 July).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24688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97480" y="100584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DEFINITIONS (continued)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697480" y="1783080"/>
            <a:ext cx="91741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Perihelion: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point where the Earth is closest to the sun (about 147 million km, on 3 January).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Equinox: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day when the sun is overhead at the Equator and day and night are equal everywhere (21 March, 23 September).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DEFINITIONS (continued)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Solstice: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day when the sun is overhead at a tropic (21 June, 22 December).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38404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9080" y="1005840"/>
            <a:ext cx="7802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General Pattern of Temperature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069080" y="1783080"/>
            <a:ext cx="78025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varies with latitude in the following way: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Equatorial and tropical zones: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Temperatures are high all year, with means of 25–28 °C. The annual range is small near the Equator.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General Pattern of Temperature (continued)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Mid-latitudes and polar zones: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Temperatures fall towards the poles, where means are below 0 °C. The annual range increases with latitude.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General Pattern of Temperature</a:t>
            </a:r>
            <a:endParaRPr lang="en-US" sz="3600" dirty="0"/>
          </a:p>
        </p:txBody>
      </p:sp>
      <p:pic>
        <p:nvPicPr>
          <p:cNvPr id="4" name="Image 0" descr="/home/claude/f4/img/v2/latitud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Illustration: temperature zones of the Earth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14630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00584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Astronomical Factors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91640" y="173736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Latitude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691640" y="2240280"/>
            <a:ext cx="101800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 controls temperature through the following factors: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Angle of incidence: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mid-day sun is high near the Equator, so energy is concentrated on a small area. At high latitudes the rays are slanting and spread over a larger area.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38404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9080" y="1005840"/>
            <a:ext cx="7802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Astronomical Factors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069080" y="173736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Latitude (continued)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069080" y="2240280"/>
            <a:ext cx="78025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Curvature and distance: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the Earth is round, slanting rays cross more atmosphere and lose more energy. The small change in distance from the sun has little effect.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Astronomical Factors</a:t>
            </a:r>
            <a:endParaRPr lang="en-US" sz="3600" dirty="0"/>
          </a:p>
        </p:txBody>
      </p:sp>
      <p:pic>
        <p:nvPicPr>
          <p:cNvPr id="4" name="Image 0" descr="/home/claude/f4/img/v2/sun_ray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Illustration: direct and slanting rays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Astronomical Factors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37360"/>
            <a:ext cx="6522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Revolution of the Earth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349240" y="2240280"/>
            <a:ext cx="6522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revolution of the Earth has two main effects: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 change: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5°, so the overhead sun moves between the Tropic of Cancer and the Tropic of Capricorn.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24688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97480" y="100584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Astronomical Factors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697480" y="1737360"/>
            <a:ext cx="9174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Revolution of the Earth (continued)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697480" y="2240280"/>
            <a:ext cx="91741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creates summer and winter in the mid-latitudes.</a:t>
            </a:r>
            <a:endParaRPr lang="en-US" sz="4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of day and night: </a:t>
            </a:r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summer, days are longer than nights and places receive more heat. At the Equator day and night are always about 12 hours.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Astronomical Factors</a:t>
            </a:r>
            <a:endParaRPr lang="en-US" sz="3600" dirty="0"/>
          </a:p>
        </p:txBody>
      </p:sp>
      <p:pic>
        <p:nvPicPr>
          <p:cNvPr id="4" name="Image 0" descr="/home/claude/f4/img/v2/overhead_su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30" y="1783080"/>
            <a:ext cx="10931835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Illustration: the apparent movement of the overhead sun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hotter at the Equator than at the poles?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is high and rays are direct at the Equator; at the poles rays are slanting.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2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causes the seasons?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tilt of the Earth's axis as it revolves around the Sun.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falls from the Equator towards the ______.</a:t>
            </a:r>
            <a:endParaRPr lang="en-US" sz="4000" dirty="0"/>
          </a:p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line joining places with the same temperature is an ______.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 (continued)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21 June the Sun is overhead at the Tropic of ______.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January and July temperatures of Douala and Paris and compare the annual range.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Lesson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next lesson will be on:</a:t>
            </a:r>
            <a:endParaRPr lang="en-US" sz="4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7: Geographical Factors Affecting Temperature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Bilingual Game (Jeu Bilingue)</a:t>
            </a:r>
            <a:endParaRPr lang="en-US" sz="3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6728" y="1783080"/>
          <a:ext cx="87782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latitude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Isotherm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L'isotherme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saison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L'inclinaison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révolution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range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L'amplitude annuelle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Official Logbook (1/2)</a:t>
            </a:r>
            <a:endParaRPr lang="en-US" sz="36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572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in 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6: Latitudinal Distribution of Temperature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general pattern of temperature on the Earth. Explain the effect of latitude and the curvature of the Earth. Explain the effect of revolution on seasons and day length.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how temperature changes with latitude and explain the astronomical factors.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Official Logbook (2/2)</a:t>
            </a:r>
            <a:endParaRPr lang="en-US" sz="36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8572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DEFINITIONS; General Pattern of Temperature; Latitude; Revolution of the Earth.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and remediation exercise.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January and July temperatures of Douala and Paris and compare the annual range.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after the lesson.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246888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97480" y="100584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Teacher's Note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697480" y="1783080"/>
            <a:ext cx="91741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Homework correction, plan, objectives 8 min | Recall, situation, action 10 min | 5 activities 30 min | Board summary (copying) 30 min | Evaluation, remediation 10 min | Homework, next lesson 5 min | Logbook 7 min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is an animation (GIF): it plays automatically in slide-show mode.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projector (Activity 1): draw the Equator, tropics and polar circles.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projector (Activity 2): shine a torch straight, then slanted.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projector (Activity 3): walk around a lamp holding a tilted ball.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projector (Activity 4): write the four dates on the board.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projector (Activity 5): compare day length in Douala and Oslo.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pic>
        <p:nvPicPr>
          <p:cNvPr id="3" name="Image 0" descr="/home/claude/f4/img/minesec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368"/>
            <a:ext cx="5120640" cy="5833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00584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49240" y="1783080"/>
            <a:ext cx="6522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MINESEC/IGE/IP-SS, 2019 — Module 1 (Meteorology, Climatology &amp; Hydrology).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(Geography Department).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" y="91440"/>
            <a:ext cx="585216" cy="4754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2026-09-27T09:27:33Z</dcterms:created>
  <dcterms:modified xsi:type="dcterms:W3CDTF">2026-09-27T09:27:33Z</dcterms:modified>
</cp:coreProperties>
</file>