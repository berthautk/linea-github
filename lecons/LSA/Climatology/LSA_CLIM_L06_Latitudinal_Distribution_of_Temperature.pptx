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6: Latitudinal Distribution of Temperature.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Equator, tropics and polar circles.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shine a torch straight, then slanted.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walk around a lamp holding a tilted ball.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write the four dates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day length in Douala and Oslo.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poles 2. isotherm 3. Cancer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CLIMATOLOGY  —  LESSON 6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Latitudinal Distribution of Temperature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in the Atmosphere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Distribution of Heat (Temperature)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6: Latitudinal Distribution of Temperature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Latitude, angle of incidence, isotherm, revolution, seasons, length of day.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pattern of temperature from the Equator to the poles; astronomical factors (latitude, curvature, distance from the Sun, revolution).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how temperature changes with latitude and explain the astronomical factors.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general pattern of temperature on the Earth.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effect of latitude and the curvature of the Earth.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effect of revolution on seasons and day length.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Latitude is the distance north or south of the Equator.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Earth revolves around the Sun in 365¼ days.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student in Maroua reads that it is −5 °C in Oslo (Norway) in January, while Maroua has 25 °C. She wonders why places far from the Equator are so cold.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student does not know why temperature changes with latitude.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is closer to the Equator, Maroua or Oslo?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Maroua (about 10°N); Oslo is about 60°N.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else changes with latitude?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seasons and the length of day and night.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why the tropics are hot and the poles are cold.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GENERAL PATTERN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latitud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main lines of latitude.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GENERAL PATTERN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is the hottest zone of the Earth? Where are the coldest zones?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GENERAL PATTERN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Between the tropics; the coldest are inside the polar circles.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LATITUDE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sun_ray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Direct rays at the Equator, slanting rays at the poles.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LATITUDE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slanting rays give less heat?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LATITUDE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same energy is spread over a larger area and crosses more air.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REVOLUTION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revolution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the Earth goes around the Sun.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REVOLUTION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the overhead sun move between the tropics during the year?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REVOLUTION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Because the Earth's axis is tilted (23½°) as it revolves around the Sun.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REVOLUTION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overhead_su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the Sun is overhead at midday.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REVOLUTION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21 June, where is the Sun overhead? Which hemisphere has summer?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REVOLUTION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Over the Tropic of Cancer; the northern hemisphere has summer.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REVOLUTION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our_season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four seasons of temperate lands.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REVOLUTION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summer days long and winter days short in Europe?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REVOLUTION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summer that hemisphere leans towards the Sun, so days are longer and warmer.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Latitudinal Distribution of Temperature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Energy in the Atmosphere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Global Distribution of Heat (Temperature)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6: Latitudinal Distribution of Temperature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Latitude: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distance of a place north or south of the Equator, in degrees.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Angle of incidence: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angle at which the Sun's rays hit the ground.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Isotherm: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line joining places with the same temperature.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General Pattern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From Equator to poles: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 falls from the Equator towards the poles. Isotherms run roughly east–west.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Annual range: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Near the Equator the range is small because the sun is always high. Towards the poles the range becomes large.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Astronomical Factors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Latitude and curvature: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 low latitudes the midday sun is high and rays are direct. At high latitudes rays are slanting and spread over a large area.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Distance from the Sun: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Earth is closest to the Sun in January and farthest in July. The effect is small compared with latitude.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Astronomical Factors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Revolution and tilt: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tilt of the axis moves the overhead sun between the tropics. This creates the seasons and changes the length of day and night.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Astronomical Factors (3/3)</a:t>
            </a:r>
            <a:endParaRPr lang="en-US" sz="3600" dirty="0"/>
          </a:p>
        </p:txBody>
      </p:sp>
      <p:pic>
        <p:nvPicPr>
          <p:cNvPr id="13" name="Image 0" descr="/home/claude/f4/img/v2/sun_ray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diagram.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it hotter at the Equator than at the poles?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sun is high and rays are direct at the Equator; at the poles rays are slanting.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causes the seasons?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tilt of the Earth's axis as it revolves around the Sun.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 falls from the Equator towards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line joining places with the same temperature is an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21 June the Sun is overhead at the Tropic of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Find the January and July temperatures of Douala and Paris and compare the annual range.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7: Geographical Factors of Temperature.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Latitude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latitude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Isotherm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L'isotherme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Season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saison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Tilt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L'inclinaison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Revolution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révolution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range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L'amplitude annuelle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in the Atmosphere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6: Latitudinal Distribution of Temperature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the general pattern of temperature on the Earth. Explain the effect of latitude and the curvature of the Earth. Explain the effect of revolution on seasons and day length.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how temperature changes with latitude and explain the astronomical factors.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Latitude, Angle of incidence, Isotherm; II. General Pattern: From Equator to poles, Annual range; III. Astronomical Factors: Latitude and curvature, Distance from the Sun, Revolution and tilt.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the January and July temperatures of Douala and Paris and compare the annual range.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3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2026-09-27T04:25:28Z</dcterms:created>
  <dcterms:modified xsi:type="dcterms:W3CDTF">2026-09-27T04:25:28Z</dcterms:modified>
</cp:coreProperties>
</file>