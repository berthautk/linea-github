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Mountain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Concept of Micro-climate. The key notions we shall use today are: mountain climate, altitude, aspect, relief rain, rain shadow, altitudinal zonation. At the end, you should be able to do this: learners are able to describe mountain climates and explain their factors, with examples from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Micro-climates. The question was: Measure the temperature at noon in a sunny yard and under a tree.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temperature is higher in the sunny yard than under the tree. The tree shades the ground from the sun and cools the air by transpiration.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mountain climates. Number 2: explain the factors of mountain climates. Number 3: give the importance of mountain climates for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6.5 °C every 1,000 m. The windward side of a mountain is wet.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Tea grows well at Ndu and Djuttitsa in the highlands, but not in Douala. Farmers say the highlands are "cool like Europe" although they are close to the Equator.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Highlands near the Equator have a cool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 highlands cool?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of their high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tea grow well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a cool,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mountain climates for farming and tourism while protecting mountain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Cameroon highlands and its use for farming and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temperature on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temperature near the top of Mount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0 °C, much colder than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snow on Kilimanjaro, near the Equator.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this equatorial mountain?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top is very high (5,895 m), so it is below freezing.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relief rain on a mountain.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windward slopes of mountains wet?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air is forced to rise, cools and forms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sunny slope and a shady slope.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aspect change the climate of a mountain?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Sunny slopes are warmer and drier than shady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tea on cool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people use the cool mountain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Growing tea, coffee and vegetables; tourism and healthy living (few mosquitoes).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DEFINITIONS. The key terms of this lesson are defined as follows.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Mountain Climates. Mountain climates have the following characteristics.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 falls with altitude.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Mountain Climates. The main factors of mountain climates are.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relief rain and rain shadow.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characteristics of mountain climates.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cooler temperatures, more rain on windward slopes, strong winds (and mist).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leeward side of a mountain drier?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has lost its rain on the windward side and warms as it sinks.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altitude; number 2, windward; number 3, highlands.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climate of Buea and Douala and explain two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Tropical Weather Disturbances.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MOUNTAIN CLIMATES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 Mountain Climates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Mountain Climates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Micro-climate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Mountain 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Mountain climate, altitude, aspect, relief rain, rain shadow, altitudinal zonation.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mountain climates and their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mountain climates and explain their factors,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Micro-climates):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temperature at noon in a sunny yard and under a tree.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temperature is higher in the sunny yard than under the tree. The tree shades the ground from the sun and cools the air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mountain climates.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importance of mountain climates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6.5 °C every 1,000 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windward side of a mountain is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Tea grows well at Ndu and Djuttitsa in the highlands, but not in Douala. Farmers say the highlands are "cool like Europe" although they are close to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near the Equator have a cool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highlands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their high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tea grow well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a cool,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mountain climates for farming and tourism while protecting mountain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Cameroon highlands and its use for farming and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TEMPERATURE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on 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temperature near the top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0 °C, much colder than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SNOW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on Kilimanjaro, near the Equator.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SNOW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this equatorial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SNOW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top is very high (5,895 m), so it is below freezing.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RELIEF RAIN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Relief rain on a mountain.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RELIEF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windward slopes of mountains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RELIEF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air is forced to rise, cools and forms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ASPECT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sunny slope and a shady slope.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aspect change the climate of a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Sunny slopes are warmer and drier than shady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FOR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cool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FOR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people use the cool mountain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FOR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tea, coffee and vegetables; tourism and healthy living (few mosquitoes).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Micro-climate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high mountains, which changes with altitude, slope and aspect.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barrier: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mountain range that blocks winds and forces air to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Mountain climates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per 1,000 m. The top of Mount Cameroon is often near 0 °C, and Kilimanjaro has snow on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rainfall on windward slopes: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receive heavy relief rain up to a certain height. Above that height the air is drier.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sunshine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thin air lets through more ultraviolet rays, so the sun burns strongly. Winds are strong and nights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zonation: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vegetation change in belts with height. Forest gives way to grassland, then to bare rock or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 falls with altitude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Mountain Climates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mountain climates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pressure fall with height. The air holds less heat and less oxygen.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barrier: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force moist winds to rise, cool and give rain on the windward side. The leeward side is a dry rain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Mountain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Aspect and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Slopes facing the sun are warmer and drier than shaded slopes. Steep slopes lose cold air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Mountain Climates</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relief rain and rain shadow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Cooler temperatures, more rain on windward slopes, strong winds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leeward side of a mountain drier?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has lost its rain on the windward side and warms as it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Mountains are cool because of their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 side of a mountain is the ______ side.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Tea grows well in cool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Buea and Douala and explain two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Tropical Weather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mountain climates. Explain the factors of mountain climates. Give the importance of mountain climates for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mountain climates and explain their factors, with examples from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of Mountain Climates; Factors of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climate of Buea and Douala and explain two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do the lapse-rate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Kilimanjaro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Debundscha and the leeward 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two sides of a hill.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Ndu and Djuttitsa tea estates.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2026-09-27T09:27:35Z</dcterms:created>
  <dcterms:modified xsi:type="dcterms:W3CDTF">2026-09-27T09:27:35Z</dcterms:modified>
</cp:coreProperties>
</file>