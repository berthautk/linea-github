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21: Mountain Climates.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lapse-rate calculation.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Kilimanjaro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compare Debundscha and the leeward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two sides of a hill.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Ndu and Djuttitsa tea estates.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altitude 2. windward 3. highlands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21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Climates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 of Micro-climate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21: Mountain Climates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Mountain climate, altitude, aspect, relief rain, rain shadow, altitudinal zonation.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Characteristics of mountain climates and their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mountain climates and explain their factors, with examples from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characteristics of mountain climates.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factors of mountain climates.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importance of mountain climates for people.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falls 6.5 °C every 1,000 m.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windward side of a mountain is wet.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 grows well at Ndu and Djuttitsa in the highlands, but not in Douala. Farmers say the highlands are "cool like Europe" although they are close to the Equator.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Highlands near the Equator have a cool climate.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highlands cool?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Because of their high altitude.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tea grow well there?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needs a cool, wet climate.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climate of the Cameroon highlands and its use for farming and tourism.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apse_r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on Mount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temperature near the top of Mount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Near 0 °C, much colder than the coast.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kilimanja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Snow on Kilimanjaro, near the Equator.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there snow on this equatorial mountain?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CHARACTERISTICS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top is very high (5,895 m), so it is below freezing.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rainfall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Relief rain on a mountain.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the windward slopes of mountains wet?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Wet air is forced to rise, cools and forms rain.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aspect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sunny slope and a shady slope.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aspect change the climate of a mountain?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FACTORS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Sunny slopes are warmer and drier than shady slopes.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tea_highlan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994" y="1691640"/>
            <a:ext cx="1027696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 on cool highlands.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ways people use the cool mountain climate.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Growing tea, coffee and vegetables; tourism and healthy living (few mosquitoes).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Mountain Climates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Climates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Concept of Micro-climate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21: Mountain Climates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Mountain climate: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climate of high land, which is cooler and often wetter.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Altitudinal zonation: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of climate and vegetation with height.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shadow: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dry leeward side of a mountain.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Temperature: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with height, so mountains are cool. The daily range is large because the air is thin.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Rainfall and clouds: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Windward slopes receive heavy relief rain and have much mist. Leeward slopes are drier.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Characteristics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Winds: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Winds are strong on summits. Anabatic and katabatic winds blow on slopes.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Importance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Altitude, aspect and exposure to wet winds control mountain climates. Latitude sets the starting temperature.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Importance: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Cool highlands suit tea, coffee and market gardening. They attract tourists and have fewer mosquitoes.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Factors and Importance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rain on steep slopes causes landslides and erosion. Frost and fog can damage crops and roads.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characteristics of mountain climates.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Cooler temperatures, more rain on windward slopes, strong winds (and mist).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leeward side of a mountain drier?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 has lost its rain on the windward side and warms as it sinks.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Mountains are cool because of their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wet side of a mountain is the ______ side.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 grows well in cool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 the climate of Buea and Douala and explain two differences.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Further Study 1: Tropical Weather Disturbances.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montagne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Highland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hautes terres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Windward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 vent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gel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thé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Slope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versant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Climates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21: Mountain Climates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characteristics of mountain climates. Explain the factors of mountain climates. Give the importance of mountain climates for people.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mountain climates and explain their factors, with examples from Cameroon.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Mountain climate, Altitudinal zonation, Rain shadow; II. Characteristics: Temperature, Rainfall and clouds, Winds; III. Factors and Importance: Factors, Importance, Problems.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the climate of Buea and Douala and explain two differences.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“Kilimanjaro” by ian 1602, CC BY-NC 2.0, via Flickr (https://www.flickr.com/photos/98181641@N00/2179855841)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“Carlo in the tea” by luigig, CC BY 2.0, via Flickr (https://www.flickr.com/photos/51035803402@N01/3175986747)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2026-09-26T11:58:18Z</dcterms:created>
  <dcterms:modified xsi:type="dcterms:W3CDTF">2026-09-26T11:58:18Z</dcterms:modified>
</cp:coreProperties>
</file>