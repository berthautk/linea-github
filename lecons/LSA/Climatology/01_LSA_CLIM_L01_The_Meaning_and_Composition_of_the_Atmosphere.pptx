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Meaning and Composition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atmosphere, weather, climate, constant gases, variable gases, aerosols. At the end, you should be able to do this: learners are able to describe what the atmosphere is made of and explain why each part matters for weather and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weather and climate. Number 2: name the constant and the variable gases. Number 3: explain what aerosols are and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is all around us, even if we cannot see it. Plants need carbon dioxide and we need oxygen.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Harmattan in Garoua, the sky is grey with dust for many days. A student says that the air is only made of oxygen, so the dust must come from the sky itself.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know what the air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air made only of oxygen?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mostly nitrogen, with oxygen and other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dust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lifted by the wind from the Sahara: it is a solid aerosol.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to and mitigate climatic extremes: avoid burning waste and bush fires that fill the air with smoke, and protect ourselves from Harmattan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air we breathe and the parts of the atmosphere that make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thin layer of the atmosphere seen from the International Space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thin blue and orange layer above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atmosphere: the layer of air that surrounds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gases of dry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is the most common in the air? Which gas do we breathe to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 (78 %) is the most common. We breathe oxygen (21 %).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smoke from factory chimneys.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Factories and cars add carbon dioxide to the air. Is it a constant or a variable gas?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variable gas: its amount changes from place to place and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dust carried by a strong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Dust, smoke and salt float in the air. What do we call these small particles?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Solid aerosols.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fog: tiny drops of water in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Fog is made of tiny water drops. What type of aerosol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liquid aerosol.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can be understood as follows. On this slide we have Atmosphere.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of the Atmosphere. The atmosphere is made up of two main components. On this slide we have Gaseous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of the Atmosphere. On this slide we have Aerosols.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Gaseous Components. The gaseous components of the atmosphere are of two types. On this slide we have Variable gases.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Gaseous Components. On this slide we have Constant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main gases of dry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Aerosols. The different types of aerosols include. On this slide we have Liquid aerosols.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Aerosols. On this slide we have Solid aerosols.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the state of the air for a short time; climate is the average weather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variable gases and two aerosols.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vapour and carbon dioxide; dust and smoke.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nitrogen; number 2, aerosols; number 3,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sources of dust and smoke in your town and say how they affect people.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Structure of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THE MEANING AND COMPOSITION OF THE ATMOSPHERE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Meaning and Composition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Meaning and Composition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weather, climate, constant gases, variable gases, aerosols.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gases of the atmosphere (constant and variable) and the aerosols (liquid and solid).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what the atmosphere is made of and explain why each part matters for weather and life.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 weather and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constant and the variable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aerosols are and 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is all around us, even if we cannot see 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carbon dioxide and we need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Harmattan in Garoua, the sky is grey with dust for many days. A student says that the air is only made of oxygen, so the dust must come from the sky itself.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know what the air is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air made only of oxygen?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mostly nitrogen, with oxygen and other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dust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lifted by the wind from the Sahara: it is a solid aerosol.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to and mitigate climatic extremes: avoid burning waste and bush fires that fill the air with smoke, and protect ourselves from Harmattan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air we breathe and the parts of the atmosphere that make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lim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thin layer of the atmosphere seen from the International Space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thin blue and orange layer above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 the layer of air that surrounds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gases of dry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is the most common in the air? Which gas do we breathe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 (78 %) is the most common. We breathe oxygen (21 %).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exhau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Smoke from factory chimneys.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and cars add carbon dioxide to the air. Is it a constant or a variable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GASEOUS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variable gas: its amount changes from place to place and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a strong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Dust, smoke and salt float in the air. What do we call these small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Solid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tiny drops of water in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is made of tiny water drops. What type of aerosol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AEROSOLS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liquid aerosol.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Meaning and Composition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layer of gases, water and tiny particles that surrounds the Earth and is held to it by gravity. It is the part of the Earth where weather and climate take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is made up of two main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Gaseous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different gases that make up the air. They are divided into variable gases and constant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liquid or solid particles suspended in the air. They are divided into liquid aerosols and solid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Gaseous Components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gaseous components of the atmosphere are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Variable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gases whose amount changes from place to place and from time to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Gaseous Components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04 %) and ozone, which control rain, temperature and life.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Constant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gases whose proportion in dry air hardly changes. They are nitrogen (78 %), oxygen (21 %) and argon (0.93 %), with traces of neon and helium.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main gases of dry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Aerosols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different types of aerosols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Liquid 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drops of water or other liquids that float in the air. Examples are the droplets that form clouds,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Composition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Aerosols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Solid aerosols: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tiny solid particles suspended in the air, such as dust, smoke, sea salt, pollen and volcanic ash. They act as condensation nuclei on which cloud droplets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the state of the air for a short time; climate is the average weather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variable gases and two aerosols.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vapour and carbon dioxide; dust and smoke.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common gas in the air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Dust and smoke are solid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Carbon dioxide is a ______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sources of dust and smoke in your town and say how they affect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Nitrogen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L'azote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poussière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(météo)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Meaning and Composition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weather and climate. Name the constant and the variable gases. Explain what aerosols are and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what the atmosphere is made of and explain why each part matters for weather and life.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Atmosphere; Composition of the Atmosphere; Gaseous Components; Aerosols.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sources of dust and smoke in your town and say how they affect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breathe in and out: the air is real.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pie chart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smoke from cars and from bush fires.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Harmattan dust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morning fog in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the Indian Ocean (NASA, International Space Station Scienc” by NASA's Marshall Space Flight Center, CC BY-NC 2.0, via nasa (https://www.flickr.com/photos/28634332@N05/8134997029)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“image replaced (thanks Anne :) )” by why 137, CC BY 2.0, via Flickr (https://www.flickr.com/photos/78752351@N03/8464430910)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2026-09-27T10:31:21Z</dcterms:created>
  <dcterms:modified xsi:type="dcterms:W3CDTF">2026-09-27T10:31:21Z</dcterms:modified>
</cp:coreProperties>
</file>