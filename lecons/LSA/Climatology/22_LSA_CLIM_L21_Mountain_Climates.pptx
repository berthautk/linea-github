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Lst>
  <p:notesMasterIdLst>
    <p:notesMasterId r:id="rId5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notesMaster" Target="notesMasters/notesMaster1.xml"/><Relationship Id="rId57" Type="http://schemas.openxmlformats.org/officeDocument/2006/relationships/presProps" Target="presProps.xml"/><Relationship Id="rId58" Type="http://schemas.openxmlformats.org/officeDocument/2006/relationships/viewProps" Target="viewProps.xml"/><Relationship Id="rId59" Type="http://schemas.openxmlformats.org/officeDocument/2006/relationships/theme" Target="theme/theme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21: Mountain Climates.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1: Understanding and managing atmospheric and hydrological phenomena and hazards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Climates, and the sub-topic is Concept of Micro-climate. The key notions we shall use today are: mountain climate, altitude, aspect, relief rain, rain shadow, altitudinal zonation. At the end, you should be able to do this: learners are able to describe mountain climates and explain their factors, with examples from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20: Micro-climates. The question was: Measure the temperature at noon in a sunny yard and under a tree. Explain the difference.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The temperature is higher in the sunny yard than under the tree. The tree shades the ground from the sun and cools the air by transpiration.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describe the characteristics of mountain climates. Number 2: explain the factors of mountain climates. Number 3: give the importance of mountain climates for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Temperature falls 6.5 °C every 1,000 m. The windward side of a mountain is wet.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Tea grows well at Ndu and Djuttitsa in the highlands, but not in Douala. Farmers say the highlands are "cool like Europe" although they are close to the Equator.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Highlands near the Equator have a cool climate.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Why are the highlands cool?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Because of their high altitude.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Why does tea grow well there?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It needs a cool, wet climate.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use mountain climates for farming and tourism while protecting mountain environments.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the climate of the Cameroon highlands and its use for farming and tourism.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temperature on Mount Cameroon.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Describe the temperature near the top of Mount Cameroon.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Near 0 °C, much colder than the coast.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snow on Kilimanjaro, near the Equator.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Why is there snow on this equatorial mountain?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top is very high (5,895 m), so it is below freezing.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relief rain on a mountain.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Why are the windward slopes of mountains wet?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Wet air is forced to rise, cools and forms rain.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a sunny slope and a shady slope.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How does aspect change the climate of a mountain?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Sunny slopes are warmer and drier than shady slopes.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tea on cool highlands.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two ways people use the cool mountain climate.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Growing tea, coffee and vegetables; tourism and healthy living (few mosquitoes).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Mountain climate and Mountain barrier.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Characteristics of Mountain Climates. Mountain climates have the following characteristics. On this slide we have Low temperatures.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Characteristics of Mountain Climates. On this slide we have High rainfall on windward slopes and Strong sunshine and winds.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Characteristics of Mountain Climates. On this slide we have Vertical zonation.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temperature falls with altitude.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Factors of Mountain Climates. The main factors of mountain climates are. On this slide we have Altitude and Relief barrier.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Factors of Mountain Climates. On this slide we have Aspect and slope.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relief rain and rain shadow.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three characteristics of mountain climates.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cooler temperatures, more rain on windward slopes, strong winds (and mist).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Why is the leeward side of a mountain drier?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air has lost its rain on the windward side and warms as it sinks.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altitude; number 2, windward; number 3, highlands.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Compare the climate of Buea and Douala and explain two differences.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Further Study 2: Weather Observation, Prediction, Modification and Mapping.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21: MOUNTAIN CLIMATES</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21</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Mountain Climates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1: Understanding and managing atmospheric and hydrological phenomena and hazards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Climates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Concept of Micro-climate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21: Mountain Climates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Mountain climate, altitude, aspect, relief rain, rain shadow, altitudinal zonation.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Characteristics of mountain climates and their factors.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describe mountain climates and explain their factors, with examples from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20: Micro-climates):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Measure the temperature at noon in a sunny yard and under a tree. Explain the difference.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temperature is higher in the sunny yard than under the tree. The tree shades the ground from the sun and cools the air by transpiration.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characteristics of mountain climates.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factors of mountain climates.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Give the importance of mountain climates for people.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Temperature falls 6.5 °C every 1,000 m.</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windward side of a mountain is wet.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Tea grows well at Ndu and Djuttitsa in the highlands, but not in Douala. Farmers say the highlands are "cool like Europe" although they are close to the Equator.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Highlands near the Equator have a cool climate.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the highlands cool?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Because of their high altitude.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tea grow well there?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needs a cool, wet climate.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Use mountain climates for farming and tourism while protecting mountain environments.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the climate of the Cameroon highlands and its use for farming and tourism.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CHARACTERISTICS: TEMPERATURE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lapse_rat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Temperature on Mount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CHARACTERISTICS: TEMPERATURE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the temperature near the top of Mount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CHARACTERISTICS: TEMPERATURE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Near 0 °C, much colder than the coast.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CHARACTERISTICS: SNOW</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2t_kilimanjaro.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Snow on Kilimanjaro, near the Equator.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CHARACTERISTICS: SNOW</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there snow on this equatorial mountain?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CHARACTERISTICS: SNOW</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top is very high (5,895 m), so it is below freezing.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FACTORS: RELIEF RAIN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rainfall_typ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Relief rain on a mountain.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FACTORS: RELIEF RAIN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the windward slopes of mountains wet?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FACTORS: RELIEF RAIN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Wet air is forced to rise, cools and forms rain.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FACTORS: ASPECT</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aspect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sunny slope and a shady slope.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FACTORS: ASPECT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aspect change the climate of a mountain?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FACTORS: ASPECT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Sunny slopes are warmer and drier than shady slopes.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IMPORTANCE FOR MAN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tea_highlands.jpg">    </p:cNvPr>
          <p:cNvPicPr>
            <a:picLocks noChangeAspect="1"/>
          </p:cNvPicPr>
          <p:nvPr/>
        </p:nvPicPr>
        <p:blipFill>
          <a:blip r:embed="rId1"/>
          <a:stretch>
            <a:fillRect/>
          </a:stretch>
        </p:blipFill>
        <p:spPr>
          <a:xfrm>
            <a:off x="1248027" y="1783080"/>
            <a:ext cx="9695641"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Tea on cool highlands.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IMPORTANCE FOR MAN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ways people use the cool mountain climate.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IMPORTANCE FOR MAN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Growing tea, coffee and vegetables; tourism and healthy living (few mosquitoes).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Climates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Concept of Micro-climate</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21: Mountain Climates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Mountain climate: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climate of high mountains, which changes with altitude, slope and aspect.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Mountain barrier: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mountain range that blocks winds and forces air to rise.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Characteristics of Mountain Climates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Mountain climates have the following characteristics: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Low temperatures: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Temperature falls by about 6.5 °C per 1,000 m. The top of Mount Cameroon is often near 0 °C, and Kilimanjaro has snow on the Equator.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Characteristics of Mountain Climates (continued)</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High rainfall on windward slopes: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Mountains receive heavy relief rain up to a certain height. Above that height the air is drier.</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Strong sunshine and winds: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thin air lets through more ultraviolet rays, so the sun burns strongly. Winds are strong and nights are cold.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Characteristics of Mountain Climates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Vertical zonation: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Climate and vegetation change in belts with height. Forest gives way to grassland, then to bare rock or snow.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Characteristics of Mountain Climates</a:t>
            </a:r>
            <a:endParaRPr lang="en-US" sz="3600" dirty="0"/>
          </a:p>
        </p:txBody>
      </p:sp>
      <p:pic>
        <p:nvPicPr>
          <p:cNvPr id="4" name="Image 0" descr="/home/claude/f4/img/v2/lapse_rat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temperature falls with altitude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Factors of Mountain Climates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main factors of mountain climates are: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Altitude: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Temperature and pressure fall with height. The air holds less heat and less oxygen.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Relief barrier: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Mountains force moist winds to rise, cool and give rain on the windward side. The leeward side is a dry rain shadow.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Factors of Mountain Climates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Aspect and slope: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Slopes facing the sun are warmer and drier than shaded slopes. Steep slopes lose cold air at night.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Factors of Mountain Climates</a:t>
            </a:r>
            <a:endParaRPr lang="en-US" sz="3600" dirty="0"/>
          </a:p>
        </p:txBody>
      </p:sp>
      <p:pic>
        <p:nvPicPr>
          <p:cNvPr id="4" name="Image 0" descr="/home/claude/f4/img/v2/rainfall_typ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relief rain and rain shadow</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characteristics of mountain climates.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Cooler temperatures, more rain on windward slopes, strong winds (and mist).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leeward side of a mountain drier?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Air has lost its rain on the windward side and warms as it sinks.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Mountains are cool because of their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wet side of a mountain is the ______ side.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Tea grows well in cool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Compare the climate of Buea and Douala and explain two differences.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Further Study 2: Weather Observation, Prediction, Modification and Mapping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Mountain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montagne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Highland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 hautes terres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Windward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Au vent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Frost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gel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Tea</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thé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Slope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versant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Climates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21: Mountain Climates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Describe the characteristics of mountain climates. Explain the factors of mountain climates. Give the importance of mountain climates for people.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describe mountain climates and explain their factors, with examples from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Characteristics of Mountain Climates; Factors of Mountain Climates.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Compare the climate of Buea and Douala and explain two differences.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do the lapse-rate calculation.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find Kilimanjaro on the map.</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compare Debundscha and the leeward side.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describe two sides of a hill.</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mention Ndu and Djuttitsa tea estates.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1 (Meteorology, Climatology &amp; Hydrology).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“Kilimanjaro” by ian 1602, CC BY-NC 2.0, via Flickr (https://www.flickr.com/photos/98181641@N00/2179855841)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“Carlo in the tea” by luigig, CC BY 2.0, via Flickr (https://www.flickr.com/photos/51035803402@N01/3175986747)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54</Slides>
  <Notes>54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54</vt:i4>
      </vt:variant>
    </vt:vector>
  </HeadingPairs>
  <TitlesOfParts>
    <vt:vector size="5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2026-09-27T10:31:25Z</dcterms:created>
  <dcterms:modified xsi:type="dcterms:W3CDTF">2026-09-27T10:31:25Z</dcterms:modified>
</cp:coreProperties>
</file>