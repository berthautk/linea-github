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Meaning of Climate and Köppen's Classification.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weather elements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A, B, C, D, E with their meanings.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 with the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Africa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30 2. B 3. Aw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of Climate and Köppen's Classification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Notions of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Climate, climatic elements, climatic controls, genetic and empirical classification, Köppen.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elements of climate; general factors; Köppen's classification (A, B, C, D, 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climate and name its elements.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general factors (controls) of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Köppen's classification.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is the state of the air for a short time.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and rain change with latitude.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finds the code "Aw" for Garoua and "Af" for Douala in an atlas. He does not know what these letters mean.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cannot read climate codes.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created these letters?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climatologist Wladimir Köppen.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"A" mean?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tropical humid climate, hot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classify and compare the climates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Stevenson screen in a weather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many years of records are needed to describe a climate?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simplified map of Köppen's climate groups.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group is found near the Equator? Which near 30°?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(tropical humid) near the Equator; B (dry) near 30°.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Garoua.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long dry season in winter. What is its Köppen code?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Aw (tropical wet and dry, savanna).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ondon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London.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London is mild and wet all year. Which letter group is it?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(warm temperate); its code is Cfb.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afric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climates of Africa.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factors that explain the climates of Africa.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CONTROLS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Latitude, pressure and winds, relief (also ocean currents, distance from the sea).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 of Climate and Köppen's Classification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Notions of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Meaning of Climate and Köppen's Classification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of a place over about 30 years.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Climatic elements: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temperature, rainfall, humidity, pressure, wind and sunshine.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Climatic controls: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factors that explain the climate of a place.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Controls of Climate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Latitude and insolation: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 controls the angle of the sun and the length of day. It explains hot tropics and cold poles.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Pressure, winds and air masses: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pressure and maritime air bring rain. High pressure and continental air bring dry weather.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Controls of Climate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Relief, currents and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Mountains are cooler and wetter, and currents warm or cool coasts. Towns and deforestation also change local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empirical classification based on temperature, rainfall and vegetation. Genetic classifications use causes like air masses.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 and B groups: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is tropical humid, hot all year (Af, Am, Aw). B is dry, where evaporation is greater than rainfall (BW desert, BS steppe).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C, D and E groups: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is warm temperate and D is cold forest. E is polar, where the warmest month is below 10 °C.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Köppen's Classification (3/3)</a:t>
            </a:r>
            <a:endParaRPr lang="en-US" sz="3600" dirty="0"/>
          </a:p>
        </p:txBody>
      </p:sp>
      <p:pic>
        <p:nvPicPr>
          <p:cNvPr id="13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letters and their meaning.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short-term; climate is the average weather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letters A, B and E mean in Köppen's classification?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A: tropical humid; B: dry; E: polar.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is based on about ______ years of records.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Köppen's system, dry climates are group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tropical wet and dry climate: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Köppen code of Douala, Maroua and Paris.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20: Micro-climates.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 sec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climate and name its elements. Explain the general factors (controls) of climate. Describe Köppen's classification.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Climate, Climatic elements, Climatic controls; II. Controls of Climate: Latitude and insolation, Pressure, winds and air masses, Relief, currents and man; III. Köppen's Classification: Basis, A and B groups, C, D and E groups.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Köppen code of Douala, Maroua and Paris.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