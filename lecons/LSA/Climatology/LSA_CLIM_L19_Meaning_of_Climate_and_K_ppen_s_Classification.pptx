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notesMasterIdLst>
    <p:notesMasterId r:id="rId4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notesMaster" Target="notesMasters/notesMaster1.xml"/><Relationship Id="rId49" Type="http://schemas.openxmlformats.org/officeDocument/2006/relationships/presProps" Target="presProps.xml"/><Relationship Id="rId50" Type="http://schemas.openxmlformats.org/officeDocument/2006/relationships/viewProps" Target="viewProps.xml"/><Relationship Id="rId51" Type="http://schemas.openxmlformats.org/officeDocument/2006/relationships/theme" Target="theme/theme1.xml"/><Relationship Id="rId5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19: Meaning of Climate and Köppen's Classification.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list the weather elements on the 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write A, B, C, D, E with their meanings.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read the graph with the class.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compare with Garoua.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show Africa on the map.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30 2. B 3. Aw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LOWER SIXTH ARTS  —  CLIMATOLOGY  —  LESSON 19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Meaning of Climate and Köppen's Classification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1: Understanding and managing atmospheric and hydrological phenomena and hazards across the world in general and Cameroon in particular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Climates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Basic Notions of Climate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19: Meaning of Climate and Köppen's Classification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Climate, climatic elements, climatic controls, genetic and empirical classification, Köppen.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 and elements of climate; general factors; Köppen's classification (A, B, C, D, E).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classify climates using Köppen's letters and explain the controls of climate.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climate and name its elements.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general factors (controls) of climate.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Köppen's classification.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Weather is the state of the air for a short time.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 and rain change with latitude.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student finds the code "Aw" for Garoua and "Af" for Douala in an atlas. He does not know what these letters mean.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student cannot read climate codes.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Who created these letters?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climatologist Wladimir Köppen.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does "A" mean?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tropical humid climate, hot all year.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classify and compare the climates of the world.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f4_stevenso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Stevenson screen in a weather station.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many years of records are needed to describe a climate?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About 30 years.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CLASSIFICATION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koppen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68196" y="1691640"/>
            <a:ext cx="9052560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simplified map of Köppen's climate groups.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CLASSIFICATION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Which group is found near the Equator? Which near 30°?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CLASSIFICATION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(tropical humid) near the Equator; B (dry) near 30°.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EXAMPLES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garoua_climate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1585" y="1691640"/>
            <a:ext cx="10345783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Climate graph of Garoua.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EXAMPLES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Garoua has a long dry season in winter. What is its Köppen code?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EXAMPLES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Aw (tropical wet and dry, savanna).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EXAMPLES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london_climate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1585" y="1691640"/>
            <a:ext cx="10345783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Climate graph of London.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EXAMPLES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London is mild and wet all year. Which letter group is it?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EXAMPLES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 (warm temperate); its code is Cfb.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CONTROLS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africa_climate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71116" y="1691640"/>
            <a:ext cx="8046720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climates of Africa.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CONTROLS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Name three factors that explain the climates of Africa.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CONTROLS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Latitude, pressure and winds, relief (also ocean currents, distance from the sea).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Meaning of Climate and Köppen's Classification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Climates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Basic Notions of Climate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19: Meaning of Climate and Köppen's Classification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Climate: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average weather of a place over about 30 years.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Climatic elements: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are temperature, rainfall, humidity, pressure, wind and sunshine.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Climatic controls: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are the factors that explain the climate of a place.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Controls of Climate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Latitude and insolation: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Latitude controls the angle of the sun and the length of day. It explains hot tropics and cold poles.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Pressure, winds and air masses: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Low pressure and maritime air bring rain. High pressure and continental air bring dry weather.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Controls of Climate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Relief, currents and man: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Mountains are cooler and wetter, and currents warm or cool coasts. Towns and deforestation also change local climates.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Köppen's Classification (1/3)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Basis: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an empirical classification based on temperature, rainfall and vegetation. Genetic classifications use causes like air masses.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A and B groups: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is tropical humid, hot all year (Af, Am, Aw). B is dry, where evaporation is greater than rainfall (BW desert, BS steppe).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Köppen's Classification (2/3)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C, D and E groups: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 is warm temperate and D is cold forest. E is polar, where the warmest month is below 10 °C.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Köppen's Classification (3/3)</a:t>
            </a:r>
            <a:endParaRPr lang="en-US" sz="3600" dirty="0"/>
          </a:p>
        </p:txBody>
      </p:sp>
      <p:pic>
        <p:nvPicPr>
          <p:cNvPr id="13" name="Image 0" descr="/home/claude/f4/img/v2/koppen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68196" y="1691640"/>
            <a:ext cx="9052560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Copy the letters and their meaning.</a:t>
            </a:r>
            <a:endParaRPr lang="en-US" sz="14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Distinguish weather and climate.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Weather is short-term; climate is the average weather over about 30 years.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do the letters A, B and E mean in Köppen's classification?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A: tropical humid; B: dry; E: polar.</a:t>
            </a:r>
            <a:endParaRPr lang="en-US" sz="4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Climate is based on about ______ years of records.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 Köppen's system, dry climates are group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Garoua has a tropical wet and dry climate: ______.</a:t>
            </a:r>
            <a:endParaRPr lang="en-US" sz="36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Find the Köppen code of Douala, Maroua and Paris.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Lesson 20: Micro-climates.</a:t>
            </a:r>
            <a:endParaRPr lang="en-US" sz="4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Climate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climat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Classification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classification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Element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L'élément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facteur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Dry climate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Climat sec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Polar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Polaire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Climates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19: Meaning of Climate and Köppen's Classification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Define climate and name its elements. Explain the general factors (controls) of climate. Describe Köppen's classification.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classify climates using Köppen's letters and explain the controls of climate.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Climate, Climatic elements, Climatic controls; II. Controls of Climate: Latitude and insolation, Pressure, winds and air masses, Relief, currents and man; III. Köppen's Classification: Basis, A and B groups, C, D and E groups.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 the Köppen code of Douala, Maroua and Paris.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1 (Meteorology, Climatology &amp; Hydrology).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1: “Adelaide. Urrbrae. The weather station at the Waite campus of the Univ” by denisbin, CC BY-ND 2.0, via Flickr (https://www.flickr.com/photos/82134796@N03/49865994827)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46</Slides>
  <Notes>46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4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2026-09-27T04:25:30Z</dcterms:created>
  <dcterms:modified xsi:type="dcterms:W3CDTF">2026-09-27T04:25:30Z</dcterms:modified>
</cp:coreProperties>
</file>