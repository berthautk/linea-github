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20: Micro-climates.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Concept of Micro-climate. The key notions we shall use today are: micro-climate, urban climate, heat island, lakeside climate, forest climate. At the end, you should be able to do this: learners are able to describe micro-climates and explain the climate of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1: Tropical Weather Disturbances. The question was: Write five safety rules for a thunderstorm in your area.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Stay indoors or in a car; do not shelter under a lone tree; keep away from metal fences and water; unplug electrical appliances; do not use a phone connected to the wall; wait 30 minutes after the last thunder before going out.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micro-climate. Number 2: classify micro-climates (urban, mountain, lakeside, forest). Number 3: explain the characteristics and factors of urban climates.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are warmer than the countryside. Sea breezes cool coastal towns.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Yaoundé, it feels hotter in the city centre at Poste Centrale than in the forest at Mefou. On the shores of the Lagdo Lake, people say the air is cooler in the afternoon.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climate changes over short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we call the climate of a small area?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micro-climate.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city centre hotter?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Buildings and tar store heat, and there are few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improve the climate of our towns by planting trees and creating green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climate of the small places where we live, especially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centre of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the climate of a city centre different from the countryside?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Buildings, roads and traffic change heat, wind and humidity.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urban heat island.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much warmer can a city centre be?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3 to 5 °C warmer, especially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douala seen from above.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other features of urban climates.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haze and pollution, weaker winds, sometimes more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lake Kamburu, Kenya.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it cooler near a lake in the afternoon?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lake stays cooler than the land and gives a lake breeze.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inside an equatorial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is the climate inside a forest different?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shady, cooler by day, more humid and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Classification of Micro-climates. Micro-climates can be understood as follows. On this slide we have Micro-climate.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Classification of Micro-climates. On this slide we have Meso-climate and Classification.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 Climates. The characteristics of urban climates are. On this slide we have Higher temperatures.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Climates. On this slide we have Humidity and rain.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Climates. On this slide we have Winds and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urban heat island.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Urban Climates. Urban climates are caused by the following factors. On this slide we have Building materials.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Urban Climates. On this slide we have Human activities.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Urban Climates. On this slide we have Lack of vegetation and water.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Lakeside and Forest Climates. Other micro-climates include. On this slide we have Lakeside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Lakeside and Forest Climates. On this slide we have Forest climate.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micro-climate?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climate of a small area that differs from the area around it.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characteristics of urban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warmer (heat island), more pollution, weaker winds (sometimes more storms).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micro-climate; number 2, heat island; number 3, humid.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Measure the temperature at noon in a sunny yard and under a tree. Explain the difference.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21: Mountain Climates.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20: MICRO-CLIMATES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Micro-climates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Concept of Micro-climate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20: Micro-climates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Micro-climate, urban climate, heat island, lakeside climate, forest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classification of micro-climates; characteristics and factors of urban 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micro-climates and explain the climate of towns.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1: Tropical Weather Disturbances):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five safety rules for a thunderstorm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Stay indoors or in a car; do not shelter under a lone tree; keep away from metal fences and water; unplug electrical appliances; do not use a phone connected to the wall; wait 30 minutes after the last thunder before going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micro-climate.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micro-climates (urban, mountain, lakeside,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characteristics and factors of urban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are warmer than the countryside.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Sea breezes cool coastal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Yaoundé, it feels hotter in the city centre at Poste Centrale than in the forest at Mefou. On the shores of the Lagdo Lake, people say the air is cooler in the afternoon.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climate changes over short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climate of a small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micro-climate.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city centre hotter?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and tar store heat, and there are few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Improve the climate of our towns by planting trees and creating green spaces.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climate of the small places where we live, especially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centre of 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climate of a city centre different from the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roads and traffic change heat, wind and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 HEAT ISLAND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heat_islan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urban heat island.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 HEAT ISLAND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much warmer can a city centre 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 HEAT ISLAND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3 to 5 °C warmer, especially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 OTHER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 seen from above.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 OTHER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features of urban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 OTHER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haze and pollution, weaker winds, sometimes more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LAKESIDE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lak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Kamburu, Kenya.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LAKESIDE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cooler near a lake in the afternoon?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LAKESIDE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lake stays cooler than the land and gives a lake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FOREST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Inside an equatorial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FOREST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climate inside a forest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FOREST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shady, cooler by day, more humid and calm.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Concept of Micro-climate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Micro-climates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Micro-climates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Micro-climates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Micro-climate: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climate of a small area, such as a town, a forest or a lakeside, which differs from the climate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Micro-climates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Meso-climate: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climate of a medium-sized area, such as a valley or a mountain range.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Micro-climates include urban, mountain, lakeside and forest climates. They are caused by local surfaces and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Climates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characteristics of urban climates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Higher temperatures: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are warmer than the countryside, especially at night; this is the urban heat island. The difference can reach 2–10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Climates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Humidity and 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Relative humidity is lower because there are few plants and water drains away quickly. Convectional storms can be more frequent.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Climates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Winds and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slow the wind but create strong gusts between tall buildings. Smoke and dust give more fog and smog.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Climates</a:t>
            </a:r>
            <a:endParaRPr lang="en-US" sz="3600" dirty="0"/>
          </a:p>
        </p:txBody>
      </p:sp>
      <p:pic>
        <p:nvPicPr>
          <p:cNvPr id="4" name="Image 0" descr="/home/claude/f4/img/v2/heat_islan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urban heat island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Climates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Factors of Urban Climates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 climates are caused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Concrete, tar and iron sheets absorb heat by day and release it at night. Their low albedo increases heating.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Climates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Factors of Urban Climates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Cars, factories and air conditioners produce heat and pollution. Pollution traps heat and adds condensation nuclei.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Climates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Factors of Urban Climates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vegetation and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little evapotranspiration to cool the air. Drains remove rainwater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Lakeside and Forest Climates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micro-climates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Lakeside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Lakes heat and cool slowly, so lakeside areas have smaller temperature ranges and lake breezes. Humidity and fog are higher, as around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Lakeside and Forest Climates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 the forest canopy it is cooler, darker and more humid than outside. The wind is weak and the daily range is small.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micro-climate?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climate of a small area that differs from the area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characteristics of urban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Warmer (heat island), more pollution, weaker winds (sometimes more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climate of a small area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Towns are warmer because of the urban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Forests are cooler and more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temperature at noon in a sunny yard and under a tree.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Mountain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Micro-climate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microclimat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 island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Îlot de chaleur urbain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lac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L'ombre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20: Micro-climates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micro-climate. Classify micro-climates (urban, mountain, lakeside, forest). Explain the characteristics and factors of urban 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micro-climates and explain the climate of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Classification of Micro-climates; Urban Climates; Factors of Urban Climates; Lakeside and Forest 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Measure the temperature at noon in a sunny yard and under a tree. Explain the difference.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the town centre and a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heat dome over a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traffic smoke.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the Lagdo Lake.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walking into a forest.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“Lake Kamburu” by World Bank Photo Collection, CC BY-NC-ND 2.0, via Flickr (https://www.flickr.com/photos/10816734@N03/25644146245)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2026-09-27T10:31:25Z</dcterms:created>
  <dcterms:modified xsi:type="dcterms:W3CDTF">2026-09-27T10:31:25Z</dcterms:modified>
</cp:coreProperties>
</file>