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Lst>
  <p:notesMasterIdLst>
    <p:notesMasterId r:id="rId5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notesMaster" Target="notesMasters/notesMaster1.xml"/><Relationship Id="rId60" Type="http://schemas.openxmlformats.org/officeDocument/2006/relationships/presProps" Target="presProps.xml"/><Relationship Id="rId61" Type="http://schemas.openxmlformats.org/officeDocument/2006/relationships/viewProps" Target="viewProps.xml"/><Relationship Id="rId62" Type="http://schemas.openxmlformats.org/officeDocument/2006/relationships/theme" Target="theme/theme1.xml"/><Relationship Id="rId6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Further Study 2: Weather Observation, Prediction, Modification and Mapping.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Lower Sixth Arts. It belongs to Module 1: Understanding and managing atmospheric and hydrological phenomena and hazards across the world in general and Cameroon in particular.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Climates, and the sub-topic is Weather Observation. The key notions we shall use today are: weather station, radiosonde, Doppler radar, weather satellite, cloud seeding, synoptic chart, isobar. At the end, you should be able to do this: learners are able to explain how weather is observed, forecast, modified and mapped.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21: Mountain Climates. The question was: Compare the climate of Buea and Douala and explain two differences.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Buea (about 900 m) is cooler than Douala (sea level) because temperature falls with height. Buea is also often misty and cloudy, while Douala is hotter and more humid.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name weather instruments and what they measure. Number 2: explain modern tools of observation (radiosonde, radar, satellite). Number 3: explain weather modification and read a simple synoptic chart.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Weather elements: temperature, rain, wind, pressure, humidity. Low pressure brings rain.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Before a football match in Garoua, the organisers listen to the weather forecast. The forecast says that storms are likely in the afternoon, so they move the match to the morning.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People need to know the weather in advance.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How do forecasters know the weather will change?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They use observations, radar, satellites and charts.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Can people change the weather?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A little, for example by cloud seeding.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use weather forecasts to plan farming, travel and safety.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understand how weather forecasts are made and used.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basic weather instruments.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Which instrument measures rain? Which measures pressure?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Rain gauge; barometer.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launching a weather balloon with a radiosonde.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What does a radiosonde measure?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Temperature, pressure, humidity and wind in the upper air.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a Doppler weather radar.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What does a weather radar show?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Where rain and storms are and how they move.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the Earth seen from space: satellites watch the clouds.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Why are weather satellites useful for Africa?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They see clouds and storms over large areas with few weather stations.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diagram: a simple synoptic chart.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What weather do you expect under the L? Under the H?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Under L: clouds and rain. Under H: dry, clear weather.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definitions. The key terms of this lesson are defined as follows. On this slide we have Weather observation and Weather forecast.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definitions. On this slide we have Synoptic chart.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Weather Observation. Weather elements are observed with the following instruments. On this slide we have Ground instruments.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Weather Observation. On this slide we have Radiosonde and Doppler radar.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Weather Observation. On this slide we have Weather satellites.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weather instruments.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Weather Modification. People try to modify the weather in the following ways. On this slide we have Cloud seeding.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Weather Modification. On this slide we have Hail suppression and fog dispersal and Hurricane modification.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Weather Mapping. Weather is mapped with synoptic charts. On this slide we have Isobars and symbols.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Weather Mapping. On this slide we have Reading a chart.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a simple synoptic chart.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Name two modern tools used to observe the weather.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radiosonde and weather satellite (also Doppler radar).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What is cloud seeding?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spraying chemicals into clouds to make rain.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gauge; number 2, isobars; number 3, synoptic.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Listen to a weather forecast on radio or TV and write what it says for three regions.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Further Study 3: The Climate of Cameroon.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LOWER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FURTHER STUDY 2: WEATHER OBSERVATION, PREDICTION, MODIFICATION AND MAPPING</a:t>
            </a:r>
            <a:endParaRPr lang="en-US" sz="12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jp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2.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2.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56-1.png"/><Relationship Id="rId2" Type="http://schemas.openxmlformats.org/officeDocument/2006/relationships/slideLayout" Target="../slideLayouts/slideLayout2.xml"/><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image" Target="../media/image-57-1.png"/><Relationship Id="rId2" Type="http://schemas.openxmlformats.org/officeDocument/2006/relationships/slideLayout" Target="../slideLayouts/slideLayout2.xml"/><Relationship Id="rId3" Type="http://schemas.openxmlformats.org/officeDocument/2006/relationships/notesSlide" Target="../notesSlides/notesSlide5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LOWER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Further Study 2</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Weather Observation, Prediction, Modification and Mapping</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Lower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1: Understanding and managing atmospheric and hydrological phenomena and hazards across the world in general and Cameroon in particular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Climates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Weather Observation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Further Study 2: Weather Observation, Prediction, Modification and Mapping</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Weather station, radiosonde, Doppler radar, weather satellite, cloud seeding, synoptic chart, isobar.</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Weather observation and instruments; forecasting; weather modification; synoptic charts.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explain how weather is observed, forecast, modified and mapped.</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21: Mountain Climates):</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Compare the climate of Buea and Douala and explain two differences.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Buea (about 900 m) is cooler than Douala (sea level) because temperature falls with height. Buea is also often misty and cloudy, while Douala is hotter and more humid.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Name weather instruments and what they measure.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modern tools of observation (radiosonde, radar, satellite).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weather modification and read a simple synoptic chart.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Weather elements: temperature, rain, wind, pressure, humidity.</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Low pressure brings rain.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Before a football match in Garoua, the organisers listen to the weather forecast. The forecast says that storms are likely in the afternoon, so they move the match to the morning.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People need to know the weather in advance.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do forecasters know the weather will change?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use observations, radar, satellites and charts.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Can people change the weather?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little, for example by cloud seeding.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Use weather forecasts to plan farming, travel and safety.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understand how weather forecasts are made and used.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WEATHER OBSERVATION: INSTRUMENTS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instrument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Basic weather instruments.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WEATHER OBSERVATION: INSTRUMENTS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instrument measures rain? Which measures pressure?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WEATHER OBSERVATION: INSTRUMENTS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Rain gauge; barometer.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WEATHER OBSERVATION: RADIOSONDE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lsa_radiosonde.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Launching a weather balloon with a radiosonde.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WEATHER OBSERVATION: RADIOSONDE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does a radiosonde measure?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WEATHER OBSERVATION: RADIOSONDE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Temperature, pressure, humidity and wind in the upper air.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WEATHER OBSERVATION: RADAR</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lsa_radar.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Doppler weather radar.</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WEATHER OBSERVATION: RADAR</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does a weather radar show?</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WEATHER OBSERVATION: RADAR</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Where rain and storms are and how they move.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WEATHER OBSERVATION: SATELLITES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f4_earth_space.jpg">    </p:cNvPr>
          <p:cNvPicPr>
            <a:picLocks noChangeAspect="1"/>
          </p:cNvPicPr>
          <p:nvPr/>
        </p:nvPicPr>
        <p:blipFill>
          <a:blip r:embed="rId1"/>
          <a:stretch>
            <a:fillRect/>
          </a:stretch>
        </p:blipFill>
        <p:spPr>
          <a:xfrm>
            <a:off x="2300072" y="1783080"/>
            <a:ext cx="7591552"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Earth seen from space: satellites watch the clouds.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WEATHER OBSERVATION: SATELLITES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are weather satellites useful for Africa?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WEATHER OBSERVATION: SATELLITES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see clouds and storms over large areas with few weather stations.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WEATHER MAPPING</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synoptic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simple synoptic chart.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WEATHER MAPPING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weather do you expect under the L? Under the 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WEATHER MAPPING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Under L: clouds and rain. Under H: dry, clear weather.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Climates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Weather Observation</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Further Study 2: Weather Observation, Prediction, Modification and Mapping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key terms of this lesson are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Weather observation: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measurement and recording of the elements of weather at a place.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Weather forecast: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prediction of the weather for the coming hours or days.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Synoptic chart: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weather map showing the weather over a large area at the same time.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Weather Observation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Weather elements are observed with the following instruments: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Ground instruments: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thermometer measures temperature, the rain gauge rainfall and the barometer pressure. The hygrometer measures humidity and the wind vane and anemometer wind.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Weather Observation (continued)</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Radiosonde: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small instrument carried by a balloon into the upper air. It sends back temperature, pressure and humidity by radio.</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Doppler radar: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sends radio waves that bounce off raindrops. It shows where rain is falling and how storms move.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Weather Observation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Weather satellites: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photograph clouds and measure temperatures from space. They are very useful over oceans and large regions such as Africa with few stations.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Weather Observation</a:t>
            </a:r>
            <a:endParaRPr lang="en-US" sz="3600" dirty="0"/>
          </a:p>
        </p:txBody>
      </p:sp>
      <p:pic>
        <p:nvPicPr>
          <p:cNvPr id="4" name="Image 0" descr="/home/claude/f4/img/v2/instrument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weather instruments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Weather Modification</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People try to modify the weather in the following ways: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Cloud seeding: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Silver iodide or salt is sprayed into clouds to help droplets grow and fall as rain. It has been used in dry areas.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Weather Modification (continued)</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Hail suppression and fog dispersal: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Seeding can make many small hailstones instead of large ones. Fog at airports can be cleared by heating or by seeding.</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Hurricane modification: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Scientists have tried to weaken hurricanes by seeding. The results are uncertain and costly.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Weather Mapping</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Weather is mapped with synoptic charts: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Isobars and symbols: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Isobars join places of equal pressure and show highs and lows. Station symbols show temperature, cloud cover, wind and rain.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Weather Mapping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Reading a chart: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Close isobars mean strong winds. Low pressure (L) usually brings clouds and rain, and high pressure (H) brings fair weather.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Weather Mapping</a:t>
            </a:r>
            <a:endParaRPr lang="en-US" sz="3600" dirty="0"/>
          </a:p>
        </p:txBody>
      </p:sp>
      <p:pic>
        <p:nvPicPr>
          <p:cNvPr id="4" name="Image 0" descr="/home/claude/f4/img/v2/synoptic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a simple synoptic chart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two modern tools used to observe the weather.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Radiosonde and weather satellite (also Doppler radar).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cloud seeding?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Spraying chemicals into clouds to make rain.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Rain is measured with a rain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Lines of equal pressure are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 weather map is a ______ chart.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Listen to a weather forecast on radio or TV and write what it says for three regions.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Further Study 3: The Climate of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54"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Forecast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prévision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Weather balloon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ballon-sonde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Radar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radar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Satellite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satellite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Weather map</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carte météo</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Cloud seeding</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L'ensemencement des nuages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5"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Climates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Further Study 2: Weather Observation, Prediction, Modification and Mapping</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Name weather instruments and what they measure. Explain modern tools of observation (radiosonde, radar, satellite). Explain weather modification and read a simple synoptic chart.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explain how weather is observed, forecast, modified and mapped.</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6"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DEFINITIONS; Weather Observation; Weather Modification; Weather Mapping.</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Listen to a weather forecast on radio or TV and write what it says for three regions.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list the instruments on the board.</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describe a balloon rising.</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explain echoes like a bat.</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mention satellite images on TV.</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draw isobars around H and L.</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MINESEC/IGE/IP-SS, 2019 — Module 1 (Meteorology, Climatology &amp; Hydrology).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“wea01144” by NOAA Photo Library, CC BY 2.0, via Flickr (https://www.flickr.com/photos/51647007@N08/5083800180)</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“ILX - Central Illinois Doppler Radar - NOAA” by HAM guy, CC BY 2.0, via Flickr (https://www.flickr.com/photos/10728157@N00/363045232)</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“Blue Marble, Eastern Hemisphere March 2014” by NASA Goddard Photo and Video, CC BY 2.0, via nasa (https://www.flickr.com/photos/24662369@N07/14990033062)</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57</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57</Slides>
  <Notes>57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57</vt:i4>
      </vt:variant>
    </vt:vector>
  </HeadingPairs>
  <TitlesOfParts>
    <vt:vector size="6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2026-09-27T10:31:25Z</dcterms:created>
  <dcterms:modified xsi:type="dcterms:W3CDTF">2026-09-27T10:31:25Z</dcterms:modified>
</cp:coreProperties>
</file>