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5: Heat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Energy in the Atmosphere, and the sub-topic is The Earth's Heat Budget on a Global Scale. The key notions we shall use today are: advection, ocean current, conduction, convection, radiation, latent heat. At the end, you should be able to do this: learners are able to explain how heat moves horizontally and vertically in the atmosphere.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4: The Earth's Radiation Balance. The question was: Draw the radiation balance graph and colour the surplus and deficit zones.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graph shows incoming radiation higher than outgoing between about 35° N and 35° S (surplus, coloured red). Beyond 35° outgoing radiation is higher (deficit, coloured blue).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We shall correction of the homework; then objectives and recall; then real-life situation and action to take; then learning activities; then board summary; then evaluation, remediation and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horizontal heat transfer by winds and ocean currents. Number 2: explain conduction and convection. Number 3: explain the role of latent heat.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tropics have a heat surplus. The ground heats the air.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Kribi, fishermen say that the sea is warm, while in Namibia the sea is so cold that the coast is a desert. A learner wonders how the sea can make a coast warm or cold.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learner does not know how the sea moves heat.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makes the sea warm or cold?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Warm and cold ocean currents.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else carries heat around the Earth?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Winds, air masses and storms.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understand how heat moves in the atmosphere and use this knowledge in daily life (ventilation, cooking, drying).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heat is shared around the Earth and in the air above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some warm and cold ocean currents of the Atlantic.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one warm current and one cold current. What does a warm current do to the coast?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Gulf Stream (warm), Benguela (cold). A warm current warms the coast.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the Harmattan brings dry, dusty air from the Sahara.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The wind carries heat and dust from one place to another. What is this called?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Advection (horizontal transfer by wind).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steam rising from a boiling pot.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The fire heats the pot by touch. What is this called? How does heat then move in the water?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Conduction; then convection currents carry the heat.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animation: animation: hot air rises, cool air sinks.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does air heated by the ground rise?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Warm air is lighter (less dense), so it rises.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huge storm cloud.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When water vapour condenses into cloud, heat is released. What is this heat called?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Latent heat of condensation; it gives energy to storms.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DEFINITIONS. The key terms of this lesson are defined as follows. Write each point on a new line, with the key term first.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same part. Write each point on a new line, with the key term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Horizontal Heat Transfer. Heat is carried horizontally by two main agents. Write each point on a new line, with the key term first.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same part. Write each point on a new line, with the key term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warm and cold ocean currents.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Vertical Heat Transfer. The lower atmosphere obtains and keeps its energy through the following processes. Write each point on a new line, with the key term first.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same part. Write each point on a new line, with the key term first.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same part. Write each point on a new line, with the key term first.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same part. Write each point on a new line, with the key term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convection currents.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between conduction and convection.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conduction transfers heat by contact; convection transfers it by rising warm air or water.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ways heat is carried horizontally.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winds (advection) and ocean currents.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advection; number 2, convection; number 3, latent.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Give an example of conduction, convection and radiation in your kitchen.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6: Latitudinal Distribution of Temperature.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5: HEAT TRANSPORT</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gif"/><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gif"/><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5: Heat Transport</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Heat Transport</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Energy in the Atmosphere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Earth's Heat Budget on a Global Scale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5: Heat Transport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Advection, ocean current, conduction, convection, radiation, latent heat.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Horizontal heat transfer (advection, ocean currents) and vertical heat transfer (conduction, convection, latent heat).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heat moves horizontally and vertically in the atmosphere.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4: The Earth's Radiation Balance):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radiation balance graph and colour the surplus and deficit zones.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graph shows incoming radiation higher than outgoing between about 35° N and 35° S (surplus, coloured red). Beyond 35° outgoing radiation is higher (deficit, coloured blue).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horizontal heat transfer by winds and ocean currents.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conduction and convection.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role of latent 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tropics have a heat surplus.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ground heats the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Kribi, fishermen say that the sea is warm, while in Namibia the sea is so cold that the coast is a desert. A learner wonders how the sea can make a coast warm or cold.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learner does not know how the sea moves 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makes the sea warm or cold?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Warm and cold ocean currents.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else carries heat around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Winds, air masses and storms.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Understand how heat moves in the atmosphere and use this knowledge in daily life (ventilation, cooking, drying).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heat is shared around the Earth and in the air above 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 ADVECTION BY OCEAN CURRENTS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ocean_current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Some warm and cold ocean currents of the Atlantic.</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 ADVECTION BY OCEAN CURRENTS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warm current and one cold current. What does a warm current do to the coast?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 ADVECTION BY OCEAN CURRENTS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Gulf Stream (warm), Benguela (cold). A warm current warms the coast.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 ADVECTION BY AIR MASSES AND WIND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harmatta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Harmattan brings dry, dusty air from the Sahara.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 ADVECTION BY AIR MASSES AND WIND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wind carries heat and dust from one place to another. What is this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 ADVECTION BY AIR MASSES AND WIND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Advection (horizontal transfer by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CONDUCTION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stea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Steam rising from a boiling pot.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CONDUCTION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fire heats the pot by touch. What is this called? How does heat then move in the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CONDUCTION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Conduction; then convection currents carry the 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CONVECTION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convection.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hot air rises, cool air sinks.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CONVECTION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air heated by the ground rise?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CONVECTION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Warm air is lighter (less dense), so it rises.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LATENT HEAT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cumulonimbus.jpg">    </p:cNvPr>
          <p:cNvPicPr>
            <a:picLocks noChangeAspect="1"/>
          </p:cNvPicPr>
          <p:nvPr/>
        </p:nvPicPr>
        <p:blipFill>
          <a:blip r:embed="rId1"/>
          <a:stretch>
            <a:fillRect/>
          </a:stretch>
        </p:blipFill>
        <p:spPr>
          <a:xfrm>
            <a:off x="2248777" y="1783080"/>
            <a:ext cx="7694141"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huge storm cloud.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LATENT HEAT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water vapour condenses into cloud, heat is released. What is this heat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LATENT HEAT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Latent heat of condensation; it gives energy to storms.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Energy in the Atmosphere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Earth's Heat Budget on a Global Scale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Heat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Sensible heat flux: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transfer of heat that we can feel and measure with a thermometer.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Latent heat flux: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transfer of hidden heat used to evaporate water and released when vapour condenses.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Advection: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horizontal movement of heat by winds and ocean currents.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Horizontal Heat Transfer</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Heat is carried horizontally by two main agents: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Air masses and wind: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Winds carry warm air from the tropics towards the poles and cold air towards the Equator. For example, the Harmattan brings dry, hot or cool desert air to northern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Horizontal Heat Transfer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Ocean currents: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Warm currents such as the Gulf Stream warm the coasts they touch. Cold currents such as the Benguela cool the coast of Namibia.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Horizontal Heat Transfer</a:t>
            </a:r>
            <a:endParaRPr lang="en-US" sz="3600" dirty="0"/>
          </a:p>
        </p:txBody>
      </p:sp>
      <p:pic>
        <p:nvPicPr>
          <p:cNvPr id="4" name="Image 0" descr="/home/claude/f4/img/v2/ocean_current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warm and cold ocean currents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Vertical Heat Transfer</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lower atmosphere obtains and keeps its energy through the following processes: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Radiation: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ground absorbs solar radiation and gives out long-wave terrestrial radiation. Water vapour and carbon dioxide absorb this radiation and warm the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Vertical Heat Transfer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Conduction: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Heat passes by contact from the warm ground to the thin layer of air touching it. Air is a poor conductor, so this works only near the surface.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Vertical Heat Transfer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Convection: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Air heated at the ground expands, becomes light and rises, and cooler air sinks to replace it. These currents carry heat up to several kilometres.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Vertical Heat Transfer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Latent heat of vaporisation: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Heat is used to evaporate water at the surface and is stored in the vapour. It is released high in the air when the vapour condenses into clouds.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Vertical Heat Transfer</a:t>
            </a:r>
            <a:endParaRPr lang="en-US" sz="3600" dirty="0"/>
          </a:p>
        </p:txBody>
      </p:sp>
      <p:pic>
        <p:nvPicPr>
          <p:cNvPr id="4" name="Image 0" descr="/home/claude/f4/img/v2/convection.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convection currents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between conduction and convection.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Conduction transfers heat by contact; convection transfers it by rising warm air or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ways heat is carried horizontally.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Winds (advection) and ocean currents.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Transfer of heat by winds is called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Warm air rises by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Heat given out when vapour condenses is ______ 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an example of conduction, convection and radiation in your kitchen.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6: Latitudinal Distribution of Temperature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Conduction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conduction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Convection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convection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Latent heat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chaleur latente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Warm current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courant chaud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Cold current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courant froid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Evaporation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L'évaporation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Energy in the Atmosphere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5: Heat Transport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horizontal heat transfer by winds and ocean currents. Explain conduction and convection. Explain the role of latent heat.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heat moves horizontally and vertically in the atmosphere.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Horizontal Heat Transfer; Vertical Heat Transfer.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Give an example of conduction, convection and radiation in your kitchen.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4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Atlantic with two arrows.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the dry Harmattan air.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water boiling in a pot.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hold paper above a lamp and watch it move.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 sweating and cooling.</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“Bamenda sob a poeira do Harmattan” by carlosoliveirareis, CC BY-NC-SA 2.0, via Flickr (https://www.flickr.com/photos/54218923@N00/387054136)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“Tea Anyone?” by Beegee49 (Thanks for 12m views,account locked, CC BY-ND 2.0, via Flickr (https://www.flickr.com/photos/66358983@N07/42256910960)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“06172012 Sunday evening pulse storms/cumulonimbi” by StormRider93 | Into the Storm, CC BY-NC-ND 2.0, via Flickr (https://www.flickr.com/photos/65232104@N04/7395715628)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2026-09-27T09:27:32Z</dcterms:created>
  <dcterms:modified xsi:type="dcterms:W3CDTF">2026-09-27T09:27:32Z</dcterms:modified>
</cp:coreProperties>
</file>