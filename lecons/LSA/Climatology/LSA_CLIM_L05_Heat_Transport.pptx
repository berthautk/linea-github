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5: Heat 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Atlantic with two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dry Harmattan 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water boiling in a 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hold paper above a lamp and watch it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sweating and cooling.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advection 2. convection 3. latent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Transport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Earth's Heat Budget on a Global Scale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Heat Transport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Advection, ocean current, conduction, convection, radiation, latent heat.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heat transfer (advection, ocean currents) and vertical heat transfer (conduction, convection, latent heat).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heat moves horizontally and vertically in the atmosphere.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horizontal heat transfer by winds and ocean currents.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conduction and convection.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latent heat.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tropics have a heat surplus.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 heats the air.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Kribi, fishermen say that the sea is warm, while in Namibia the sea is so cold that the coast is a desert. A learner wonders how the sea can make a coast warm or cold.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learner does not know how the sea moves heat.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makes the sea warm or cold?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and cold ocean currents.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else carries heat around the Earth?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Winds, air masses and storms.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heat is shared around the Earth and in the air above us.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ocean_curren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Some warm and cold ocean currents of the Atlantic.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warm current and one cold current. What does a warm current do to the coast?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Gulf Stream (warm), Benguela (cold). A warm current warms the coast.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harmatt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Harmattan brings dry, dusty air from the Sahara.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carries heat and dust from one place to another. What is this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Advection (horizontal transfer by wind).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VERTICAL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s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Steam rising from a boiling pot.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VERTICAL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fire heats the pot by touch. What is this called? How does heat then move in the water?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VERTICAL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Conduction; then convection currents carry the heat.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VERTICAL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convec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hot air rises, cool air sinks.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VERTICAL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air heated by the ground rise?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VERTICAL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air is lighter (less dense), so it rises.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LATENT HEAT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cumulonimb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huge storm cloud.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LATENT HEAT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water vapour condenses into cloud, heat is released. What is this heat called?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LATENT HEAT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Latent heat of condensation; it gives energy to storms.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 Transport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Energy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Earth's Heat Budget on a Global Scale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Heat Transport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Advection: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horizontal transfer of heat by winds.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Conduction: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transfer of heat by contact.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transfer of heat by rising warm air or water.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Latent heat: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heat taken in by evaporation and given out by condensation.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Horizontal Heat Transfer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Winds and air masses: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carry warm air towards the poles and cold air towards the Equator. They carry about 80 % of the heat moved.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Ocean currents: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currents carry heat to cool coasts, like the Gulf Stream in Europe. Cold currents cool coasts, like the Benguela in Namibia.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Vertical Heat Transfer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Radiation and conduction: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ground absorbs sunlight and gives out long-wave heat. The air touching the ground is warmed by conduction.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Convection: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air rises and cool air sinks. This carries heat from the ground into the troposphere.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Vertical Heat Transfer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Latent heat: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takes heat from the surface. Condensation gives this heat to the air and feeds storms.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between conduction and convection.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Conduction transfers heat by contact; convection transfers it by rising warm air or water.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heat is carried horizontally.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(advection) and ocean currents.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Transfer of heat by winds is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air rises by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 given out when vapour condenses is ______ heat.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an example of conduction, convection and radiation in your kitchen.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6: Latitudinal Distribution of Temperature.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conduction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convection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Latent heat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chaleur latente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current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courant chaud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current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courant froid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L'évaporation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Heat Transport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horizontal heat transfer by winds and ocean currents. Explain conduction and convection. Explain the role of latent heat.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heat moves horizontally and vertically in the atmosphere.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Advection, Conduction, Convection, Latent heat; II. Horizontal Heat Transfer: Winds and air masses, Ocean currents; III. Vertical Heat Transfer: Radiation and conduction, Convection, Latent heat.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 an example of conduction, convection and radiation in your kitchen.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4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“Bamenda sob a poeira do Harmattan” by carlosoliveirareis, CC BY-NC-SA 2.0, via Flickr (https://www.flickr.com/photos/54218923@N00/387054136)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“Tea Anyone?” by Beegee49 (Thanks for 12m views,account locked, CC BY-ND 2.0, via Flickr (https://www.flickr.com/photos/66358983@N07/42256910960)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“06172012 Sunday evening pulse storms/cumulonimbi” by StormRider93 | Into the Storm, CC BY-NC-ND 2.0, via Flickr (https://www.flickr.com/photos/65232104@N04/7395715628)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2026-09-27T04:25:27Z</dcterms:created>
  <dcterms:modified xsi:type="dcterms:W3CDTF">2026-09-27T04:25:27Z</dcterms:modified>
</cp:coreProperties>
</file>