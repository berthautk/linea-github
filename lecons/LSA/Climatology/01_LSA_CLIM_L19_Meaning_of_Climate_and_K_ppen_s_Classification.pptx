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Meaning of Climate and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Basic Notions of Climate. The key notions we shall use today are: climate, climatic elements, climatic controls, genetic and empirical classification, Köppen. At the end, you should be able to do this: learners are able to classify climates using Köppen's letters and explain the controls of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Air Masses. The question was: Define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is the average state of the weather of a place over a long period, usually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climate and name its elements. Number 2: explain the general factors (controls) of climate. Number 3: describe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state of the air for a short time. Temperature and rain change with latitude.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finds the code "Aw" for Garoua and "Af" for Douala in an atlas. He does not know what these letters mean.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cannot read climate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created these letters?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climatologist Wladimir Köppen.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tropical humid climate, hot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classify and describe climates to understand the environments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and compare the climates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Stevenson screen in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years of records are needed to describe a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30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simplified map of Köppen's climate groups.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group is found near the Equator? Which near 30°?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(tropical humid) near the Equator; B (dry) near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has a long dry season in winter. What is its Köppen code?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Aw (tropical wet and dry,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climate graph of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London is mild and wet all year. Which letter group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 (warm temperate); its code is Cfb.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three factors that explain the climates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pressure and winds, relief (also ocean currents, distance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Elements and Characteristics. Climate can be understood as follows.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Elements and Characteristics. On this slide we have Elements of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Elements and Characteristics.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Climate. Climates are classified in two ways. On this slide we have Genetic classification.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Climate. On this slide we have Empirical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Classification. Köppen uses letters for the main climate groups. On this slide we have A – Tropical humid climates.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Classification. On this slide we have B – Dry climates and C – Warm temperate climates.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Classification. On this slide we have D and E – Cold and polar climates.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köppen climate groups.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(Controls) of Climate. The main factors of climate are. On this slide we have Insolation and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(Controls) of Climate. On this slide we have Pressure, air masses and winds and Relief, ocean currents and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short-term; climate is the average weather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 the letters A, B and E mean in Köppen's classification?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tropical humid; B: dry; E: polar.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30; number 2, B; number 3, 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Köppen code of Douala, Maroua and Paris.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MEANING OF CLIMATE AND KÖPPEN'S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Climate and Köppen's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climatic elements, climatic controls, genetic and empirical classification, Köppen.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elements of climate; general factors; Köppen's classification (A, B, C, D, 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climates using Köppen's letters and explain the controls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Air Masses):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climate and name its elements.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general factors (controls)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state of the air for a short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and rain change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finds the code "Aw" for Garoua and "Af" for Douala in an atlas. He does not know what these letters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cannot read climate codes.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created these letters?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climatologist Wladimir Köppen.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humid climate, hot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and describe climates to understand the environments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and compare the climates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ELEMENTS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 in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years of records are needed to describe 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simplified map of Köppen's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is found near the Equator? Which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humid) near the Equator; B (dry)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TROPICAL EXAMPLE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TROPICAL EXAMPLE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a long dry season in winter. What is its Köppen code?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TROPICAL EXAMPLE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 (tropical wet and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TEMPERATE EXAMPLE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TEMPERATE EXAMPLE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London is mild and wet all year. Which letter group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KÖPPEN: TEMPERATE EXAMPLE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(warm temperate); its code is Cfb.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FACTORS OF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FACTORS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factors that explain the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FACTORS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pressure and winds, relief (also ocean currents, distance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Elements and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conditions of a place over a long period, usually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Elements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temperature, precipitation, humidity, pressure, winds, sunshine and cloud cover. They are measured at weather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Elements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climate is described by its mean temperatures, annual range, total rainfall and its seasons. It changes only slowly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Climates are classified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Genetic 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groups climates by their causes, such as air masses and winds. An example is Strahler's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Empirical 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groups climates by measured temperature and rainfall. Köppen's classification is the best known.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Köppen's Classification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Köppen uses letters for the main climate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 Tropical humid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month is above 18 °C. Af is equatorial (Douala), Aw is tropical with a dry winter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Köppen's Classification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 – Dry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greater than rainfall. BW is desert and BS is steppe (Kousseri, Sahel).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 – Warm temperate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coldest month is between −3 °C and 18 °C. Cs is Mediterranean and Cfb is oceanic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Köppen's Classification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 and E – Cold and polar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 climates have cold snowy winters (Moscow). E climates have all months below 10 °C (tundra and ice cap); H is used for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Climate</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Köppen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(Controls)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of climate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Insolation and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solar energy decides whether a place is hot or cold. It decreases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(Controls) of Climate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decide whether a place is wet or dry. For example, the subtropical highs create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ocean currents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are cooler and wetter, and currents warm or cool the coasts. Man changes climate through towns, deforestation and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short-term; climate is the average weather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letters A, B and E mean in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humid; B: dry; E: polar.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Climate is based on about ______ years of records.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Köppen's system, dry climates are group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has a tropical wet and dry climate: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Köppen code of Douala, Maroua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 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 and name its elements. Explain the general factors (controls) of climate. Describe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climates using Köppen's letters and explain the controls of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Elements and Characteristics; Classification of Climate; Köppen's Classification; General Factors (Controls) of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Köppen code of Douala, Maroua and Paris.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weather elements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A, B, C, D, E with their meanings.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Africa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2026-09-28T22:18:57Z</dcterms:created>
  <dcterms:modified xsi:type="dcterms:W3CDTF">2026-09-28T22:18:57Z</dcterms:modified>
</cp:coreProperties>
</file>