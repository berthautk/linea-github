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Meaning of Climate and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Basic Notions of Climate. The key notions we shall use today are: weather, climate, elements of climate, controls of climate, temperature range, genetic classification, empirical classification, Köppen. At the end, you should be able to do this: learners are able to distinguish weather from climate, explain the controls of climate and classify climates with Köppen's system, including that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Air Masses. The question was: Define 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is the average state of the weather of a place over a long period, usually 30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weather from climate. Number 2: name and describe the elements of climate. Number 3: explain the controls of climate. Number 4: distinguish genetic and empirical classifications. Number 5: describe the main groups of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masses control the seasons of Garoua. Temperature falls with altitude. Deserts lie under high-pressure belts.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evening, you tell your grandfather how hot the day was. He answers: "Yes, but things have changed. When I was young, the rainy season was longer and the Harmattan nights were colder; we knew exactly when to plant. Now everything is less predictable." You ask: "What is the difference between the weather of one day and what grandfather remembers over many years, and how do geographers describe and compare the climates of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distinguish weather from climate and does not know how climates are classified.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"how hot the day was"?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weather: the state of the atmosphere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grandfather describe?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the average weather over many years (30 years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long-term averages, not one day's weather, to describe the climate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basic notions needed to describe and compare the climates of the world and to understand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weather and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Over how many years are climate averages usually calculated?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least 30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Stevenson screen.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elements of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precipitation, humidity, wind, sunshine or pressure (any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controls of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control of climate is the most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(insolation).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köppen's climate groups.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letter does Köppen use for dry 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Garoua's climate classified as 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All months are above 18 °C (A) and there is a dry season in winter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Elements of climate and Controls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Characteristics of Climate. Climate is presented as follows. Copy the point on Weather and climate on the left, then draw the diagram on the right: weather and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Climate. On this slide we have Temperature range and Seasons.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Climate. On this slide we have Rainfall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Climate. The elements of climate are the following. Copy the point on Temperature and precipitation on the left, then draw the diagram on the right: a Stevenson screen.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Climate. On this slide we have Other elements.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Climate.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the elements of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Controls of Climate. The controls of climate are the following. Copy the point on Latitude (insolation) on the left, then draw the diagram on the right: the controls of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Controls of Climate. On this slide we have Pressure, winds and air masses and Altitude and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Controls of Climate. On this slide we have Distance from the sea and ocean currents.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Controls of Climate. On this slide we have Vegetation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Climates. Climates are classified as follows. On this slide we have Genetic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Empirical classification on the left, then draw the diagram on the right: köppen's groups.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Climates. On this slide we have Köppen's idea and The five groups.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Climates.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Climates.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Garoua on the left, then draw the diagram on the right: köppen's classification.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 from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the state of the atmosphere at a given time; climate is the average weather over 30 years or more.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controls of the climate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 the Harmattan and monsoon air masses, distance from the sea (continentality), relief (any three).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30; number 2, B; number 3, Aw (tropical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cloud that produces thunderstorms.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Tropical Weather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MEANING OF CLIMATE AND KÖPPEN'S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Climate and Köppen's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climate, elements of climate, controls of climate, temperature range, genetic classification, empirical classification, Köppen.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of climate; elements of climate; general factors (controls) of climate; genetic and empirical classifications; Köppen's classification and its main groups.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weather from climate, explain the controls of climate and classify climates with Köppen's system, including that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Air Masses):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and describe the elements of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controls of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genetic and empirical classifications.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groups of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masses control the seasons of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lie under high-pressure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evening, you tell your grandfather how hot the day was.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answers: "Yes, but things have changed.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 was young, the rainy season was longer and the Harmattan nights were colder; we knew exactly when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Now everything is less predictable."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the difference between the weather of one day and what grandfather remembers over many years, and how do geographers describe and compare the climates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distinguish weather from climate and does not know how climates are classified.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"how hot the day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the state of the atmosphere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grandfather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the average weather over many years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long-term averages, not one day's weather, to describe the climate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basic notions needed to describe and compare the climates of the world and to understand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2_weather_climat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and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how many years are climate averages usually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least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Stevenson screen.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elements of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precipitation, humidity, wind, sunshine or pressure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control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controls of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control of climate is the most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koppe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Köppen's climate groups.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letter does Köppen use for dry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Garoua's climate classified as 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months are above 18 °C (A) and there is a dry season in winter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the atmosphere at a given place and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state of the weather of a place over a long period, usually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measurable components of climate, such as temperature and rainfall.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factors that explain the climate of a place, such as latitude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Climate is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Weather and climate: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 changes from day to day, while climate is the expected long-term pattern: Garoua has a long hot, dry season and a warm, wet season.</a:t>
            </a:r>
            <a:endParaRPr lang="en-US" sz="3200" dirty="0"/>
          </a:p>
        </p:txBody>
      </p:sp>
      <p:pic>
        <p:nvPicPr>
          <p:cNvPr id="5" name="Image 0" descr="/home/claude/f4/img/v2/clim2_weather_climat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and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coolest months is small near the Equator and larger inland.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regions have four seasons, others, like Cameroon, have wet and dry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may fall all year, as in the Congo Basin, or in one season, as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and Controls of Climate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Climate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elements of climate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Temperature and precipitation: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the two main elements, measured with thermometers (°C) and rain gauges (mm).</a:t>
            </a:r>
            <a:endParaRPr lang="en-US" sz="3200" dirty="0"/>
          </a:p>
        </p:txBody>
      </p:sp>
      <p:pic>
        <p:nvPicPr>
          <p:cNvPr id="6" name="Image 0" descr="/home/claude/f4/img/v2/f4_stevens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Stevenson screen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and Controls of Climate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Elements of Climate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elements: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 which affects comfort and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(direction and speed), which moves heat and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and Controls of Climate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Climate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Sunshine (hours), which affects heating and evaporation.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Atmospheric pressure (hPa), which controls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and Controls of Climate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Climate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records of these elements give the averages that describe a climate.</a:t>
            </a:r>
            <a:endParaRPr lang="en-US" sz="3600" dirty="0"/>
          </a:p>
        </p:txBody>
      </p:sp>
      <p:pic>
        <p:nvPicPr>
          <p:cNvPr id="6" name="Image 0" descr="/home/claude/f4/img/v2/clim2_element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elements of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and Controls of Climate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Controls of Climate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controls of climate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Latitude (insolation):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the most important control: places near the Equator receive more direct solar energy.</a:t>
            </a:r>
            <a:endParaRPr lang="en-US" sz="3400" dirty="0"/>
          </a:p>
        </p:txBody>
      </p:sp>
      <p:pic>
        <p:nvPicPr>
          <p:cNvPr id="6" name="Image 0" descr="/home/claude/f4/img/v2/clim2_control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controls of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and Controls of Climate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Controls of Climate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winds and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distribute heat and moisture, like the Harmattan and the monsoon over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and mountains create relief rain and rain shadows.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and Controls of Climate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Controls of Climate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and 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Inland areas have larger ranges, and warm or cold currents change coastal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and Controls of Climate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Controls of Climate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and 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add moisture, while deforestation, towns and greenhouse gases change local and global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Genetic 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groups climates by their causes, such as air masses and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Climates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Empirical classification: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groups climates by observed data, mainly temperature and rainfall; Köppen's system is the most used.</a:t>
            </a:r>
            <a:endParaRPr lang="en-US" sz="3600" dirty="0"/>
          </a:p>
        </p:txBody>
      </p:sp>
      <p:pic>
        <p:nvPicPr>
          <p:cNvPr id="5" name="Image 0" descr="/home/claude/f4/img/v2/koppen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Köppen's groups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Climates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Köppen's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Wladimir Köppen used natural vegetation as the best expression of climate, with letters for groups and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five groups: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tropical humid, coldest month above 18 °C (Af rainforest, Am monsoon, Aw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Climates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 dry, evaporation greater than rainfall (BW desert, BS steppe).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 temperate, mild winters (Cs Mediterranean, Cfb London).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 continental, cold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 polar, warmest month below 10 °C (tundra, ice cap).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Climates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Aw, a tropical savanna climate with a dry winter season; the Congo Basin is Af, and the far north of Cameroon is close to BSh.</a:t>
            </a:r>
            <a:endParaRPr lang="en-US" sz="3600" dirty="0"/>
          </a:p>
        </p:txBody>
      </p:sp>
      <p:pic>
        <p:nvPicPr>
          <p:cNvPr id="5" name="Image 0" descr="/home/claude/f4/img/v2/clim2_koppe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Köppen's classification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the state of the atmosphere at a given time; climate is the average weather over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controls of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the Harmattan and monsoon air masses, distance from the sea (continentality), relief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Climate is averaged over at least ______ years.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Köppen's system, dry climates are group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has a ______ climate (Köppen).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cloud that produces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 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weather from climate. Name and describe the elements of climate. Explain the controls of climate. Distinguish genetic and empirical classifications. Describe the main groups of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weather from climate, explain the controls of climate and classify climates with Köppen's system, including that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Characteristics of Climate; Elements of Climate; Controls of Climate; Classification of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cloud that produces thunderstorms.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today's weather and the climate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instruments of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five letters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2026-09-29T03:37:06Z</dcterms:created>
  <dcterms:modified xsi:type="dcterms:W3CDTF">2026-09-29T03:37:06Z</dcterms:modified>
</cp:coreProperties>
</file>