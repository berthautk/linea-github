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Meaning of Climate and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Basic Notions of Climate. The key notions we shall use today are: weather, climate, elements of climate, controls of climate, temperature range, genetic classification, empirical classification, Köppen. At the end, you should be able to do this: learners are able to distinguish weather from climate, explain the controls of climate and classify climates with Köppen's system, including that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Air Masses. The question was: Define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is the average state of the weather of a place over a long period, usually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weather from climate. Number 2: name and describe the elements of climate. Number 3: explain the controls of climate. Number 4: distinguish genetic and empirical classifications. Number 5: describe the main groups of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masses control the seasons of Garoua. Temperature falls with altitude. Deserts lie under high-pressure belts.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evening, you tell your grandfather how hot the day was. He answers: "Yes, but things have changed. When I was young, the rainy season was longer and the Harmattan nights were colder; we knew exactly when to plant. Now everything is less predictable." You ask: "What is the difference between the weather of one day and what grandfather remembers over many years, and how do geographers describe and compare the climates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distinguish weather from climate and does not know how climates are classified.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"how hot the day was"?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weather: the state of the atmosphere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grandfather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the average weather over many years (30 years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long-term averages, not one day's weather, to describe the climate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notions needed to describe and compare the climates of the world and to understand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weather and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Over how many years are climate averages usually calculated?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least 30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Stevenson screen.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elements of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precipitation, humidity, wind, sunshine or pressure (any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controls of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control of climate is the most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köppen's climate groups.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letter does Köppen use for dry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Garoua's climate classified as 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months are above 18 °C (A) and there is a dry season in winter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Elements of climate and Controls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Climate. Climate is explained as follows. Copy the point on Weather and climate on the left, then draw the diagram on the right: weather and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Climate. Copy the point on Example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Climate. The elements of climate are the following. Copy the point on Temperature on the left, then draw the diagram on the right: a Stevenson screen.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the point on Precipitation: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the point on Humidity and wind: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Sunshine and pressure on the left, then draw the diagram on the right: the elements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Climate. A climate is characterised by the following features. Copy the point on Range of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Climate. Copy the point on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Climate. Copy the point on Rainfall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Factors. Climate is controlled by the following natural factors. Copy the point on Insolation (latitude) on the left, then draw the diagram on the right: the controls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Pressure, air masses and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Ocean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 Man influences climate in the following ways. Copy the point on Deforestation and urbanisation: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 Copy the point on Emission of greenhouse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Genetic and Empirical Classifications. Climates are classified in the following two ways. Copy the point on Genetic classification: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Empirical classification on the left, then draw the diagram on the right: the Köppen 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System. Köppen's system works as follows. Copy the point on Principle: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System. Copy the point on Nomenclature by letters: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Climate Groups. Köppen's five climate groups have the following characteristics. Copy the point on Group A, tropical humid climates on the left, then draw the diagram on the right: köppen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 B, dry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 C, warm temperate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Groups D and E, cold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 from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the state of the atmosphere at a given time; climate is the average weather over 30 years or more.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controls of the climate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the Harmattan and monsoon air masses, distance from the sea (continentality), relief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30; number 2, B; number 3, Aw (tropical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cloud that produces thunderstorms.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Tropical Weather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MEANING OF CLIMATE AND KÖPPEN'S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Climate and Köppen's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climate, elements of climate, controls of climate, temperature range, genetic classification, empirical classification, Köppen.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climate; elements of climate; general factors (controls) of climate; genetic and empirical classifications; Köppen's classification and its main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Air Masses):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elements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controls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genetic and empirical classifications.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groups of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masses control the seasons of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lie under high-pressure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evening, you tell your grandfather how hot the day was.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answers: "Yes, but things have changed.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 was young, the rainy season was longer and the Harmattan nights were colder; we knew exactly when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Now everything is less predictable."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difference between the weather of one day and what grandfather remembers over many years, and how do geographers describe and compare the climates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distinguish weather from climate and does not know how climates are classified.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"how hot the day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the state of the atmosphere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grandfather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the average weather over many years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long-term averages, not one day's weather, to describe the climate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notions needed to describe and compare the climates of the world and to understand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weather_climat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and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how many years are climate averages usually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least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Stevenson screen.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elements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precipitation, humidity, wind, sunshine or pressure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control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controls of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control of climate is the most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oppe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Köppen's climate groups.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letter does Köppen use for dry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Garoua's climate classified as 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months are above 18 °C (A) and there is a dry season in winter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given place and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measurable components of climate, such as temperature and rainfall.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explain the climate of a place, such as latitude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Climate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and climate: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 is the condition of the air at a given moment and changes from hour to hour and day to day. Climate is the average weather of a place calculated over at least 30 years, so it describes what people normally expect.</a:t>
            </a:r>
            <a:endParaRPr lang="en-US" sz="3200" dirty="0"/>
          </a:p>
        </p:txBody>
      </p:sp>
      <p:pic>
        <p:nvPicPr>
          <p:cNvPr id="5" name="Image 0" descr="/home/claude/f4/img/v2/clim2_weather_climat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and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rainstorm on a July afternoon in Garoua is weather. The fact that Garoua normally has a long hot, dry season and a warm, wet season from May to October is its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elements of climate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Temperature is measured in °C with thermometers kept in a Stevenson screen. Its monthly means and its range between the hottest and coolest months are used to describe a climate.</a:t>
            </a:r>
            <a:endParaRPr lang="en-US" sz="3200" dirty="0"/>
          </a:p>
        </p:txBody>
      </p:sp>
      <p:pic>
        <p:nvPicPr>
          <p:cNvPr id="5" name="Image 0" descr="/home/claude/f4/img/v2/f4_stevens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Stevenson screen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is measured in millimetres with a rain gauge. Its annual total and its distribution through the months show whether a climate is wet, dry or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and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measured in %, affects comfort, clouds and rain. Wind, measured by its direction and speed, carries heat and moisture from one region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Sunshine and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Sunshine, measured in hours per day, controls heating and evaporation. Atmospheric pressure, measured in hPa, controls the winds and the rising or sinking of air.</a:t>
            </a:r>
            <a:endParaRPr lang="en-US" sz="3600" dirty="0"/>
          </a:p>
        </p:txBody>
      </p:sp>
      <p:pic>
        <p:nvPicPr>
          <p:cNvPr id="5" name="Image 0" descr="/home/claude/f4/img/v2/clim2_elemen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elements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climate is characterised by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Range of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range is the difference between the mean temperature of the hottest and the coolest months. It is small near the Equator and on coasts (2 to 3 °C at Douala) but larger inland and at high latitudes.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Temperate regions have four seasons based on temperature: spring, summer, autumn and winter. Tropical regions such as Cameroon have seasons based on rainfall, a wet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rain falls in every month, as in the Congo Basin; in others, it falls in one season only, as in Garoua. The regime shows when the rain falls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Climate is controlled by the following natural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Insolation (latitude):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Places near the Equator receive the rays of the sun almost vertically and are hot all year, while high latitudes receive slanting rays and are cold. Latitude is therefore the most important control of temperature.</a:t>
            </a:r>
            <a:endParaRPr lang="en-US" sz="2800" dirty="0"/>
          </a:p>
        </p:txBody>
      </p:sp>
      <p:pic>
        <p:nvPicPr>
          <p:cNvPr id="6" name="Image 0" descr="/home/claude/f4/img/v2/clim2_control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controls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Low-pressure belts bring rising air and rain, while high-pressure belts bring sinking air and drought. Winds and air masses carry heat and moisture, as the Harmattan and the monsoon do over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by about 6.5 °C per 1,000 m, so highlands are cooler than lowlands. Mountains also force moist air to rise, giving heavy rain on the windward side and a rain shadow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warm and moisten the air of the coasts they touch, while cold currents cool and dry it. For example, the cold Benguela Current helps to form the Namib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Man influences climate in the following ways: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Deforestation and urbanisation: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Cutting forests reduces transpiration and can reduce local rainfall, while towns create heat islands. These changes modify the local climate.</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Emission of 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gas and forests adds carbon dioxide and methane to the atmosphere. These gases trap more heat and cause global warming, which is changing climates all over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Genetic and Empirical Classifications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Climates are classified in the following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Genetic classification: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groups climates according to their causes, such as the air masses, pressure systems and winds that dominate each region. It explains why climates exist but is difficult to apply to data.</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Genetic and Empirical Classifications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Empirical classification: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groups climates according to observed data, mainly temperature and rainfall, and their effect on vegetation. Köppen's classification is the most widely used empirical system.</a:t>
            </a:r>
            <a:endParaRPr lang="en-US" sz="3200" dirty="0"/>
          </a:p>
        </p:txBody>
      </p:sp>
      <p:pic>
        <p:nvPicPr>
          <p:cNvPr id="6" name="Image 0" descr="/home/claude/f4/img/v2/koppen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Köppen 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Köppen's System</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Köppen's system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Wladimir Köppen (1846 to 1940) believed that natural vegetation is the best expression of climate. He used limits of temperature and rainfall that correspond to the limits of the main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Köppen's System</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Nomenclature by letters: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 capital letter gives the main climate group, from A to E. A second letter shows the rainfall regime (f: rain all year, s: dry summer, w: dry winter, W: desert, S: steppe), and a third letter gives details of temperature (a: hot summer, b: warm summer, h: hot dry climate).</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Köppen's Climate Groups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Köppen's five climate groups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Group A, tropical humid climates: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coolest month is above 18 °C and rainfall is high. It includes Af (equatorial rainforest, as in the Congo Basin), Am (monsoon) and Aw (savanna with a dry winter, as in Garoua).</a:t>
            </a:r>
            <a:endParaRPr lang="en-US" sz="2800" dirty="0"/>
          </a:p>
        </p:txBody>
      </p:sp>
      <p:pic>
        <p:nvPicPr>
          <p:cNvPr id="6" name="Image 0" descr="/home/claude/f4/img/v2/clim2_koppe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Köppen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 B, dry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greater than rainfall. It includes BW (desert, as the Sahara) and BS (steppe, as the Sahel and the far north of Cameroon, close to BSh).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 C, warm temperate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coolest month is between −3 °C and 18 °C, so winters are mild. It includes Cs (Mediterranean, with dry summers) and Cf (always moist, as in London, Cfb).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Groups D and E, cold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group D (cold continental), the coolest month is below −3 °C and the warmest above 10 °C, as in Siberia and Canada. In group E (polar), the warmest month is below 10 °C, with tundra (ET) and ice cap (EF).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controls of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the Harmattan and monsoon air masses, distance from the sea (continentality), relief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Climate is averaged over at least ______ years.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Köppen's system, dry climates are group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has a ______ climate (Köppen).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 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 Name and describe the elements of climate. Explain the controls of climate. Distinguish genetic and empirical classifications. Describe the main groups of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Climate; Elements of Climate; Characteristics of Climate; Natural Factors; Man; Genetic and Empirical Classifications; Köppen's System; Köppen's Climate Groups.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cloud that produces thunderstorms.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today's weather and the climate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instruments of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five letters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2026-09-29T11:20:02Z</dcterms:created>
  <dcterms:modified xsi:type="dcterms:W3CDTF">2026-09-29T11:20:02Z</dcterms:modified>
</cp:coreProperties>
</file>