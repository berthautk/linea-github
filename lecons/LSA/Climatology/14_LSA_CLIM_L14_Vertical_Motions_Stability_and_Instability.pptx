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Vertical Motions: Stability and Instability.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Atmospheric Motions. The key notions we shall use today are: air parcel, stability, instability, conditional instability, dry and saturated adiabatic lapse rates. At the end, you should be able to do this: learners are able to explain why air rises or sinks and predict the weather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Pressure Systems. The question was: Draw the tricellular model and label the pressure belts.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diagram shows the Hadley cell (0–30°), the Ferrel cell (30–60°) and the polar cell (60–90°), with the equatorial low, subtropical highs, subpolar lows and polar highs labelled.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stability and instability. Number 2: compare the lapse rates of a rising parcel and the surrounding air. Number 3: describe the weather of stable and unstable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Rising air cools by expansion. The environmental lapse rate is about 6.5 °C per 1,000 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some afternoons in Yaoundé, huge clouds grow very fast and storms break out. On other days the sky stays grey and flat, and smoke hangs low over the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why some days are stormy and others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happens on stormy days?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rises quickly: it is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on calm grey days?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does not rise: it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predict storms or calm weather from the stability of the air and protect lives and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storms form and why some days stay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a warm bubble of air rises and forms a cloud.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does the parcel keep rising?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stays warmer and lighter than the air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an unstable and a stable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the unstable case, is the rising air warmer or colder than the air around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Warmer, so it keeps 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cumulonimbus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weather comes with unstable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clouds, heavy showers, thunder and sometimes hail.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flat layers of cloud below a stable layer.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weather comes with stable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Flat layer clouds, fog or clear skies, and no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smoke and haze trapped over a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smoke stay near the ground in stable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air cannot rise, so smoke and dust are trapped.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Dry adiabatic lapse rate (DALR).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Saturated adiabatic lapse rate (SALR).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Atmospheric Instability. Instability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Instability. On this slide we have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Instability. On this slide we have Associated weather.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stable and unstable air.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Atmospheric Stability. Stability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Stability. On this slide we have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Stability. On this slide we have Associated weather.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stability and instability.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unstable air keeps rising because it stays warmer; stable air sinks back because it becomes colder.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the weather of unstable air.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tall cumulonimbus clouds, heavy showers, thunderstorms.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10; number 2, unstable; number 3,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For one week, note whether the afternoon is stormy or calm and link it to stability.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Planetary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14: VERTICAL MOTIONS: STABILITY AND INSTABILITY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Vertical Motions: Stability and Instability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Motions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Vertical Motions: Stability and Instability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parcel, stability, instability, conditional instability, dry and saturated adiabatic lapse rates.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and weather of instability and stability.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air rises or sinks and predict the weather that follows.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Pressure 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tricellular model and label the 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diagram shows the Hadley cell (0–30°), the Ferrel cell (30–60°) and the polar cell (60–90°), with the equatorial low, subtropical highs, subpolar lows and polar highs labelled.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stability and instability.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lapse rates of a rising parcel and the surrounding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weather of stable and unstable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Rising air cools by expansion.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environmental lapse rate is about 6.5 °C per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some afternoons in Yaoundé, huge clouds grow very fast and storms break out. On other days the sky stays grey and flat, and smoke hangs low over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why some days are stormy and others calm.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on stormy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rises quickly: it is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on calm grey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does not rise: it is 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Predict storms or calm weather from the stability of the air and protect lives and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storms form and why some days stay calm.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INSTABILITY: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arcel.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warm bubble of air rises and forms a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INSTABILITY: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parcel keep 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INSTABILITY: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stays warmer and lighter than the air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TYPES OF STABILITY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tabil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unstable and a stable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TYPES OF 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unstable case, is the rising air warmer or colder than the air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TYPES OF 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Warmer, so it keeps 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WEATHER OF INSTABILITY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cumulonimbus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WEATHER OF INSTABILITY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comes with unstable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WEATHER OF INSTABILITY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clouds, heavy showers, thunder and sometimes hail.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WEATHER OF STABILITY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cloudse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Flat layers of cloud below a stable layer.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WEATHER OF 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comes with stable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WEATHER OF 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layer clouds, fog or clear skies, and no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WEATHER OF STABILITY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mo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and haze trapped over a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WEATHER OF 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smoke stay near the ground in stable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WEATHER OF 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cannot rise, so smoke and dust are trapped.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Atmospheric Motions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Vertical Motions: Stability and Instability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 adiabatic lapse rate (DALR):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unsaturated rising air cools, about 10 °C per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Saturated adiabatic lapse rate (SALR):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saturated rising air cools, about 5–6 °C per 1,000 m, because condensation releases latent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Instability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Instability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is unstable when a rising parcel stays warmer than the air around it. It keeps rising on its own, like a hot-air balloon.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Instability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Absolute instability occurs when the environmental lapse rate is greater than the DALR. Conditional instability occurs when it lies between the SALR and the DALR, so air becomes unstable only when saturated.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Instability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Associated 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Unstable air forms tall cumulus and cumulonimbus clouds. It brings heavy showers, thunderstorms, lightning and sometimes hail.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Instability</a:t>
            </a:r>
            <a:endParaRPr lang="en-US" sz="3600" dirty="0"/>
          </a:p>
        </p:txBody>
      </p:sp>
      <p:pic>
        <p:nvPicPr>
          <p:cNvPr id="4" name="Image 0" descr="/home/claude/f4/img/v2/stabil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stable and unstable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Stability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Stability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is stable when a rising parcel becomes colder than the surrounding air. It sinks back to its starting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Stability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Absolute stability occurs when the environmental lapse rate is lower than the SALR. Inversions are the most stable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Stability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Associated 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Stable air gives clear skies or flat layer clouds such as stratus. It brings fog, calm conditions and trapped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stability and instability.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Unstable air keeps rising because it stays warmer; stable air sinks back because it becomes colder.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weather of unstable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cumulonimbus clouds, heavy showers, thunderstorms.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Unsaturated air cools at about ______ °C per 1,000 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Storms come with ______ air.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Fog and smog come with ______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one week, note whether the afternoon is stormy or calm and link it to 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stabilité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Instability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L'instabilité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parcel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particule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Thunderstorm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Saturated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Saturé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Lapse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gradient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Vertical Motions: Stability and Instability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stability and instability. Compare the lapse rates of a rising parcel and the surrounding air. Describe the weather of stable and unstable air.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air rises or sinks and predict the weather that follows.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Atmospheric Instability; Atmospheric Stability.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 one week, note whether the afternoon is stormy or calm and link it to stability.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hot-air balloon.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two graphs.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an afternoon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grey, calm morning.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watch smoke from a kitchen fire.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“Rising above the Inversion” by Pictoscribe -, CC BY-NC-ND 2.0, via Flickr (https://www.flickr.com/photos/70414856@N00/6535713585)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“Beijing smog” by kevin dooley, CC BY 2.0, via Flickr (https://www.flickr.com/photos/12836528@N00/386198516)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2026-09-27T10:31:24Z</dcterms:created>
  <dcterms:modified xsi:type="dcterms:W3CDTF">2026-09-27T10:31:24Z</dcterms:modified>
</cp:coreProperties>
</file>