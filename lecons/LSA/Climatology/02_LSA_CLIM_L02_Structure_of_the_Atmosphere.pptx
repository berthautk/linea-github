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 Structure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Atmosphere as a Centre of Weather and Climate, and the sub-topic is The Atmosphere. The key notions we shall use today are: homosphere, heterosphere, troposphere, stratosphere, mesosphere, thermosphere, tropopause, ozone layer. At the end, you should be able to do this: learners are able to describe the layers of the atmosphere and explain how to protect the ozone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 The Meaning and Composition of the Atmosphere. The question was: List three sources of dust and smoke in your town and say how they affect people.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Sources of dust and smoke in Garoua include the Harmattan wind, untarred roads, bush fires, burning of rubbish and car exhausts. They cause coughs, eye and lung diseases, reduce visibility and dirty houses and clothes.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name and describe the layers of the atmosphere. Number 2: explain how temperature changes in each layer. Number 3: explain the role and depletion of the ozone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atmosphere is mostly nitrogen and oxygen. Ozone is a variable gas.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pilot tells a class that at 10,000 metres the air outside the plane is at −50 °C, although it is 32 °C on the ground in Garoua. The learners wonder why the air gets colder as we go up.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do not know how temperature changes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In which layer do planes fly?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Near the top of the troposphere.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Does the air always get colder upwards?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In some layers it gets warmer.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ozone layer and ourselves: avoid products with CFCs and avoid direct sun rays at midday.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layers of the atmosphere and why the ozone layer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main layers of the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layer do we find weather, clouds and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troposphere (0–12 km).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temperature from the ground to 110 km.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layers does temperature rise with height?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stratosphere and in the thermosphere.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plane flying above the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Planes fly near the tropopause. Why is the air so cold there?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troposphere temperature falls with height, to about −56 °C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ozone hole over Antarctica (in blue).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the ozone layer do? What destroyed part of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absorbs harmful ultraviolet rays. CFC gases from sprays and fridges destroyed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aurora (northern lights) in the upper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These lights appear above 85 km. In which layer are they?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thermosphere (the ionosphere is part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Homosphere.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Heterosphere and Ozone layer.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Layers of the Homosphere. The homosphere is divided into the following layers. On this slide we have Troposphere.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Layers of the Homosphere.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Layers of the Homosphere. On this slide we have Stratosphere and Mesosphere.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layers of the atmosphere.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Chemical and Thermal Characteristics. Each layer has its own chemical and thermal characteristics. On this slide we have Chemical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and Thermal Characteristics. Copy this carefully.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and Thermal Characteristics. On this slide we have Temperature changes.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Chemical and Thermal Characteristics. On this slide we have Isothermal layers.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temperature changes with height.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Heterosphere. The heterosphere includes the following layers. On this slide we have Thermosphere (ionosphere).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Heterosphere. On this slide we have Exosphere.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Ozone Layer. The ozone layer can be studied under three points. On this slide we have Function.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Ozone Layer. On this slide we have Depletion.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Ozone Layer. On this slide we have Measures.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layers of the atmosphere from the ground up.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troposphere, stratosphere, mesosphere and thermosphere.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does temperature rise in the stratosphere?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ozone absorbs ultraviolet rays and warms the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troposphere; number 2, stratosphere; number 3, ozone.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layers of the atmosphere with their heights and one feature of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Solar Radiation.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 STRUCTURE OF THE ATMOSPHERE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Structure of 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 as a Centre of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 Structure of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Homosphere, heterosphere, troposphere, stratosphere, mesosphere, thermosphere, tropopause,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Layers of the atmosphere, their thermal characteristics and the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layers of the atmosphere and explain how to protect the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 The Meaning and Composition of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sources of dust and smoke in your town and say how they affect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Sources of dust and smoke in Garoua include the Harmattan wind, untarred roads, bush fires, burning of rubbish and car exhausts. They cause coughs, eye and lung diseases, reduce visibility and dirty houses and clothes.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and describe the layers of the atmosphere.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temperature changes in each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and depletion of the ozone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atmosphere is mostly nitrogen and oxygen.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Ozone is a variable gas.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pilot tells a class that at 10,000 metres the air outside the plane is at −50 °C, although it is 32 °C on the ground in Garoua. The learners wonder why the air gets colder as we go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do not know how temperature changes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 planes fly?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top of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Does the air always get colder upwards?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In some layers it gets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ozone layer and ourselves: avoid products with CFCs and avoid direct sun rays at midday.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layers of the atmosphere and why the ozone layer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LAYERS OF THE HOMOSPHERE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main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LAYERS OF THE HOMOSPHERE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 we find weather, clouds and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 LAYERS OF THE HOMOSPHERE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 (0–12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emp_profil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from the ground to 110 km.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layers does temperature rise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stratosphere and in the thermosphere.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planewind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plane flying above the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Planes fly near the tropopause. Why is the air so cold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B) THERMAL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 temperature falls with height, to about −56 °C at the top.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OZONE LAYER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ozon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ozone hole over Antarctica (in blue).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OZONE LAYER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ozone layer do? What destroyed part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OZONE LAYER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absorbs harmful ultraviolet rays. CFC gases from sprays and fridges destroyed part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HETEROSPHERE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auror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aurora (northern lights) in the upper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HETEROSPHERE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lights appear above 85 km. In which layer are they?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 HETEROSPHERE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thermosphere (the ionosphere is part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Atmosphere as a Centre of Weather and Climate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Structure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lower part of the atmosphere, up to about 80 km, where the gases are well mixed.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Heterosphere: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upper part of the atmosphere, above about 80 km, where the gases form layers according to their weight.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Ozone layer: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of the stratosphere, between 20 and 30 km, where ozone is concentrated.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Layers of the Homosphere</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homosphere is divided into the following layers: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lowest layer, from the ground to about 8 km at the poles and 16 km at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A) Layers of the Homosphere (continued)</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contains about 75 % of the air and almost all the water vapour, so all weather occurs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Layers of the Homosphere (continued)</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layer from the tropopause to about 50 km. It is calm and dry, and it contains the ozone layer.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layer from about 50 to 80 km. It is the coldest layer, where meteors burn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B) Chemical and Thermal Characteristics</a:t>
            </a:r>
            <a:endParaRPr lang="en-US" sz="31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Each layer has its own chemical and thermal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Chemical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homosphere, nitrogen and oxygen are mixed in the same proportions.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000" b="1" dirty="0">
                <a:solidFill>
                  <a:srgbClr val="990011"/>
                </a:solidFill>
                <a:latin typeface="Times New Roman" pitchFamily="34" charset="0"/>
                <a:ea typeface="Times New Roman" pitchFamily="34" charset="-122"/>
                <a:cs typeface="Times New Roman" pitchFamily="34" charset="-120"/>
              </a:rPr>
              <a:t>B) Chemical and Thermal Characteristics (continued)</a:t>
            </a:r>
            <a:endParaRPr lang="en-US" sz="2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heterosphere, the gases separate: nitrogen below, then oxygen, helium and hydrogen higher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2800" b="1" dirty="0">
                <a:solidFill>
                  <a:srgbClr val="990011"/>
                </a:solidFill>
                <a:latin typeface="Times New Roman" pitchFamily="34" charset="0"/>
                <a:ea typeface="Times New Roman" pitchFamily="34" charset="-122"/>
                <a:cs typeface="Times New Roman" pitchFamily="34" charset="-120"/>
              </a:rPr>
              <a:t>B) Chemical and Thermal Characteristics (continued)</a:t>
            </a:r>
            <a:endParaRPr lang="en-US" sz="28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changes: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troposphere (about 6.5 °C per km) and in the mesosphere. It rises in the stratosphere, because ozone absorbs ultraviolet rays, and in the thermosphere.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000" b="1" dirty="0">
                <a:solidFill>
                  <a:srgbClr val="990011"/>
                </a:solidFill>
                <a:latin typeface="Times New Roman" pitchFamily="34" charset="0"/>
                <a:ea typeface="Times New Roman" pitchFamily="34" charset="-122"/>
                <a:cs typeface="Times New Roman" pitchFamily="34" charset="-120"/>
              </a:rPr>
              <a:t>B) Chemical and Thermal Characteristics (continued)</a:t>
            </a:r>
            <a:endParaRPr lang="en-US" sz="2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Isothermal layers: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are the pauses (tropopause, stratopause, mesopause) where temperature stays the same with height. They separate the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pic>
        <p:nvPicPr>
          <p:cNvPr id="4" name="Image 0" descr="/home/claude/f4/img/v2/temp_profil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temperature changes with height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Heterosphere</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heterosphere includes the following layers: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Thermosphere (ionosphere):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layer above 80 km where temperature rises to over 1,000 °C. Its charged particles reflect radio waves and produce the aurora.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Structure of the Atmosphere</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The Heterosphere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is the outermost layer, above about 500 km, where the air is extremely thin. Gases escape slowly into space from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Ozone Layer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ozone layer can be studied under three points: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absorbs most of the harmful ultraviolet rays of the sun. It protects people from skin cancer and eye diseases and protects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Ozone Layer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Depletion: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Chlorofluorocarbons (CFCs) from old refrigerators, air conditioners and sprays destroy ozone molecules. This created the ozone hole over Antarctica.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Ozone Layer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Montreal Protocol (1987) banned CFCs, and the ozone layer is slowly recovering. People should use ozone-friendly products and protect their skin from strong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layers of the atmosphere from the ground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Troposphere, stratosphere, mesosphere and thermosphere.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temperature rise in the stratosphere?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Ozone absorbs ultraviolet rays and warms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Weather happens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ozone layer is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CFC gases destroy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layers of the atmosphere with their heights and one feature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Solar Radiation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Ozone 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d'ozone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troposphère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Ultraviolet rays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rayons ultraviolets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Boundary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Atmosphere as a Centre of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 Structure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and describe the layers of the atmosphere. Explain how temperature changes in each layer. Explain the role and depletion of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layers of the atmosphere and explain how to protect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Layers of the Homosphere; Chemical and Thermal Characteristics; The Heterosphere;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layers of the atmosphere with their heights and one feature of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four bands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zigzag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cold felt on a mountain.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old fridges and aerosol sprays.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that radio waves bounce on this layer.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“flying” by { pranav }, CC BY 2.0, via Flickr (https://www.flickr.com/photos/29220600@N08/3469129491)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“Sauron's Eye” by sjrankin, CC BY-NC 2.0, via Flickr (https://www.flickr.com/photos/24354425@N03/15252220086)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“Aurora Borealis” by Haukur H., CC BY-NC-ND 2.0, via Flickr (https://www.flickr.com/photos/34699962@N04/3256810738)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2026-09-27T10:31:21Z</dcterms:created>
  <dcterms:modified xsi:type="dcterms:W3CDTF">2026-09-27T10:31:21Z</dcterms:modified>
</cp:coreProperties>
</file>