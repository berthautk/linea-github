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Latitudinal Distribution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Global Distribution of Heat (Temperature). The key notions we shall use today are: latitude, angle of incidence, isotherm, revolution, seasons, length of day. At the end, you should be able to do this: learners are able to describe how temperature changes with latitude and explain the astronomical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Heat Transport. The question was: Give an example of conduction, convection and radiation in your kitchen.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Conduction: the handle of a metal pot becomes hot. Convection: water in the pot moves in currents as it boils. Radiation: we feel the heat of the fire on our face without touching it.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general pattern of temperature on the Earth. Number 2: explain the effect of latitude and the curvature of the Earth. Number 3: explain the effect of revolution on seasons and day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Latitude is the distance north or south of the Equator. The Earth revolves around the Sun in 365¼ days.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in Maroua reads that it is −5 °C in Oslo (Norway) in January, while Maroua has 25 °C. She wonders why places far from the Equator are so cold.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does not know why temperature changes with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is closer to the Equator, Maroua or Oslo?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Maroua (about 10°N); Oslo is about 60°N.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else changes with latitude?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seasons and the length of day and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seasons and adapt our activities to changes in temperature through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the tropics are hot and the poles are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lines of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hottest zone of the Earth? Where are the coldest zones?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the tropics; the coldest are inside the polar circles.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direct rays at the Equator, slanting rays at the poles.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slanting rays give less 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same energy is spread over a larger area and crosses more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Earth goes around the Sun.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the overhead sun move between the tropics during the year?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Because the Earth's axis is tilted (23½°) as it revolves around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where the Sun is overhead at midday.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On 21 June, where is the Sun overhead? Which hemisphere has summer?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 the Tropic of Cancer; the northern hemisphere has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four seasons of temperate 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summer days long and winter days short in Europe?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summer that hemisphere leans towards the Sun, so days are longer and warmer.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Aphelion.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Perihelion and Equinox.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Solstice.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Pattern of Temperature. Temperature varies with latitude in the following way. On this slide we have Equatorial and tropical zones.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Pattern of Temperature. On this slide we have Mid-latitudes and polar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temperature zones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Latitude. Latitude controls temperature through the following factors. On this slide we have Angle of incidence.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Latitude. On this slide we have Curvature and distance.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direct and slanting rays.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Revolution of the Earth. The revolution of the Earth has two main effects. On this slide we have Seasonal change.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Revolution of the Earth. On this slide we have Length of day and night.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apparent movement of the overhead sun.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it hotter at the Equator than at the poles?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sun is high and rays are direct at the Equator; at the poles rays are slanting.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causes the seasons?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tilt of the Earth's axis as it revolves around the Sun.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poles; number 2, isotherm; number 3, Cancer.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January and July temperatures of Douala and Paris and compare the annual range.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Geographical Factors Affecting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LATITUDINAL DISTRIBUTION OF TEMPERATURE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Latitudinal Distribution of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Distribution of Heat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Latitudinal Distribution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Latitude, angle of incidence, isotherm, revolution, seasons, length of day.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General pattern of temperature from the Equator to the poles; astronomical factors (latitude, curvature, distance from the Sun, revolution).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how temperature changes with latitude and explain the astronomical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Heat Transport):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conduction, convection and radiation in your kitchen.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Conduction: the handle of a metal pot becomes hot. Convection: water in the pot moves in currents as it boils. Radiation: we feel the heat of the fire on our face without touching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general pattern of temperature on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latitude and the curvature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revolution on seasons and day length.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 is the distance north or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revolves around the Sun in 365¼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in Maroua reads that it is −5 °C in Oslo (Norway) in January, while Maroua has 25 °C. She wonders why places far from the Equator are so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does not know why temperature changes with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is closer to the Equator, Maroua or Oslo?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Maroua (about 10°N); Oslo is about 60°N.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else changes with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seasons and the length of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seasons and adapt our activities to changes in temperature through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the tropics are hot and the poles are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lines of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hottest zone of the Earth? Where are the coldest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the tropics; the coldest are inside the polar circles.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LATITUDE AND ANGLE OF RAYS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Direct rays at the Equator, slanting rays at the poles.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LATITUDE AND ANGLE OF RAYS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slanting rays give less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LATITUDE AND ANGLE OF RAYS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energy is spread over a larger area and crosses more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REVOLUTION OF THE EARTH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evolu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goes around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REVOLUTION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overhead sun move between the tropics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REVOLUTION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 Earth's axis is tilted (23½°) as it revolves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verhead_su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Where the Sun is overhead at midday.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21 June, where is the Sun overhead? Which hemisphere has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the Tropic of Cancer; the northern hemisphere has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LENGTH OF DAY AND NIGHT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our_seas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seasons of temperate 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LENGTH OF DAY AND NIGHT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summer days long and winter days short in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LENGTH OF DAY AND NIGHT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summer that hemisphere leans towards the Sun, so days are longer and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Distribution of Heat (Temperature)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Latitudinal Distribution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Aphelion: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where the Earth is farthest from the sun (about 152 million km, on 4 July).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Perihelion: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where the Earth is closest to the sun (about 147 million km, on 3 January).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Equinox: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day when the sun is overhead at the Equator and day and night are equal everywhere (21 March, 23 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Solstice: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day when the sun is overhead at a tropic (21 June, 22 December).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Pattern of Temperature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varies with latitude in the following way: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and tropical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Temperatures are high all year, with means of 25–28 °C. The annual range is small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Pattern of Temperature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Mid-latitudes and polar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Temperatures fall towards the poles, where means are below 0 °C. The annual range increases with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Pattern of Temperature</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temperature zones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Astronomical Factors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Latitude</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Latitude controls temperature through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Angle of incidence: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mid-day sun is high near the Equator, so energy is concentrated on a small area. At high latitudes the rays are slanting and spread over a larger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Astronomical Factors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Latitude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Curvature and distance: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 Earth is round, slanting rays cross more atmosphere and lose more energy. The small change in distance from the sun has little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Astronomical Factors</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direct and slanting rays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Astronomical Factors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Revolution of the Earth</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revolution of the Earth has two main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Seasonal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5°, so the overhead sun moves between the Tropic of Cancer and the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Astronomical Factors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Revolution of the Earth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creates summer and winter in the mid-latitudes.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Length of day and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summer, days are longer than nights and places receive more heat. At the Equator day and night are always about 12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Astronomical Factors</a:t>
            </a:r>
            <a:endParaRPr lang="en-US" sz="3600" dirty="0"/>
          </a:p>
        </p:txBody>
      </p:sp>
      <p:pic>
        <p:nvPicPr>
          <p:cNvPr id="4" name="Image 0" descr="/home/claude/f4/img/v2/overhead_su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apparent movement of the overhead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hotter at the Equator than at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high and rays are direct at the Equator; at the poles rays are slanting.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tilt of the Earth's axis as it revolves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falls from the Equator towards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line joining places with the same temperature is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21 June the Sun is overhead at the Tropic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January and July temperatures of Douala and Paris and compare the annual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Geographical Factors Affecting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Isotherm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L'isotherme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L'inclinaison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Annual 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 annuelle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Latitudinal Distribution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general pattern of temperature on the Earth. Explain the effect of latitude and the curvature of the Earth. Explain the effect of revolution on seasons and day length.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how temperature changes with latitude and explain the astronomical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General Pattern of Temperature; Latitude; Revolution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January and July temperatures of Douala and Paris and compare the annual range.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Equator, tropics and polar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shine a torch straight, then slanted.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walk around a lamp holding a tilted ball.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write the four dates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day length in Douala and Oslo.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2026-09-27T10:31:22Z</dcterms:created>
  <dcterms:modified xsi:type="dcterms:W3CDTF">2026-09-27T10:31:22Z</dcterms:modified>
</cp:coreProperties>
</file>