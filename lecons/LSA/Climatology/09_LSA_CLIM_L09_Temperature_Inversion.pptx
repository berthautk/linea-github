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Temperature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Vertical Distribution of Heat in the Atmosphere. The key notions we shall use today are: temperature inversion, surface inversion, upper-air inversion, frost hollow, radiation fog, smog. At the end, you should be able to do this: learners are able to explain temperature inversion and its effects on weather and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Vertical Distribution of Temperature. The question was: Calculate the temperature at the top of Mount Cameroon if it is 28 °C in Limbe.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Mount Cameroon is about 4,040 m high. Temperature falls by 6.5 °C per 1,000 m: 4.04 × 6.5 ≈ 26 °C. The top is about 28 − 26 = 2 °C.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temperature inversion. Number 2: explain the types and causes of inversion. Number 3: explain the effects of inversion, including fog and smog.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Normally temperature falls with height. Cold air is heavy and sinks.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cold mornings in the Bamenda Highlands, the valleys are full of thick fog while the hilltops are clear and sunny. Drivers must go slowly in the valleys.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Fog in the valleys makes driving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fog in the valleys and not on the hills?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Cold air has sunk into the valleys and is trapped below warmer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this situation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temperature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reduce the dangers of inversions: avoid burning waste in the evening and drive carefully in fog.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fog, frost and air pollution in valleys and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normal temperature and an inversion.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an inversion, how does temperature change with height?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rises with height instead of falling.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cold air slides into a valley at night.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cold air collect in valleys at night?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ground cools fast on clear nights; cold, heavy air slides down into the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hilltops above a sea of cloud trapped by an inversion.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fog trapped in the valley?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warm air above acts like a lid and stops the cold air from rising.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frost on plants on a cold morning.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crops in valley bottoms suffer from frost?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coldest air collects in the valley bottom (frost hollow).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smog in a big city (Beijing).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air pollution worse during an inversion?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Smoke cannot rise, so it is trapped near the ground as smog.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Temperature Inversion. A temperature inversion can be understood as follows. On this slide we have Temperature inversion.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normal lapse rate and inversion.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and Causes of Inversion. Inversions are of two main types. On this slide we have Surface (ground) inversion.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and Causes of Inversion. On this slide we have Above-surface inversion.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and Causes of Inversion. On this slide we have Frontal and advection inversions.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Temperature Inversion. Inversions affect weather conditions and man in the following ways. On this slide we have Fog formation.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Temperature Inversion. On this slide we have Frost.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Temperature Inversion. On this slide we have Air pollution and Stable weather.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temperature inversion?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layer of air where temperature rises with height.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effects of inversion on man.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fog makes transport dangerous; smog harms health (frost damages crops).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rises; number 2, hollows; number 3, smog.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the morning sky for three days and note whether smoke rises or lies low.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Nature of Moisture.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9: TEMPERATURE INVERSION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Temperature Inversion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Vertical Distribution of Heat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Temperature Inversion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Temperature inversion, surface inversion, upper-air inversion, frost hollow, radiation fog, smog.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causes and effects of temperature inversion; fog formation.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temperature inversion and its effects on weather and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Vertical Distribution of Temperature):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temperature at the top of Mount Cameroon if it is 28 °C in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is about 4,040 m high. Temperature falls by 6.5 °C per 1,000 m: 4.04 × 6.5 ≈ 26 °C. The top is about 28 − 26 = 2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temperature inversion.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types and causes of inversion.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inversion, including fog and smog.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Normally temperature falls with height.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Cold air is heavy and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cold mornings in the Bamenda Highlands, the valleys are full of thick fog while the hilltops are clear and sunny. Drivers must go slowly in the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Fog in the valleys makes driving dangerous.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fog in the valleys and not on the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air has sunk into the valleys and is trapped below warmer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situation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temperature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Reduce the dangers of inversions: avoid burning waste in the evening and drive carefully in fog.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fog, frost and air pollution in valleys and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nversion_grap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Normal temperature and an inversion.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an inversion, how does temperature change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rises with height instead of falling.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nvers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cold air slides into a valley at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cold air collect in valleys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ground cools fast on clear nights; cold, heavy air slides down into the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FOG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cloudse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Hilltops above a sea of cloud trapped by an inversion.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FOG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fog trapped in the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FOG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warm air above acts like a lid and stops the cold air from rising.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CROPS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fro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Frost on plants on a cold morning.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CROPS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crops in valley bottoms suffer from frost?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CROPS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coldest air collects in the valley bottom (frost hollow).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MAN: POLLUTION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mo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Smog in a big city (Beijing).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MAN: POLLUTION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air pollution worse during an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ON MAN: POLLUTION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Smoke cannot rise, so it is trapped near the ground as smog.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Vertical Distribution of Heat in the Atmosphere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Temperature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Temperature Inversion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temperature inversion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inversion: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situation where temperature increases with height instead of decreasing. A layer of warm air lies above cooler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Temperature Inversion</a:t>
            </a:r>
            <a:endParaRPr lang="en-US" sz="3600" dirty="0"/>
          </a:p>
        </p:txBody>
      </p:sp>
      <p:pic>
        <p:nvPicPr>
          <p:cNvPr id="4" name="Image 0" descr="/home/claude/f4/img/v2/inversion_grap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normal lapse rate and inversion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Causes of Inversion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Inversions are of two main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Surface (ground) inversion: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forms on clear, calm nights when the ground loses heat quickly by radiation and cools the air above it. Cold, heavy air also drains down slopes and collects in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Causes of Inversion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Above-surface inversion: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forms high above the ground, for example when air sinks and warms in a high-pressure area (subsidence inversion). A capping inversion stops clouds from rising.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Causes of Inversion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Frontal and advection inversions: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air can slide over cold air at a front. Warm air moving over a cold surface is also cooled from below.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Temperature Inversion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Inversions affect weather conditions and man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Fog 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air near the ground cools to dew point and fog forms in valleys. Fog reduces visibility and causes road and air accidents.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Temperature Inversion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Valley bottoms become colder than slopes and suffer frost. Farmers plant sensitive crops such as coffee and tea on the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Temperature Inversion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warm layer acts as a lid and traps smoke and dust near the ground. This causes smog and breathing diseases in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Stable weather: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Inversions stop air from rising, so clouds and rain do not form. The weather stays dry and calm.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temperature inversion?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layer of air where temperature rises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inversion on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Fog makes transport dangerous; smog harms health (frost damages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an inversion, temperature ______ with height.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Valley bottoms where frost forms are frost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Smoke and fog trapped together form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morning sky for three days and note whether smoke rises or lies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Nature of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Inversion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L'inversion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brouillard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Smog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smog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vallée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Stable 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L'air stable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Temperature Inversion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temperature inversion. Explain the types and causes of inversion. Explain the effects of inversion, including fog and smog.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temperature inversion and its effects on weather and people.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Temperature Inversion; Types and Causes of Inversion; Effects of Temperature Inversion.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the morning sky for three days and note whether smoke rises or lies low.</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two graphs.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pour water down a slope into a bowl.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morning fog in a valley.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cold mornings in the highlands.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smoke lying low in the morning.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“Rising above the Inversion” by Pictoscribe -, CC BY-NC-ND 2.0, via Flickr (https://www.flickr.com/photos/70414856@N00/6535713585)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“Frosty Morning” by Tom Gill., CC BY-NC-ND 2.0, via Flickr (https://www.flickr.com/photos/10199807@N00/4283143427)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“Beijing smog” by kevin dooley, CC BY 2.0, via Flickr (https://www.flickr.com/photos/12836528@N00/386198516)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2026-09-27T10:31:23Z</dcterms:created>
  <dcterms:modified xsi:type="dcterms:W3CDTF">2026-09-27T10:31:23Z</dcterms:modified>
</cp:coreProperties>
</file>