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7: Geographical Factors Affecting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Energy in the Atmosphere, and the sub-topic is Global Distribution of Heat (Temperature). The key notions we shall use today are: continentality, maritime influence, altitude, aspect, ocean current, heat island, cloud cover. At the end, you should be able to do this: learners are able to explain why places on the same latitude have different temperatures.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Latitudinal Distribution of Temperature. The question was: Find the January and July temperatures of Douala and Paris and compare the annual range.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Douala is about 27 °C in January and 24 °C in July: range about 3 °C. Paris is about 5 °C in January and 20 °C in July: range about 15 °C. Paris has a larger range because it is at a higher latitude with marked seasons.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effect of land, sea and distance from the sea. Number 2: explain the effect of altitude and aspect. Number 3: explain the effect of currents, winds, clouds and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Temperature falls from the Equator to the poles. Warm currents warm coasts.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Douala and Ngaoundéré are both in southern and central Cameroon, but Ngaoundéré is much cooler. Also, Douala has almost the same temperature all year, while Kousseri has very hot and cooler months.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do not know why temperature differs at similar latitudes.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Ngaoundéré cooler?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high on the Adamawa Plateau (about 1,100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Douala have a small range?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near the sea, which keeps the temperature steady.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adapt to temperature differences caused by relief, the sea and towns, for example by planting trees in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explain local differences in temperature in Cameroon and in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monthly temperatures of Douala and N'Djamena.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town has the larger range?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N'Djamena, because it is far from the sea (continentality).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snow on Mount Kilimanjaro near the Equator.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there snow on a mountain near the Equator?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Temperature falls with height (altitude).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sunny slope and a shady slope.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one side of a hill warmer than the other?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sunny slope faces the Sun (aspect) and receives more direct 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warm and cold ocean currents.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coast of Namibia cool and dry?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cold Benguela current cools the air along the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town is warmer than the countryside.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the centre of a town warmer than the countryside?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Concrete and tar store heat, and cars and factories give out heat: an urban heat island.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Adret and Ubac.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Heat island and Temperature lapsing.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Nature of Surface and Distance from the Sea. Land and water heat and cool differently. On this slide we have Land and water.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Nature of Surface and Distance from the Sea. On this slide we have Distance from the sea.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coastal and continental temperatures.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Relief. Relief affects temperature in two ways. On this slide we have Altitude.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Relief. On this slide we have Aspect of slope.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adret and ubac.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Currents, Winds, Clouds and Towns. Other geographical factors include. On this slide we have Ocean currents and winds.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Currents, Winds, Clouds and Towns. On this slide we have Cloud cover.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Currents, Winds, Clouds and Towns. On this slide we have Urbanisation.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are coastal places cooler in summer than inland places?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sea heats slowly and keeps coastal temperatures steady.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geographical factors of temperature.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altitude, distance from the sea, ocean currents (also aspect, winds, clouds, towns).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continentality; number 2, aspect; number 3, heat island.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the temperature of Buea and Limbe and explain the difference.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8: Vertical Distribution of Temperature.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7: GEOGRAPHICAL FACTORS AFFECTING TEMPERATURE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Geographical Factors Affecting Temperature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in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Distribution of Heat (Temperature)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7: Geographical Factors Affecting Temperature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Continentality, maritime influence, altitude, aspect, ocean current, heat island, cloud cover.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Nature of the surface, relief, ocean currents, winds, cloud cover and urbanisation.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places on the same latitude have different temperatures.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Latitudinal Distribution of Temperature):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January and July temperatures of Douala and Paris and compare the annual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is about 27 °C in January and 24 °C in July: range about 3 °C. Paris is about 5 °C in January and 20 °C in July: range about 15 °C. Paris has a larger range because it is at a higher latitude with marked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 of land, sea and distance from the sea.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 of altitude and aspect.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 of currents, winds, clouds and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falls from the Equator to the poles.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Warm currents warm coasts.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Ngaoundéré are both in southern and central Cameroon, but Ngaoundéré is much cooler. Also, Douala has almost the same temperature all year, while Kousseri has very hot and cooler months.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do not know why temperature differs at similar latitudes.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Ngaoundéré cooler?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high on the Adamawa Plateau (about 1,100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Douala have a small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near the sea, which keeps the temperature steady.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Adapt to temperature differences caused by relief, the sea and towns, for example by planting trees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explain local differences in temperature in Cameroon and in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SURFACE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ontinentality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Monthly temperatures of Douala and N'Djamena.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SURFACE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town has the larger range?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NATURE OF SURFACE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N'Djamena, because it is far from the sea (continentality).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 ALTITUDE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kilimanjar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Snow on Mount Kilimanjaro near the Equator.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 ALTITUDE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there snow on a mountain near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 ALTITUDE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falls with height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 ASPECT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spec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sunny slope and a shady slope.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 ASPECT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one side of a hill warmer than the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 ASPECT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sunny slope faces the Sun (aspect) and receives more direct rays.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OCEAN CURRENTS AND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ocean_current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Warm and cold ocean currents.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OCEAN CURRENTS AND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coast of Namibia cool and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OCEAN CURRENTS AND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cold Benguela current cools the air along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URBANISATION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heat_islan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town is warmer than the countryside.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URBANISATION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centre of a town warmer than the countryside?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URBANISATION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Concrete and tar store heat, and cars and factories give out heat: an urban heat island.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Energy in the Atmosphere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Global Distribution of Heat (Temperature)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Geographical Factors Affecting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Adret: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sunny slope of a valley, facing the sun.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Ubac: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shady slope of a valley, turned away from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Heat island: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town area that is warmer than the surrounding countryside.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Temperature lapsing: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fall of temperature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Geographical Factors of Temperature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100" b="1" dirty="0">
                <a:solidFill>
                  <a:srgbClr val="990011"/>
                </a:solidFill>
                <a:latin typeface="Times New Roman" pitchFamily="34" charset="0"/>
                <a:ea typeface="Times New Roman" pitchFamily="34" charset="-122"/>
                <a:cs typeface="Times New Roman" pitchFamily="34" charset="-120"/>
              </a:rPr>
              <a:t>A) Nature of Surface and Distance from the Sea</a:t>
            </a:r>
            <a:endParaRPr lang="en-US" sz="31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Land and water heat and cool differently: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and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heats and cools quickly, while water heats and cools slowly. Coastal places therefore have mild temperatures and small ranges.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Geographical Factors of Temperature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1700" b="1" dirty="0">
                <a:solidFill>
                  <a:srgbClr val="990011"/>
                </a:solidFill>
                <a:latin typeface="Times New Roman" pitchFamily="34" charset="0"/>
                <a:ea typeface="Times New Roman" pitchFamily="34" charset="-122"/>
                <a:cs typeface="Times New Roman" pitchFamily="34" charset="-120"/>
              </a:rPr>
              <a:t>A) Nature of Surface and Distance from the Sea (continued)</a:t>
            </a:r>
            <a:endParaRPr lang="en-US" sz="17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Distance from the sea: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Places far inland have hot summers, cold winters and large ranges; this is continentality. Kousseri has a larger range than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Geographical Factors of Temperature</a:t>
            </a:r>
            <a:endParaRPr lang="en-US" sz="3600" dirty="0"/>
          </a:p>
        </p:txBody>
      </p:sp>
      <p:pic>
        <p:nvPicPr>
          <p:cNvPr id="4" name="Image 0" descr="/home/claude/f4/img/v2/continentality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coastal and continental temperatures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Geographical Factors of Temperature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Relief</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Relief affects temperature in two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falls by about 6.5 °C for every 1,000 m of height. This is why Buea is cooler than Limbe and Mount Kilimanjaro has snow.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Geographical Factors of Temperature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Relief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Aspect of slope: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Slopes facing the sun (adret) are warmer than slopes in the shade (ubac). In the Alps, villages and vineyards are on the adret.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Geographical Factors of Temperature</a:t>
            </a:r>
            <a:endParaRPr lang="en-US" sz="3600" dirty="0"/>
          </a:p>
        </p:txBody>
      </p:sp>
      <p:pic>
        <p:nvPicPr>
          <p:cNvPr id="4" name="Image 0" descr="/home/claude/f4/img/v2/aspec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adret and ubac</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Geographical Factors of Temperature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Currents, Winds, Clouds and Towns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Other geographical factors include: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Ocean currents and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 currents and winds from the sea raise coastal temperatures. Cold currents such as the Benguela and dry desert winds lower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Geographical Factors of Temperature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100" b="1" dirty="0">
                <a:solidFill>
                  <a:srgbClr val="990011"/>
                </a:solidFill>
                <a:latin typeface="Times New Roman" pitchFamily="34" charset="0"/>
                <a:ea typeface="Times New Roman" pitchFamily="34" charset="-122"/>
                <a:cs typeface="Times New Roman" pitchFamily="34" charset="-120"/>
              </a:rPr>
              <a:t>C) Currents, Winds, Clouds and Towns (continued)</a:t>
            </a:r>
            <a:endParaRPr lang="en-US" sz="21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Cloud cover: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Clouds reduce heating by day and reduce cooling at night. Cloudy regions therefore have a small daily range, while deserts have a large 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Geographical Factors of Temperature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C) Currents, Winds, Clouds and Towns (continued)</a:t>
            </a:r>
            <a:endParaRPr lang="en-US" sz="25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Concrete, tar, traffic and factories store and produce heat. City centres can be 2–10 °C warmer than the countryside; this is the urban heat island.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coastal places cooler in summer than inland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sea heats slowly and keeps coastal temperatures steady.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geographical factors of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Altitude, distance from the sea, ocean currents (also aspect, winds, clouds,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effect of distance from the sea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direction a slope faces is its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town warmer than its surroundings is an urban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temperature of Buea and Limbe and explain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Vertical Distribution of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continentalité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Slope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versant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 island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Îlot de chaleur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côte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Cloud cover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nébulosité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Energy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7: Geographical Factors Affecting Temperature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effect of land, sea and distance from the sea. Explain the effect of altitude and aspect. Explain the effect of currents, winds, clouds and towns.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places on the same latitude have different temperatures.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Nature of Surface and Distance from the Sea; Relief; Currents, Winds, Clouds and Towns.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the temperature of Buea and Limbe and explain the difference.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both ranges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Buea and Limbe.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sunny side of a hill.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show Namibia on an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the heat in a market and in a field.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“Kilimanjaro” by ian 1602, CC BY-NC 2.0, via Flickr (https://www.flickr.com/photos/98181641@N00/2179855841)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2026-09-27T10:31:22Z</dcterms:created>
  <dcterms:modified xsi:type="dcterms:W3CDTF">2026-09-27T10:31:22Z</dcterms:modified>
</cp:coreProperties>
</file>