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The Earth's Radiation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The Earth's Heat Budget on a Global Scale. The key notions we shall use today are: heat budget, terrestrial radiation, long-wave radiation, surplus, deficit, balancing mechanisms. At the end, you should be able to do this: learners are able to explain why the tropics gain energy and the poles lose energy, and how heat is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Solar Radiation. The question was: Put a white cloth and a black cloth in the sun for 10 minutes. Touch them and explain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black cloth becomes hotter than the white cloth. Black has a low albedo and absorbs most of the sunlight, while white has a high albedo and reflects it.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heat budget. Number 2: identify zones of positive and negative balance. Number 3: explain the balancing mechanisms.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About half of the sunlight reaches the ground. The Sun is overhead between the tropics.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learner reads that the tropics receive more energy than they lose every year. He asks why the tropics do not become hotter and hotter, and why the poles do not freeze more every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how the Earth keeps its heat in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zone has a surplus of energy?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inter-tropical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the extra heat removed?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Winds and ocean currents carry it towards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why some regions are hot and others cold, and adapt our clothing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the Earth keeps an almost constant average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Earth receives sunlight and gives out heat.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ground gives heat back to the sky as long waves. What is this radiation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Terrestrial (long-wave) radiation.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incoming and outgoing energy by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Between which latitudes is there a surplus? Where is there a deficit?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Surplus between about 38°N and 38°S; deficit towards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rays are direct at the Equator and spread at the poles.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the poles receive less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rays are slanting, so the energy is spread over a large area and crosses more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heat moves from the tropics to the poles.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ways heat is carried to the poles.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Winds (air masses) and warm ocean currents.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tropical cyclone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storms help to share 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carry latent heat from warm tropical seas towards higher latitudes.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Heat budget and Terrestrial radiation.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Net radiation.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Global Heat Budget. For the Earth as a whole, the heat budget is balanced. On this slide we have Incoming radiation.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Global Heat Budget. On this slide we have Outgoing radiation.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incoming and outgoing radiation.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and Negative Balance. The balance is not the same at all latitudes. On this slide we have Surplus zone.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and Negative Balance. On this slide we have Deficit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surplus and deficit by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Differences. The main reasons for these differences are. On this slide we have Angle of the sun's rays.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Differences. On this slide we have Thickness of atmosphere crossed.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Differences. On this slide we have Albedo and day length.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Balancing Mechanisms. Heat is moved from the surplus zone to the deficit zones by. On this slide we have Winds and air masses.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Balancing Mechanisms. On this slide we have Ocean currents and Storms and latent heat.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heat budget?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balance between the energy received and the energy lost by the Earth.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why the tropics do not get hotter every year.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winds and ocean currents carry their extra heat towards the poles.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surplus; number 2, long; number 3,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radiation balance graph and colour the surplus and deficit zones.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Heat Transport.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 THE EARTH'S RADIATION BALANCE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Earth's Radiation Balance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Earth's Heat Budget on a Global Scale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The Earth's Radiation Balance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Heat budget, terrestrial radiation, long-wave radiation, surplus, deficit, balancing mechanisms.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Incoming solar radiation equals outgoing terrestrial radiation; zones of surplus and deficit; reasons and balancing mechanisms.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the tropics gain energy and the poles lose energy, and how heat is shared.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Solar Radiation):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white cloth and a black cloth in the sun for 10 minutes. Touch them and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black cloth becomes hotter than the white cloth. Black has a low albedo and absorbs most of the sunlight, while white has a high albedo and reflects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heat budget.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zones of positive and negative balance.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balancing mechanisms.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About half of the sunlight reaches the ground.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Sun is overhead between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learner reads that the tropics receive more energy than they lose every year. He asks why the tropics do not become hotter and hotter, and why the poles do not freeze more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how the Earth keeps its heat in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zone has a surplus of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inter-tropical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extra heat removed?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and ocean currents carry it towards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why some regions are hot and others cold, and adapt our clothing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the Earth keeps an almost constant average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HEAT BUDGET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receives sunlight and gives out heat.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HEAT BUDGET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gives heat back to the sky as long waves. What is this radiation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HEAT BUDGET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Terrestrial (long-wave)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SURPLUS AND DEFICIT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diation_bal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Incoming and outgoing energy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SURPLUS AND DEFICIT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there a surplus? Where is there a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SURPLUS AND DEFICIT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Surplus between about 38°N and 38°S; deficit towards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DIFFERENCES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Rays are direct at the Equator and spread at the poles.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 poles receive less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 FOR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rays are slanting, so the energy is spread over a large area and crosses more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BALANCING MECHANISMS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heat_transf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Heat moves from the tropics to the poles.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BALANCING MECHANISMS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ways heat is carried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BALANCING MECHANISMS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(air masses) and warm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BALANCING MECHANISMS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hurric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tropical cyclone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BALANCING MECHANISMS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storms help to share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BALANCING MECHANISMS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latent heat from warm tropical seas towards higher latitudes.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Earth's Heat Budget on a Global Scale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The Earth's Radiation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 budget: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balance between the energy the Earth receives from the sun and the energy it loses to space.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Terrestrial 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long-wave radiation given out by the Earth's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incoming and outgoing radiation at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Global Heat Budget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 the Earth as a whole, the heat budget is balanced: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Incoming 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Of 100 units of insolation, about 30 are reflected, 20 absorbed by the air and 50 absorbed by the surface. The surface warms and gives the heat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Global Heat Budget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Outgoing 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sends back the same amount of energy as long waves, by radiation, convection and latent heat. So the Earth does not keep getting warmer or colder on average.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Global Heat Budget</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incoming and outgoing radiation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Positive and Negative Balance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balance is not the same at all latitudes: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Surplus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35° N and 35° S, more energy is received than lost. The inter-tropical zone therefore has a net positive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Positive and Negative Balance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Deficit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Beyond 35° of latitude, the mid-latitudes and polar zones lose more energy than they receive. They have a net negative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Positive and Negative Balance</a:t>
            </a:r>
            <a:endParaRPr lang="en-US" sz="3600" dirty="0"/>
          </a:p>
        </p:txBody>
      </p:sp>
      <p:pic>
        <p:nvPicPr>
          <p:cNvPr id="4" name="Image 0" descr="/home/claude/f4/img/v2/radiation_bal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surplus and deficit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Differences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reasons for these differences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Angle of the sun's rays: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Equator the sun is high, so its rays are concentrated on a small area. Near the poles the rays are slanting and spread over a large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Differences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Thickness of atmosphere crossed: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Slanting rays cross more air and lose more energy by absorption and scattering. Less energy reaches the ground at high latitudes.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Differences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Albedo and day length: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 and ice at the poles reflect much of the insolation. The poles also have months of darkness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Balancing Mechanisms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Heat is moved from the surplus zone to the deficit zones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Winds and air masses: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atmospheric circulation carries about 80 % of the heat towards the poles. Warm tropical air moves poleward and cold polar air moves towards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Balancing Mechanisms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currents like the Gulf Stream carry heat to high latitudes. Cold currents return cool water to the tropics.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Storms and latent heat: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Tropical cyclones and thunderstorms release huge amounts of latent heat. They move energy upwards and polewards.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heat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balance between the energy received and the energy lost by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tropics do not get hotter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and ocean currents carry their extra heat towards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inter-tropical zone has an energy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gives out ______-wave radiation.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Gulf Stream is a warm ocean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radiation balance graph and colour the surplus and deficit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Heat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budget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bilan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Surplus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L'excédent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Balance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Grande longueur d'onde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The Earth's Radiation Balance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heat budget. Identify zones of positive and negative balance. Explain the balancing mechanisms.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the tropics gain energy and the poles lose energy, and how heat is shared.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Global Heat Budget; Positive and Negative Balance; Reasons for the Differences; Balancing Mechanisms.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radiation balance graph and colour the surplus and deficit zones.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feel the heat of a wall after sunset.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two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shine a torch straight and slanted on a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arrows from the Equator to the poles.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the hurricanes of the Caribbean.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“NASA's Aqua Satellite Captures Hurricane Danielle” by NASA Goddard Photo and Video, CC BY 2.0, via nasa (https://www.flickr.com/photos/24662369@N07/4931591817)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2026-09-27T10:31:21Z</dcterms:created>
  <dcterms:modified xsi:type="dcterms:W3CDTF">2026-09-27T10:31:21Z</dcterms:modified>
</cp:coreProperties>
</file>