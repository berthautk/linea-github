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Weather Observation, Prediction, Modification and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Weather Observation. The key notions we shall use today are: weather station, radiosonde, Doppler radar, weather satellite, cloud seeding, synoptic chart, isobar. At the end, you should be able to do this: learners are able to explain how weather is observed, forecast, modified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Tropical Weather Disturbances. The question was: Write five safety rules for a thunderstorm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Stay indoors or in a car; do not shelter under a lone tree; keep away from metal fences and water; unplug electrical appliances; do not use a phone connected to the wall; wait 30 minutes after the last thunder before going 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weather instruments and what they measure. Number 2: explain modern tools of observation (radiosonde, radar, satellite). Number 3: explain weather modification and read a simple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elements: temperature, rain, wind, pressure, humidity. Low pressure brings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a football match in Garoua, the organisers listen to the weather forecast. The forecast says that storms are likely in the afternoon, so they move the match to the morning.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need to know the weather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forecasters know the weather will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use observations, radar, satellites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change the weather?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little, for example by cloud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weather forecasts to plan farming, travel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weather forecasts are made and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basic weather instruments.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instrument measures rain? Which measures pressure?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gauge;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launching a weather balloon with a radiosonde.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radiosonde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pressure, humidity and wind in the upper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Doppler weather radar.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weather radar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rain and storms are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Earth seen from space: satellites watch the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weather satellites useful for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see clouds and storms over large areas with few weather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simple synoptic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weather do you expect under the L? Under the 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 L: clouds and rain. Under H: dry, clear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observation and Weather forecast.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Synoptic chart.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Observation. Weather elements are observed with the following instruments. On this slide we have Ground instruments.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Radiosonde and Doppler radar.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Weather satellites.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Modification. People try to modify the weather in the following ways. On this slide we have Cloud seeding.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On this slide we have Hail suppression and fog dispersal and Hurricane modification.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Mapping. Weather is mapped with synoptic charts. On this slide we have Isobars and symbols.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On this slide we have Reading a chart.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simple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modern tools used to observe the weather.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radiosonde and weather satellite (also Doppler radar).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cloud seeding?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spraying chemicals into clouds to make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gauge; number 2, isobars; number 3, synoptic.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Listen to a weather forecast on radio or TV and write what it says for three regions.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WEATHER OBSERVATION, PREDICTION, MODIFICATION AND MAPPING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Observation, Prediction, Modification and Mapping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station, radiosonde, Doppler radar, weather satellite, cloud seeding, synoptic chart, isobar.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 and instruments; forecasting; weather modification; synoptic charts.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 is observed, forecast, modified and mapped.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Tropical Weather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five safety rules for a thunderstorm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indoors or in a car; do not shelter under a lone tree; keep away from metal fences and water; unplug electrical appliances; do not use a phone connected to the wall; wait 30 minutes after the last thunder before going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weather instruments and what they measure.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modern tools of observation (radiosonde, radar,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weather modification and read a simple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elements: temperature, rain, wind, pressure, humidity.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Low pressure brings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a football match in Garoua, the organisers listen to the weather forecast. The forecast says that storms are likely in the afternoon, so they move the match to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need to know the weather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forecasters know the weather will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observations, radar, satellites and charts.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change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little, for example by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weather forecasts to plan farming, travel and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weather forecasts are made and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INSTRUMENTS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Basic weather instruments.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 Which measures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RADIOSONDE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radioso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Launching a weather balloon with a radiosonde.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RADIOSONDE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radiosonde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RADIOSONDE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pressure, humidity and wind in the upper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RADAR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rad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Doppler weather radar.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RADAR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weather radar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RADAR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rain and storms are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SATELLITES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 satellites watch the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SATELLITES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weather satellites useful for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OBSERVATION: SATELLITES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see clouds and storms over large areas with few weather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ynop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you expect under the L? Under the 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L: clouds and rain. Under H: dry, clear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 Observation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observation: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recording of the elements of weather at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forecast: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prediction of the weather for the coming hours or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Synoptic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weather map showing the weather over a large area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elements are observed with the following instruments: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 instruments: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thermometer measures temperature, the rain gauge rainfall and the barometer pressure. The hygrometer measures humidity and the wind vane and anemometer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Radiosonde: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instrument carried by a balloon into the upper air. It sends back temperature, pressure and humidity by radio.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Doppler radar: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sends radio waves that bounce off raindrops. It shows where rain is falling and how storms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satellites: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photograph clouds and measure temperatures from space. They are very useful over oceans and large regions such as Africa with few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try to modify the weather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seeding: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Silver iodide or salt is sprayed into clouds to help droplets grow and fall as rain. It has been used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Modification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suppression and fog dispersal: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Seeding can make many small hailstones instead of large ones. Fog at airports can be cleared by heating or by seeding.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Hurricane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have tried to weaken hurricanes by seeding. The results are uncertain and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Mapping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is mapped with synoptic charts: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Isobars and symbols: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Isobars join places of equal pressure and show highs and lows. Station symbols show temperature, cloud cover, wind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isobars mean strong winds. Low pressure (L) usually brings clouds and rain, and high pressure (H) brings fair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Mapping</a:t>
            </a:r>
            <a:endParaRPr lang="en-US" sz="3600" dirty="0"/>
          </a:p>
        </p:txBody>
      </p:sp>
      <p:pic>
        <p:nvPicPr>
          <p:cNvPr id="4" name="Image 0" descr="/home/claude/f4/img/v2/synop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simple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modern tools used to observe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Radiosonde and weather satellite (also Doppler radar).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Spraying chemicals into clouds to make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measured with a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pressure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weather map is a ______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a weather forecast on radio or TV and write what it says for three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balloon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ballon-sonde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Radar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radar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météo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seeding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L'ensemencement des nuages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weather instruments and what they measure. Explain modern tools of observation (radiosonde, radar, satellite). Explain weather modification and read a simple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 is observed, forecast, modified and mapped.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Observation; Weather Modification; Weather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Listen to a weather forecast on radio or TV and write what it says for three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instruments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balloon rising.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echoes like a bat.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satellite images on TV.</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isobars around H and 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“wea01144” by NOAA Photo Library, CC BY 2.0, via Flickr (https://www.flickr.com/photos/51647007@N08/5083800180)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“ILX - Central Illinois Doppler Radar - NOAA” by HAM guy, CC BY 2.0, via Flickr (https://www.flickr.com/photos/10728157@N00/363045232)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2026-09-27T10:07:52Z</dcterms:created>
  <dcterms:modified xsi:type="dcterms:W3CDTF">2026-09-27T10:07:52Z</dcterms:modified>
</cp:coreProperties>
</file>