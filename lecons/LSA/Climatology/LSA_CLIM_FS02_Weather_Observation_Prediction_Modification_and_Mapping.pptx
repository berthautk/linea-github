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2: Weather Observation, Prediction, Modification and Mapping.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instruments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balloon rising.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echoes like a bat.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satellite images on TV.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isobars around H and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gauge 2. isobars 3. synoptic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FURTHER STUDY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Observation, Prediction, Modification and Mapping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Observation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Weather Observation, Prediction, Modification and Mapping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station, radiosonde, Doppler radar, weather satellite, cloud seeding, synoptic chart, isobar.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observation and instruments; forecasting; weather modification; synoptic charts.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weather is observed, forecast, modified and mapped.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weather instruments and what they measure.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modern tools of observation (radiosonde, radar, satellite).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weather modification and read a simple synoptic chart.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elements: temperature, rain, wind, pressure, humidity.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pressure brings rain.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 a football match in Garoua, the organisers listen to the weather forecast. The forecast says that storms are likely in the afternoon, so they move the match to the morning.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need to know the weather in advance.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forecasters know the weather will change?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use observations, radar, satellites and charts.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people change the weather?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little, for example by cloud seeding.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weather forecasts are made and used.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nstrum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Basic weather instruments.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instrument measures rain? Which measures pressure?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gauge; barometer.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radioso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Launching a weather balloon with a radiosonde.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radiosonde measure?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pressure, humidity and wind in the upper air.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ra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Doppler weather radar.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weather radar show?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rain and storms are and how they move.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earth_sp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seen from space: satellites watch the clouds.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weather satellites useful for Africa?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see clouds and storms over large areas with few weather stations.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ynop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simple synoptic chart.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do you expect under the L? Under the H?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Under L: clouds and rain. Under H: dry, clear weather.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Observation, Prediction, Modification and Mapping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 Observation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2: Weather Observation, Prediction, Modification and Mapping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forecast: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prediction of the weather for the coming days.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Radiosonde: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set of instruments carried by a balloon to measure the upper air.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Synoptic chart: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weather map showing the weather over a large area at one time.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seeding: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spraying chemicals into clouds to make rain.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Observation and Prediction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 stations: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measure temperature, rain, cloud cover, wind and pressure every day. Instruments include thermometers, rain gauges and barometers.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Modern tools: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Radiosondes measure the upper air, and Doppler radar tracks rain. Satellites watch clouds over the whole Earth.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Observation and Prediction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Prediction: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Computers use these data to forecast the weather. Forecasts help farmers, pilots, sailors and the public.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Modification and Mapping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Modification: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seeding can increase rain a little, and fog can be cleared at airports. Hail suppression and hurricane modification are still being tested.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Synoptic charts: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Isobars join places with equal pressure, and H and L show highs and lows. Symbols show fronts, wind and cloud.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Modification and Mapping (2/2)</a:t>
            </a:r>
            <a:endParaRPr lang="en-US" sz="3600" dirty="0"/>
          </a:p>
        </p:txBody>
      </p:sp>
      <p:pic>
        <p:nvPicPr>
          <p:cNvPr id="13" name="Image 0" descr="/home/claude/f4/img/v2/synop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chart.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modern tools used to observe the weather.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Radiosonde and weather satellite (also Doppler radar).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cloud seeding?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Spraying chemicals into clouds to make rain.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is measured with a rain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Lines of equal pressure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 map is a ______ chart.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Listen to a weather forecast on radio or TV and write what it says for three regions.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3: The Climate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prévision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balloon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ballon-sonde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radar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satellite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carte météo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seeding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L'ensemencement des nuages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Weather Observation, Prediction, Modification and Mapping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weather instruments and what they measure. Explain modern tools of observation (radiosonde, radar, satellite). Explain weather modification and read a simple synoptic chart.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weather is observed, forecast, modified and mapped.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Weather forecast, Radiosonde, Synoptic chart, Cloud seeding; II. Observation and Prediction: Weather stations, Modern tools, Prediction; III. Modification and Mapping: Modification, Synoptic charts.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Listen to a weather forecast on radio or TV and write what it says for three regions.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“wea01144” by NOAA Photo Library, CC BY 2.0, via Flickr (https://www.flickr.com/photos/51647007@N08/5083800180)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“ILX - Central Illinois Doppler Radar - NOAA” by HAM guy, CC BY 2.0, via Flickr (https://www.flickr.com/photos/10728157@N00/363045232)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“Blue Marble, Eastern Hemisphere March 2014” by NASA Goddard Photo and Video, CC BY 2.0, via nasa (https://www.flickr.com/photos/24662369@N07/14990033062)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2026-09-27T04:25:30Z</dcterms:created>
  <dcterms:modified xsi:type="dcterms:W3CDTF">2026-09-27T04:25:30Z</dcterms:modified>
</cp:coreProperties>
</file>