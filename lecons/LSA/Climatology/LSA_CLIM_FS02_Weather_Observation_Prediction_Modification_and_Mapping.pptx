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2: Weather Observation, Prediction, Modification and Mapping.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Climates, and the sub-topic is Weather Observation. The key notions we shall use today are: weather station, radiosonde, Doppler radar, weather satellite, cloud seeding, synoptic chart, isobar. At the end, you should be able to do this: learners are able to explain how weather is observed, forecast, modified and mapped.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Further Study 1: Tropical Weather Disturbances. The question was: Write five safety rules for a thunderstorm in your area.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Stay indoors or in a car; do not shelter under a lone tree; keep away from metal fences and water; unplug electrical appliances; do not use a phone connected to the wall; wait 30 minutes after the last thunder before going out.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We shall correction of the homework; then objectives and recall; then real-life situation and action to take; then learning activities; then board summary; then evaluation, remediation and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name weather instruments and what they measure. Number 2: explain modern tools of observation (radiosonde, radar, satellite). Number 3: explain weather modification and read a simple synoptic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Weather elements: temperature, rain, wind, pressure, humidity. Low pressure brings rain.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Before a football match in Garoua, the organisers listen to the weather forecast. The forecast says that storms are likely in the afternoon, so they move the match to the morning.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People need to know the weather in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How do forecasters know the weather will change?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use observations, radar, satellites and charts.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Can people change the weather?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little, for example by cloud seeding.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weather forecasts to plan farming, travel and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weather forecasts are made and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basic weather instruments.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instrument measures rain? Which measures pressure?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Rain gauge; barometer.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launching a weather balloon with a radiosonde.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does a radiosonde measure?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Temperature, pressure, humidity and wind in the upper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Doppler weather radar.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does a weather radar show?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Where rain and storms are and how they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the Earth seen from space: satellites watch the clouds.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are weather satellites useful for Africa?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see clouds and storms over large areas with few weather stations.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a simple synoptic chart.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weather do you expect under the L? Under the 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Under L: clouds and rain. Under H: dry, clear weather.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DEFINITIONS. The key terms of this lesson are defined as follows. Write each point on a new line, with the key term first.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same part. Write each point on a new line, with the key term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Weather Observation. Weather elements are observed with the following instruments. Write each point on a new line, with the key term first.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same part. Write each point on a new line, with the key term first.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same part. Write each point on a new line, with the key term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weather instruments.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Weather Modification. People try to modify the weather in the following ways. Write each point on a new line, with the key term first.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same part. Write each point on a new line, with the key term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Weather Mapping. Weather is mapped with synoptic charts. Write each point on a new line, with the key term first.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same part. Write each point on a new line, with the key term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simple synoptic chart.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two modern tools used to observe the weather.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radiosonde and weather satellite (also Doppler radar).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cloud seeding?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spraying chemicals into clouds to make rain.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gauge; number 2, isobars; number 3, synoptic.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Listen to a weather forecast on radio or TV and write what it says for three regions.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3: The Climate of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FURTHER STUDY 2: WEATHER OBSERVATION, PREDICTION, MODIFICATION AND MAPPING</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2: Weather Observation, Prediction, Modification and Mapping</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Weather Observation, Prediction, Modification and Mapping</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Weather Observation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2: Weather Observation, Prediction, Modification and Mapping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Weather station, radiosonde, Doppler radar, weather satellite, cloud seeding, synoptic chart, isobar.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Weather observation and instruments; forecasting; weather modification; synoptic charts.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weather is observed, forecast, modified and mapped.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(Further Study 1: Tropical Weather Disturbances):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five safety rules for a thunderstorm in your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Stay indoors or in a car; do not shelter under a lone tree; keep away from metal fences and water; unplug electrical appliances; do not use a phone connected to the wall; wait 30 minutes after the last thunder before going out.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weather instruments and what they measure.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modern tools of observation (radiosonde, radar, satellite).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weather modification and read a simple synoptic chart.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Weather elements: temperature, rain, wind, pressure, humidity.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Low pressure brings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Before a football match in Garoua, the organisers listen to the weather forecast. The forecast says that storms are likely in the afternoon, so they move the match to the morning.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need to know the weather in advance.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forecasters know the weather will change?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use observations, radar, satellites and charts.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Can people change the weather?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little, for example by cloud seeding.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weather forecasts to plan farming, travel and safety.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weather forecasts are made and used.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WEATHER OBSERVATION: INSTRUMENTS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instrumen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Basic weather instruments.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WEATHER OBSERVATION: INSTRUMENTS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instrument measures rain? Which measures pressure?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WEATHER OBSERVATION: INSTRUMENTS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gauge; barometer.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WEATHER OBSERVATION: RADIOSONDE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radiosond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Launching a weather balloon with a radiosonde.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WEATHER OBSERVATION: RADIOSONDE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 radiosonde measure?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WEATHER OBSERVATION: RADIOSONDE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Temperature, pressure, humidity and wind in the upper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WEATHER OBSERVATION: RADAR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rada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Doppler weather radar.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WEATHER OBSERVATION: RADAR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 weather radar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WEATHER OBSERVATION: RADAR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rain and storms are and how they move.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WEATHER OBSERVATION: SATELLITES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earth_space.jp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Earth seen from space: satellites watch the clouds.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WEATHER OBSERVATION: SATELLITES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weather satellites useful for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WEATHER OBSERVATION: SATELLITES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see clouds and storms over large areas with few weather stations.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WEATHER MAPPING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synoptic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simple synoptic chart.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WEATHER MAPPING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weather do you expect under the L? Under the 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WEATHER MAPPING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 L: clouds and rain. Under H: dry, clear weather.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Climates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Weather Observation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2: Weather Observation, Prediction, Modification and Mapping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Weather observation: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measurement and recording of the elements of weather at a place.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Weather forecast: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prediction of the weather for the coming hours or days.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Synoptic chart: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weather map showing the weather over a large area at the same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Weather Observation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Weather elements are observed with the following instruments: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Ground instruments: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thermometer measures temperature, the rain gauge rainfall and the barometer pressure. The hygrometer measures humidity and the wind vane and anemometer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Weather Observation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Radiosonde: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small instrument carried by a balloon into the upper air. It sends back temperature, pressure and humidity by radio.</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Doppler radar: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sends radio waves that bounce off raindrops. It shows where rain is falling and how storms move.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Weather Observation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Weather satellites: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photograph clouds and measure temperatures from space. They are very useful over oceans and large regions such as Africa with few stations.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Weather Observation</a:t>
            </a:r>
            <a:endParaRPr lang="en-US" sz="3600" dirty="0"/>
          </a:p>
        </p:txBody>
      </p:sp>
      <p:pic>
        <p:nvPicPr>
          <p:cNvPr id="4" name="Image 0" descr="/home/claude/f4/img/v2/instrumen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weather instruments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Weather Modification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try to modify the weather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Cloud seeding: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Silver iodide or salt is sprayed into clouds to help droplets grow and fall as rain. It has been used in dry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Weather Modification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Hail suppression and fog dispersal: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Seeding can make many small hailstones instead of large ones. Fog at airports can be cleared by heating or by seeding.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Hurricane modification: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Scientists have tried to weaken hurricanes by seeding. The results are uncertain and costly.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Weather Mapping</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Weather is mapped with synoptic charts: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Isobars and symbols: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Isobars join places of equal pressure and show highs and lows. Station symbols show temperature, cloud cover, wind and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Weather Mapping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Reading a chart: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Close isobars mean strong winds. Low pressure (L) usually brings clouds and rain, and high pressure (H) brings fair weather.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Weather Mapping</a:t>
            </a:r>
            <a:endParaRPr lang="en-US" sz="3600" dirty="0"/>
          </a:p>
        </p:txBody>
      </p:sp>
      <p:pic>
        <p:nvPicPr>
          <p:cNvPr id="4" name="Image 0" descr="/home/claude/f4/img/v2/synoptic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simple synoptic chart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modern tools used to observe the weather.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Radiosonde and weather satellite (also Doppler radar).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cloud seeding?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Spraying chemicals into clouds to make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Rain is measured with a rain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Lines of equal pressure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weather map is a ______ chart.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Listen to a weather forecast on radio or TV and write what it says for three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3: The Climate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Forecast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prévision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Weather balloon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ballon-sonde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Radar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radar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Satellite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satellite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Weather map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carte météo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Cloud seeding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L'ensemencement des nuages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Climates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2: Weather Observation, Prediction, Modification and Mapping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weather instruments and what they measure. Explain modern tools of observation (radiosonde, radar, satellite). Explain weather modification and read a simple synoptic chart.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weather is observed, forecast, modified and mapped.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Weather Observation; Weather Modification; Weather Mapping.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Listen to a weather forecast on radio or TV and write what it says for three regions.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the instruments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a balloon rising.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explain echoes like a bat.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mention satellite images on TV.</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draw isobars around H and L.</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“wea01144” by NOAA Photo Library, CC BY 2.0, via Flickr (https://www.flickr.com/photos/51647007@N08/5083800180)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“ILX - Central Illinois Doppler Radar - NOAA” by HAM guy, CC BY 2.0, via Flickr (https://www.flickr.com/photos/10728157@N00/363045232)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“Blue Marble, Eastern Hemisphere March 2014” by NASA Goddard Photo and Video, CC BY 2.0, via nasa (https://www.flickr.com/photos/24662369@N07/14990033062)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2026-09-27T09:27:35Z</dcterms:created>
  <dcterms:modified xsi:type="dcterms:W3CDTF">2026-09-27T09:27:35Z</dcterms:modified>
</cp:coreProperties>
</file>