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9: Temperature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two 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pour water down a slope into a bowl.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morning fog in a valley.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cold mornings in the highlands.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smoke lying low in the morning.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rises 2. hollows 3. smog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Inversion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 Distribution of Heat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Temperature Inversion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inversion, surface inversion, upper-air inversion, frost hollow, radiation fog, smog.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types, causes and effects of temperature inversion; fog formation.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temperature inversion and its effects on weather and people.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temperature inversion.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types and causes of inversion.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effects of inversion, including fog and smog.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 temperature falls with height.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air is heavy and sinks.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cold mornings in the Bamenda Highlands, the valleys are full of thick fog while the hilltops are clear and sunny. Drivers must go slowly in the valleys.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 in the valleys makes driving dangerous.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fog in the valleys and not on the hills?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Cold air has sunk into the valleys and is trapped below warmer air.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situation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temperature inversion.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fog, frost and air pollution in valleys and towns.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nversion_grap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Normal temperature and an inversion.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an inversion, how does temperature change with height?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rises with height instead of falling.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invers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cold air slides into a valley at night.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cold air collect in valleys at night?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ground cools fast on clear nights; cold, heavy air slides down into the valley.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cloudse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Hilltops above a sea of cloud trapped by an inversion.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fog trapped in the valley?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warm air above acts like a lid and stops the cold air from rising.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fro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Frost on plants on a cold morning.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crops in valley bottoms suffer from frost?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coldest air collects in the valley bottom (frost hollow).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sm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Smog in a big city (Beijing).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air pollution worse during an inversion?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Smoke cannot rise, so it is trapped near the ground as smog.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Inversion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Energy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Vertical Distribution of Heat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9: Temperature Inversion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inversion: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layer of air where temperature rises with height.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Frost hollow: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valley bottom where cold air collects and frost forms.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smoke and fog mixed and trapped near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Causes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Surface inversion: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clear, calm nights the ground loses heat fast. The air near the ground becomes colder than the air above.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Valley inversion: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Cold, heavy air slides down slopes into valleys at night. Warmer air stays above it.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Causes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Upper-air inversion: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sinks and warms in high-pressure areas. A warm layer forms above cooler air, as in the subtropical highs.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Weather: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Inversions make the air stable, so clouds and rain do not form. Fog and mist form in the cold air.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 makes roads and airports dangerous. Frost damages crops in valley bottoms.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Pollution: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Smoke is trapped under the warm layer and forms smog. It causes breathing problems in cities.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(3/3)</a:t>
            </a:r>
            <a:endParaRPr lang="en-US" sz="3600" dirty="0"/>
          </a:p>
        </p:txBody>
      </p:sp>
      <p:pic>
        <p:nvPicPr>
          <p:cNvPr id="13" name="Image 0" descr="/home/claude/f4/img/v2/inversion_grap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graphs.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temperature inversion?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layer of air where temperature rises with height.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of inversion on man.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 makes transport dangerous; smog harms health (frost damages crops).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an inversion, temperature ______ with height.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Valley bottoms where frost forms are frost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Smoke and fog trapped together form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 the morning sky for three days and note whether smoke rises or lies low.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10: Nature of Moisture.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L'inversion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brouillard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smog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Valley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vallée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 air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L'air stable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Temperature Inversion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temperature inversion. Explain the types and causes of inversion. Explain the effects of inversion, including fog and smog.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temperature inversion and its effects on weather and people.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Temperature inversion, Frost hollow, Smog; II. Types and Causes: Surface inversion, Valley inversion, Upper-air inversion; III. Effects: Weather, Man, Pollution.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the morning sky for three days and note whether smoke rises or lies low.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“Rising above the Inversion” by Pictoscribe -, CC BY-NC-ND 2.0, via Flickr (https://www.flickr.com/photos/70414856@N00/6535713585)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“Frosty Morning” by Tom Gill., CC BY-NC-ND 2.0, via Flickr (https://www.flickr.com/photos/10199807@N00/4283143427)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“Beijing smog” by kevin dooley, CC BY 2.0, via Flickr (https://www.flickr.com/photos/12836528@N00/386198516)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2026-09-27T04:25:28Z</dcterms:created>
  <dcterms:modified xsi:type="dcterms:W3CDTF">2026-09-27T04:25:28Z</dcterms:modified>
</cp:coreProperties>
</file>