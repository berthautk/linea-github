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Nature of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Moisture in the Atmosphere, and the sub-topic is Atmospheric Humidity. The key notions we shall use today are: humidity, absolute humidity, relative humidity, saturation, dew point, hygrometer. At the end, you should be able to do this: learners are able to measure and explain humidity and its effects on weather and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Temperature Inversion. The question was: Observe the morning sky for three days and note whether smoke rises or lies low.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On clear, calm mornings the smoke lies low and spreads sideways because of a surface inversion. On windy or sunny afternoons the smoke rises because the air is unstable.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sources and the three states of moisture. Number 2: distinguish absolute and relative humidity. Number 3: explain the factors and importance of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vapour is a variable gas. Evaporation takes in latent heat.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clothes take a long time to dry and people sweat a lot. In Maroua during the dry season, clothes dry in one hour and the lips crack. Both towns can be very hot.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feel different conditions in hot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different between the two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amount of water vapour in the air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clothes dry slowly in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air is almost saturated, so evaporation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knowledge of humidity to dry crops well and to protect our health in humid or very dry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humidity, which controls clouds, rain and our 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water evaporates and returns as rain.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water vapour in the air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from seas, lakes, rivers and soil, and transpiration from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ice cubes melting into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three states of water. Which one is invisible?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Solid (ice), liquid (water), gas (water vapour). Water vapour is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maximum water vapour a cubic metre of air can 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Air at 30 °C holds 15 g of vapour. What is its relative humidity?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15 ÷ 30 × 100 = 50 %.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sling hygrometer (wet and dry bulb thermometers).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wet bulb show a lower temperature than the dry bulb?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evaporates from the wet bulb and cools it; the drier the air, the bigger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humid equatorial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humidity high in equatorial forests?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temperature, much rain and much transpiration from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Sources of Moisture. Atmospheric moisture can be understood as follows. On this slide we have Humidity.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Sources of Moisture. On this slide we have 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Three States of Moisture. Water exists in the atmosphere in three states. On this slide we have Gas (water vapour).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Three States of Moisture. On this slide we have Liquid and Solid.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water changes state in the water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Atmospheric Humidity. Humidity is expressed in two main ways. On this slide we have Absolute humidity.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Atmospheric Humidity. On this slide we have Relative humidity (RH).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Atmospheric Humidity. On this slide we have Measurement.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relative humidity.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Factors and Relevance. Humidity varies in space and depends on several factors. On this slide we have Spatial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Factors and Relevance.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Factors and Relevance. On this slide we have Relevance to weather and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absolute and relative humidity.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absolute: grams of vapour per m³; relative: actual vapour as a percentage of the maximum.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to relative humidity when air warms?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falls, because warm air can hold more vapour.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saturated; number 2, hygrometer; number 3,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Wet two pieces of cloth; dry one in the sun and one in a closed room.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Forms of Condensation and Precipitation.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NATURE OF MOISTURE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gif"/><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Nature of Moisture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Moisture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Humidity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Nature of Moisture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Humidity, absolute humidity, relative humidity, saturation, dew point, hygrometer.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Sources and states of moisture; absolute and relative humidity; distribution and factors; relevance.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and explain humidity and its effects on weather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Temperature Inversion):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morning sky for three days and note whether smoke rises or lies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clear, calm mornings the smoke lies low and spreads sideways because of a surface inversion. On windy or sunny afternoons the smoke rises because the air is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sources and the three states of moisture.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absolute and relative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importance of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vapour is a variable gas.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Evaporation takes in latent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clothes take a long time to dry and people sweat a lot. In Maroua during the dry season, clothes dry in one hour and the lips crack. Both towns can be 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feel different conditions in hot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different between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water vapour in the air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clothes dry slowly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almost saturated, so evaporation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knowledge of humidity to dry crops well and to protect our health in humid or very dry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humidity, which controls clouds, rain and our comfort.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water evaporates and returns as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vapour in the air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from seas, lakes, rivers and soil, and transpiration from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THREE STATES OF MOISTURE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ic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Ice cubes melting into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THREE STATES OF MOISTURE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states of water. Which one is invisible?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THREE STATES OF MOISTURE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Solid (ice), liquid (water), gas (water vapour). Water vapour is invisible.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HUMIDITY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umid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Maximum water vapour a cubic metre of air can 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at 30 °C holds 15 g of vapour. What is its relative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 30 × 100 = 50 %.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MEASURING HUMIDITY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hygro.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sling hygrometer (wet and dry bulb thermometers).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MEASURING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wet bulb show a lower temperature than the dry bulb?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MEASURING HUMIDITY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evaporates from the wet bulb and cools it; the drier the air, the bigger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SPATIAL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humid equatorial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humidity high in equatorial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temperature, much rain and much transpiration from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Moisture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Atmospheric Humidity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Nature of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Sources of Moisture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Atmospheric moisture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of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Sources of Moisture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comes from evaporation from oceans, lakes, rivers and wet soil, and from transpiration by plants. Together these are called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Three States of Moisture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exists in the atmosphere in three states: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 (water vapour):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invisible and forms when water evaporates. It changes back into liquid by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Three States of Moisture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Liquid: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as cloud droplets, fog, rain and dew. It changes into ice by freezing.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as ice, snow and hail. Ice can change directly into vapour by sublimation, and vapour directly into ice by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Three States of Moisture</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water changes state in the water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Atmospheric Humidity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Humidity is expressed in two main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Absolute 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mass of water vapour in a volume of air, in g/m³. It is high over warm oceans and low over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Atmospheric Humidity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Relative humidity (RH):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of vapour in the air compared with the maximum it can hold at that temperature, in %. RH = actual vapour ÷ maximum vapour × 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Atmospheric Humidity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Humidity is measured with a hygrometer (wet and dry bulb thermometers). The bigger the difference between the two, the drier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Atmospheric Humidity</a:t>
            </a:r>
            <a:endParaRPr lang="en-US" sz="3600" dirty="0"/>
          </a:p>
        </p:txBody>
      </p:sp>
      <p:pic>
        <p:nvPicPr>
          <p:cNvPr id="4" name="Image 0" descr="/home/claude/f4/img/v2/humid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relative humidity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Distribution, Factors and Relevance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Humidity varies in space and depends on several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Humidity is high near the Equator and over oceans, and low in deserts and polar regions. In Cameroon it is high in Douala and low in Maroua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Distribution, Factors and Relevance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water bodies, vegetation and winds control humidity. When temperature rises, relative humidity falls, because warm air can hold more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Distribution, Factors and Relevance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Relevance to weather and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Humidity is the source of clouds and rain and keeps the Earth warm. High humidity makes people feel hot and sticky, while very dry air cracks the skin and lips.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absolute and relative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Absolute: grams of vapour per m³; relative: actual vapour as a percentage of the maximum.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relative humidity when air warms?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 because warm air can hold more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Air holding all the vapour it can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Humidity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Warm air holds ______ vapour than cold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two pieces of cloth; dry one in the sun and one in a closed room.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Forms of Condensation and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saturation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Hygrometer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L'hygromètre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Moisture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Nature of Moisture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sources and the three states of moisture. Distinguish absolute and relative humidity. Explain the factors and importance of humidity.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and explain humidity and its effects on weather and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Sources of Moisture; The Three States of Moisture; Types of Atmospheric Humidity; Distribution, Factors and Relevance.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Wet two pieces of cloth; dry one in the sun and one in a closed room.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water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ice, water and steam from a kettle.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blow on a wet hand: it feels cold.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Douala and Maroua.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“Thrice” by mpardo.photo, CC0 1.0, via Flickr (https://www.flickr.com/photos/130551911@N05/16875162129)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“Sling hydrometer used on 1953 Mount Everest expedition” by G H Zeal Limited, CC BY-NC-SA 4.0, via sciencemuseum (https://collection.sciencemuseumgroup.org.uk/objects/co8593941/sling-hydrometer-used-on-1953-mount-everest-expedition)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2026-09-27T10:31:23Z</dcterms:created>
  <dcterms:modified xsi:type="dcterms:W3CDTF">2026-09-27T10:31:23Z</dcterms:modified>
</cp:coreProperties>
</file>