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Micro-climates.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micro-climate, urban climate, heat island, lakeside climate, forest climate. At the end, you should be able to do this: learners are able to describe micro-climates and explain the climate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Tropical Weather Disturbances. The question was: Write five safety rules for a thunderstorm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Stay indoors or in a car; do not shelter under a lone tree; keep away from metal fences and water; unplug electrical appliances; do not use a phone connected to the wall; wait 30 minutes after the last thunder before going out.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micro-climate. Number 2: classify micro-climates (urban, mountain, lakeside, forest). Number 3: explain the characteristics and factors of urban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are warmer than the countryside. Sea breezes cool coastal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Yaoundé, it feels hotter in the city centre at Poste Centrale than in the forest at Mefou. On the shores of the Lagdo Lake, people say the air is cooler in the afternoon.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changes over short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climate of a small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micro-climate.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city centre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Buildings and tar store heat, and there are few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the climate of our towns by planting trees and creating green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small places where we live, especially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centre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the climate of a city centre different from the countryside?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Buildings, roads and traffic change heat, wind and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urban heat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much warmer can a city centre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3 to 5 °C warmer, especially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douala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other features of urban climates.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haze and pollution, weaker winds, sometimes more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Kamburu,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cooler near a lake in the afternoon?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lake stays cooler than the land and gives a lake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inside an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is the climate inside a forest different?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shady, cooler by day, more humid and calm.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of Micro-climates. Micro-climates can be understood as follows. On this slide we have Micro-climate.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of Micro-climates. On this slide we have Meso-climate and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Climates. The characteristics of urban climates are. On this slide we have Higher temperatures.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Climates. On this slide we have Humidity and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Climates. On this slide we have Winds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urban heat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Climates. Urban climates are caused by the following factors. On this slide we have Building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On this slide we have Human activities.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On this slide we have Lack of vegetation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Lakeside and Forest Climates. Other micro-climates include. On this slide we have Lakeside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Lakeside and Forest Climates. On this slide we have Forest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micro-climate?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climate of a small area that differs from the area around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characteristics of urban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warmer (heat island), more pollution, weaker winds (sometimes more 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micro-climate; number 2, heat island; number 3, humid.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Measure the temperature at noon in a sunny yard and under a tree.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Mountain 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MICRO-CLIMATES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Micro-climates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Micro-climates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Micro-climate, urban climate, heat island, lakeside climate, forest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micro-climates; characteristics and factors of urban 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micro-climates and explain the climate of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Tropical Weather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five safety rules for a thunderstorm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indoors or in a car; do not shelter under a lone tree; keep away from metal fences and water; unplug electrical appliances; do not use a phone connected to the wall; wait 30 minutes after the last thunder before going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micro-climate.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micro-climates (urban, mountain, lakeside,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characteristics and factors of urban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warmer than the countryside.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Sea breezes cool coastal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Yaoundé, it feels hotter in the city centre at Poste Centrale than in the forest at Mefou. On the shores of the Lagdo Lake, people say the air is cooler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changes over short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climate of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city centre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and tar store heat, and there are few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the climate of our towns by planting trees and creating green spaces.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small places where we live, especially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centre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climate of a city centre different from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roads and traffic change heat, wind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HEAT ISLAND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HEAT ISLAND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warmer can a city centre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HEAT ISLAND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 to 5 °C warmer, especially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OTHER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OTHER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features of urban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 OTHER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haze and pollution, weaker winds, sometimes more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LAKESIDE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ak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Kamburu,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LAKESIDE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near a lake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LAKESIDE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lake stays cooler than the land and gives a lake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FOREST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Inside an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FOREST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climate inside a forest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FOREST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shady, cooler by day, more humid and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Micro-climates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Micro-climates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small area, such as a town, a forest or a lakeside, which differs from the climate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Micro-climates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medium-sized area, such as a valley or a mountain range.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Micro-climates include urban, mountain, lakeside and forest climates. They are caused by local surfaces and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characteristics of urban climates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Higher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than the countryside, especially at night; this is the urban heat island. The difference can reach 2–10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and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 humidity is lower because there are few plants and water drains away quickly. Convectional storms can be more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Winds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slow the wind but create strong gusts between tall buildings. Smoke and dust give more fog and smog.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Urban Climates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climates are caused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tar and iron sheets absorb heat by day and release it at night. Their low albedo increases heating.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Factors of Urban Climates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factories and air conditioners produce heat and pollution. Pollution traps heat and adds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Climates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Factors of Urban Climates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vegetation and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evapotranspiration to cool the air. Drains remove rainwater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Lakeside and Forest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micro-climates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Lakeside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heat and cool slowly, so lakeside areas have smaller temperature ranges and lake breezes. Humidity and fog are higher, as around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Lakeside and Forest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 the forest canopy it is cooler, darker and more humid than outside. The wind is weak and the daily range is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of a small area that differs from the area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urban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Warmer (heat island), more pollution, weaker winds (sometimes more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climate of a small area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are warmer because of the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are cooler and more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temperature at noon in a sunny yard and under a tree.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Micro-climate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microclimat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Îlot de chaleur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Micro-climates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micro-climate. Classify micro-climates (urban, mountain, lakeside, forest). Explain the characteristics and factors of urban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micro-climates and explain the climate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of Micro-climates; Urban Climates; Factors of Urban Climates; Lakeside and Forest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the temperature at noon in a sunny yard and under a tree.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the town centre and a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heat dome over a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traffic smoke.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the Lagdo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walking into a forest.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Kamburu” by World Bank Photo Collection, CC BY-NC-ND 2.0, via Flickr (https://www.flickr.com/photos/10816734@N03/25644146245)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2026-09-28T22:18:58Z</dcterms:created>
  <dcterms:modified xsi:type="dcterms:W3CDTF">2026-09-28T22:18:58Z</dcterms:modified>
</cp:coreProperties>
</file>