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micro-climate, urban climate, urban heat island, anthropogenic heat, evapotranspiration, urban canyon, lakeside climate, forest climate. At the end, you should be able to do this: learners are able to explain micro-climates, especially why the centre of Garoua is hotter than its outskirts, and propose ways to reduce urban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Tropical Weather Disturbances. The question was: Define a micro-climate.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micro-climate is the climate of a small area that differs from the climate of the surrounding region.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micro-climate. Number 2: classify micro-climates. Number 3: describe the characteristics of urban climates. Number 4: explain the factors of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Tar and concrete absorb heat. Plants cool the air by transpiration. Climate is controlled by several factors.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very hot May afternoon, you leave your family's compound in Roumdé Adjia, with many trees and bare ground, and take a moto-taxi to the Grand Marché in the centre of Garoua. As you approach the market, the air becomes hotter and more suffocating; heat rises from the tarred roads and concrete buildings. You ask: "Why does such a short distance make such a big difference in temperature?"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micro-climates and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climate of a small area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micro-climate.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town centre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concrete, engines and few trees create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and green spaces in town, and use light-coloured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local differences of climate and to plan cooler, healthier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types of micro-climates.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types of micro-climates.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mountain, lakeside or forest micro-climates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lakeside.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air near Lake Lagdo cooler and more humid?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evaporates and heats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the urban heat island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night, when buildings and roads release stored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of a city drier?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fewer plants and less open water, so less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give shade and cool the air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Micro-climate.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Meso-climate and Heat island.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Anthropogenic heat.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Micro-climates. Micro-climates are explained as follows. Copy the point on Micro-climate on the left, then draw the diagram on the right: types of micro-climates.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Micro-climates. Copy the point on Micro- and meso-climates: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Micro-climates. Micro-climates are classified into the following types. Copy the point on Urban climate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Micro-climates. Copy the point on Mountain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Lakeside climate on the left, then draw the diagram on the right: a lake shore.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Forest climate on the left, then draw the diagram on the right: a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Urban Climates. Compared with the countryside, towns have the following climatic characteristics. Copy the point on Higher temperatures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Lower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Urban Climates. Copy the point on Modified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More pollution and more rain on the left, then draw the diagram on the right: the urban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Climates. The urban climate is explained by the following factors. Copy the point on Artificial surfaces: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Anthropogenic heat: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Reduced evapotranspiration: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Climates. Copy the point on Urban geometry: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heat island, and give two of its causes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is warmer than the countryside; causes: tar and concrete, heat from vehicles and generators, few trees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an urban climate and a rural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towns are warmer, drier, less windy and more polluted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micro-climate; number 2, island; number 3, anthropogenic.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with altitude.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Mountain Climates.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MICRO-CLIMATES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Micro-climates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Micro-climates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Micro-climate, urban climate, urban heat island, anthropogenic heat, evapotranspiration, urban canyon, lakeside climate, forest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micro-climates; characteristics of urban climates; factors of the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Tropical Weather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micro-climate.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micro-climates.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urban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 and concrete absorb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cool the air by transpiration.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controlled by several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very hot May afternoon, you leave your family's compound in Roumdé Adjia, with many trees and bare ground, and take a moto-taxi to the Grand Marché in the centre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approach the market, the air becomes hotter and more suffocating; heat rises from the tarred roads and concrete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such a short distance make such a big difference in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micro-climates and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a small area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centre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concrete, engines and few trees create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and green spaces in town, and use light-coloured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local differences of climate and to plan cooler, healthier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micro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micro-climates.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mountain, lakeside or forest micro-climates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ak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lakeside.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near Lake Lagdo cooler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evaporates and heats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urban heat island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when buildings and roads release stored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a city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plants and less open water, so less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give shade and cool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Micro-climates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that differs from the climate of the surrounding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medium-sized area, such as a town, a valley or a lake shore, a few kilometres to tens of kilometres wide.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higher temperature of a town compared with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released by human activities (vehicles, machines, air conditioners).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Micro-climates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Micro-climate: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micro-climate is the special climate of a small area, from a few metres to a few kilometres, such as a garden, a forest clearing or a street. It differs from the regional climate because of local surfaces, relief, water or vegetation.</a:t>
            </a:r>
            <a:endParaRPr lang="en-US" sz="2800" dirty="0"/>
          </a:p>
        </p:txBody>
      </p:sp>
      <p:pic>
        <p:nvPicPr>
          <p:cNvPr id="5" name="Image 0" descr="/home/claude/f4/img/v2/clim2_micro_typ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micro-climates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Micro-climates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 and meso-climates: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larger area, such as a whole town or a valley, is called a meso-climate. In practice, both are studied together as local climates, different from the macro-climate of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Micro-climates are classified into the following types: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Urban climate: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climate of a town is warmer, drier and more polluted than that of the surrounding countryside. It is created by buildings, roads, vehicles and industries.</a:t>
            </a:r>
            <a:endParaRPr lang="en-US" sz="3400" dirty="0"/>
          </a:p>
        </p:txBody>
      </p:sp>
      <p:pic>
        <p:nvPicPr>
          <p:cNvPr id="5"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mountain, temperature and rainfall change with altitude and with the side of the slope. Each level therefore has its own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Lakeside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Along a large lake, such as Lake Lagdo or Lake Chad, the water keeps the air cooler by day and more humid. Lake breezes blow onto the shore in the afternoon.</a:t>
            </a:r>
            <a:endParaRPr lang="en-US" sz="3600" dirty="0"/>
          </a:p>
        </p:txBody>
      </p:sp>
      <p:pic>
        <p:nvPicPr>
          <p:cNvPr id="5" name="Image 0" descr="/home/claude/f4/img/v2/lsa_lak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lake shore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Micro-climates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Inside a forest, the trees block the sun and the wind and release water vapour. The air is therefore shady, cool, humid and calm, with a small daily range of temperature.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Compared with the countryside, towns have the following climatic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Higher temperatures: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are warmer than the countryside, especially at night, by 2 to 5 °C in large cities. This is the urban heat island, strongest in the town centre.</a:t>
            </a:r>
            <a:endParaRPr lang="en-US" sz="3200" dirty="0"/>
          </a:p>
        </p:txBody>
      </p:sp>
      <p:pic>
        <p:nvPicPr>
          <p:cNvPr id="5" name="Image 0" descr="/home/claude/f4/img/v2/heat_islan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runs quickly into drains, and there are few plants and little open water. As a result, there is less evapotranspiration and the air is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slow down the wind, so towns are generally calmer. However, wind can be channelled and strengthened in narrow streets between tall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Urban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More pollution and more rain: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Dust, smoke and gases from vehicles, generators and factories are concentrated over towns. These particles and the extra heat can trigger more convectional storms over and downwind of large cities.</a:t>
            </a:r>
            <a:endParaRPr lang="en-US" sz="3400" dirty="0"/>
          </a:p>
        </p:txBody>
      </p:sp>
      <p:pic>
        <p:nvPicPr>
          <p:cNvPr id="5" name="Image 0" descr="/home/claude/f4/img/v2/clim2_urba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climate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Artificial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concrete and bricks absorb much solar energy by day and release it slowly at night. They also make rainwater run off quickly, so less water is available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Anthropogenic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moto-taxis, generators, air conditioners, factories and crowds all release heat. In big cities, this heat can equal a large part of the energy received from the sun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Reduced 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few trees, gardens and open soils. The energy that would be used to evaporate water is used instead to warm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of Urban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geometry: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narrow streets form urban canyons that trap the heat radiated by walls and roads. They also block the wind that could carry this heat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heat island, and give two of its causes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warmer than the countryside; causes: tar and concrete, heat from vehicles and generators, few trees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an urban climate and a rural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drier, less windy and more polluted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from vehicles and machines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Micro-climate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microclimat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space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L'espace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micro-climate. Classify micro-climates. Describe the characteristics of urban climates. Explain the factors of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micro-climates, especially why the centre of Garoua is hotter than its outskirts, and propose ways to reduce urban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Micro-climates; Classification of Micro-climates; Characteristics of Urban Climates;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micro-climates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lakeside.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temperature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street and a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stand in the sun and in the shade of a mango tree.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Kamburu” by World Bank Photo Collection, CC BY-NC-ND 2.0, via Flickr (https://www.flickr.com/photos/10816734@N03/25644146245)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2026-10-06T05:43:45Z</dcterms:created>
  <dcterms:modified xsi:type="dcterms:W3CDTF">2026-10-06T05:43:45Z</dcterms:modified>
</cp:coreProperties>
</file>