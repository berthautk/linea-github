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20: Micro-climates.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Climates, and the sub-topic is Concept of Micro-climate. The key notions we shall use today are: micro-climate, urban climate, urban heat island, anthropogenic heat, evapotranspiration, urban canyon, lakeside climate, forest climate. At the end, you should be able to do this: learners are able to explain micro-climates, especially why the centre of Garoua is hotter than its outskirts, and propose ways to reduce urban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1: Tropical Weather Disturbances. The question was: Define a micro-climate.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micro-climate is the climate of a small area that differs from the climate of the surrounding region.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a micro-climate. Number 2: classify micro-climates. Number 3: describe the characteristics of urban climates. Number 4: explain the factors of the urban heat island.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Tar and concrete absorb heat. Plants cool the air by transpiration. Climate is controlled by several factors.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very hot May afternoon, you leave your family's compound in Roumdé Adjia, with many trees and bare ground, and take a moto-taxi to the Grand Marché in the centre of Garoua. As you approach the market, the air becomes hotter and more suffocating; heat rises from the tarred roads and concrete buildings. You ask: "Why does such a short distance make such a big difference in temperature?"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understand micro-climates and the urban heat island.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climate of a small area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micro-climate.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town centre hotter?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Tar, concrete, engines and few trees create an urban heat island.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and protect trees and green spaces in town, and use light-coloured roofs.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local differences of climate and to plan cooler, healthier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types of micro-climates.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types of micro-climates.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Urban, mountain, lakeside or forest micro-climates (any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lakeside.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air near Lake Lagdo cooler and more humid?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water evaporates and heats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urban heat island.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When is the urban heat island strongest?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 night, when buildings and roads release stored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large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air of a city drier?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are fewer plants and less open water, so less evapotranspiration.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it cooler under trees?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Trees give shade and cool the air by transpiration.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Micro-climate.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Urban heat island and Anthropogenic heat.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Evapotranspiration.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Classification of Micro-climates. Micro-climates are classified as follows. Copy the point on Urban climate on the left, then draw the diagram on the right: types of micro-climates.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Classification of Micro-climates. On this slide we have Mountain climate.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Lakeside climate on the left, then draw the diagram on the right: a lakeside.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Forest climate on the left, then draw the diagram on the right: a forest.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Urban Climates. Compared with the countryside, towns have the following characteristics. Copy the point on Higher temperatures on the left, then draw the diagram on the right: the urban heat island.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Urban Climates. On this slide we have Lower humidity, Different winds and More pollution.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Slightly more rain on the left, then draw the diagram on the right: town and countryside compared.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the Urban Heat Island. The urban heat island is caused by the following factors. Copy the point on Surfaces on the left, then draw the diagram on the right: a large city.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the Urban Heat Island. On this slide we have Anthropogenic heat and Reduced evapotranspiration.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the Urban Heat Island. On this slide we have Urban geometry and Solutions.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urban heat island, and give two of its causes in Garoua?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town is warmer than the countryside; causes: tar and concrete, heat from vehicles and generators, few trees (any two).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differences between an urban climate and a rural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towns are warmer, drier, less windy and more polluted (any two).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micro-climate; number 2, island; number 3, anthropogenic.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State how temperature changes with altitude.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21: Mountain Climates.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20: MICRO-CLIMATES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Micro-climates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Concept of Micro-climate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20: Micro-climates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Micro-climate, urban climate, urban heat island, anthropogenic heat, evapotranspiration, urban canyon, lakeside climate, forest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classification of micro-climates; characteristics of urban climates; factors of the urban heat island.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micro-climates, especially why the centre of Garoua is hotter than its outskirts, and propose ways to reduce urban heat.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1: Tropical Weather Disturbances):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micro-climate.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micro-climate is the climate of a small area that differs from the climate of the surrounding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micro-climate.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micro-climates.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urban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the urban heat island.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Tar and concrete absorb heat.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cool the air by transpiration.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Climate is controlled by several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very hot May afternoon, you leave your family's compound in Roumdé Adjia, with many trees and bare ground, and take a moto-taxi to the Grand Marché in the centre of Garoua.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 you approach the market, the air becomes hotter and more suffocating; heat rises from the tarred roads and concrete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"Why does such a short distance make such a big difference in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understand micro-climates and the urban heat island.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climate of a small area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micro-climate.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town centre hotter?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Tar, concrete, engines and few trees create an urban heat island.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and protect trees and green spaces in town, and use light-coloured roofs.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local differences of climate and to plan cooler, healthier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lim2_micro_types.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micro-climates.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types of micro-climates.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Urban, mountain, lakeside or forest micro-climates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lak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lakeside.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air near Lake Lagdo cooler and more humid?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evaporates and heats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heat_islan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urban heat island.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is the urban heat island strongest?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night, when buildings and roads release stored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large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air of a city drier?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fewer plants and less open water, so less evapotranspiration.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cooler under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give shade and cool the air by 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Concept of Micro-climate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Micro-climates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Micro-climate: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climate of a small area that differs from the climate of the surrounding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heat island: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higher temperature of a town compared with the surrounding countryside.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Anthropogenic heat: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heat released by human activities (vehicles, machines, air conditioners).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Evapotranspiration: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combined loss of water by evaporation and by plant 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Micro-climates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Micro-climates are classified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Urban climate: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climate of a town, warmer, drier and more polluted than the countryside.</a:t>
            </a:r>
            <a:endParaRPr lang="en-US" sz="3600" dirty="0"/>
          </a:p>
        </p:txBody>
      </p:sp>
      <p:pic>
        <p:nvPicPr>
          <p:cNvPr id="5" name="Image 0" descr="/home/claude/f4/img/v2/clim2_micro_types.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types of micro-climates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Micro-climates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Mountain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Conditions vary with altitude and with the side of the mountain.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Micro-climates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Lakeside climate: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Along a large lake such as Lake Lagdo, the air is cooler and more humid.</a:t>
            </a:r>
            <a:endParaRPr lang="en-US" sz="3600" dirty="0"/>
          </a:p>
        </p:txBody>
      </p:sp>
      <p:pic>
        <p:nvPicPr>
          <p:cNvPr id="5" name="Image 0" descr="/home/claude/f4/img/v2/lsa_lak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lakeside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Micro-climates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Forest climate: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Inside a forest, the air is shady, cool, humid and calm.</a:t>
            </a:r>
            <a:endParaRPr lang="en-US" sz="3600" dirty="0"/>
          </a:p>
        </p:txBody>
      </p:sp>
      <p:pic>
        <p:nvPicPr>
          <p:cNvPr id="5" name="Image 0" descr="/home/claude/f4/img/v2/f2t_rainfores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forest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of Urban Climates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Compared with the countryside, towns have the following characteristics: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Higher temperatures: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Towns are warmer, especially at night: this is the urban heat island.</a:t>
            </a:r>
            <a:endParaRPr lang="en-US" sz="3200" dirty="0"/>
          </a:p>
        </p:txBody>
      </p:sp>
      <p:pic>
        <p:nvPicPr>
          <p:cNvPr id="5" name="Image 0" descr="/home/claude/f4/img/v2/heat_island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urban heat island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of Urban Climates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Lower humidity: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Fewer plants and less water mean less evapotranspiration and drier air.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Different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Buildings slow the wind or channel it along streets (canyon effect).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More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Dust, smoke and gases from vehicles, generators and industries are concentrated.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of Urban Climates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Slightly more rain: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Extra heat and particles can trigger convectional storms over the city.</a:t>
            </a:r>
            <a:endParaRPr lang="en-US" sz="3600" dirty="0"/>
          </a:p>
        </p:txBody>
      </p:sp>
      <p:pic>
        <p:nvPicPr>
          <p:cNvPr id="5" name="Image 0" descr="/home/claude/f4/img/v2/clim2_urban.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town and countryside compared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the Urban Heat Island</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urban heat island is caused by the following factors: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Surfaces: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Tarred roads, concrete and bricks absorb solar energy by day and release it slowly at night.</a:t>
            </a:r>
            <a:endParaRPr lang="en-US" sz="3600" dirty="0"/>
          </a:p>
        </p:txBody>
      </p:sp>
      <p:pic>
        <p:nvPicPr>
          <p:cNvPr id="5" name="Image 0" descr="/home/claude/f4/img/v2/lsa_douala.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large city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the Urban Heat Island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Anthropogenic heat: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Cars, moto-taxis, generators, air conditioners, factories and crowds release heat.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Reduced evapotranspiration: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Few trees, gardens and open soils mean little natural cooling.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the Urban Heat Island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geometry: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buildings and narrow streets form "urban canyons" that trap heat and block the wind.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parks, light roofs and less traffic reduce urban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urban heat island, and give two of its causes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town is warmer than the countryside; causes: tar and concrete, heat from vehicles and generators, few trees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differences between an urban climate and a rural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are warmer, drier, less windy and more polluted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climate of a small area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town warmer than the countryside is an urban heat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Heat from vehicles and machines is ______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how temperature changes with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Mountain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Micro-climate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microclimat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Urban 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 urbain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Urban heat island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L'îlot de chaleur urbain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Evapotranspiration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L'évapotranspiration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Green space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L'espace vert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20: Micro-climates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micro-climate. Classify micro-climates. Describe the characteristics of urban climates. Explain the factors of the urban heat island.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micro-climates, especially why the centre of Garoua is hotter than its outskirts, and propose ways to reduce urban heat.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and Classification of Micro-climates; Characteristics of Urban Climates; Factors of the Urban Heat Island.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how temperature changes with altitude.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micro-climates around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lakeside.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temperature profile.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a street and a garden.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stand in the sun and in the shade of a mango tree.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and Climatology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“Lake Kamburu” by World Bank Photo Collection, CC BY-NC-ND 2.0, via Flickr (https://www.flickr.com/photos/10816734@N03/25644146245)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2026-09-29T03:37:07Z</dcterms:created>
  <dcterms:modified xsi:type="dcterms:W3CDTF">2026-09-29T03:37:07Z</dcterms:modified>
</cp:coreProperties>
</file>