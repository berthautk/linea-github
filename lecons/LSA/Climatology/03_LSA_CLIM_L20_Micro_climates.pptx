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micro-climate, urban climate, heat island, lakeside climate, forest climate. At the end, you should be able to do this: learners are able to describe micro-climates and explain the climate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Tropical Weather Disturbances. The question was: Write five safety rules for a thunderstorm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Stay indoors or in a car; do not shelter under a lone tree; keep away from metal fences and water; unplug electrical appliances; do not use a phone connected to the wall; wait 30 minutes after the last thunder before going out.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micro-climate. Number 2: classify micro-climates (urban, mountain, lakeside, forest). Number 3: explain the characteristics and factors of urban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warmer than the countryside. Sea breezes cool coastal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Yaoundé, it feels hotter in the city centre at Poste Centrale than in the forest at Mefou. On the shores of the Lagdo Lake, people say the air is cooler in the afternoon.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changes over short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climate of a small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micro-climate.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city centre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Buildings and tar store heat, and there are few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the climate of our towns by planting trees and creating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small places where we live, especially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centre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climate of a city centre different from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roads and traffic change heat, wind and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much warmer can a city centre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3 to 5 °C warmer, especially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douala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features of urban 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haze and pollution, weaker winds, sometimes more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Kamburu,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cooler near a lake in the afternoon?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lake stays cooler than the land and gives a lake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inside an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is the climate inside a forest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shady, cooler by day, more humid and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Micro-climates. Micro-climates can be understood as follows. On this slide we have Micro-climate.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Micro-climates. On this slide we have Meso-climate and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Climates. The characteristics of urban climates are. On this slide we have Higher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Climates. On this slide we have Humidity and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Climates. On this slide we have Winds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Climates. Urban climates are caused by the following factors. On this slide we have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On this slide we have Human activities.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On this slide we have Lack of vegetation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Lakeside and Forest Climates. Other micro-climates include. On this slide we have Lakeside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Lakeside and Forest Climates. On this slide we have Forest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micro-climate?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climate of a small area that differs from the area around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characteristics of urban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warmer (heat island), more pollution, weaker winds (sometimes more 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micro-climate; number 2, heat island; number 3, humid.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temperature at noon in a sunny yard and under a tree.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Mountain 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MICRO-CLIMATES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Micro-climates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Micro-climates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Micro-climate, urban climate, heat island, lakeside climate, forest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micro-climates; characteristics and factors of urban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Tropical Weather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five safety rules for a thunderstorm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indoors or in a car; do not shelter under a lone tree; keep away from metal fences and water; unplug electrical appliances; do not use a phone connected to the wall; wait 30 minutes after the last thunder before going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micro-climate.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micro-climates (urban, mountain, lakeside,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characteristics and factors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Sea breezes cool coastal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it feels hotter in the city centre at Poste Centrale than in the forest at Mefou. On the shores of the Lagdo Lake, people say the air is cooler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changes over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climate of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city centre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and tar store heat, and there are few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the climate of our towns by planting trees and creating green spaces.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small places where we live, especially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centre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climate of a city centre different from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roads and traffic change heat, wind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warmer can a city centre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 to 5 °C warmer, especially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features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haze and pollution, weaker winds, sometimes more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Kamburu,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near a lake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stays cooler than the land and gives a lake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Inside an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climate inside a forest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shady, cooler by day, more humid and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Micro-climates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Micro-climates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such as a town, a forest or a lakeside, which differs from the climate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Micro-climates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medium-sized area, such as a valley or a mountain range.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Micro-climates include urban, mountain, lakeside and forest climates. They are caused by local surfaces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of urban climates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Higher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 especially at night; this is the urban heat island. The difference can reach 2–10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and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lower because there are few plants and water drains away quickly. Convectional storms can be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slow the wind but create strong gusts between tall buildings. Smoke and dust give more fog and smog.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Urban Climates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climates are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tar and iron sheets absorb heat by day and release it at night. Their low albedo increases heating.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Factors of Urban Climates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factories and air conditioners produce heat and pollution. Pollution traps heat and adds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Factors of Urban Climates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evapotranspiration to cool the air. Drains remove rainwater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Lakeside and Forest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micro-climates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Lakeside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heat and cool slowly, so lakeside areas have smaller temperature ranges and lake breezes. Humidity and fog are higher, as around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Lakeside and Forest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the forest canopy it is cooler, darker and more humid than outside. The wind is weak and the daily range is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small area that differs from the area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urban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Warmer (heat island), more pollution, weaker winds (sometimes more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are warmer because of the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are cooler and more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Micro-climate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microclimat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micro-climate. Classify micro-climates (urban, mountain, lakeside, forest). Explain the characteristics and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Micro-climates; Urban Climates; Factors of Urban Climates; Lakeside and Forest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temperature at noon in a sunny yard and under a tree.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town centre and a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heat dome over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traffic smoke.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the Lagdo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walking into a forest.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2026-09-29T03:12:40Z</dcterms:created>
  <dcterms:modified xsi:type="dcterms:W3CDTF">2026-09-29T03:12:40Z</dcterms:modified>
</cp:coreProperties>
</file>