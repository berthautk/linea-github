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Forms of Condensation and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Moisture in the Atmosphere, and the sub-topic is Precipitation. The key notions we shall use today are: condensation, cloud, fog, mist, dew, precipitation, hail, convectional, orographic and frontal rain. At the end, you should be able to do this: learners are able to identify clouds, forms of precipitation and types of rainfall and predict the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Nature of Moisture. The question was: Wet two pieces of cloth; dry one in the sun and one in a closed room. Explain the difference.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cloth in the sun dries faster. The sun raises the temperature, the air can hold more vapour and the wind removes the moist air; in the closed room the air becomes saturated and evaporation slows.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condensation and classify clouds. Number 2: describe solid and liquid forms of precipitation. Number 3: explain convectional, relief and frontal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Air becomes saturated at the dew point. Rising air cools.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Farmers in the West Region look at the sky each morning. When they see tall, dark clouds building up in the afternoon, they hurry home because a storm will come.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Farmers need to predict rain from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type of cloud gives storms?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Cumulonimbus.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do clouds form?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Rising air cools to dew point and vapour condenses.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the clouds to predict the weather and plan farm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read the sky and understand how rain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clouds classified by height and shape.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a high cloud and a low cloud.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Cirrus is high; stratus is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cumulus clouds on a sunny day.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weather do small white cumulus clouds show? What if they grow tall and dark?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Fair weather; if they grow into cumulonimbus, storms and heavy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dew drops on grass in the morning.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dew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 night the grass cools below the dew point and vapour condenses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hailstones after a storm.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 which cloud does hail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a cumulonimbus with strong rising air that lifts drops high to freeze.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convectional, relief and frontal 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type of rain falls on the windward side of Mount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Relief (orographic)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Condensation.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Precipitation and Dew point.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Clouds. Clouds are classified by height and shape. On this slide we have High clouds (above 6 km).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Clouds. On this slide we have Middle clouds (2–6 km).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Clouds. On this slide we have Low and vertical clouds.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clouds.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Fog, Mist and Dew. Condensation near the ground includes. On this slide we have Fog and mist.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Fog, Mist and Dew. On this slide we have Dew.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Solid and Gaseous Forms. Solid forms of precipitation include. On this slide we have Snow and sleet.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Solid and Gaseous Forms. On this slide we have Hail and Frost and rime.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Solid and Gaseous Forms. On this slide we have Gaseous forms.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Liquid Forms: Rainfall. Rain forms when air rises, cools and condenses; there are three types. On this slide we have Convectional rain.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Liquid Forms: Rainfall. Copy this carefully.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Liquid Forms: Rainfall. On this slide we have Orographic (relief) rain.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Liquid Forms: Rainfall. On this slide we have Cyclonic (frontal) rain.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three types of rainfall.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does a cloud form?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rising air cools to dew point and vapour condenses on dust particles.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three types of rainfall.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convectional, relief (orographic) and frontal (cyclonic).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condensation; number 2, cumulonimbus; number 3, relief.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the clouds at 7 a.m. and 3 p.m. for a week and record their types.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Global Distribution of Precipitation.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11: FORMS OF CONDENSATION AND PRECIPITATION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Forms of Condensation and Precipitation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Moisture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Precipitation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Forms of Condensation and Precipitation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Condensation, cloud, fog, mist, dew, precipitation, hail, convectional, orographic and frontal rain.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Cloud formation and types; fog and mist; forms of precipitation; types of rainfall.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clouds, forms of precipitation and types of rainfall and predict the weather.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Nature of Moisture):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two pieces of cloth; dry one in the sun and one in a closed room.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cloth in the sun dries faster. The sun raises the temperature, the air can hold more vapour and the wind removes the moist air; in the closed room the air becomes saturated and evaporation slows.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condensation and classify clouds.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solid and liquid forms of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convectional, relief and frontal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Air becomes saturated at the dew point.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Rising air cools.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in the West Region look at the sky each morning. When they see tall, dark clouds building up in the afternoon, they hurry home because a storm will 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need to predict rain from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cloud gives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Cumulonimbus.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clouds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Rising air cools to dew point and vapour condenses.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the clouds to predict the weather and plan farm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read the sky and understand how rain 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CLOUD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loud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Clouds classified by height and shape.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CLOUD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a high cloud and a low cloud.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CLOUD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Cirrus is high; stratus is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CLOUDS AND WEATHER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cumulu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Cumulus clouds on a sunny day.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CLOUDS AND WEATHER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weather do small white cumulus clouds show? What if they grow tall and dark?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CLOUDS AND WEATHER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Fair weather; if they grow into cumulonimbus, storms and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DEW, FOG AND MIST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de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Dew drops on grass in the morning.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DEW, FOG AND MIST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dew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DEW, FOG AND MIST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the grass cools below the dew point and vapour condenses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SOLID PRECIPITATION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ha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Hailstones after a 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SOLID PRECIPITATION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cloud does hail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SOLID PRECIPITATION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cumulonimbus with strong rising air that lifts drops high to freeze.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LIQUID PRECIPITATION: TYPES OF RAIN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Convectional, relief and frontal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LIQUID PRECIPITATION: TYPES OF RAIN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type of rain falls on the windward side of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LIQUID PRECIPITATION: TYPES OF RAIN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(orographic)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Moisture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Precipitation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Forms of Condensation and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Condensation: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change of water vapour into liquid water when air cools to its dew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Precipitation: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 form of water, liquid or solid, that falls from the atmosphere to the ground.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Dew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temperature at which air becomes saturated.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Forms of Condensation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Clouds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Clouds are classified by height and shape: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clouds (above 6 km):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cirrus, cirrostratus and cirrocumulus, made of ice crystals. Cirrus often announces a change of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Forms of Condensation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Clouds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Middle clouds (2–6 km):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altostratus and altocumulus. Altostratus often brings continuous light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Forms of Condensation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Clouds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and vertical clouds: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Stratus, stratocumulus and nimbostratus are low and grey, giving drizzle or steady rain. Cumulus shows fair weather, while cumulonimbus brings thunderstorms and hail.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Forms of Condensation</a:t>
            </a:r>
            <a:endParaRPr lang="en-US" sz="3600" dirty="0"/>
          </a:p>
        </p:txBody>
      </p:sp>
      <p:pic>
        <p:nvPicPr>
          <p:cNvPr id="4" name="Image 0" descr="/home/claude/f4/img/v2/cloud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clouds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Forms of Condensation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Fog, Mist and Dew</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Condensation near the ground includes: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Fog and mist: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clouds at ground level formed when air cools to its dew point. In fog visibility is below 1 km; in mist it is 1–2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Forms of Condensation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Fog, Mist and Dew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Dew forms when water vapour condenses on cold surfaces such as grass on clear, calm nights. If the temperature is below 0 °C, frost forms instead.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Precipitation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Solid and Gaseous Forms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Solid forms of precipitation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Snow and sleet: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Snow is made of ice crystals that fall when the air is below 0 °C. Sleet is a mixture of rain and snow, or frozen raindrops.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Precipitation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Solid and Gaseous Forms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Hailstones are balls of ice formed in cumulonimbus clouds by strong up-currents. They damage crops and roofs.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Frost and rime: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Frost is ice deposited on cold surfaces from vapour. Rime is ice formed when fog droplets freeze on objects.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Precipitation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A) Solid and Gaseous Forms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Gaseous 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vapour and fog deposit moisture directly on plants and surfaces. Fog drip is important in some coastal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Precipitation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Liquid Forms: Rainfall</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Rain forms when air rises, cools and condenses; there are three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Convectional 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ground is heated, air rises in strong currents and forms cumulonimbus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Precipitation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B) Liquid Forms: Rainfall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heavy afternoon storms, common in equatorial regions such as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Precipitation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Liquid Forms: Rainfall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Orographic (relief) 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Moist air is forced to rise over mountains and cools. The windward side is wet, like Debundscha on Mount Cameroon, while the leeward side is a dry rain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Precipitation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B) Liquid Forms: Rainfall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Cyclonic (frontal) 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air rises over cold air at a front or in a low-pressure system. It gives long, steady rain in the mid-latitudes.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Precipitation</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three types of rainfall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cloud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Rising air cools to dew point and vapour condenses on dust particles.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Convectional, relief (orographic) and frontal (cyclonic).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change from vapour to water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Storm clouds are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on the windward side of a mountain is ______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clouds at 7 a.m. and 3 p.m. for a week and record their types.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Global Distribution of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nuage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grêle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rosée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 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Pluie orographique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Moisture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Forms of Condensation and Precipitation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condensation and classify clouds. Describe solid and liquid forms of precipitation. Explain convectional, relief and frontal rain.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clouds, forms of precipitation and types of rainfall and predict the weather.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Clouds; Fog, Mist and Dew; Solid and Gaseous Forms; Liquid Forms: Rainfall.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the clouds at 7 a.m. and 3 p.m. for a week and record their types.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levels.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look at the clouds outside.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take a cold bottle from the fridge: drops form on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if learners have seen hail.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three types.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“Epic Cloud (Explored)” by Christina Ann VanMeter, CC BY-NC 2.0, via Flickr (https://www.flickr.com/photos/54129831@N02/6984912657)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“Dew drops on grass” by Ervins Strauhmanis, CC BY 2.0, via Flickr (https://www.flickr.com/photos/76523360@N03/9537409567)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“Hailstones (4 July 2010) (Limon, eastern Colorado, USA) 3” by James St. John, CC BY 2.0, via Flickr (https://www.flickr.com/photos/47445767@N05/15148092311)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2026-09-27T10:31:23Z</dcterms:created>
  <dcterms:modified xsi:type="dcterms:W3CDTF">2026-09-27T10:31:23Z</dcterms:modified>
</cp:coreProperties>
</file>