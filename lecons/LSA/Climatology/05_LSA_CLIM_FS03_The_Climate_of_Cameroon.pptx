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Lst>
  <p:notesMasterIdLst>
    <p:notesMasterId r:id="rId6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notesMaster" Target="notesMasters/notesMaster1.xml"/><Relationship Id="rId62" Type="http://schemas.openxmlformats.org/officeDocument/2006/relationships/presProps" Target="presProps.xml"/><Relationship Id="rId63" Type="http://schemas.openxmlformats.org/officeDocument/2006/relationships/viewProps" Target="viewProps.xml"/><Relationship Id="rId64" Type="http://schemas.openxmlformats.org/officeDocument/2006/relationships/theme" Target="theme/theme1.xml"/><Relationship Id="rId6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3: The Climate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1: Understanding and managing atmospheric and hydrological phenomena and hazards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Geography of Cameroon, and the sub-topic is Climate of Cameroon. The key notions we shall use today are: equatorial climate, Cameroon type, tropical climate, Sahelian climate, ITCZ, continentality. At the end, you should be able to do this: learners are able to describe and explain the climates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Further Study 2: Weather Observation, Prediction, Modification and Mapping. The question was: Name the two air masses that affect the climate of Cameroon.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The dry tropical continental air (Harmattan) from the Sahara and the moist tropical maritime air (south-west monsoon) from the Atlantic.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locate Cameroon and name its climatic domains. Number 2: describe the characteristics of each climate type. Number 3: explain the role of air masses, the ITCZ and continentality.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mT brings rain and the cT brings the Harmattan. Temperature falls with altitude.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student from Kousseri moves to Douala for school. She is surprised that it rains almost all year in Douala, while at home the rainy season lasts only three months.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seasons differ greatly between the south and the north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does it rain longer in Douala?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is near the sea and the ITCZ stays over the south for longer.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type of climate does Kousseri have?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dry tropical (Sahelian)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understand the climates of Cameroon to plan farming and water use in each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climates of our country and their effects on life and farming.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cameroon in Africa.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Between which latitudes does Cameroon lie?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Between about 2°N and 13°N.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climate types of Cameroon (simplified).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the two main climatic domains of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equatorial domain in the south and the tropical domain in the north.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climate graph of Douala.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Describe the climate of Douala.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Hot all year (about 26 °C) with very heavy rain (about 4,000 mm): Cameroon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animation: animation: the rain belt moves with the seasons. Watch the animation to the end; it will play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Why does the north have only one short rainy season?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ITCZ reaches the north only for a short time in July–August.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length of the rainy season from south to north.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does the length of the rainy season change from Douala to Kousseri?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becomes shorter inland, from about 11 to about 3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Location of Cameroon. Cameroon is situated as follows. On this slide we have Latitude and longitude.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Location of Cameroon. On this slide we have Situation in Africa.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location of Cameroon in Africa.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Equatorial Domain. The equatorial domain (south of about 6° N) includes. On this slide we have Guinea (equatorial) type.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Equatorial Domain. On this slide we have It has four seasons, two rainy and two dry, 1,500–2,000 mm of rain and temperatures of 24–26 °C..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Equatorial Domain. On this slide we have Cameroon (maritime) type.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Equatorial Domain. On this slide we have Mountain type.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climatic regions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Tropical Domain. The tropical domain (north of about 6° N) includes. On this slide we have Humid tropical (Sudan) type.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Tropical Domain. On this slide we have Dry tropical (Sahel) type.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Air Masses and Seasons. The climate of Cameroon is controlled by. On this slide we have Air masses and the ITCZ.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Air Masses and Seasons. On this slide we have Seasons and continentality.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number of wet months from south to north.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the climate types of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equatorial (Guinea), Cameroon type, mountain, humid tropical (Sudan), dry tropical (Sahel).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is the rainy season shorter in the north?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it is far from the sea and the ITCZ reaches it only for a short time.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equatorial (Guinea); number 2, Harmattan; number 3, decreases.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climate map of Cameroon and write one town for each climate type.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22: Introduction to Hydrology.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FURTHER STUDY 3: THE CLIMATE OF CAMEROON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gif"/><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Climate of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1: Understanding and managing atmospheric and hydrological phenomena and hazards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Geography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Climate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3: The Climate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Equatorial climate, Cameroon type, tropical climate, Sahelian climate, ITCZ, continentality.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of Cameroon; climatic domains and types; role of air masses and the ITCZ; seasons and their duration from the coast inland.</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and explain the climates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(Further Study 2: Weather Observation, Prediction, Modification and Mapping):</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two air masses that affect the climate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dry tropical continental air (Harmattan) from the Sahara and the moist tropical maritime air (south-west monsoon) from the Atlantic.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Locate Cameroon and name its climatic domains.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characteristics of each climate type.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role of air masses, the ITCZ and continentality.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mT brings rain and the cT brings the Harmattan.</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Temperature falls with altitude.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student from Kousseri moves to Douala for school. She is surprised that it rains almost all year in Douala, while at home the rainy season lasts only three months.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seasons differ greatly between the south and the north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it rain longer in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near the sea and the ITCZ stays over the south for longer.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type of climate does Kousseri have?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dry tropical (Sahelian)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Understand the climates of Cameroon to plan farming and water use in each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climates of our country and their effects on life and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 OF CAMEROON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africa_location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Cameroon in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 OF CAMEROON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which latitudes does Cameroon lie?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 OF CAMEROON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Between about 2°N and 13°N.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MAJOR CLIMATIC DOMAINS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ameroon_climate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climate types of Cameroon (simplified).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MAJOR CLIMATIC DOMAINS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two main climatic domains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MAJOR CLIMATIC DOMAINS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equatorial domain in the south and the tropical domain in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EQUATORIAL CLIMATES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douala_climat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Climate graph of Douala.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EQUATORIAL CLIMATES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climate of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 EQUATORIAL CLIMATES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 all year (about 26 °C) with very heavy rain (about 4,000 mm): Cameroon type.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AIR MASSES AND THE ITCZ</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itcz.gif">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Animation: the rain belt moves with the seasons.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AIR MASSES AND THE ITCZ</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does the north have only one short rainy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AIR MASSES AND THE ITCZ</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ITCZ reaches the north only for a short time in July–August.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THE SEASONS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wet_months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Length of the rainy season from south to north.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THE SEASONS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the length of the rainy season change from Douala to Kousseri?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THE SEASONS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becomes shorter inland, from about 11 to about 3 months.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Geography of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Climate of Cameroon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3: The Climate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Location of Cameroon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Cameroon is situated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Latitude and longitude: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lies between about 2° N and 13° N and between 8° E and 16° E. It stretches about 1,200 km from the Gulf of Guinea to Lake Chad.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Location of Cameroon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Situation in Africa: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in Central Africa, at the hinge of West Africa, with a coast on the Atlantic. This position gives it almost all the climates of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Location of Cameroon</a:t>
            </a:r>
            <a:endParaRPr lang="en-US" sz="3600" dirty="0"/>
          </a:p>
        </p:txBody>
      </p:sp>
      <p:pic>
        <p:nvPicPr>
          <p:cNvPr id="4" name="Image 0" descr="/home/claude/f4/img/v2/africa_location_big.png">    </p:cNvPr>
          <p:cNvPicPr>
            <a:picLocks noChangeAspect="1"/>
          </p:cNvPicPr>
          <p:nvPr/>
        </p:nvPicPr>
        <p:blipFill>
          <a:blip r:embed="rId1"/>
          <a:stretch>
            <a:fillRect/>
          </a:stretch>
        </p:blipFill>
        <p:spPr>
          <a:xfrm>
            <a:off x="2300072" y="1783080"/>
            <a:ext cx="759155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location of Cameroon in Africa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Major Climatic Domains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Equatorial Domain</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equatorial domain (south of about 6° N) includes: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Guinea (equatorial) type: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found on the South Cameroon Plateau (Yaoundé).</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Major Climatic Domains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Equatorial Domain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four seasons, two rainy and two dry, 1,500–2,000 mm of rain and temperatures of 24–26 °C.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Major Climatic Domains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Equatorial Domain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Cameroon (maritime) type: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found on the coast (Douala, Kribi). It has one very long rainy season, 3,000–10,000 mm of rain and high humidity.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Major Climatic Domains</a:t>
            </a:r>
            <a:endParaRPr lang="en-US" sz="3600" dirty="0"/>
          </a:p>
        </p:txBody>
      </p:sp>
      <p:sp>
        <p:nvSpPr>
          <p:cNvPr id="5" name="Text 2"/>
          <p:cNvSpPr/>
          <p:nvPr/>
        </p:nvSpPr>
        <p:spPr>
          <a:xfrm>
            <a:off x="5349240" y="1737360"/>
            <a:ext cx="65224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A) Equatorial Domain (continued)</a:t>
            </a:r>
            <a:endParaRPr lang="en-US" sz="3200" dirty="0"/>
          </a:p>
        </p:txBody>
      </p:sp>
      <p:sp>
        <p:nvSpPr>
          <p:cNvPr id="6" name="Text 3"/>
          <p:cNvSpPr/>
          <p:nvPr/>
        </p:nvSpPr>
        <p:spPr>
          <a:xfrm>
            <a:off x="5349240" y="2240280"/>
            <a:ext cx="652241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Mountain type: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found in the Western Highlands (Bamenda, Dschang) and Mount Cameroon. It is cooler (18–22 °C) and very wet on windward slopes.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Major Climatic Domains</a:t>
            </a:r>
            <a:endParaRPr lang="en-US" sz="3600" dirty="0"/>
          </a:p>
        </p:txBody>
      </p:sp>
      <p:pic>
        <p:nvPicPr>
          <p:cNvPr id="4" name="Image 0" descr="/home/claude/f4/img/v2/cameroon_climate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climatic regions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Major Climatic Domains</a:t>
            </a:r>
            <a:endParaRPr lang="en-US" sz="3600" dirty="0"/>
          </a:p>
        </p:txBody>
      </p:sp>
      <p:sp>
        <p:nvSpPr>
          <p:cNvPr id="5" name="Text 2"/>
          <p:cNvSpPr/>
          <p:nvPr/>
        </p:nvSpPr>
        <p:spPr>
          <a:xfrm>
            <a:off x="1691640" y="1737360"/>
            <a:ext cx="1018001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Tropical Domain</a:t>
            </a:r>
            <a:endParaRPr lang="en-US" sz="3200" dirty="0"/>
          </a:p>
        </p:txBody>
      </p:sp>
      <p:sp>
        <p:nvSpPr>
          <p:cNvPr id="6" name="Text 3"/>
          <p:cNvSpPr/>
          <p:nvPr/>
        </p:nvSpPr>
        <p:spPr>
          <a:xfrm>
            <a:off x="1691640" y="2240280"/>
            <a:ext cx="10180015" cy="42062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tropical domain (north of about 6° N) includes: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Humid tropical (Sudan) type: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found in the Adamawa and North regions (Ngaoundéré, Garoua). It has one rainy season of 5–7 months and 900–1,500 mm of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Major Climatic Domains</a:t>
            </a:r>
            <a:endParaRPr lang="en-US" sz="3600" dirty="0"/>
          </a:p>
        </p:txBody>
      </p:sp>
      <p:sp>
        <p:nvSpPr>
          <p:cNvPr id="5" name="Text 2"/>
          <p:cNvSpPr/>
          <p:nvPr/>
        </p:nvSpPr>
        <p:spPr>
          <a:xfrm>
            <a:off x="4069080" y="1737360"/>
            <a:ext cx="7802575" cy="457200"/>
          </a:xfrm>
          <a:prstGeom prst="rect">
            <a:avLst/>
          </a:prstGeom>
          <a:noFill/>
          <a:ln/>
        </p:spPr>
        <p:txBody>
          <a:bodyPr wrap="square" lIns="0" tIns="0" rIns="0" bIns="0" rtlCol="0" anchor="ctr"/>
          <a:lstStyle/>
          <a:p>
            <a:pPr algn="l" indent="0" marL="0">
              <a:buNone/>
            </a:pPr>
            <a:r>
              <a:rPr lang="en-US" sz="3200" b="1" dirty="0">
                <a:solidFill>
                  <a:srgbClr val="990011"/>
                </a:solidFill>
                <a:latin typeface="Times New Roman" pitchFamily="34" charset="0"/>
                <a:ea typeface="Times New Roman" pitchFamily="34" charset="-122"/>
                <a:cs typeface="Times New Roman" pitchFamily="34" charset="-120"/>
              </a:rPr>
              <a:t>B) Tropical Domain (continued)</a:t>
            </a:r>
            <a:endParaRPr lang="en-US" sz="3200" dirty="0"/>
          </a:p>
        </p:txBody>
      </p:sp>
      <p:sp>
        <p:nvSpPr>
          <p:cNvPr id="6" name="Text 3"/>
          <p:cNvSpPr/>
          <p:nvPr/>
        </p:nvSpPr>
        <p:spPr>
          <a:xfrm>
            <a:off x="4069080" y="2240280"/>
            <a:ext cx="7802575" cy="42062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Dry tropical (Sahel) type: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found in the Far North (Maroua, Kousseri). It has a short rainy season of 3–4 months, less than 900 mm of rain and a large temperature range.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Air Masses and Seasons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climate of Cameroon is controlled by: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Air masses and the ITCZ: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moist mT air (monsoon) brings rain and the dry cT air (Harmattan) brings the dry season. The ITCZ moves north in July and south in January.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Air Masses and Seasons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Seasons and continentality: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farther from the coast, the shorter the rainy season and the longer the dry season. Rainfall falls from over 4,000 mm in Douala to about 600 mm in Kousseri.</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Air Masses and Seasons</a:t>
            </a:r>
            <a:endParaRPr lang="en-US" sz="3600" dirty="0"/>
          </a:p>
        </p:txBody>
      </p:sp>
      <p:pic>
        <p:nvPicPr>
          <p:cNvPr id="4" name="Image 0" descr="/home/claude/f4/img/v2/wet_months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number of wet months from south to north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climate types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Equatorial (Guinea), Cameroon type, mountain, humid tropical (Sudan), dry tropical (Sahel).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rainy season shorter in the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far from the sea and the ITCZ reaches it only for a short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Yaoundé has four seasons: it has a ______ climate.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dry wind of the north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length of the rainy season ______ inland.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climate map of Cameroon and write one town for each climate type.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22: Introduction to Hydrology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Climate type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type de climat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Rainy season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saison des pluies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Dry season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saison sèche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Coast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côte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Highlands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hautes terres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Inland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L'intérieur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Geography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3: The Climate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Locate Cameroon and name its climatic domains. Describe the characteristics of each climate type. Explain the role of air masses, the ITCZ and continentality.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and explain the climates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Location of Cameroon; Equatorial Domain; Tropical Domain; Air Masses and Seasons.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climate map of Cameroon and write one town for each climate type.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Activity 4 is an animation (GIF): it plays automatically in slide-show mode.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find Cameroon on the atlas.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Cameroon and divide it.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read the graph.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move a paper band on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list towns from south to north.</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1 (Meteorology, Climatology &amp; Hydrology).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59</Slides>
  <Notes>59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59</vt:i4>
      </vt:variant>
    </vt:vector>
  </HeadingPairs>
  <TitlesOfParts>
    <vt:vector size="6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2026-09-29T03:12:40Z</dcterms:created>
  <dcterms:modified xsi:type="dcterms:W3CDTF">2026-09-29T03:12:40Z</dcterms:modified>
</cp:coreProperties>
</file>