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Climate of Cameroon. The key notions we shall use today are: equatorial climate, Cameroon type, tropical climate, Sahelian climate, ITCZ, continentality. At the end, you should be able to do this: learners are able to describe and explain the climates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Weather Observation, Prediction, Modification and Mapping.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tropical continental air (Harmattan) from the Sahara and the moist tropical maritime air (south-west monsoon) from the Atlantic.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Cameroon and name its climatic domains. Number 2: describe the characteristics of each climate type. Number 3: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mT brings rain and the cT brings the Harmattan. Temperature falls with altitude.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from Kousseri moves to Douala for school. She is surprised that it rains almost all year in Douala, while at home the rainy season lasts only three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seasons differ greatly between the south and the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it rain longer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sea and the ITCZ stays over the south for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climate does Kousseri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dry tropical (Sahelian)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climates of Cameroon to plan farming and water use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climates of our country and their effects on life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2°N and 13°N.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types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climatic domains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domain in the south and the tropical domain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graph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climate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26 °C) with very heavy rain (about 4,000 mm): Cameroon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rain belt moves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north have only one short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ITCZ reaches the north only for a short time in July–August.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length of the rainy season from south to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length of the rainy season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shorter inland, from about 11 to about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Cameroon is situated as follows. On this slide we have Latitude and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On this slide we have Situation in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Equatorial Domain. The equatorial domain (south of about 6° N) includes. On this slide we have Guinea (equatorial)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It has four seasons, two rainy and two dry, 1,500–2,000 mm of rain and temperatures of 24–26 °C..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Cameroon (maritime)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Mountain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climatic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Domain. The tropical domain (north of about 6° N) includes. On this slide we have Humid tropical (Sudan)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Domain. On this slide we have Dry tropical (Sahel)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and Seasons. The climate of Cameroon is controlled by. On this slide we have Air masses and the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Masses and Seasons. On this slide we have Seasons and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number of wet months from south to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climate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(Guinea), Cameroon type, mountain, humid tropical (Sudan), dry tropical (Sahel).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in the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the sea and the ITCZ reaches it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(Guinea); number 2, Harmattan;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climate map of Cameroon and write one town for each climate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Introduction to Hydrology.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climate, Cameroon type, tropical climate, Sahelian climate, ITCZ,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climatic domains and types; role of air masses and the ITCZ; seasons and their duration from the coast inland.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Weather Observation, Prediction, Modification and Mapping):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tropical continental air (Harmattan) from the Sahara and the moist tropical maritime air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name its climatic domains.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 the ITCZ and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mT brings rain and the cT brings the Harmattan.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from Kousseri moves to Douala for school. She is surprised that it rains almost all year in Douala, while at home the rainy season lasts only three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seasons differ greatly between the south and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rain longer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the ITCZ stays over the south for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climate does Kousseri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dry tropical (Sahelian)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climates of Cameroon to plan farming and water use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climates of our country and their effects on life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2°N and 13°N.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types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climatic domains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domain in the south and the tropical domain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26 °C) with very heavy rain (about 4,000 mm): Cameroon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north have only one short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reaches the north only for a short time in July–August.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Length of the rainy season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length of the rainy season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shorter inland, from about 11 to about 3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situated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 and between 8° E and 16° E. It stretches about 1,200 km from the Gulf of Guinea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hinge of West Africa, with a coast on the Atlantic. This position gives it almost all the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domain (south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(equatorial)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South Cameroon Plateau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four seasons, two rainy and two dry, 1,500–2,000 mm of rain and temperatures of 24–26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(maritime)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coast (Douala, Kribi). It has one very long rainy season, 3,000–10,000 mm of rain and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Western Highlands (Bamenda, Dschang) and Mount Cameroon. It is cooler (18–22 °C) and very wet on windward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climatic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domain (north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tropical (Sudan)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Adamawa and North regions (Ngaoundéré, Garoua). It has one rainy season of 5–7 months and 900–1,500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tropical (Sahel)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Far North (Maroua, Kousseri). It has a short rainy season of 3–4 months, less than 900 mm of rain and a large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is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mT air (monsoon) brings rain and the dry cT air (Harmattan) brings the dry season. The ITCZ moves north in July and south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and 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farther from the coast, the shorter the rainy season and the longer the dry season. Rainfall falls from over 4,000 mm in Douala to about 600 mm in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number of wet months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climate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(Guinea), Cameroon type, mountain, humid tropical (Sudan), dry tropical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the sea and the ITCZ reaches it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has four seasons: it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the north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length of the rainy season ______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name its climatic domains. Describe the characteristics of each climate type.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Cameroon; Equatorial Domain; Tropical Domain; Air Masses and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climate map of Cameroon and write one town for each climate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Cameroon and divide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a paper band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towns from south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2026-09-28T22:18:58Z</dcterms:created>
  <dcterms:modified xsi:type="dcterms:W3CDTF">2026-09-28T22:18:58Z</dcterms:modified>
</cp:coreProperties>
</file>