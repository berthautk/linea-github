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air over the Sahara and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ITF across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maritime 2. cT (tropical continental) 3.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18</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Air Masses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Air Masses and Effects on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Air mass, source region, continental, maritime, tropical, polar, front, ITF.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characteristics, classification, movement and development of air masses; air masses of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an air mass and a source region.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Classify air masses (cT, mT, cP, mP).</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air masses that affect Cameroon.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Harmattan is dry and the monsoon is wet.</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ITCZ moves with the overhead sun.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meteorologist on CRTV says that "a humid maritime air mass" will bring rain to the Littoral, while "a continental air mass" keeps the Far North dry. Learners want to know what an air mass is.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what an air mass is.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humid air mass come from?</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Gulf of Guinea (sea).</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dry air mass come from?</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(land).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our weather comes from and why Cameroon has wet and dry seasons.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airmass_sourc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air mass takes the properties of its source region.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stays for weeks over a hot desert. What will it be like?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airmass_class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four main air masses.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letters c, m, T and P mean?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 continental (dry), m = maritime (wet), T = tropical (hot), P = polar (cold).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wa_airmasse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air masses of West Africa in July.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rain to Cameroon? Which brings the Harmattan?</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mT (from the Gulf of Guinea) brings rain; the cT (from the Sahara) brings the Harmattan.</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harmatta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Dust carried by the continental tropical air.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cT air mass.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hot by day and cool at night.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4_heavyrai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Heavy rain in the rainy season.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mT air mass.</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humid, with clouds and heavy rain.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Air Masses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Climates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Air Masses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Air mass: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the same temperature and humidity.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Source region: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large flat area where an air mass gets its properties.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Front: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ITF: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front where the cT and mT air masses meet over West Africa.</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Development and Classification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Development: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Air stays for a long time over a large, flat area. It takes the temperature and humidity of that surface.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Classification: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Continental (c) air masses are dry and maritime (m) ones are wet. Tropical (T) ones are warm and polar (P) ones are cold.</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Development and Classification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Movement: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Air masses move with the planetary winds. They change as they cross new surfaces.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Tropical maritime (mT):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Gulf of Guinea and is warm and humid. It brings the rainy season.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Tropical continental (cT):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Sahara and is hot and dry. It brings the Harmattan and the dry season.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The ITF: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two air masses meet at the ITF, which moves north in July and south in January. Rain falls south of it.</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(3/3)</a:t>
            </a:r>
            <a:endParaRPr lang="en-US" sz="3600" dirty="0"/>
          </a:p>
        </p:txBody>
      </p:sp>
      <p:pic>
        <p:nvPicPr>
          <p:cNvPr id="13" name="Image 0" descr="/home/claude/f4/img/v2/wa_airmasse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map.</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mass?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body of air with the same temperature and humidity.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of Cameroon and their weather.</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mT: warm, humid, rain; cT: hot, dry, dusty.</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An air mass from the sea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Harmattan comes with the ______ air mass.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boundary between two air masses is a ______.</a:t>
            </a:r>
            <a:endParaRPr lang="en-US" sz="3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West Africa and show the mT, cT and the ITF in January and in July.</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19: Meaning of Climate and its Classification.</a:t>
            </a:r>
            <a:endParaRPr lang="en-US" sz="4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Air mass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masse d'air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Source region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région source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Front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front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Maritime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Maritime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Humid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Humide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18: Air Masses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an air mass and a source region. Classify air masses (cT, mT, cP, mP). Explain the air masses that affect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Air mass, Source region, Front, ITF; II. Development and Classification: Development, Classification, Movement; III. Air Masses of Cameroon: Tropical maritime (mT), Tropical continental (cT), The ITF.</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West Africa and show the mT, cT and the ITF in January and in July.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2026-09-27T04:25:29Z</dcterms:created>
  <dcterms:modified xsi:type="dcterms:W3CDTF">2026-09-27T04:25:29Z</dcterms:modified>
</cp:coreProperties>
</file>