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18: Air Masses.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air over the Sahara and over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ITF across West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maritime 2. cT (tropical continental) 3.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LOWER SIXTH ARTS  —  CLIMATOLOGY  —  LESSON 18</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Air Masses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Lower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Air Masses and Effects on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18: Air Masses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Air mass, source region, continental, maritime, tropical, polar, front, ITF.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Meaning, characteristics, classification, movement and development of air masses; air masses of Cameroon and West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classify air masses and explain their effect on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an air mass and a source region.</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Classify air masses (cT, mT, cP, mP).</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air masses that affect Cameroon.</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Harmattan is dry and the monsoon is wet.</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ITCZ moves with the overhead sun.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meteorologist on CRTV says that "a humid maritime air mass" will bring rain to the Littoral, while "a continental air mass" keeps the Far North dry. Learners want to know what an air mass is.</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what an air mass is.</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humid air mass come from?</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Gulf of Guinea (sea).</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dry air mass come from?</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(land).</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our weather comes from and why Cameroon has wet and dry seasons.</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airmass_sourc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An air mass takes the properties of its source region.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stays for weeks over a hot desert. What will it be like?</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and dry.</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CLASSIFICATION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airmass_classe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four main air masses.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CLASSIFICATION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letters c, m, T and P mean?</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CLASSIFICATION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 = continental (dry), m = maritime (wet), T = tropical (hot), P = polar (cold).</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wa_airmasses_big.png">    </p:cNvPr>
          <p:cNvPicPr>
            <a:picLocks noChangeAspect="1"/>
          </p:cNvPicPr>
          <p:nvPr/>
        </p:nvPicPr>
        <p:blipFill>
          <a:blip r:embed="rId1"/>
          <a:stretch>
            <a:fillRect/>
          </a:stretch>
        </p:blipFill>
        <p:spPr>
          <a:xfrm>
            <a:off x="1568196" y="1691640"/>
            <a:ext cx="9052560"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air masses of West Africa in July.</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air mass brings rain to Cameroon? Which brings the Harmattan?</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mT (from the Gulf of Guinea) brings rain; the cT (from the Sahara) brings the Harmattan.</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f2t_harmattan.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Dust carried by the continental tropical air.</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weather of the cT air mass.</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dusty, hot by day and cool at night.</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4_heavyrain.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Heavy rain in the rainy season.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weather of the mT air mass.</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AIR MASSES OF CAMEROON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humid, with clouds and heavy rain.</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Air Masses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Climates</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Air Masses and Effects on Climate</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18: Air Masses</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Air mass: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large body of air with the same temperature and humidity.</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Source region: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large flat area where an air mass gets its properties.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Front: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boundary between two air masses.</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ITF: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front where the cT and mT air masses meet over West Africa.</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Development and Classification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Development: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Air stays for a long time over a large, flat area. It takes the temperature and humidity of that surface.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Classification: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Continental (c) air masses are dry and maritime (m) ones are wet. Tropical (T) ones are warm and polar (P) ones are cold.</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Development and Classification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Movement: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Air masses move with the planetary winds. They change as they cross new surfaces.</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Air Masses of Cameroon (1/3)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Tropical maritime (mT):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Gulf of Guinea and is warm and humid. It brings the rainy season.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Tropical continental (cT):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Sahara and is hot and dry. It brings the Harmattan and the dry season.</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Air Masses of Cameroon (2/3)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The ITF: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two air masses meet at the ITF, which moves north in July and south in January. Rain falls south of it.</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Air Masses of Cameroon (3/3)</a:t>
            </a:r>
            <a:endParaRPr lang="en-US" sz="3600" dirty="0"/>
          </a:p>
        </p:txBody>
      </p:sp>
      <p:pic>
        <p:nvPicPr>
          <p:cNvPr id="13" name="Image 0" descr="/home/claude/f4/img/v2/wa_airmasses_big.png">    </p:cNvPr>
          <p:cNvPicPr>
            <a:picLocks noChangeAspect="1"/>
          </p:cNvPicPr>
          <p:nvPr/>
        </p:nvPicPr>
        <p:blipFill>
          <a:blip r:embed="rId1"/>
          <a:stretch>
            <a:fillRect/>
          </a:stretch>
        </p:blipFill>
        <p:spPr>
          <a:xfrm>
            <a:off x="1568196" y="1691640"/>
            <a:ext cx="9052560"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map.</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air mass?</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body of air with the same temperature and humidity.</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of Cameroon and their weather.</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mT: warm, humid, rain; cT: hot, dry, dusty.</a:t>
            </a:r>
            <a:endParaRPr lang="en-US" sz="4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An air mass from the sea is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Harmattan comes with the ______ air mass.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boundary between two air masses is a ______.</a:t>
            </a:r>
            <a:endParaRPr lang="en-US" sz="3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West Africa and show the mT, cT and the ITF in January and in July.</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19: Meaning of Climate and its Classification.</a:t>
            </a:r>
            <a:endParaRPr lang="en-US" sz="4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Air mass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masse d'air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Source region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région source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Front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front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Maritime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Maritime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Continental</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Continental</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Humid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Humide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Climates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18: Air Masses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an air mass and a source region. Classify air masses (cT, mT, cP, mP). Explain the air masses that affect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classify air masses and explain their effect on the climate of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Air mass, Source region, Front, ITF; II. Development and Classification: Development, Classification, Movement; III. Air Masses of Cameroon: Tropical maritime (mT), Tropical continental (cT), The ITF.</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Draw West Africa and show the mT, cT and the ITF in January and in July.</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1 (Meteorology, Climatology &amp; Hydrology).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“Heavy rain. Johannesburg, South Africa” by varfolomeev, CC BY-NC 2.0, via Flickr (https://www.flickr.com/photos/45427632@N02/49745935146)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2026-09-26T11:58:17Z</dcterms:created>
  <dcterms:modified xsi:type="dcterms:W3CDTF">2026-09-26T11:58:17Z</dcterms:modified>
</cp:coreProperties>
</file>