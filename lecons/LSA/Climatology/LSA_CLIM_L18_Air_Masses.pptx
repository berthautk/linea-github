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18: Air Masses.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Climates, and the sub-topic is Air Masses and Effects on Climate. The key notions we shall use today are: air mass, source region, continental, maritime, tropical, polar, front, ITF. At the end, you should be able to do this: learners are able to classify air masses and explain their effect on the climate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17: Local Winds. The question was: Draw the sea breeze and the land breeze.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sea breeze diagram shows land heated by day, low pressure over land and wind from sea to land. The land breeze diagram shows land cooled at night, high pressure over land and wind from land to sea.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an air mass and a source region. Number 2: classify air masses (cT, mT, cP, mP). Number 3: explain the air masses that affect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Harmattan is dry and the monsoon is wet. The ITCZ moves with the overhead sun.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meteorologist on CRTV says that "a humid maritime air mass" will bring rain to the Littoral, while "a continental air mass" keeps the Far North dry. Learners want to know what an air mass is.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do not know what an air mass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does the humid air mass come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Gulf of Guinea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does the dry air mass come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Sahara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the air masses that give Cameroon its seasons and plan farming accordingly.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where our weather comes from and why Cameroon has wet and dry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an air mass takes the properties of its source region.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Air stays for weeks over a hot desert. What will it be like?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Hot and 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four main air masses.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 the letters c, m, T and P mean?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 = continental (dry), m = maritime (wet), T = tropical (hot), P = polar (cold).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air masses of West Africa in July.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air mass brings rain to Cameroon? Which brings the Harmattan?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mT (from the Gulf of Guinea) brings rain; the cT (from the Sahara) brings the Harmattan.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dust carried by the continental tropical air.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Describe the weather of the cT air mass.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Dry, dusty, hot by day and cool at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heavy rain in the rainy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Describe the weather of the mT air mass.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Warm, humid, with clouds and heavy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Air mass.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Front and ITCZ (ITF).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and Development. Air masses acquire their characteristics as follows. On this slide we have Source regions.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and Development. On this slide we have Development and Modification.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source regions of air masses.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Classification and Examples. Air masses are classified by their source region. On this slide we have By temperature.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and Examples. On this slide we have By humidity.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classification of air masses.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Air Masses of Cameroon and West Africa. Two air masses control the climate of Cameroon. On this slide we have Maritime tropical (mT) air.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Air Masses of Cameroon and West Africa. On this slide we have Continental tropical (cT) air.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Air Masses of Cameroon and West Africa. On this slide we have Movement.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air masses of West Africa.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an air mass?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large body of air with the same temperature and humidity.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two air masses of Cameroon and their weather.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mT: warm, humid, rain; cT: hot, dry, dusty.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maritime; number 2, cT (tropical continental); number 3,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West Africa and show the mT, cT and the ITF in January and in July.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19: Meaning of Climate and Köppen's Classification.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18: AIR MASSES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Air Masses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Air Masses and Effects on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18: Air Masses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Air mass, source region, continental, maritime, tropical, polar, front, ITF.</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characteristics, classification, movement and development of air masses; air masses of Cameroon and West 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air masses and explain their effect on the climate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17: Local Winds):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sea breeze and the land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sea breeze diagram shows land heated by day, low pressure over land and wind from sea to land. The land breeze diagram shows land cooled at night, high pressure over land and wind from land to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an air mass and a source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air masses (cT, mT, cP, mP).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air masses that affect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Harmattan is dry and the monsoon is wet.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ITCZ moves with the overhead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meteorologist on CRTV says that "a humid maritime air mass" will bring rain to the Littoral, while "a continental air mass" keeps the Far North dry. Learners want to know what an air mass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do not know what an air mass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humid air mass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Gulf of Guinea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dry air mass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Sahara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the air masses that give Cameroon its seasons and plan farming accordingly.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where our weather comes from and why Cameroon has wet and dry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DEVELOPMENT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airmass_sourc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air mass takes the properties of its source region.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DEVELOPMENT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stays for weeks over a hot desert. What will it be like?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DEVELOPMENT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and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airmass_clas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main air masses.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the letters c, m, T and P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 = continental (dry), m = maritime (wet), T = tropical (hot), P = polar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AIR MASSES OF CAMEROON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wa_airmasse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air masses of West Africa in July.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AIR MASSES OF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air mass brings rain to Cameroon? Which brings the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AIR MASSES OF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mT (from the Gulf of Guinea) brings rain; the cT (from the Sahara) brings the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CONTINENTAL TROPICAL AIR (cT)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harmatta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Dust carried by the continental tropical air.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CONTINENTAL TROPICAL AIR (cT)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weather of the cT air mass.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CONTINENTAL TROPICAL AIR (cT)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Dry, dusty, hot by day and cool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MARITIME TROPICAL AIR (mT)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heavyr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Heavy rain in the rainy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MARITIME TROPICAL AIR (mT)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weather of the mT air mass.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MARITIME TROPICAL AIR (mT)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Warm, humid, with clouds and heavy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Climates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Air Masses and Effects on Climate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Air Masses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mass: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large body of air, thousands of kilometres wide, with the same temperature and humidity at each level.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Front: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boundary between two air masses of different temperature and humidity.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ITCZ (ITF):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zone where the tropical air masses of the two hemispheres meet.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and Development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Air masses acquire their characteristics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Source regions: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air mass forms over a large, flat and uniform area such as an ocean, a desert or an ice sheet. It stays there for days or weeks.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and Development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Development: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air takes the temperature and humidity of the surface below. Air over the Sahara becomes hot and dry, while air over the Atlantic becomes warm and moist.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Modification: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an air mass moves, it is changed by the surfaces it crosses. It can become cooler, warmer, wetter or drier.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and Development</a:t>
            </a:r>
            <a:endParaRPr lang="en-US" sz="3600" dirty="0"/>
          </a:p>
        </p:txBody>
      </p:sp>
      <p:pic>
        <p:nvPicPr>
          <p:cNvPr id="4" name="Image 0" descr="/home/claude/f4/img/v2/airmass_sourc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source regions of air masses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and Examples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Air masses are classified by their source region: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temperature: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 (tropical) air is warm and P (polar) air is cold. A (arctic) air is very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and Examples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humidity: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 (maritime) air comes from oceans and is moist, while c (continental) air comes from land and is dry. Examples are mT, cT, mP and cP.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Classification and Examples</a:t>
            </a:r>
            <a:endParaRPr lang="en-US" sz="3600" dirty="0"/>
          </a:p>
        </p:txBody>
      </p:sp>
      <p:pic>
        <p:nvPicPr>
          <p:cNvPr id="4" name="Image 0" descr="/home/claude/f4/img/v2/airmass_clas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classification of air masses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Air Masses of Cameroon and West Africa</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Two air masses control the climate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Maritime tropical (mT) air: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comes from the St Helena high over the South Atlantic and blows as the south-west monsoon. It is warm and moist and brings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Air Masses of Cameroon and West Africa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Continental tropical (cT) air: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comes from the Saharan high and blows as the Harmattan. It is dry and dusty and brings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Air Masses of Cameroon and West Africa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Movement: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two meet at the Inter-Tropical Front, which moves north to about 20° N in July and south to about 5° N in January. This movement explains the seasons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Air Masses of Cameroon and West Africa</a:t>
            </a:r>
            <a:endParaRPr lang="en-US" sz="3600" dirty="0"/>
          </a:p>
        </p:txBody>
      </p:sp>
      <p:pic>
        <p:nvPicPr>
          <p:cNvPr id="4" name="Image 0" descr="/home/claude/f4/img/v2/wa_airmasse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air masses of West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air mass?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large body of air with the same temperature and humidity.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air masses of Cameroon and their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mT: warm, humid, rain; cT: hot, dry, dusty.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air mass from the sea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Harmattan comes with the ______ air mass.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boundary between two air masses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West Africa and show the mT, cT and the ITF in January and in July.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Meaning of Climate and Köppen's Classification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Air mass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masse d'air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Source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région 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Front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front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Maritime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Maritime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Continental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Continental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Humid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Humide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18: Air Masses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 air mass and a source region. Classify air masses (cT, mT, cP, mP). Explain the air masses that affect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air masses and explain their effect on the climate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Characteristics and Development; Classification and Examples; Air Masses of Cameroon and West 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West Africa and show the mT, cT and the ITF in January and in July.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air over the Sahara and over the sea.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ITF across West Africa.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the dry season.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rainy season.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“Bamenda sob a poeira do Harmattan” by carlosoliveirareis, CC BY-NC-SA 2.0, via Flickr (https://www.flickr.com/photos/54218923@N00/387054136)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“Heavy rain. Johannesburg, South Africa” by varfolomeev, CC BY-NC 2.0, via Flickr (https://www.flickr.com/photos/45427632@N02/49745935146)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2026-09-27T10:07:52Z</dcterms:created>
  <dcterms:modified xsi:type="dcterms:W3CDTF">2026-09-27T10:07:52Z</dcterms:modified>
</cp:coreProperties>
</file>