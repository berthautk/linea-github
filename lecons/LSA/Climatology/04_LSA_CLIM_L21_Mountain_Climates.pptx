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Mountain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Concept of Micro-climate. The key notions we shall use today are: mountain (highland) climate, lapse rate, air pressure, orographic rain, rain shadow, ultraviolet radiation, daily range, vertical zonation, altitude, relief, aspect, latitude. At the end, you should be able to do this: learners are able to explain the climate of mountains such as the Mandara Mountains and Mount Cameroon and its effects on vegetation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Micro-climates. The question was: State how temperature changes with altitude.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Temperature decreases as altitude increases, by about 6.5 °C per 1,000 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 mountain climate. Number 2: describe its main characteristics. Number 3: explain the vertical zonation of climate and vegetation. Number 4: explain the factors of mountain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about 6.5 °C per 1,000 m. Moist air rising over mountains gives relief rain. Aspect is the direction a slope faces.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family travels from Garoua to Mokolo in the Mandara Mountains. In Garoua the air is hot and dusty, but as the car climbs the winding road, the air through the window becomes cooler and fresher. Yet the sun on your arm feels sharper than in Garoua. You ask: "Why is the air cooler in the mountains while the sun burns more, and how does the climate change so much over such a short distance?"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characteristics and factors of mountain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air cooler in the mountains?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of altitude: temperature falls as height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sun burn more?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thin, clean air filters less of the Sun's ultraviolet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 skin from strong sun in the mountains and carry warm clothes for cold nights.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cool, wet highland climates of Cameroon that support dense populations, tea, coffee and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temperature and height.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If Garoua (about 200 m) is at 34 °C, what is the temperature at Mokolo (about 800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34 − (0.6 × 6.5) ≈ 30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relief rain and rain shadow.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side of a mountain receives more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windward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characteristics of mountain climates.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mountain nights very cold?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thin air cannot keep the heat, which escapes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vegetation zones on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found near the summit of Mount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Bare lava and rock (with montane grassland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aspect of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slope is warmer and drier: the one facing the sun or the one facing away?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one facing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Mountain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Vertical zonation and Mountain barrier.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Temperature and Pressure. Mountain climates have the following characteristics of temperature and pressure. Copy the point on Lower temperatures on the left, then draw the diagram on the right: the fall of temperature with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Temperature and Pressure. Copy the point on Lower air pressure: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Large daily range of temperature on the left, then draw the diagram on the right: the mountain climate.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Rainfall and Radiation. Mountain climates have the following characteristics of rainfall and radiation. Copy the point on Heavy rain on windward slopes on the left, then draw the diagram on the right: relief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Rainfall and Radiation. Copy the point on Mist and cloud: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Rainfall and Radiation. Copy the point on Strong solar radiation: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Vertical Zonation: Mount Cameroon. On Mount Cameroon, climate and vegetation change with height as follows. Copy the point on Lower slopes (0 to 800 m) on the left, then draw the diagram on the right: vertical zonation.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Zonation: Mount Cameroon. Copy the point on Middle slopes (800 to 2,400 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Zonation: Mount Cameroon. Copy the point on Upper slopes (2,400 to 3,800 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Zonation: Mount Cameroon. Copy the point on Summit (above 3,800 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Mountain Climates. Mountain climates are controlled by the following factors. Copy the point on Altitude: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Mountain Climates. Copy the point on Relief (mountain barrier):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Aspect on the left, then draw the diagram on the right: adret and ubac.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Mountain Climates. Copy the point on Latitude: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characteristics of mountain climates.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lower temperatures, lower pressure, heavy windward rain, strong sunshine, large daily range (any three).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why the sun feels stronger in the mountains although the air is cooler.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thin, clean air filters less solar and ultraviolet radiation.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altitude; number 2, leeward; number 3, zonation.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instrument of a weather station.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Weather Observation, Prediction, Modification and Mapping.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MOUNTAIN CLIMATES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Mountain Climates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Micro-climate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Mountain 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Mountain (highland) climate, lapse rate, air pressure, orographic rain, rain shadow, ultraviolet radiation, daily range, vertical zonation, altitude, relief, aspect, latitude.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mountain climates; vertical zonation; factors of mountain climates (altitude, relief, aspect, latitude).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climate of mountains such as the Mandara Mountains and Mount Cameroon and its effects on vegetation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Micro-climates):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temperature changes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decreases as altitude increases, by about 6.5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mountain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main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vertical zonation of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about 6.5 °C per 1,000 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Moist air rising over mountains gives relief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Aspect is the direction a slope faces.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family travels from Garoua to Mokolo in the Mandara Mountains.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air is hot and dusty, but as the car climbs the winding road, the air through the window becomes cooler and fresher.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Yet the sun on your arm feels sharper than in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is the air cooler in the mountains while the sun burns more, and how does the climate change so much over such a short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characteristics and factors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cooler in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altitude: temperature falls as height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sun burn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thin, clean air filters less of the Sun's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 skin from strong sun in the mountains and carry warm clothes for cold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cool, wet highland climates of Cameroon that support dense populations, tea, coffee and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and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Garoua (about 200 m) is at 34 °C, what is the temperature at Mokolo (about 800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34 − (0.6 × 6.5) ≈ 30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Relief rain and rain shadow.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side of a mountain receives more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lim2_mountai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Characteristics of mountain climates.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mountain nights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thin air cannot keep the heat, which escapes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ZONATION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eg_altitud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zones on 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ZONATION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found near the summit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ZONATION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lava and rock (with montane grassland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aspect of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slope is warmer and drier: the one facing the sun or the one facing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one facing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Micro-climate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high-altitude areas, cooler and wetter than the surrounding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zonation: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succession of climate and vegetation zones from the foot to the top of a mountain.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barrier: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mountain range that blocks moving air, forcing it to rise on one side and descend on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Temperature and Pressure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Mountain climates have the following characteristics of temperature and pressure:</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Lower temperatures: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Temperature falls by about 6.5 °C for every 1,000 m of altitude. This is why Bamenda (about 1,200 m) and the Mandara Mountains are cooler than the plains around them.</a:t>
            </a:r>
            <a:endParaRPr lang="en-US" sz="2800" dirty="0"/>
          </a:p>
        </p:txBody>
      </p:sp>
      <p:pic>
        <p:nvPicPr>
          <p:cNvPr id="6" name="Image 0" descr="/home/claude/f4/img/v2/lapse_rate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fall of temperature with height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Temperature and Pressure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Lower air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higher we climb, the less air there is above us, so the pressure and the amount of oxygen fall. At high altitude, people breathe with difficulty and water boils below 100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Temperature and Pressure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Large daily range of temperature: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thin air lets the sun heat the ground strongly by day but lets heat escape quickly at night. Days are therefore warm in the sun, while nights are very cold, with frost on high summits.</a:t>
            </a:r>
            <a:endParaRPr lang="en-US" sz="3200" dirty="0"/>
          </a:p>
        </p:txBody>
      </p:sp>
      <p:pic>
        <p:nvPicPr>
          <p:cNvPr id="6" name="Image 0" descr="/home/claude/f4/img/v2/clim2_mountain.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mountain climate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Rainfall and Radiation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Mountain climates have the following characteristics of rainfall and radiation:</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Heavy rain on windward slopes: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Moist air forced to rise over mountains cools and gives orographic rain, as on the seaward side of Mount Cameroon. The leeward side receives much less rain and forms a rain shadow.</a:t>
            </a:r>
            <a:endParaRPr lang="en-US" sz="2600" dirty="0"/>
          </a:p>
        </p:txBody>
      </p:sp>
      <p:pic>
        <p:nvPicPr>
          <p:cNvPr id="6" name="Image 0" descr="/home/claude/f4/img/v2/rainfall_type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relief rainfall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Rainfall and Radiation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Mist and cloud: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slopes are often in the clouds, especially in the rainy season. Mist and drizzle keep the air humid on the middle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Rainfall and Radiation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solar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thin, clean air lets more sunshine and ultraviolet rays through than in the lowlands. People can therefore get sunburnt quickly even when the air is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Zonation: Mount Cameroon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On Mount Cameroon, climate and vegetation change with height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Lower slopes (0 to 800 m):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climate is hot and very wet, with more than 3,000 mm of rain on the seaward side. The natural vegetation is lowland rainforest, largely replaced by plantations of the CDC.</a:t>
            </a:r>
            <a:endParaRPr lang="en-US" sz="2800" dirty="0"/>
          </a:p>
        </p:txBody>
      </p:sp>
      <p:pic>
        <p:nvPicPr>
          <p:cNvPr id="5" name="Image 0" descr="/home/claude/f4/img/v2/veg_altitude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vertical zonation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Zonation: Mount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Middle slopes (800 to 2,400 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is cooler and often misty. It supports submontane and montane forest with tree ferns, mosses and epiphytes.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Zonation: Mount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Upper slopes (2,400 to 3,800 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is cool to cold, with less rain above the cloud layer. Montane grassland replaces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Zonation: Mount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Summit (above 3,800 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is cold, windy and dry, with frost at night. The ground is mostly bare lava and rock with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Mountain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Mountain climates are controlled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Altitude is the most important factor, because height lowers both temperature and pressure. Each rise of 1,000 m cools the air by about 6.5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Mountain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(mountain barrier):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shape and direction of a mountain range force moving air to rise on one side and descend on the other. This gives rain on the windward side and a dry, warm rain shadow on the leeward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Mountain Climates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Aspect: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Slopes facing the sun (adret) receive more heat and are warmer and drier. Slopes facing away from it (ubac) are cooler, shadier and moister.</a:t>
            </a:r>
            <a:endParaRPr lang="en-US" sz="3600" dirty="0"/>
          </a:p>
        </p:txBody>
      </p:sp>
      <p:pic>
        <p:nvPicPr>
          <p:cNvPr id="5" name="Image 0" descr="/home/claude/f4/img/v2/aspect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adret and ubac</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Mountain Climates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sets the base temperature of the mountain. A mountain near Garoua has a much warmer foot, and a higher snow line, than a mountain of the same height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Lower temperatures, lower pressure, heavy windward rain, strong sunshine, large daily range (any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sun feels stronger in the mountains although the air is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thin, clean air filters less solar and ultraviolet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important factor of mountain climates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sheltered side of a mountain is the ______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change of vegetation with height is vertical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instrument of a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Aspect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 pluviométrique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mountain climate. Describe its main characteristics. Explain the vertical zonation of climate and vegetation. Explain the factors of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climate of mountains such as the Mandara Mountains and Mount Cameroon and its effects on vegetation and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Temperature and Pressure; Rainfall and Radiation; Vertical Zonation: Mount Cameroon; Factors of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instrument of a weather station.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mountain with wind and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the five characteristics.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zones on a mountain.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two sides of a hill.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and Climatology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2026-10-06T05:43:46Z</dcterms:created>
  <dcterms:modified xsi:type="dcterms:W3CDTF">2026-10-06T05:43:46Z</dcterms:modified>
</cp:coreProperties>
</file>