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Mountain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Concept of Micro-climate. The key notions we shall use today are: mountain (highland) climate, lapse rate, air pressure, orographic rain, rain shadow, ultraviolet radiation, daily range, vertical zonation, altitude, relief, aspect, latitude. At the end, you should be able to do this: learners are able to explain the climate of mountains such as the Mandara Mountains and Mount Cameroon and its effects on vegetation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Micro-climates. The question was: State how temperature changes with altitude.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Temperature decreases as altitude increases, by about 6.5 °C per 1,000 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mountain climate. Number 2: describe its main characteristics. Number 3: explain the vertical zonation of climate and vegetation. Number 4: explain the factors of mountain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about 6.5 °C per 1,000 m. Moist air rising over mountains gives relief rain. Aspect is the direction a slope faces.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family travels from Garoua to Mokolo in the Mandara Mountains. In Garoua the air is hot and dusty, but as the car climbs the winding road, the air through the window becomes cooler and fresher. Yet the sun on your arm feels sharper than in Garoua. You ask: "Why is the air cooler in the mountains while the sun burns more, and how does the climate change so much over such a short distance?"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characteristics and factors of mountain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air cooler in the mountains?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altitude: temperature falls as height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sun burn more?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thin, clean air filters less of the Sun's ultraviolet 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 skin from strong sun in the mountains and carry warm clothes for cold nights.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cool, wet highland climates of Cameroon that support dense populations, tea, coffee and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temperature and height.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If Garoua (about 200 m) is at 34 °C, what is the temperature at Mokolo (about 800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34 − (0.6 × 6.5) ≈ 30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relief rain and rain shadow.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side of a mountain receives more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characteristics of mountain climates.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mountain nights very cold?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thin air cannot keep the heat, which escapes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vegetation zones on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found near the summit of Mount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lava and rock (with montane grassland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aspect of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slope is warmer and drier: the one facing the sun or the one facing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one facing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Mountain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Vertical zonation, Windward side and Leeward side.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Mountain Climates. Mountain climates have the following characteristics. Copy the point on Lower temperatures on the left, then draw the diagram on the right: temperature and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Mountain Climates. On this slide we have Lower air pressure.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Heavy rain on windward slopes on the left, then draw the diagram on the right: relief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Mountain Climates. On this slide we have Strong solar radiation.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Large daily range on the left, then draw the diagram on the right: characteristics of mountain climates.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Mountain Climates. On this slide we have Vertical zonation.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Vertical Zonation: Mount Cameroon. On Mount Cameroon, climate and vegetation change with height as follows. Copy the point on Lower slopes (0–800 m) on the left, then draw the diagram on the right: vegetation zones on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Zonation: Mount Cameroon. On this slide we have Middle slopes (800–2,400 m), Upper slopes (2,400–3,800 m) and Summit (above 3,800 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Mountain Climates. Mountain climates are controlled by the following factors. On this slide we have Altitude.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Mountain Climates. On this slide we have Relief.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Aspect on the left, then draw the diagram on the right: the aspect of slopes.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Mountain Climates. On this slide we have Latitude.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Human use on the left, then draw the diagram on the right: tea on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characteristics of mountain climates.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lower temperatures, lower pressure, heavy windward rain, strong sunshine, large daily range (any three).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why the sun feels stronger in the mountains although the air is cooler.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thin, clean air filters less solar and ultraviolet radiation.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altitude; number 2, leeward; number 3, zonation.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instrument of a weather station.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Weather Observation, Prediction, Modification and Mapping.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MOUNTAIN CLIMATES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Mountain Climates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Micro-climate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Mountain 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Mountain (highland) climate, lapse rate, air pressure, orographic rain, rain shadow, ultraviolet radiation, daily range, vertical zonation, altitude, relief, aspect, latitude.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mountain climates; vertical zonation; factors of mountain climates (altitude, relief, aspect, latitude).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climate of mountains such as the Mandara Mountains and Mount Cameroon and its effects on vegetation and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Micro-climates):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temperature changes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decreases as altitude increases, by about 6.5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mountain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main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vertical zonation of climate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about 6.5 °C per 1,000 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Moist air rising over mountains gives relief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Aspect is the direction a slope 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family travels from Garoua to Mokolo in the Mandara Mountains.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air is hot and dusty, but as the car climbs the winding road, the air through the window becomes cooler and fresher.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the sun on your arm feels sharper than in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the air cooler in the mountains while the sun burns more, and how does the climate change so much over such a short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characteristics and factors of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cooler in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altitude: temperature falls as height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sun burn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thin, clean air filters less of the Sun's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 skin from strong sun in the mountains and carry warm clothes for cold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cool, wet highland climates of Cameroon that support dense populations, tea, coffee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pse_r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and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Garoua (about 200 m) is at 34 °C, what is the temperature at Mokolo (about 800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34 − (0.6 × 6.5) ≈ 30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Relief rain and rain shadow.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side of a mountain receives more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lim2_mountai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Characteristics of mountain climates.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mountain nights very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thin air cannot keep the heat, which escapes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ZONATION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veg_altitud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zones on 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ZONATION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found near the summit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ZONATION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lava and rock (with montane grassland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sp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aspect of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slope is warmer and drier: the one facing the sun or the one facing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one facing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Concept of Micro-climate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high-altitude areas, cooler and wetter than the surrounding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zonation: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succession of climate and vegetation zones from the foot to the top of a mountain.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Windward 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side of a mountain facing the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Leeward 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side of a mountain sheltered from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Mountain climates have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Lower temperatures: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Temperature falls by about 6.5 °C per 1,000 m, so Bamenda and the Mandara Mountains are cooler than the plains.</a:t>
            </a:r>
            <a:endParaRPr lang="en-US" sz="3200" dirty="0"/>
          </a:p>
        </p:txBody>
      </p:sp>
      <p:pic>
        <p:nvPicPr>
          <p:cNvPr id="5" name="Image 0" descr="/home/claude/f4/img/v2/lapse_rat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Lower air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thinner and contains less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Heavy rain on windward slopes: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Rising moist air cools and gives orographic rain, as on the seaward side of Mount Cameroon.</a:t>
            </a:r>
            <a:endParaRPr lang="en-US" sz="3600" dirty="0"/>
          </a:p>
        </p:txBody>
      </p:sp>
      <p:pic>
        <p:nvPicPr>
          <p:cNvPr id="5" name="Image 0" descr="/home/claude/f4/img/v2/rainfall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relief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solar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thin, clean air lets more sunshine and ultraviolet rays through.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Large daily range: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Days are warm in the sun, but nights are very cold, with frost on high summits.</a:t>
            </a:r>
            <a:endParaRPr lang="en-US" sz="3600" dirty="0"/>
          </a:p>
        </p:txBody>
      </p:sp>
      <p:pic>
        <p:nvPicPr>
          <p:cNvPr id="5" name="Image 0" descr="/home/claude/f4/img/v2/clim2_mountain.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characteristics of mountain climates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zonation: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Climbing a mountain is like travelling from the Equator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Zonation: Mount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On Mount Cameroon, climate and vegetation change with height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Lower slopes (0–800 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Hot and very wet, with lowland rainforest and plantations of the CDC.</a:t>
            </a:r>
            <a:endParaRPr lang="en-US" sz="3600" dirty="0"/>
          </a:p>
        </p:txBody>
      </p:sp>
      <p:pic>
        <p:nvPicPr>
          <p:cNvPr id="5" name="Image 0" descr="/home/claude/f4/img/v2/veg_altitud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vegetation zones 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Zonation: Mount Cameroon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Middle slopes (800–2,400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Cooler and misty, with submontane and montane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Upper slopes (2,400–3,800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Cool to cold, with montane grassland.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Summit (above 3,800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windy and dry, with bare lava and rock and frost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Mountain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Mountain climates are controlled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important factor: height lowers temperature and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Mountain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shape and orientation of mountains force air to rise, giving rain on the windward side and a dry rain shadow on the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Mountain Climates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Aspect: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Slopes facing the sun are warmer and drier, while slopes facing away are cooler, shadier and moister.</a:t>
            </a:r>
            <a:endParaRPr lang="en-US" sz="3600" dirty="0"/>
          </a:p>
        </p:txBody>
      </p:sp>
      <p:pic>
        <p:nvPicPr>
          <p:cNvPr id="5" name="Image 0" descr="/home/claude/f4/img/v2/aspect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aspect of slopes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Mountain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sets the base temperature: a mountain near Garoua has a much warmer base than a mountain of the same height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Mountain Climates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Human use: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cool, healthy highlands of the West support dense populations, tea, coffee and tourism.</a:t>
            </a:r>
            <a:endParaRPr lang="en-US" sz="3600" dirty="0"/>
          </a:p>
        </p:txBody>
      </p:sp>
      <p:pic>
        <p:nvPicPr>
          <p:cNvPr id="5" name="Image 0" descr="/home/claude/f4/img/v2/f2t_tea_highlands.jpg">    </p:cNvPr>
          <p:cNvPicPr>
            <a:picLocks noChangeAspect="1"/>
          </p:cNvPicPr>
          <p:nvPr/>
        </p:nvPicPr>
        <p:blipFill>
          <a:blip r:embed="rId1"/>
          <a:stretch>
            <a:fillRect/>
          </a:stretch>
        </p:blipFill>
        <p:spPr>
          <a:xfrm>
            <a:off x="5349240" y="2451667"/>
            <a:ext cx="6659575" cy="293307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tea on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temperatures, lower pressure, heavy windward rain, strong sunshine, large daily range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sun feels stronger in the mountains although the air is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thin, clean air filters less solar and ultraviolet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important factor of mountain climates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sheltered side of a mountain is the ______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change of vegetation with height is vertical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instrument of a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Weather Observation, Prediction, Modification and Mapping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Aspect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shadow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 pluviométrique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Mountain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mountain climate. Describe its main characteristics. Explain the vertical zonation of climate and vegetation. Explain the factors of mountain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climate of mountains such as the Mandara Mountains and Mount Cameroon and its effects on vegetation and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of Mountain Climates; Vertical Zonation: Mount Cameroon; Factors of Mountain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instrument of a weather station.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calculate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mountain with wind and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the five characteristics.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zones on a mountain.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two sides of a hill.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and Climatology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(Human use):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2026-09-29T03:37:07Z</dcterms:created>
  <dcterms:modified xsi:type="dcterms:W3CDTF">2026-09-29T03:37:07Z</dcterms:modified>
</cp:coreProperties>
</file>