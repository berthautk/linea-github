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15: Planetary Winds.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let air out of a balloon.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a line on a spinning plate.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the winds on a circle.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a sailing canoe.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explain that there is little land to slow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high 2. right 3. trade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CLIMATOLOGY  —  LESSON 15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Planetary Winds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1: Understanding and managing atmospheric and hydrological phenomena and hazards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 and Local Atmospheric Circulation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Macroscale or Global Scale Winds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15: Planetary Winds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Wind, pressure gradient, Coriolis force, trade winds, westerlies, polar easterlies, doldrums.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Meaning, illustration, types and characteristics of planetary winds.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describe the planetary winds and explain their direction.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wind and explain its cause.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Coriolis force.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trades, westerlies and polar easterlies.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 moves from high to low pressure.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are four pressure belts in each hemisphere.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the past, sailing ships crossed the Atlantic from Europe to America by going south first to catch steady winds. Sailors called these winds the "trade winds".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Sailors needed to know the direction of the great winds.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are the trade winds steady?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blow all year from the subtropical highs to the Equator.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 winds not blow straight?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rotation of the Earth deflects them.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the great wind systems that carry heat and moisture around the Earth.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f4_windsoc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windsock shows wind direction.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wind? What causes it?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Moving air; it blows from high to low pressure.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CORIOLIS FORCE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coriolis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Animation: winds turn right in the north and left in the south.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CORIOLIS FORCE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 winds turn instead of blowing straight?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CORIOLIS FORCE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rotation of the Earth (Coriolis force).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TYPES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planetary_wind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planetary winds.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TYPES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winds blow between 30° and 60°? From which direction in the north?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TYPES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westerlies; from the south-west.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TYPES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lsa_shi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26391" y="1691640"/>
            <a:ext cx="8336170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Tall sailing ships.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TYPES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did sailing ships follow the trade winds?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TYPES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are steady winds that blow in the same direction all year.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TYPES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f4_bigwav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Big waves in a stormy ocean.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TYPES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westerlies of the southern ocean are very strong. What are they called by sailors?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TYPES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Roaring Forties.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Planetary Winds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Global and Local Atmospheric Circulation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Macroscale or Global Scale Winds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15: Planetary Winds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Wind: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air moving from high to low pressure.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Coriolis force: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effect of the Earth's rotation that deflects winds.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Planetary winds: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are the main winds that blow over large parts of the Earth all year.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Direction of Winds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Pressure gradient: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Winds blow from high to low pressure. The greater the difference, the stronger the wind.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Coriolis force: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Winds turn to the right in the northern hemisphere and to the left in the southern hemisphere (Ferrel's law). The force is zero at the Equator.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Types of Planetary Winds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Trade winds: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blow from the subtropical highs to the Equator, from the north-east and south-east. They are steady and meet at the ITCZ.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Westerlies: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blow from the subtropical highs to the temperate lows, from the south-west in the north. They bring rain and storms to Europe.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Types of Planetary Winds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Polar easterlies: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blow from the polar highs to the temperate lows. They are cold and dry.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Types of Planetary Winds (3/3)</a:t>
            </a:r>
            <a:endParaRPr lang="en-US" sz="3600" dirty="0"/>
          </a:p>
        </p:txBody>
      </p:sp>
      <p:pic>
        <p:nvPicPr>
          <p:cNvPr id="13" name="Image 0" descr="/home/claude/f4/img/v2/planetary_wind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diagram.</a:t>
            </a:r>
            <a:endParaRPr lang="en-US" sz="14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Coriolis force?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effect of the Earth's rotation that deflects winds.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the three planetary winds.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Trade winds, westerlies and polar easterlies.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Winds blow from ______ to low pressure.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the north, winds turn to the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Winds from the subtropical highs to the Equator are the ______ winds.</a:t>
            </a:r>
            <a:endParaRPr lang="en-US" sz="3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Draw the planetary winds and pressure belts on one diagram.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16: Monsoon and Harmattan Winds.</a:t>
            </a:r>
            <a:endParaRPr lang="en-US" sz="4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vent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Trade winds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 alizés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Westerlies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 vents d'ouest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Deflection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déviation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rotation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Windsock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manche à air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 and Local Atmospheric Circulation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15: Planetary Winds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wind and explain its cause. Explain the Coriolis force. Describe the trades, westerlies and polar easterlies.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describe the planetary winds and explain their direction.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Wind, Coriolis force, Planetary winds; II. Direction of Winds: Pressure gradient, Coriolis force; III. Types of Planetary Winds: Trade winds, Westerlies, Polar easterlies.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Draw the planetary winds and pressure belts on one diagram.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2 is an animation (GIF): it plays automatically in slide-show mode.</a:t>
            </a:r>
            <a:endParaRPr lang="en-US" sz="2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1 (Meteorology, Climatology &amp; Hydrology).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1: “Windsock” by Wajahat Mahmood, CC BY-SA 2.0, via Flickr (https://www.flickr.com/photos/26116471@N03/6613272897)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“The Amerigo Vespucci Arrives In Dublin (Tall Ships Race Dublin - 2012)” by infomatique, CC BY-SA 2.0, via Flickr (https://www.flickr.com/photos/80824546@N00/7846937046)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“Wave Explosion, Monterey Bay, California” by John William Hammond, CC BY-NC-SA 2.0, via Flickr (https://www.flickr.com/photos/8398907@N02/16328053911)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2026-09-26T11:58:17Z</dcterms:created>
  <dcterms:modified xsi:type="dcterms:W3CDTF">2026-09-26T11:58:17Z</dcterms:modified>
</cp:coreProperties>
</file>