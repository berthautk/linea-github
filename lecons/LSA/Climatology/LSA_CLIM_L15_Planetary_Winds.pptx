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Planetary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Global and Local Atmospheric Circulation, and the sub-topic is Macroscale or Global Scale Winds. The key notions we shall use today are: wind, pressure gradient, Coriolis force, trade winds, westerlies, polar easterlies, doldrums. At the end, you should be able to do this: learners are able to describe the planetary winds and explain their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Vertical Motions: Stability and Instability. The question was: For one week, note whether the afternoon is stormy or calm and link it to stability.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Stormy afternoons show unstable air: the ground is hot and the air rises to form cumulonimbus clouds. Calm, clear or hazy afternoons show stable air, for example during the Harmattan.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We shall correction of the homework; then objectives and recall; then real-life situation and action to take; then learning activities; then board summary; then evaluation, remediation and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wind and explain its cause. Number 2: explain the Coriolis force. Number 3: describe the trades, westerlies and polar easterlies.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Air moves from high to low pressure. There are four pressure belts in each hemisphere.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past, sailing ships crossed the Atlantic from Europe to America by going south first to catch steady winds. Sailors called these winds the "trade winds".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Sailors needed to know the direction of the great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are the trade winds steady?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blow all year from the subtropical highs to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winds not blow straight?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rotation of the Earth deflects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the planetary winds that bring rain and dry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great wind systems that carry heat and moisture around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windsock shows wind direction.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wind? What causes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Moving air; it blows from high to low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winds turn right in the north and left in the south.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winds turn instead of blowing straight?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rotation of the Earth (Coriolis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planetary winds.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winds blow between 30° and 60°? From which direction in the north?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westerlies; from the south-west.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tall sailing ships.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did sailing ships follow the trade winds?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steady winds that blow in the same direction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big waves in a stormy ocean.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The westerlies of the southern ocean are very strong. What are they called by sailors?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Roaring Forties.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Illustration. The main terms are defined as follows.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Illustration. The planetary winds blow between the pressure belts.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global pressure belts and planetary winds.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and Characteristics. There are three types of planetary winds.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The characteristics of each type are.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same part. Write each point on a new line, with the key term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Coriolis force?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effect of the Earth's rotation that deflects winds.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three planetary winds.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trade winds, westerlies and polar easterlies.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high; number 2, right; number 3,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planetary winds and pressure belts on one diagram.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Tropical Seasonal Winds: Monsoon and Harmattan.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15: PLANETARY WINDS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gif"/><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 Planetary Winds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Planetary Winds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and Local Atmospheric Circulation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Macroscale or Global Scale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Planetary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Wind, pressure gradient, Coriolis force, trade winds, westerlies, polar easterlies, doldrums.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illustration, types and characteristics of planetary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planetary winds and explain their direction.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Vertical Motions: Stability and Instability):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one week, note whether the afternoon is stormy or calm and link it to stability.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Stormy afternoons show unstable air: the ground is hot and the air rises to form cumulonimbus clouds. Calm, clear or hazy afternoons show stable air, for example during 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wind and explain its cause.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Coriolis force.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trades, westerlies and polar easterlies.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Air moves from high to low pressure.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There are four pressure belts in each hemisphere.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past, sailing ships crossed the Atlantic from Europe to America by going south first to catch steady winds. Sailors called these winds the "trade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Sailors needed to know the direction of the great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trade winds steady?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all year from the subtropical highs to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winds not blow straight?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rotation of the Earth deflects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the planetary winds that bring rain and dry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great wind systems that carry heat and moisture around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windso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windsock shows wind direction.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wind? What causes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Moving air; it blows from high to low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ILLUSTRATION: CORIOLIS EFFECT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oriolis.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winds turn right in the north and left in the south.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ILLUSTRATION: CORIOLIS EFFECT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winds turn instead of blowing straight?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ILLUSTRATION: CORIOLIS EFFECT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rotation of the Earth (Coriolis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TRADE WINDS AND WESTERLIES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lanetary_wind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planetary winds.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TRADE WINDS AND WESTERLIES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winds blow between 30° and 60°? From which direction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TRADE WINDS AND WESTERLIES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westerlies; from the south-west.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TRADE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ship.jpg">    </p:cNvPr>
          <p:cNvPicPr>
            <a:picLocks noChangeAspect="1"/>
          </p:cNvPicPr>
          <p:nvPr/>
        </p:nvPicPr>
        <p:blipFill>
          <a:blip r:embed="rId1"/>
          <a:stretch>
            <a:fillRect/>
          </a:stretch>
        </p:blipFill>
        <p:spPr>
          <a:xfrm>
            <a:off x="2163533" y="1783080"/>
            <a:ext cx="786462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Tall sailing ships.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TRADE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sailing ships follow the trade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TRADE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steady winds that blow in the same direction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WESTERLIES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bigwav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Big waves in a stormy ocean.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WESTERLIES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westerlies of the southern ocean are very strong. What are they called by sailors?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WESTERLIES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Roaring Forties.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Global and Local Atmospheric Circulation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Macroscale or Global Scale Winds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Planetary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terms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horizontal movement of air from high-pressure areas to low-pressure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Planetary (permanent)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large-scale winds that blow in a fixed direction over particular latitudes throughout the year. Their direction is bent by the rotation of the Earth, an effect called the Coriolis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Illustration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planetary winds blow between the pressure belts: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Coriolis force: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are deflected to the right in the Northern Hemisphere and to the left in the Southern Hemisphere. This is Ferrel's law.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Illustration</a:t>
            </a:r>
            <a:endParaRPr lang="en-US" sz="3600" dirty="0"/>
          </a:p>
        </p:txBody>
      </p:sp>
      <p:pic>
        <p:nvPicPr>
          <p:cNvPr id="4" name="Image 0" descr="/home/claude/f4/img/v2/planetary_wind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global pressure belts and planetary winds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Characteristics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There are three types of planetary winds: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from the subtropical highs (30°) towards the equatorial low. They come from the north-east in the Northern Hemisphere and from the south-east in the Southern Hemisphere.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Westerlies: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from the subtropical highs towards the subpolar lows, between 30° and 60°. They blow from the south-west in the north and from the north-west in the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easterlies: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from the polar highs towards the subpolar lows. They are very cold and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Characteristics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Characteristics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characteristics of each type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steady and regular, and they are dry over land but bring rain to east coasts. They meet at the ITCZ.</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Characteristics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Characteristics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Westerlies: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variable and stormy, stronger in the Southern Hemisphere (Roaring Forties). They bring depressions and rain to west coasts such as Western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Characteristics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Characteristics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easterlies: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cold, dry and irregular. They meet the westerlies at the polar front, where depressions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Coriolis force?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effect of the Earth's rotation that deflects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planetary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winds, westerlies and polar easterlies.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Winds blow from ______ to low pressure.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north, winds turn to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Winds from the subtropical highs to the Equator are the ______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planetary winds and pressure belts on one diagram.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Tropical Seasonal Winds: Monsoon and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 winds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alizés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Westerlies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vents d'ouest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Deflection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déviation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Windsock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manche à 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and Local Atmospheric Circulation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Planetary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wind and explain its cause. Explain the Coriolis force. Describe the trades, westerlies and polar easterlies.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planetary winds and explain their direction.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Illustration; Illustration; Types and Characteristics;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planetary winds and pressure belts on one diagram.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let air out of a balloon.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line on a spinning plate.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winds on a circle.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sailing canoe.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that there is little land to slow them.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“Windsock” by Wajahat Mahmood, CC BY-SA 2.0, via Flickr (https://www.flickr.com/photos/26116471@N03/6613272897)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“The Amerigo Vespucci Arrives In Dublin (Tall Ships Race Dublin - 2012)” by infomatique, CC BY-SA 2.0, via Flickr (https://www.flickr.com/photos/80824546@N00/7846937046)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“Wave Explosion, Monterey Bay, California” by John William Hammond, CC BY-NC-SA 2.0, via Flickr (https://www.flickr.com/photos/8398907@N02/16328053911)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2026-09-27T09:27:34Z</dcterms:created>
  <dcterms:modified xsi:type="dcterms:W3CDTF">2026-09-27T09:27:34Z</dcterms:modified>
</cp:coreProperties>
</file>