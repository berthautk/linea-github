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Atmospheric Motions, and the sub-topic is Microscale (Local) Winds. The key notions we shall use today are: local wind, land breeze, sea breeze, anabatic wind, katabatic wind, foehn. At the end, you should be able to do this: learners are able to explain local winds and their effects on weather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Tropical Seasonal Winds: Monsoon and Harmattan. The question was: Write the months of the monsoon and of the Harmattan in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the monsoon (rainy season) blows from about May to October, and the Harmattan (dry season) from about November to March or 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land and sea breezes. Number 2: explain anabatic and katabatic winds. Number 3: explain foehn winds and the effects of winds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heats and cools faster than the sea. Cold air is heavy and sinks.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Fishermen in Limbe go to sea very early in the morning and come back in the afternoon. They say the wind carries them out and brings them back.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changes direction between night and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wind blows to the sea at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wind blows to the land by 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local winds wisely (fishing, ventilation) and prevent the dangers of dry winds such as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small winds that affect daily life on coasts and in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sea breeze by day, land breeze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wind blow from the sea by 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land is hotter; air rises over it and cool sea air replaces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their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fishermen use the land and sea breezes?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land breeze carries them out at night, and the sea breeze brings them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anabatic and katabatic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 blows down the slopes at night?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katabatic wind; the slopes cool and cold heavy air flows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foehn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wind hot and dry on the leeward 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lost its rain on the windward side and warms as it sinks.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burnt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dry wind be dangerous?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dries plants and spreads bush fires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Categories. Local winds can be understood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can be studied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sea breeze by day and land breeze by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Mountain and Valley Winds. Mountain and valley winds are.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anabatic and katabatic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Foehn Winds. The Foehn can be studied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Foehn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Winds on Weather and Man. Winds affect weather and man in the following ways.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sea breeze.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 land is hotter; air rises over it and cool sea air blows 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foehn wind?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warm, dry wind blowing down the leeward side of a mountain.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breeze; number 2, katabatic; number 3, foehn.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sea breeze and the land breeze.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Air Masses.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gif"/><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 Local Winds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Microscale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wind, land breeze, sea breeze, anabatic wind, katabatic wind, foehn.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and sea breezes, anabatic and katabatic winds, foehn winds; effects of winds on weather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local winds and their effects on weather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Tropical Seasonal Winds: Monsoon and Harmattan):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months of the monsoon and of the Harmattan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monsoon (rainy season) blows from about May to October, and the Harmattan (dry season) from about November to March or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 and sea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anabatic and katabatic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foehn winds and the effects of winds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air is heavy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in Limbe go to sea very early in the morning and come back in the afternoon. They say the wind carries them out and brings them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changes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to the sea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to the land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local winds wisely (fishing, ventilation) and prevent the dangers of dry winds such as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small winds that affect daily life on coasts and in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LAND AND SEA BREEZES: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sea breeze by day, land breeze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LAND AND SEA BREEZES: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blow from the sea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LAND AND SEA BREEZES: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hotter; air rises over it and cool sea air replaces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LAND AND SEA BREEZES: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their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LAND AND SEA BREEZES: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fishermen use the land and sea breezes?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LAND AND SEA BREEZES: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breeze carries them out at night, and the sea breeze brings them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MOUNTAIN AND VALLEY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nabat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Anabatic and katabatic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down the slopes at night?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katabatic wind; the slopes cool and cold heavy air flows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FOEHN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eh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foehn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FOEHN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wind hot and dry on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FOEHN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lost its rain on the windward side and warms as it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WINDS ON WEATHER AND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WINDS ON WEATHER AND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dry wind be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WINDS ON WEATHER AND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dries plants and spreads bush fires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Atmospheric Motions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Microscale (Local)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Local winds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small-scale winds that blow over a small area for a short time, caused by local differences in heating or by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Categories: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are caused by differences in heating, such as land and sea breezes and mountain and valley winds. Others are caused by relief, such as the Foehn.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Land and Sea Breezes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and sea breezes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land heats faster than the sea and a low pressure forms over the land. Cool air blows from the sea to the land, for example in Limbe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Land and Sea Breezes (continued)</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land cools faster and a high pressure forms over it. Air blows from the land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Land and Sea Breezes (continued)</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breezes cool coastal towns in the afternoon. Fishermen go out with the land breeze at night and return with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sea breeze by day and land breeze by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Mountain and Valley Winds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Mountain and valley winds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Anabatic (valley)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 slopes heat up and warm air rises up the valley. It forms clouds and afternoon showers on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Mountain and Valley Winds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(mountain)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cold, heavy air drains down the slopes into the valley. It causes frost and fog in valley bottoms.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pic>
        <p:nvPicPr>
          <p:cNvPr id="4" name="Image 0" descr="/home/claude/f4/img/v2/anabat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anabatic and katabatic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Foehn Winds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Foehn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rises over a mountain, cools and loses its water as rain. It then descends on the leeward side and warms at the dry rate, so it becomes hot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Foehn Winds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Foehn blows in the Alps and the Chinook on the Rockies. It melts snow quickly in spring.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dries vegetation and can cause forest fires and avalanches. It also helps to ripen crops and melt snow for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Local Winds</a:t>
            </a:r>
            <a:endParaRPr lang="en-US" sz="3600" dirty="0"/>
          </a:p>
        </p:txBody>
      </p:sp>
      <p:pic>
        <p:nvPicPr>
          <p:cNvPr id="4" name="Image 0" descr="/home/claude/f4/img/v2/foeh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Foehn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Winds on Weather and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Winds affect weather and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carry heat and moisture and bring rain or dry spells. They also help to form clouds and spread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Winds on Weather and Man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help sailing, fishing, wind energy and the drying of crops. Strong winds destroy roofs and crops, spread bush fires and carry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 land is hotter; air rises over it and cool sea air blows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foehn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warm, dry wind blowing down the leeward side of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 from the sea by day is the sea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cold wind down a slope at night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warm, dry wind on the leeward side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sea breeze and the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Fisherman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pêcheur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Atmospheric Motions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land and sea breezes. Explain anabatic and katabatic winds. Explain foehn winds and the effects of winds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local winds and their effects on weather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Categories; Land and Sea Breezes; Mountain and Valley Winds; Foehn Winds; Effects of Winds on Weather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sea breeze and the land breeze.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cool afternoon wind in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fishermen on Lake Chad or the coast.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cold nights in valleys.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two sides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bush fires in the dry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2026-09-27T09:27:34Z</dcterms:created>
  <dcterms:modified xsi:type="dcterms:W3CDTF">2026-09-27T09:27:34Z</dcterms:modified>
</cp:coreProperties>
</file>