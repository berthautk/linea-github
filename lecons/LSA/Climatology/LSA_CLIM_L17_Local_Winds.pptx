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Local Winds.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cool afternoon wind in Limbe.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about fishermen on Lake Chad or the coast.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cold nights in valleys.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 sides of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bush fires in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breeze 2. katabatic 3. foehn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Winds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Microscale (Local)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Local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wind, land breeze, sea breeze, anabatic wind, katabatic wind, foehn.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and sea breezes, anabatic and katabatic winds, foehn winds; effects of winds on weather and 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local winds and their effects on weather and people.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land and sea breezes.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anabatic and katabatic winds.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foehn winds and the effects of winds on man.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heats and cools faster than the sea.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air is heavy and sinks.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in Limbe go to sea very early in the morning and come back in the afternoon. They say the wind carries them out and brings them back.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changes direction between night and day.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to the sea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breeze.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to the land by day?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 breeze.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small winds that affect daily life on coasts and in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eabreez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sea breeze by day, land breeze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wind blow from the sea by day?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is hotter; air rises over it and cool sea air replaces it.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ish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in their canoes.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fishermen use the land and sea breezes?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breeze carries them out at night, and the sea breeze brings them back.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naba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Anabatic and katabatic winds.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down the slopes at night? Why?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katabatic wind; the slopes cool and cold heavy air flows down.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oeh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foehn effect.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wind hot and dry on the leeward side?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lost its rain on the windward side and warms as it sinks.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bush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Burnt land after a bush fire.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dry wind be dangerous?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dries plants and spreads bush fires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Atmospheric Motions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Microscale (Local)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Local Winds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wind that blows over a small area for a short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Anabatic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warm wind that blows up a slope by day.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Katabatic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cold wind that blows down a slope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Foehn: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warm, dry wind that blows down the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Local Winds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Sea breeze: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the land is hotter than the sea and forms low pressure. Cool air blows from the sea to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Land breeze: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night the land is cooler than the sea. Air blows from the land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Local Winds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Mountain and valley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warm air rises up the slopes (anabatic). At night cold air flows down into valleys (katabatic).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Foehn: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air rises and drops its rain on the windward side. It sinks, warms and dries on the leeward side.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Weather and Man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Useful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breezes cool coastal towns, and land breezes help fishermen. The foehn melts snow and ripens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Harmful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Katabatic winds bring frost and fog to valleys. Hot, dry winds spread bush fires and dry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Weather and Man (2/2)</a:t>
            </a:r>
            <a:endParaRPr lang="en-US" sz="3600" dirty="0"/>
          </a:p>
        </p:txBody>
      </p:sp>
      <p:pic>
        <p:nvPicPr>
          <p:cNvPr id="13" name="Image 0" descr="/home/claude/f4/img/v2/anaba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sea breeze.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the land is hotter; air rises over it and cool sea air blows in.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foehn wind?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warm, dry wind blowing down the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from the sea by day is the sea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wind down a slope at night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warm, dry wind on the leeward side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sea breeze and the land breeze.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Air Masses.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 breeze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brise de mer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breeze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brise de terre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 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Fisherman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pêcheur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Bush fire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feu de brousse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Local Winds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land and sea breezes. Explain anabatic and katabatic winds. Explain foehn winds and the effects of winds on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local winds and their effects on weather and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Local wind, Anabatic wind, Katabatic wind, Foehn; II. Types of Local Winds: Sea breeze, Land breeze, Mountain and valley winds, Foehn; III. Effects on Weather and Man: Useful effects, Harmful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sea breeze and the land breeze.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“Fishermen, Lake Tana” by A.Davey, CC BY 2.0, via Flickr (https://www.flickr.com/photos/40595948@N00/2260748777)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“20111216-NRCS-LSC-0355” by USDAgov, CC BY 2.0, via Flickr (https://www.flickr.com/photos/41284017@N08/6551564351)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2026-09-27T04:25:29Z</dcterms:created>
  <dcterms:modified xsi:type="dcterms:W3CDTF">2026-09-27T04:25:29Z</dcterms:modified>
</cp:coreProperties>
</file>