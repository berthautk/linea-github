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Atmospheric Motions, and the sub-topic is Microscale (Local) Winds. The key notions we shall use today are: local wind, land breeze, sea breeze, anabatic wind, katabatic wind, foehn. At the end, you should be able to do this: learners are able to explain local winds and their effects on weather and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Tropical Seasonal Winds: Monsoon and Harmattan. The question was: Write the months of the monsoon and of the Harmattan in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the monsoon (rainy season) blows from about May to October, and the Harmattan (dry season) from about November to March or April.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land and sea breezes. Number 2: explain anabatic and katabatic winds. Number 3: explain foehn winds and the effects of winds on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Land heats and cools faster than the sea. Cold air is heavy and sinks.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Fishermen in Limbe go to sea very early in the morning and come back in the afternoon. They say the wind carries them out and brings them back.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wind changes direction between night and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wind blows to the sea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blows to the land by 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local winds wisely (fishing, ventilation) and prevent the dangers of dry winds such as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small winds that affect daily life on coasts and in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sea breeze by day, land breeze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does the wind blow from the sea by 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is hotter; air rises over it and cool sea air replaces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in their canoes.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fishermen use the land and sea breezes?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land breeze carries them out at night, and the sea breeze brings them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anabatic and katabatic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wind blows down the slopes at night?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katabatic wind; the slopes cool and cold heavy air flows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foehn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wind hot and dry on the leeward 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lost its rain on the windward side and warms as it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burnt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a dry wind be dangerous?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dries plants and spreads bush fires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Categories. Local winds can be understood as follows. On this slide we have Local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On this slide we have Categories.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and Sea Breezes. Land and sea breezes can be studied as follows. On this slide we have Sea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On this slide we have Land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On this slide we have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sea breeze by day and land breeze by night.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Mountain and Valley Winds. Mountain and valley winds are. On this slide we have Anabatic (valley) wind.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Mountain and Valley Winds. On this slide we have Katabatic (mountain)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anabatic and katabatic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Foehn Winds. The Foehn can be studied as follows. On this slide we have Causes.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Foehn Winds. On this slide we have Examples and Effects.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Foehn effect.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Winds on Weather and Man. Winds affect weather and man in the following ways. On this slide we have Effects on weather.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Winds on Weather and Man. On this slide we have Effects on man.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the sea breeze.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day the land is hotter; air rises over it and cool sea air blows 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foehn wind?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warm, dry wind blowing down the leeward side of a mountain.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breeze; number 2, katabatic; number 3, foehn.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sea breeze and the land breeze.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Air Masses.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gif"/><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Motions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Microscale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wind, land breeze, sea breeze, anabatic wind, katabatic wind, foehn.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and sea breezes, anabatic and katabatic winds, foehn winds; effects of winds on weather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local winds and their effects on weather and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Tropical Seasonal Winds: Monsoon and Harmattan):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months of the monsoon and of the Harmattan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monsoon (rainy season) blows from about May to October, and the Harmattan (dry season) from about November to March or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land and sea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anabatic and katabatic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foehn winds and the effects of winds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the sea.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Cold air is heavy and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in Limbe go to sea very early in the morning and come back in the afternoon. They say the wind carries them out and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changes direction between night and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to the sea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to the land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local winds wisely (fishing, ventilation) and prevent the dangers of dry winds such as bush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small winds that affect daily life on coasts and in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sea breeze by day, land breeze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blow from the sea by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hotter; air rises over it and cool sea air replaces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in their canoes.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fishermen use the land and sea breezes?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LAND AND SEA BREEZES: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breeze carries them out at night, and the sea breeze brings them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naba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Anabatic and katabatic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blows down the slopes at night?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 MOUNTAIN AND VALLEY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katabatic wind; the slopes cool and cold heavy air flows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oeh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foehn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wind hot and dry on the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 FOEHN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lost its rain on the windward side and warms as it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dry wind be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WINDS ON WEATHER AND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dries plants and spreads bush fires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Atmospheric Motions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Microscale (Local)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winds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small-scale winds that blow over a small area for a short time, caused by local differences in heating or by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Categories: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are caused by differences in heating, such as land and sea breezes and mountain and valley winds. Others are caused by relief, such as the Foehn.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Land and Sea Breezes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and sea breezes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land heats faster than the sea and a low pressure forms over the land. Cool air blows from the sea to the land, for example in Limbe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A) Land and Sea Breezes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land cools faster and a high pressure forms over it. Air blows from the land to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A) Land and Sea Breezes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breezes cool coastal towns in the afternoon. Fishermen go out with the land breeze at night and return with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sea breeze by day and land breeze by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Mountain and Valley Winds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Mountain and valley winds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Anabatic (valley)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slopes heat up and warm air rises up the valley. It forms clouds and afternoon showers on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Mountain and Valley Winds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Katabatic (mountain)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cold, heavy air drains down the slopes into the valley. It causes frost and fog in valley bottoms.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anaba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anabatic and katabatic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Foehn Winds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Foehn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Moist air rises over a mountain, cools and loses its water as rain. It then descends on the leeward side and warms at the dry rate, so it becomes hot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Foehn Winds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Foehn blows in the Alps and the Chinook on the Rockies. It melts snow quickly in spring.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dries vegetation and can cause forest fires and avalanches. It also helps to ripen crops and melt snow for pastures.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Local Winds</a:t>
            </a:r>
            <a:endParaRPr lang="en-US" sz="3600" dirty="0"/>
          </a:p>
        </p:txBody>
      </p:sp>
      <p:pic>
        <p:nvPicPr>
          <p:cNvPr id="4" name="Image 0" descr="/home/claude/f4/img/v2/foeh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Foehn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Winds on Weather and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Winds affect weather and man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carry heat and moisture and bring rain or dry spells. They also help to form clouds and spread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Winds on Weather and Man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help sailing, fishing, wind energy and the drying of crops. Strong winds destroy roofs and crops, spread bush fires and carry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 air rises over it and cool sea air blows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foehn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warm, dry wind blowing down the leeward side of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 from the sea by day is the sea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wind down a slope at night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warm, dry wind on the leeward side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sea breeze and 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Fisherman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pêcheur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Atmospheric Motions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land and sea breezes. Explain anabatic and katabatic winds. Explain foehn winds and the effects of winds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local winds and their effects on weather and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Categories; Land and Sea Breezes; Mountain and Valley Winds; Foehn Winds; Effects of Winds on Weather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sea breeze and the land breeze.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cool afternoon wind in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about fishermen on Lake Chad or the coast.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cold nights in valleys.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the two sides of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bush fires in the dry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2026-09-27T10:07:52Z</dcterms:created>
  <dcterms:modified xsi:type="dcterms:W3CDTF">2026-09-27T10:07:52Z</dcterms:modified>
</cp:coreProperties>
</file>