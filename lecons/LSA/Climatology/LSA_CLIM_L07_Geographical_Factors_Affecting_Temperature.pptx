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continentality, maritime influence, altitude, aspect, ocean current, heat island, cloud cover. At the end, you should be able to do this: learners are able to explain why places on the same latitude have different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Latitudinal Distribution of Temperature. The question was: Find the January and July temperatures of Douala and Paris and compare the annual range.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is about 27 °C in January and 24 °C in July: range about 3 °C. Paris is about 5 °C in January and 20 °C in July: range about 15 °C. Paris has a larger range because it is at a higher latitude with marked seasons.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 of land, sea and distance from the sea. Number 2: explain the effect of altitude and aspect. Number 3: explain the effect of currents, winds, clouds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from the Equator to the poles. Warm currents warm coasts.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and Ngaoundéré are both in southern and central Cameroon, but Ngaoundéré is much cooler. Also, Douala has almost the same temperature all year, while Kousseri has very hot and cooler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temperature differs at similar latitudes.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Ngaoundéré cooler?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high on the Adamawa Plateau (about 1,100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Douala have a small range?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sea, which keeps the temperature steady.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adapt to temperature differences caused by relief, the sea and towns, for example by planting trees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local differences in temperature in Cameroon and in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monthly temperatures of Douala and N'Djamena.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 has the larger range?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N'Djamena, because it is far from the sea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Mount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height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sunny slope and a shady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one side of a hill warmer than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sunny slope faces the Sun (aspect) and receives more direct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warm and cold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coast of Namibia cool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Benguela current cools the air along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town is warmer than the countryside.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centre of a town warmer than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Concrete and tar store heat, and cars and factories give out heat: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Surface and Distance from the Sea. Land and water heat and cool differently.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and continental temperatures.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affects temperature in two ways.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adret and ubac.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Currents, Winds, Clouds and Towns. Other geographical factors include.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coastal places cooler in summer than inland places?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sea heats slowly and keeps coastal temperatures steady.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geographical factors of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altitude, distance from the sea, ocean currents (also aspect, winds, clouds,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continentality; number 2, aspect; number 3,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temperature of Buea and Limbe and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Vertical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GEOGRAPHICAL FACTORS AFFECTING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 Geographical Factors Affecting Temperature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Geographical Factors Affecting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Continentality, maritime influence, altitude, aspect, ocean current, heat island, cloud cover.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Nature of the surface, relief, ocean currents, winds, cloud cover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Latitudinal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January and July temperatures of Douala and Paris and compare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about 27 °C in January and 24 °C in July: range about 3 °C. Paris is about 5 °C in January and 20 °C in July: range about 15 °C. Paris has a larger range because it is at a higher latitude with marked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land, sea and distance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altitude and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currents, winds, clouds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from the Equator to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currents warm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are both in southern and central Cameroon, but Ngaoundéré is much cooler. Also, Douala has almost the same temperature all year, while Kousseri has very hot and cooler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temperature differs at similar latitudes.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on the Adamawa Plateau (about 1,100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have a small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which keeps the temperature steady.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Adapt to temperature differences caused by relief, the sea and towns, for example by planting trees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local differences in temperature in Cameroon and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SURFACE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temperatures of Douala and N'Djamena.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SURFACE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the larger range?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 OF SURFACE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N'Djamena, because it is far from the sea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Mount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ASPECT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one side of a hill warmer than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sunny slope faces the Sun (aspect) and receives more direct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CURRENTS AND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of Namibia cool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Benguela current cools the air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is warmer than the countryside.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centre of a town warmer than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tar store heat, and cars and factories give out heat: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Adret: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sunny slope of a valley, facing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Ubac: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shady slope of a valley, turned away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town area that is warmer than the surrounding countryside.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lapsing: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Nature of Surface and Distance from the Sea</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and water heat and cool differently: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while water heats and cools slowly. Coastal places therefore have mild temperatures and small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700" b="1" dirty="0">
                <a:solidFill>
                  <a:srgbClr val="990011"/>
                </a:solidFill>
                <a:latin typeface="Times New Roman" pitchFamily="34" charset="0"/>
                <a:ea typeface="Times New Roman" pitchFamily="34" charset="-122"/>
                <a:cs typeface="Times New Roman" pitchFamily="34" charset="-120"/>
              </a:rPr>
              <a:t>A) Nature of Surface and Distance from the Sea (continued)</a:t>
            </a:r>
            <a:endParaRPr lang="en-US" sz="1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far inland have hot summers, cold winters and large ranges; this is continentality. Kousseri has a larger range than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and continental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Relief</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affects temperature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for every 1,000 m of height. This is why Buea is cooler than Limbe and Mount Kilimanjaro has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Relief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of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(adret) are warmer than slopes in the shade (ubac). In the Alps, villages and vineyards are on the adret.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adret and ubac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Currents, Winds, Clouds and Towns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geographical factors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and winds from the sea raise coastal temperatures. Cold currents such as the Benguela and dry desert winds lower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C) Currents, Winds, Clouds and Towns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reduce heating by day and reduce cooling at night. Cloudy regions therefore have a small daily range, while deserts have a large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Geographical Factors of Temperature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C) Currents, Winds, Clouds and Towns (continued)</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tar, traffic and factories store and produce heat. City centres can be 2–10 °C warmer than the countryside; this is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coastal places cooler in summer than inland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heats slowly and keeps coastal temperatures steady.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geographical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distance from the sea, ocean currents (also aspect, winds, clouds,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effect of distance from the sea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its surroundings is an urban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Buea and Limbe and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 of land, sea and distance from the sea. Explain the effect of altitude and aspect. Explain the effect of currents, winds, clouds and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on the same latitude have different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Surface and Distance from the Sea; Relief; Currents, Winds, Clouds and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temperature of Buea and Limbe and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both ranges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Buea and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sunny side of a hill.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Namibia on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heat in a market and in a field.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2026-09-27T09:27:33Z</dcterms:created>
  <dcterms:modified xsi:type="dcterms:W3CDTF">2026-09-27T09:27:33Z</dcterms:modified>
</cp:coreProperties>
</file>