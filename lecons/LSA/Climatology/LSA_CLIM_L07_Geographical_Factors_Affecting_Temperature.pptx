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write both ranges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Buea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sunny side of a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show Namibia on an 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the heat in a market and in a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continentality 2. aspect 3.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7</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Geographical Factors Affecting Temperature</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Global Distribution of Heat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Continentality, maritime influence, altitude, aspect, ocean current, heat island, cloud cover.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Nature of the surface, relief, ocean currents, winds, cloud cover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on the same latitude have different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 of land, sea and distance from the sea.</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 of altitude and aspect.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 of currents, winds, clouds and towns.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Temperature falls from the Equator to the poles.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Warm currents warm coasts.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Ngaoundéré are both in southern and central Cameroon, but Ngaoundéré is much cooler. Also, Douala has almost the same temperature all year, while Kousseri has very hot and cooler months.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temperature differs at similar latitudes.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on the Adamawa Plateau (about 1,100 m).</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have a small range?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which keeps the temperature steady.</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local differences in temperature in Cameroon and in the world.</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ontinentality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Monthly temperatures of Douala and N'Djamena.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has the larger range? Why?</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N'Djamena, because it is far from the sea (continentality).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kilimanjaro.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Snow on Mount Kilimanjaro near the Equator.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(altitude).</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aspect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sunny slope and a shady slope.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one side of a hill warmer than the other?</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sunny slope faces the Sun (aspect) and receives more direct rays.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CURRENTS AND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ocean_current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Warm and cold ocean currents.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CURRENTS AND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of Namibia cool and dry?</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CURRENTS AND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Benguela current cools the air along the coast.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TOWNS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heat_island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town is warmer than the countryside.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TOWNS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centre of a town warmer than the countryside?</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TOWNS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tar store heat, and cars and factories give out heat: an urban heat island.</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Continentality: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Aspect: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a slope faces.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Urban heat island: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town that is warmer than the countryside around it.</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Surface and Relief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Land and sea: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but the sea heats and cools slowly. Coastal places have a small range, and inland places have a large range.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Altitude: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every 1,000 m. That is why Buea is cooler than Limbe.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Surface and Relief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Aspect: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Slopes facing the Sun are warmer than shady slopes. In the northern hemisphere, south-facing slopes are warmer.</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Other Factors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Ocean currents and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Warm currents and winds from the sea warm coasts. Cold currents and winds from cold areas cool them.</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Cloud cover: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Clouds keep days cool and nights warm. Deserts with clear skies are very hot by day and cold at night.</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Other Factors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Urbanisation: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Buildings, tar and traffic store and give out heat.</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coastal places cooler in summer than inland places?</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heats slowly and keeps coastal temperatures steady.</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geographical factors of temperature.</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distance from the sea, ocean currents (also aspect, winds, clouds, towns).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effect of distance from the sea is called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town warmer than its surroundings is an urban ______.</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Buea and Limbe and explain the difference.</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8: Vertical Distribution of Temperature.</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Altitude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L'altitude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Continentality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continentalité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Slope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versant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Heat island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Îlot de chaleur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Coast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côte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Cloud cover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nébulosité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Energy in the Atmosphere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7: Geographical Factors Affecting Temperature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Explain the effect of land, sea and distance from the sea. Explain the effect of altitude and aspect. Explain the effect of currents, winds, clouds and towns.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why places on the same latitude have different temperatures.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Continentality, Aspect, Urban heat island; II. Surface and Relief: Land and sea, Altitude, Aspect; III. Other Factors: Ocean currents and winds, Cloud cover, Urbanisation.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Compare the temperature of Buea and Limbe and explain the difference.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2026-09-26T11:58:16Z</dcterms:created>
  <dcterms:modified xsi:type="dcterms:W3CDTF">2026-09-26T11:58:16Z</dcterms:modified>
</cp:coreProperties>
</file>