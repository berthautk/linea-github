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Geographical Factors Affecting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Global Distribution of Heat (Temperature). The key notions we shall use today are: continentality, maritime influence, altitude, aspect, ocean current, heat island, cloud cover. At the end, you should be able to do this: learners are able to explain why places on the same latitude have different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Latitudinal Distribution of Temperature. The question was: Find the January and July temperatures of Douala and Paris and compare the annual range.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is about 27 °C in January and 24 °C in July: range about 3 °C. Paris is about 5 °C in January and 20 °C in July: range about 15 °C. Paris has a larger range because it is at a higher latitude with marked seasons.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effect of land, sea and distance from the sea. Number 2: explain the effect of altitude and aspect. Number 3: explain the effect of currents, winds, clouds and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from the Equator to the poles. Warm currents warm coasts.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and Ngaoundéré are both in southern and central Cameroon, but Ngaoundéré is much cooler. Also, Douala has almost the same temperature all year, while Kousseri has very hot and cooler months.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why temperature differs at similar latitudes.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Ngaoundéré cooler?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high on the Adamawa Plateau (about 1,100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Douala have a small range?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sea, which keeps the temperature steady.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to temperature differences caused by relief, the sea and towns, for example by planting trees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local differences in temperature in Cameroon and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monthly temperatures of Douala and N'Djamena.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town has the larger range?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N'Djamena, because it is far from the sea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Mount Kilimanjaro near the Equator.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a mountain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falls with height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sunny slope and a shady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one side of a hill warmer than the other?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sunny slope faces the Sun (aspect) and receives more direct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warm and cold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coast of Namibia cool and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 Benguela current cools the air along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town is warmer than the countryside.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centre of a town warmer than the countryside?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Concrete and tar store heat, and cars and factories give out heat: an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Adret and Ubac.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Heat island and Temperature lapsing.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Surface and Distance from the Sea. Land and water heat and cool differently. On this slide we have Land and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Surface and Distance from the Sea. On this slide we have Distance from the sea.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coastal and continental temperatures.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Relief affects temperature in two ways. On this slide we have Altitude.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Aspect of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adret and ubac.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Currents, Winds, Clouds and Towns. Other geographical factors include. On this slide we have Ocean currents and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Currents, Winds, Clouds and Towns. On this slide we have Cloud cover.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Currents, Winds, Clouds and Towns. On this slide we have Urbanisation.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coastal places cooler in summer than inland places?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sea heats slowly and keeps coastal temperatures steady.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geographical factors of temperature.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altitude, distance from the sea, ocean currents (also aspect, winds, clouds,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continentality; number 2, aspect; number 3,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temperature of Buea and Limbe and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Vertical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7: GEOGRAPHICAL FACTORS AFFECTING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Geographical Factors Affecting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Distribution of Heat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Geographical Factors Affecting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Continentality, maritime influence, altitude, aspect, ocean current, heat island, cloud cover.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the surface, relief, ocean currents, winds, cloud cover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places on the same latitude have different temperatures.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Latitudinal Distribution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January and July temperatures of Douala and Paris and compare the annual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about 27 °C in January and 24 °C in July: range about 3 °C. Paris is about 5 °C in January and 20 °C in July: range about 15 °C. Paris has a larger range because it is at a higher latitude with marked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land, sea and distance from the sea.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altitude and aspect.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currents, winds, clouds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from the Equator to the poles.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currents warm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Ngaoundéré are both in southern and central Cameroon, but Ngaoundéré is much cooler. Also, Douala has almost the same temperature all year, while Kousseri has very hot and cooler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why temperature differs at similar 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Ngaoundéré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on the Adamawa Plateau (about 1,100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have a small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which keeps the temperature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to temperature differences caused by relief, the sea and towns, for example by planting trees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local differences in temperature in Cameroon and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ntinenta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Monthly temperatures of Douala and N'Djamena.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has the larger range?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N'Djamena, because it is far from the sea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Mount Kilimanjaro near the Equator.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a mountain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sunny slope and a shady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one side of a hill warmer than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sunny slope faces the Sun (aspect) and receives more direct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of Namibia cool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Benguela current cools the air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is warmer than the countryside.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centre of a town warmer than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and tar store heat, and cars and factories give out heat: an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Distribution of Heat (Temperature)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Geographical Factors Affecting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Adret: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sunny slope of a valley, facing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Ubac: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shady slope of a valley, turned away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island: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town area that is warmer than the surrounding countryside.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lapsing: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fall of temperature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Nature of Surface and Distance from the Sea</a:t>
            </a:r>
            <a:endParaRPr lang="en-US" sz="31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and water heat and cool differently: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heats and cools quickly, while water heats and cools slowly. Coastal places therefore have mild temperatures and small 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700" b="1" dirty="0">
                <a:solidFill>
                  <a:srgbClr val="990011"/>
                </a:solidFill>
                <a:latin typeface="Times New Roman" pitchFamily="34" charset="0"/>
                <a:ea typeface="Times New Roman" pitchFamily="34" charset="-122"/>
                <a:cs typeface="Times New Roman" pitchFamily="34" charset="-120"/>
              </a:rPr>
              <a:t>A) Nature of Surface and Distance from the Sea (continued)</a:t>
            </a:r>
            <a:endParaRPr lang="en-US" sz="1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far inland have hot summers, cold winters and large ranges; this is continentality. Kousseri has a larger range than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pic>
        <p:nvPicPr>
          <p:cNvPr id="4" name="Image 0" descr="/home/claude/f4/img/v2/continenta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coastal and continental temperatures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Relief</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affects temperature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 This is why Buea is cooler than Limbe and Mount Kilimanjaro has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Relief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 of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Slopes facing the sun (adret) are warmer than slopes in the shade (ubac). In the Alps, villages and vineyards are on the adret.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adret and ubac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Currents, Winds, Clouds and Towns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geographical factors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and winds from the sea raise coastal temperatures. Cold currents such as the Benguela and dry desert winds lower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100" b="1" dirty="0">
                <a:solidFill>
                  <a:srgbClr val="990011"/>
                </a:solidFill>
                <a:latin typeface="Times New Roman" pitchFamily="34" charset="0"/>
                <a:ea typeface="Times New Roman" pitchFamily="34" charset="-122"/>
                <a:cs typeface="Times New Roman" pitchFamily="34" charset="-120"/>
              </a:rPr>
              <a:t>C) Currents, Winds, Clouds and Towns (continued)</a:t>
            </a:r>
            <a:endParaRPr lang="en-US" sz="2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reduce heating by day and reduce cooling at night. Cloudy regions therefore have a small daily range, while deserts have a large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C) Currents, Winds, Clouds and Towns (continued)</a:t>
            </a:r>
            <a:endParaRPr lang="en-US" sz="25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tar, traffic and factories store and produce heat. City centres can be 2–10 °C warmer than the countryside; this is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coastal places cooler in summer than inland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heats slowly and keeps coastal temperatures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geographical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Altitude, distance from the sea, ocean currents (also aspect, winds, clouds,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effect of distance from the sea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direction a slope faces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warmer than its surroundings is an urban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Buea and Limbe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continentalité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Îlot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nébulosité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Geographical Factors Affecting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 of land, sea and distance from the sea. Explain the effect of altitude and aspect. Explain the effect of currents, winds, clouds and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places on the same latitude have different temperatures.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Surface and Distance from the Sea; Relief; Currents, Winds, Clouds and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temperature of Buea and Limbe and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both ranges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Buea and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sunny side of a hill.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Namibia on an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heat in a market and in a field.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2026-09-27T10:07:50Z</dcterms:created>
  <dcterms:modified xsi:type="dcterms:W3CDTF">2026-09-27T10:07:50Z</dcterms:modified>
</cp:coreProperties>
</file>