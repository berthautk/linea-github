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10: Nature of Moisture.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water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ice, water and steam from a kettle.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do the calculation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blow on a wet hand: it feels cold.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Douala and Maroua.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saturated 2. hygrometer 3. more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CLIMATOLOGY  —  LESSON 10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Moisture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Moisture in the Atmosphere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Atmospheric Humidity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10: Nature of Moisture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Humidity, absolute humidity, relative humidity, saturation, dew point, hygrometer.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 and states of moisture; absolute and relative humidity; distribution and factors; relevance.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and explain humidity and its effects on weather and people.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sources and the three states of moisture.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absolute and relative humidity.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and importance of humidity.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vapour is a variable gas.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 takes in latent heat.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Douala, clothes take a long time to dry and people sweat a lot. In Maroua during the dry season, clothes dry in one hour and the lips crack. Both towns can be very hot.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feel different conditions in hot places.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different between the two towns?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amount of water vapour in the air (humidity).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clothes dry slowly in Douala?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air is almost saturated, so evaporation is slow.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humidity, which controls clouds, rain and our comfort.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water_cycl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water evaporates and returns as rain.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water vapour in the air come from?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SOURCES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Evaporation from seas, lakes, rivers and soil, and transpiration from plants.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i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Ice cubes melting into water.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states of water. Which one is invisible?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STATES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Solid (ice), liquid (water), gas (water vapour). Water vapour is invisible.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HUMIDITY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humidity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Maximum water vapour a cubic metre of air can hold.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HUMIDITY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at 30 °C holds 15 g of vapour. What is its relative humidity?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HUMIDITY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÷ 30 × 100 = 50 %.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HUMIDITY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hyg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9232" y="1691640"/>
            <a:ext cx="8150488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sling hygrometer (wet and dry bulb thermometers).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HUMIDITY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the wet bulb show a lower temperature than the dry bulb?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HUMIDITY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evaporates from the wet bulb and cools it; the drier the air, the bigger the difference.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rainfor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humid equatorial forest.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humidity high in equatorial forests?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temperature, much rain and much transpiration from plants.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Nature of Moisture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Moisture in the Atmosphere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Atmospheric Humidity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10: Nature of Moisture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Humidity: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amount of water vapour in the air.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Absolute humidity: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mass of water vapour in a cubic metre of air (g/m³).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 humidity: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actual vapour in the air compared with the maximum it can hold, in percent.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Dew point: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temperature at which air becomes saturated.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Sources and States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Sources: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vapour comes from evaporation of seas, lakes and soils. Plants also give out vapour by transpiration.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Three states: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exists as solid (ice), liquid (water) and gas (vapour). It changes state with temperature.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Humidity and its Factors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Calculation: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Relative humidity = actual vapour ÷ maximum vapour × 100. At 100 % the air is saturated.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 air holds more vapour than cold air. When temperature rises, relative humidity falls.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Humidity and its Factors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Distribution: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Humidity is high near the Equator and near the sea. It is low in deserts and in the dry season.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Relevance: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Humid air gives clouds and rain but makes people uncomfortable. Very dry air cracks lips and spreads meningitis in the Sahel.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absolute and relative humidity.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Absolute: grams of vapour per m³; relative: actual vapour as a percentage of the maximum.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to relative humidity when air warms?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falls, because warm air can hold more vapour.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Air holding all the vapour it can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Humidity is measured with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 air holds ______ vapour than cold air.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Wet two pieces of cloth; dry one in the sun and one in a closed room. Explain the difference.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11: Forms of Condensation and Precipitation.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L'humidité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saturation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Dew point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point de rosée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vapour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vapeur d'eau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Transpiration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transpiration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Hygrometer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L'hygromètre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Moisture in the Atmosphere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10: Nature of Moisture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sources and the three states of moisture. Distinguish absolute and relative humidity. Explain the factors and importance of humidity.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and explain humidity and its effects on weather and people.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Humidity, Absolute humidity, Relative humidity, Dew point; II. Sources and States: Sources, Three states; III. Humidity and its Factors: Calculation, Factors, Distribution, Relevance.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 two pieces of cloth; dry one in the sun and one in a closed room. Explain the difference.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“Thrice” by mpardo.photo, CC0 1.0, via Flickr (https://www.flickr.com/photos/130551911@N05/16875162129)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“Sling hydrometer used on 1953 Mount Everest expedition” by G H Zeal Limited, CC BY-NC-SA 4.0, via sciencemuseum (https://collection.sciencemuseumgroup.org.uk/objects/co8593941/sling-hydrometer-used-on-1953-mount-everest-expedition)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“Amazon 11” by CIAT International Center for Tropical Agriculture, CC BY-SA 2.0, via Flickr (https://www.flickr.com/photos/38476503@N08/5641587148)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2026-09-26T11:58:16Z</dcterms:created>
  <dcterms:modified xsi:type="dcterms:W3CDTF">2026-09-26T11:58:16Z</dcterms:modified>
</cp:coreProperties>
</file>