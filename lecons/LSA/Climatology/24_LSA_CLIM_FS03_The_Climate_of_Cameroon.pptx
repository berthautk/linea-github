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The Climate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Climate of Cameroon. The key notions we shall use today are: equatorial climate, Cameroon type, tropical climate, Sahelian climate, ITCZ, continentality. At the end, you should be able to do this: learners are able to describe and explain the climates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Weather Observation, Prediction, Modification and Mapping. The question was: Listen to a weather forecast on radio or TV and write what it says for three regions.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Littoral: hot and humid with afternoon showers; North: hot and dry with dusty Harmattan haze; Centre: cloudy with a possible evening storm.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Cameroon and name its climatic domains. Number 2: describe the characteristics of each climate type. Number 3: explain the role of air masses, the ITCZ and continentality.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mT brings rain and the cT brings the Harmattan. Temperature falls with altitude.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from Kousseri moves to Douala for school. She is surprised that it rains almost all year in Douala, while at home the rainy season lasts only three months.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seasons differ greatly between the south and the north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it rain longer in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near the sea and the ITCZ stays over the south for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type of climate does Kousseri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dry tropical (Sahelian)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climates of Cameroon to plan farming and water use in each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climates of our country and their effects on life and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cameroon in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does Cameroon lie?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about 2°N and 13°N.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climate types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two main climatic domains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equatorial domain in the south and the tropical domain in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climate graph of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climate of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all year (about 26 °C) with very heavy rain (about 4,000 mm): Cameroon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rain belt moves with the seasons.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north have only one short rainy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ITCZ reaches the north only for a short time in July–August.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length of the rainy season from south to north.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length of the rainy season change from Douala to Kousseri?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becomes shorter inland, from about 11 to about 3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of Cameroon. Cameroon is situated as follows. On this slide we have Latitude and longitude.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of Cameroon. On this slide we have Situation in Africa.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 of Cameroon in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Equatorial Domain. The equatorial domain (south of about 6° N) includes. On this slide we have Guinea (equatorial) type.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Equatorial Domain.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Equatorial Domain. On this slide we have Cameroon (maritime) type.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Equatorial Domain. On this slide we have Mountain type.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climatic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Domain. The tropical domain (north of about 6° N) includes. On this slide we have Humid tropical (Sudan) type.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Domain. On this slide we have Dry tropical (Sahel) type.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Masses and Seasons. The climate of Cameroon is controlled by. On this slide we have Air masses and the ITCZ.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Masses and Seasons. On this slide we have Seasons and continentality.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number of wet months from south to north.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climate types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equatorial (Guinea), Cameroon type, mountain, humid tropical (Sudan), dry tropical (Sahel).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rainy season shorter in the north?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far from the sea and the ITCZ reaches it only for a short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equatorial (Guinea); number 2, Harmattan; number 3, decreases.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climate map of Cameroon and write one town for each climate type.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Introduction to Hydrology.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3: THE CLIMATE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Climate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The 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Equatorial climate, Cameroon type, tropical climate, Sahelian climate, ITCZ, continentality.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Cameroon; climatic domains and types; role of air masses and the ITCZ; seasons and their duration from the coast inland.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climates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Weather Observation, Prediction, Modification and Mapping):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a weather forecast on radio or TV and write what it says for three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Littoral: hot and humid with afternoon showers; North: hot and dry with dusty Harmattan haze; Centre: cloudy with a possible evening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Cameroon and name its climatic domains.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each climate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air masses, the ITCZ and continentality.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mT brings rain and the cT brings the Harmattan.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from Kousseri moves to Douala for school. She is surprised that it rains almost all year in Douala, while at home the rainy season lasts only three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seasons differ greatly between the south and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rain longer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 and the ITCZ stays over the south for longer.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climate does Kousseri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dry tropical (Sahelian)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climates of Cameroon to plan farming and water use in each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climates of our country and their effects on life and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OF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does Cameroon lie?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2°N and 13°N.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CLIMATIC DOMAINS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ameroon_climat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types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CLIMATIC DOMAINS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main climatic domains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CLIMATIC DOMAINS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domain in the south and the tropical domain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EQUATORIAL CLIMATES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oual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graph of 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EQUATORIAL CLIMATES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climate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EQUATORIAL CLIMATES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(about 26 °C) with very heavy rain (about 4,000 mm): Cameroon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AND THE ITCZ</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with the seasons.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AND THE ITCZ</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north have only one short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AND THE ITCZ</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ITCZ reaches the north only for a short time in July–August.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et_month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Length of the rainy season from south to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length of the rainy season change from Douala to Kousseri?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becomes shorter inland, from about 11 to about 3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Climate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is situated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and 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lies between about 2° N and 13° N and between 8° E and 16° E. It stretches about 1,200 km from the Gulf of Guinea to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in 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 Central Africa, at the hinge of West Africa, with a coast on the Atlantic. This position gives it almost all the climates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 of Cameroon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Equatorial Domain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equatorial domain (south of about 6° N) includes: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Guinea (equatorial)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on the South Cameroon Plateau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Equatorial Domain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four seasons, two rainy and two dry, 1,500–2,000 mm of rain and temperatures of 24–26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Equatorial Domain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(maritime)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on the coast (Douala, Kribi). It has one very long rainy season, 3,000–10,000 mm of rain and high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Equatorial Domain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Western Highlands (Bamenda, Dschang) and Mount Cameroon. It is cooler (18–22 °C) and very wet on windward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pic>
        <p:nvPicPr>
          <p:cNvPr id="4" name="Image 0" descr="/home/claude/f4/img/v2/cameroon_climat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climatic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Tropical Domain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tropical domain (north of about 6° N) includes: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 tropical (Sudan)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Adamawa and North regions (Ngaoundéré, Garoua). It has one rainy season of 5–7 months and 900–1,500 mm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Tropical Domain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 tropical (Sahel)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Far North (Maroua, Kousseri). It has a short rainy season of 3–4 months, less than 900 mm of rain and a large temperature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and Seasons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climate of Cameroon is controlled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and the ITCZ: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moist mT air (monsoon) brings rain and the dry cT air (Harmattan) brings the dry season. The ITCZ moves north in July and south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and Seasons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Seasons and continentality: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farther from the coast, the shorter the rainy season and the longer the dry season. Rainfall falls from over 4,000 mm in Douala to about 600 mm in Kousseri.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and Seasons</a:t>
            </a:r>
            <a:endParaRPr lang="en-US" sz="3600" dirty="0"/>
          </a:p>
        </p:txBody>
      </p:sp>
      <p:pic>
        <p:nvPicPr>
          <p:cNvPr id="4" name="Image 0" descr="/home/claude/f4/img/v2/wet_month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number of wet months from south to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climate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(Guinea), Cameroon type, mountain, humid tropical (Sudan), dry tropical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rainy season shorter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 from the sea and the ITCZ reaches it only for a short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Yaoundé has four seasons: it has a ______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wind of the north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length of the rainy season ______ inland.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climate map of Cameroon and write one town for each climate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Introduction to Hydrology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 type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type de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L'intérieur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The Climate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Cameroon and name its climatic domains. Describe the characteristics of each climate type. Explain the role of air masses, the ITCZ and continentality.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climates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of Cameroon; Equatorial Domain; Tropical Domain; Air Masses and Seasons.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climate map of Cameroon and write one town for each climate type.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Cameroon on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Cameroon and divide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move a paper band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towns from south to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2026-09-27T10:31:26Z</dcterms:created>
  <dcterms:modified xsi:type="dcterms:W3CDTF">2026-09-27T10:31:26Z</dcterms:modified>
</cp:coreProperties>
</file>