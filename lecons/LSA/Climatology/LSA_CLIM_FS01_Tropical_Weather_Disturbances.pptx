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1: Tropical Weather Disturbances.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three clouds.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safety rules for lightning.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Caribbean and the Bay of Bengal.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spiral.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the measures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cumulonimbus 2. eye 3. hurricanes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FURTHER STUDY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Tropical Weather Disturbances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 Mass Interactions at Fronts and Convergence Zones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1: Tropical Weather Disturbances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Thunderstorm, tornado, tropical cyclone, eye, storm surge, early warning.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Thunderstorms, tornadoes and tropical cyclones: meaning, distribution, causes, consequences and control measures.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tropical weather disturbances and suggest measures to reduce their dangers.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formation and effects of thunderstorms.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tornadoes.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tropical cyclones and measures against them.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air gives cumulonimbus clouds.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seas give much water vapour.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the start of the rainy season in Ngaoundéré, a violent storm with strong winds tears off roofs and lightning kills cattle. Learners want to know how such storms form and how to stay safe.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Violent storms destroy property and kill people and animals.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type of cloud gives such storms?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Cumulonimbus.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stronger tropical storms.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Tornadoes and tropical cyclones (hurricanes).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violent storms and how to protect lives and property.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THUNDERSTORMS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thunderstor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three stages of a thunderstorm.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THUNDERSTORMS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stages of a thunderstorm.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THUNDERSTORMS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Cumulus (growing), mature (rain, lightning, hail), dissipating (dying).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THUNDERSTORMS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cumulonimb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746" y="1691640"/>
            <a:ext cx="8155459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cumulonimbus storm cloud.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THUNDERSTORMS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dangers of thunderstorms.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THUNDERSTORMS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Lightning, strong winds, hail and floods.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TROPICAL CYCLONES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hurrica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hurricane seen from space.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TROPICAL CYCLONES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 what surface do tropical cyclones form?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TROPICAL CYCLONES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 warm seas above 27 °C, between 5° and 20° of latitude.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TROPICAL CYCLONES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cyclon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structure of a tropical cyclone.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TROPICAL CYCLONES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are the winds strongest? Where is it calm?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TROPICAL CYCLONES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Strongest in the eye wall; calm in the eye.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 AND CONTROL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cycl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damaged home in Bangladesh, a country often hit by cyclones.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 AND CONTROL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people reduce the damage of cyclones?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 AND CONTROL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Early warning, evacuation, cyclone shelters and strong buildings.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Tropical Weather Disturbances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Climates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Air Mass Interactions at Fronts and Convergence Zones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1: Tropical Weather Disturbances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Thunderstorm: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storm with lightning, thunder and heavy rain from a cumulonimbus.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Tornado: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small, very violent whirling wind below a storm cloud.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Tropical cyclone: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very large storm with strong winds turning around a calm eye.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Storm surge: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rise of the sea pushed onto the coast by a cyclone.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Thunderstorms and Tornadoes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Thunderstorms: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form in unstable, humid air, often in the afternoon. They are common in the tropics, mostly at the start and end of the rainy season.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Lightning kills people and cattle, and hail destroys crops. Heavy rain causes floods.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Thunderstorms and Tornadoes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Tornadoes: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form under very strong storms, mostly in the central USA. Winds can pass 400 km/h, but the path is narrow.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Tropical Cyclones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form over seas warmer than 27 °C, away from the Equator. Rising humid air releases latent heat that feeds the storm.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Distribution: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called hurricanes in the Caribbean, typhoons in East Asia and cyclones in the Indian Ocean. They do not form in the Gulf of Guinea.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Tropical Cyclones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Consequences and control: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Winds, floods and storm surges kill people and destroy homes. Satellites, warnings, evacuation and shelters save lives.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Tropical Cyclones (3/3)</a:t>
            </a:r>
            <a:endParaRPr lang="en-US" sz="3600" dirty="0"/>
          </a:p>
        </p:txBody>
      </p:sp>
      <p:pic>
        <p:nvPicPr>
          <p:cNvPr id="13" name="Image 0" descr="/home/claude/f4/img/v2/cyclon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cyclone.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conditions for a tropical cyclone to form.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sea warmer than 27 °C and a latitude away from the Equator (5°–20°).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measures against cyclone damage.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Early warning and evacuation (also shelters, strong buildings).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Thunderstorms come from ______ clouds.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calm centre of a cyclone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Caribbean, cyclones are called ______.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Write five safety rules for a thunderstorm in your area.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2: Weather Observation and Forecasting.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Thunderstorm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Lightning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foudre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Tornado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tornade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cyclone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Eye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L'œil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L'alerte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1: Tropical Weather Disturbances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formation and effects of thunderstorms. Explain tornadoes. Explain tropical cyclones and measures against them.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tropical weather disturbances and suggest measures to reduce their dangers.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Thunderstorm, Tornado, Tropical cyclone, Storm surge; II. Thunderstorms and Tornadoes: Thunderstorms, Effects, Tornadoes; III. Tropical Cyclones: Causes, Distribution, Consequences and control.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five safety rules for a thunderstorm in your area.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“06172012 Sunday evening pulse storms/cumulonimbi” by StormRider93 | Into the Storm, CC BY-NC-ND 2.0, via Flickr (https://www.flickr.com/photos/65232104@N04/7395715628)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“NASA's Aqua Satellite Captures Hurricane Danielle” by NASA Goddard Photo and Video, CC BY 2.0, via nasa (https://www.flickr.com/photos/24662369@N07/4931591817)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“Nazma Begum” by IRRI Images, CC BY-NC-SA 2.0, via Flickr (https://www.flickr.com/photos/86712369@N00/2247242477)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2026-09-26T11:58:18Z</dcterms:created>
  <dcterms:modified xsi:type="dcterms:W3CDTF">2026-09-26T11:58:18Z</dcterms:modified>
</cp:coreProperties>
</file>