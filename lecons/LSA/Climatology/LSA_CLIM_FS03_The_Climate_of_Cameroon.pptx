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Further Study 3: The Climate of Cameroon.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find Cameroon on the atlas.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Cameroon and divide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read the 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move a paper band on the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towns from south to north.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equatorial (Guinea) 2. Harmattan 3. decreases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CLIMATOLOGY  —  FURTHER STUDY 3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Climate of Cameroon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1: Understanding and managing atmospheric and hydrological phenomena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Geography of Cameroon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Climate of Cameroon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Further Study 3: The Climate of Cameroon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Equatorial climate, Cameroon type, tropical climate, Sahelian climate, ITCZ, continentality.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 of Cameroon; climatic domains and types; role of air masses and the ITCZ; seasons and their duration from the coast inland.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and explain the climates of Cameroon.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Locate Cameroon and name its climatic domains.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characteristics of each climate type.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role of air masses, the ITCZ and continentality.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mT brings rain and the cT brings the Harmattan.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falls with altitude.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student from Kousseri moves to Douala for school. She is surprised that it rains almost all year in Douala, while at home the rainy season lasts only three months.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seasons differ greatly between the south and the north of Cameroon.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does it rain longer in Douala?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near the sea and the ITCZ stays over the south for longer.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type of climate does Kousseri have?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dry tropical (Sahelian) climate.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know the climates of our country and their effects on life and farming.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LOCATION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africa_location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1116" y="1691640"/>
            <a:ext cx="804672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Cameroon in Africa.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LOCATION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Between which latitudes does Cameroon lie?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LOCATION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Between about 2°N and 13°N.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CLIMATIC DOMAINS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cameroon_climat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8196" y="1691640"/>
            <a:ext cx="905256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climate types of Cameroon (simplified).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CLIMATIC DOMAINS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the two main climatic domains of Cameroon.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CLIMATIC DOMAINS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equatorial domain in the south and the tropical domain in the north.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CLIMATIC DOMAINS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douala_climat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Climate graph of Douala.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CLIMATIC DOMAINS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Describe the climate of Douala.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CLIMATIC DOMAINS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Hot all year (about 26 °C) with very heavy rain (about 4,000 mm): Cameroon type.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AIR MASSES AND ITCZ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itcz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Animation: the rain belt moves with the seasons.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AIR MASSES AND ITCZ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does the north have only one short rainy season?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AIR MASSES AND ITCZ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ITCZ reaches the north only for a short time in July–August.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SEASONS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wet_month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Length of the rainy season from south to north.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SEASONS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does the length of the rainy season change from Douala to Kousseri?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SEASONS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becomes shorter inland, from about 11 to about 3 months.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Climate of Cameroon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Geography of Cameroon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Climate of Cameroon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Further Study 3: The Climate of Cameroon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Equatorial climate: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hot, wet climate with rain in most months.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Tropical climate: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hot climate with one rainy season and one dry season.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Continentality: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effect of distance from the sea on climate.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Climatic Domains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Equatorial domain (south):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Guinea type has four seasons, two wet and two dry, as in Yaoundé. The Cameroon type on the coast and mountains has very heavy rain.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Mountain climate (west):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Western Highlands and Mount Cameroon are cool and wet. Temperature falls with height.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Climatic Domains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Tropical domain (north):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humid tropical (Sudan) type has a long rainy season, as in Ngaoundéré. The dry tropical (Sahel) type has a short rainy season, as in Kousseri.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Controls and Seasons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Air masses and the ITCZ: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mT brings rain and the cT brings the Harmattan. The ITCZ moves north in July and south in January.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Continentality: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 and the length of the rainy season fall from the coast inland. The temperature range increases towards the north.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Controls and Seasons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Relief: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Highlands are cooler and wetter. Debundscha, at the foot of Mount Cameroon, is one of the wettest places in the world.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Controls and Seasons (3/3)</a:t>
            </a:r>
            <a:endParaRPr lang="en-US" sz="3600" dirty="0"/>
          </a:p>
        </p:txBody>
      </p:sp>
      <p:pic>
        <p:nvPicPr>
          <p:cNvPr id="13" name="Image 0" descr="/home/claude/f4/img/v2/cameroon_climat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8196" y="1691640"/>
            <a:ext cx="905256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map.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the climate types of Cameroon.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Equatorial (Guinea), Cameroon type, mountain, humid tropical (Sudan), dry tropical (Sahel).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the rainy season shorter in the north?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far from the sea and the ITCZ reaches it only for a short time.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Yaoundé has four seasons: it has a ______ climate.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dry wind of the north is the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length of the rainy season ______ inland.</a:t>
            </a:r>
            <a:endParaRPr lang="en-US" sz="3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Draw the climate map of Cameroon and write one town for each climate type.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22: Introduction to Hydrology.</a:t>
            </a:r>
            <a:endParaRPr lang="en-US" sz="4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Climate type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type de climat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Rainy season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saison des pluies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Dry season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saison sèche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Coast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côte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Highlands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 hautes terres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Inland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L'intérieur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Geography of Cameroon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Further Study 3: The Climate of Cameroon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Locate Cameroon and name its climatic domains. Describe the characteristics of each climate type. Explain the role of air masses, the ITCZ and continentality.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and explain the climates of Cameroon.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Equatorial climate, Tropical climate, Continentality; II. Climatic Domains: Equatorial domain (south), Mountain climate (west), Tropical domain (north); III. Controls and Seasons: Air masses and the ITCZ, Continentality, Relief.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Draw the climate map of Cameroon and write one town for each climate type.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4 is an animation (GIF): it plays automatically in slide-show mode.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1 (Meteorology, Climatology &amp; Hydrology).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2026-09-27T04:25:30Z</dcterms:created>
  <dcterms:modified xsi:type="dcterms:W3CDTF">2026-09-27T04:25:30Z</dcterms:modified>
</cp:coreProperties>
</file>