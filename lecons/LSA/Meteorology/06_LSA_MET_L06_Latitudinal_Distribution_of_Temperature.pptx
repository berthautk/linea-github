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Latitudinal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latitudinal distribution, angle of incidence, curvature of the Earth, revolution, tilt of the axis, seasons, length of day. At the end, you should be able to do this: learners are able to explain the decrease of temperature with latitude and the seasonal changes of temperature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Heat Transport. The question was: State how temperature changes from the Equator to the poles.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generally decreases from the Equator towards the poles.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general pattern of temperature with latitude. Number 2: explain the influence of the angle of incidence and the curvature of the Earth. Number 3: explain the effects of the revolution and tilt of the Earth. Number 4: explain the influence of the length of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Slanting rays spread energy. The axis of the Earth is tilted at 23.5°.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Bamenda visits you in Garoua in March. After one day he complains: "This Garoua heat is not normal! In Bamenda we need a sweater in the evening, but here it is hot even at night!" You also notice that Garoua is much hotter in April than in December. You ask: "What makes places near the Equator hot, and why does the temperature change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astronomical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a low latitude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is high, so its rays are concentrated on a small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April hotter than December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revolution of the Earth: in April the sun is almost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outdoor activities in the cooler hours and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temperatures and the seasons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hottest and the coldest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Hottest near the Equator; coldest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angle of the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feel hottest at midday?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highest in the sky, so its rays are most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Earth revolves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causes the seasons?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revolution of the Earth with its axis tilted at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is the sun overhead at Garoua (9° 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April and again in August–September.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four seasons of temperate 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summers warm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is higher and the days are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Latitudinal distribution of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incidence and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Temperature is distributed by latitude as follows. Copy the point on General rule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Astronomical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Latitude. Latitude influences temperature in the following ways. Copy the point on Angle of incidence on the left, then draw the diagram on the right: the angle of the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On this slide we have High latitudes and Curvature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the Revolution of the Earth. The revolution of the Earth influences temperature in the following ways. Copy the point on Tilt and seasons on the left, then draw the diagram on the right: the Earth in June.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Overhead sun on the left, then draw the diagram on the right: the overhead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the Revolution of the Earth. On this slide we have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Length of day on the left, then draw the diagram on the right: the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place near the Equator, like Garoua, is hotter than a place in Europe.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higher over Garoua, so its rays are concentrated on a small area; in Europe slanting rays spread the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length of day matter for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days give more hours of heating; short days give fewer.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number 2, 2; number 3, 5; number 3,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continentality.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Geographical Factors Affecting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LATITUDINAL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Latitudinal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Latitudinal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distribution, angle of incidence, curvature of the Earth, revolution, tilt of the axis,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general pattern of temperature from the Equator to the poles; astronomical factors: latitude (angle of incidence, curvature) and revolution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Heat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generally decreases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pattern of temperature with latitude.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angle of incidence and the curvature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the revolution and tilt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length of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Slanting rays spread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Bamenda visits you in Garoua in March.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one day he complains: "This Garoua heat is not normal!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Bamenda we need a sweater in the evening, but here it is hot even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notice that Garoua is much hotter in April than in December.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places near the Equator hot, and why does the temperature change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astronomical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low latitude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so its rays are concentrated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April hotter than December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revolution of the Earth: in April the sun is almost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outdoor activities in the cooler hours and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temperatures and the seasons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hottest and the coldest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Hottest near the Equator; coldest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angle of the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feel hottest at midday?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highest in the sky, so its rays are most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revolves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with its axis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sun overhead at Garoua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April and again in August–September.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temperate 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summers warm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and the days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Latitudinal distribution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variation of temperature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at which the rays of the Sun strike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about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is distributed by latitude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decreases from the Equator towards the poles.</a:t>
            </a:r>
            <a:endParaRPr lang="en-US" sz="3600" dirty="0"/>
          </a:p>
        </p:txBody>
      </p:sp>
      <p:pic>
        <p:nvPicPr>
          <p:cNvPr id="5"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Astronomical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pattern is caused by the position and movements of the Earth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of Latitude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Latitude influences temperature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At low latitudes, like Garoua (9° N), the sun is high and its energy is concentrated on a small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of Latitude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latitudes: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poles, slanting rays spread the same energy over a much larger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Curvature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is a sphere, the angle of the rays decreases away from the Equator; on a flat Earth, all places would receive the same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influences temperature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Tilt and 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its axis tilted at 23.5°, each hemisphere leans towards the Sun for part of the year and has its summer.</a:t>
            </a:r>
            <a:endParaRPr lang="en-US" sz="32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in June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Overhead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overhead sun moves between the tropics; it is overhead at Garoua in April and in August–September.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March–April is the hottest period (about 40 °C), while December–January is cooler, especially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summer days give more time for heating; short winter days give less, a difference that is small near the Equator but large near the poles.</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place near the Equator, like Garoua, is hotter than a place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over Garoua, so its rays are concentrated on a small area; in Europe slanting rays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length of day matter for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days give more hours of heating; short days give fewer.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______ from the Equator to the poles.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hottest months in Garoua are March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 of 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 d'incidence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de la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Latitudinal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general pattern of temperature with latitude. Explain the influence of the angle of incidence and the curvature of the Earth. Explain the effects of the revolution and tilt of the Earth. Explain the influence of the length of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General Pattern; Influence of Latitude; Influence of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tropics and polar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observe your shadow at noon.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ball around a lamp.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path of the overhead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day lengths in Garoua and Paris.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2026-09-29T03:12:36Z</dcterms:created>
  <dcterms:modified xsi:type="dcterms:W3CDTF">2026-09-29T03:12:36Z</dcterms:modified>
</cp:coreProperties>
</file>