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Latitudinal Distribution of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Global Distribution of Heat (Temperature). The key notions we shall use today are: latitudinal distribution, angle of incidence, curvature of the Earth, revolution, tilt of the axis, seasons, length of day. At the end, you should be able to do this: learners are able to explain the decrease of temperature with latitude and the seasonal changes of temperature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Heat Transport. The question was: State how temperature changes from the Equator to the poles.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Temperature generally decreases from the Equator towards the poles.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describe the general pattern of temperature with latitude. Number 2: explain the influence of the angle of incidence and the curvature of the Earth. Number 3: explain the effects of the revolution and tilt of the Earth. Number 4: explain the influence of the length of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tropics have an energy surplus. Slanting rays spread energy. The axis of the Earth is tilted at 23.5°.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Your cousin from Bamenda visits you in Garoua in March. After one day he complains: "This Garoua heat is not normal! In Bamenda we need a sweater in the evening, but here it is hot even at night!" You also notice that Garoua is much hotter in April than in December. You ask: "What makes places near the Equator hot, and why does the temperature change during the year?"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astronomical factors of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a low latitude hot?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sun is high, so its rays are concentrated on a small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April hotter than December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Because of the revolution of the Earth: in April the sun is almost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outdoor activities in the cooler hours and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the world pattern of temperatures and the seasons of our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lines of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the hottest and the coldest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Hottest near the Equator; coldest at the poles.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angle of the rays.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the sun feel hottest at midday?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highest in the sky, so its rays are most concentrated.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Earth revolves around the Sun.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causes the seasons?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revolution of the Earth with its axis tilted at 23.5°.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overhead sun during the year.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When is the sun overhead at Garoua (9° 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April and again in August–September.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four seasons of temperate 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summers warm in temperate lands?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sun is higher and the days are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Angle of incidence.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Aphelion and Perihelion.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Equinox.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Solstice.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Spatial Pattern of Temperature. Temperature is distributed by latitude as follows. Copy the point on Decrease from the Equator to the poles on the left, then draw the diagram on the right: temperature and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Spatial Pattern of Temperature. Copy the point on Isotherms parallel to latitudes: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Influence of Latitude. Latitude influences temperature in the following ways. Copy the point on Angle of incidence on the left, then draw the diagram on the right: the angle of the sun rays.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Influence of Latitude. Copy the point on Curvature of the Earth: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Influence of Latitude. Copy the point on Distance from the Sun: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Influence of the Revolution of the Earth. The revolution of the Earth influences temperature in the following ways. Copy the point on Seasonal change on the left, then draw the diagram on the right: the revolution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Overhead sun in the tropics on the left, then draw the diagram on the right: the movement of the overhead sun.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Changing length of day and night on the left, then draw the diagram on the right: the seasons.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why a place near the Equator, like Garoua, is hotter than a place in Europe.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sun is higher over Garoua, so its rays are concentrated on a small area; in Europe slanting rays spread the energy.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the length of day matter for temperature?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long days give more hours of heating; short days give fewer.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decreases; number 2, 2; number 3, 5; number 3,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continentality.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Geographical Factors Affecting Temperature.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6: LATITUDINAL DISTRIBUTION OF TEMPERATURE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gif"/><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Latitudinal Distribution of Temperature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Distribution of Heat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Latitudinal Distribution of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Latitudinal distribution, angle of incidence, curvature of the Earth, revolution, tilt of the axis, seasons, length of day.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general pattern of temperature from the Equator to the poles; astronomical factors: latitude (angle of incidence, curvature) and revolution (seasons, length of day).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decrease of temperature with latitude and the seasonal changes of temperature in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Heat Transport):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how temperature changes from the Equator to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generally decreases from the Equator towards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general pattern of temperature with latitude.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influence of the angle of incidence and the curvature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the revolution and tilt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influence of the length of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tropics have an energy surplus.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Slanting rays spread energy.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axis of the Earth is tilted at 23.5°.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Your cousin from Bamenda visits you in Garoua in March.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one day he complains: "This Garoua heat is not normal!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Bamenda we need a sweater in the evening, but here it is hot even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also notice that Garoua is much hotter in April than in December.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"What makes places near the Equator hot, and why does the temperature change during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astronomical factors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low latitude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is high, so its rays are concentrated on a small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April hotter than December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of the revolution of the Earth: in April the sun is almost overhead.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outdoor activities in the cooler hours and months.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the world pattern of temperatures and the seasons of 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PATTERN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t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Lines of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hottest and the coldest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GENERAL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Hottest near the Equator; coldest at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LATITUDE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un_ray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angle of the rays.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sun feel hottest at midday?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highest in the sky, so its rays are most concentrated.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evolu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Earth revolves around the Sun.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revolution of the Earth with its axis tilted at 23.5°.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overhead_su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overhead sun during the year.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the sun overhead at Garoua (9°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April and again in August–September.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LENGTH OF DAY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our_seas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seasons of temperate 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LENGTH OF DAY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summers warm in temperate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LENGTH OF DAY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is higher and the days are longer.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Global Distribution of Heat (Temperature)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6: Latitudinal Distribution of Temperature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Angle of incidence: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angle at which the rays of the Sun strike the surface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Aphelion: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position of the Earth farthest from the Sun (about 152 million km, on 4 July).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Perihelion: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position of the Earth nearest to the Sun (about 147 million km, on 3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Equinox: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date when the sun is overhead at the Equator and day and night are equal everywhere (21 March and 23 September).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Solstice: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date when the sun is overhead at a tropic (21 June at the Tropic of Cancer, 22 December at the Tropic of Capricorn).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Spatial Pattern of Temperature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Temperature is distributed by latitude as follows: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Decrease from the Equator to the poles: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 highest temperatures are found in the tropics, and temperature falls steadily towards the poles. For example, the mean annual temperature is about 27 °C at the Equator, but below −20 °C near the poles.</a:t>
            </a:r>
            <a:endParaRPr lang="en-US" sz="2800" dirty="0"/>
          </a:p>
        </p:txBody>
      </p:sp>
      <p:pic>
        <p:nvPicPr>
          <p:cNvPr id="5" name="Image 0" descr="/home/claude/f4/img/v2/latitudes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temperature and latitude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General Spatial Pattern of Temperature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Isotherms parallel to latitudes: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world map, the lines of equal temperature (isotherms) run roughly from west to east. This shows that latitude, through the position of the Earth in space, is the main control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Influence of Latitude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Latitude influences temperature in the following ways: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Angle of incidence: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At low latitudes such as Garoua (9° N), the midday sun is high, so its energy is concentrated on a small area. Near the poles the sun is low, and the same energy is spread over a much larger area.</a:t>
            </a:r>
            <a:endParaRPr lang="en-US" sz="2800" dirty="0"/>
          </a:p>
        </p:txBody>
      </p:sp>
      <p:pic>
        <p:nvPicPr>
          <p:cNvPr id="6" name="Image 0" descr="/home/claude/f4/img/v2/sun_rays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angle of the sun rays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Influence of Latitude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Curvature of the Earth: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the Earth is a sphere, the angle of the rays becomes smaller away from the Equator. Slanting rays also cross more atmosphere and lose more energy before reaching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Influence of Latitude</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from the Sun: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nearest to the Sun at perihelion (3 January) and farthest at aphelion (4 July). It receives about 7 % more energy at perihelion, but this effect is small compared with that of the angle of the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Influence of the Revolution of the Earth</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600" i="1" dirty="0">
                <a:solidFill>
                  <a:srgbClr val="111111"/>
                </a:solidFill>
                <a:latin typeface="Times New Roman" pitchFamily="34" charset="0"/>
                <a:ea typeface="Times New Roman" pitchFamily="34" charset="-122"/>
                <a:cs typeface="Times New Roman" pitchFamily="34" charset="-120"/>
              </a:rPr>
              <a:t>The revolution of the Earth influences temperature in the following ways:</a:t>
            </a:r>
            <a:endParaRPr lang="en-US" sz="2600" dirty="0"/>
          </a:p>
          <a:p>
            <a:pPr algn="l" indent="0" marL="0">
              <a:spcAft>
                <a:spcPts val="800"/>
              </a:spcAft>
              <a:buNone/>
            </a:pPr>
            <a:r>
              <a:rPr lang="en-US" sz="2600" b="1" dirty="0">
                <a:solidFill>
                  <a:srgbClr val="111111"/>
                </a:solidFill>
                <a:latin typeface="Times New Roman" pitchFamily="34" charset="0"/>
                <a:ea typeface="Times New Roman" pitchFamily="34" charset="-122"/>
                <a:cs typeface="Times New Roman" pitchFamily="34" charset="-120"/>
              </a:rPr>
              <a:t>Seasonal change: </a:t>
            </a:r>
            <a:pPr algn="l" indent="0" marL="0">
              <a:spcAft>
                <a:spcPts val="800"/>
              </a:spcAft>
              <a:buNone/>
            </a:pPr>
            <a:r>
              <a:rPr lang="en-US" sz="2600" dirty="0">
                <a:solidFill>
                  <a:srgbClr val="111111"/>
                </a:solidFill>
                <a:latin typeface="Times New Roman" pitchFamily="34" charset="0"/>
                <a:ea typeface="Times New Roman" pitchFamily="34" charset="-122"/>
                <a:cs typeface="Times New Roman" pitchFamily="34" charset="-120"/>
              </a:rPr>
              <a:t>Because the axis of the Earth is tilted at 23.5°, each hemisphere leans towards the Sun for part of the year and has its summer. The overhead sun therefore moves between the two tropics during the year.</a:t>
            </a:r>
            <a:endParaRPr lang="en-US" sz="2600" dirty="0"/>
          </a:p>
        </p:txBody>
      </p:sp>
      <p:pic>
        <p:nvPicPr>
          <p:cNvPr id="6" name="Image 0" descr="/home/claude/f4/img/v2/revolution_june.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revolution of the Earth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Influence of the Revolution of the Earth</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Overhead sun in the tropics: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overhead sun passes over Garoua in April and again in August. This is why March and April are the hottest months (about 40 °C), while December and January are cooler, especially at night.</a:t>
            </a:r>
            <a:endParaRPr lang="en-US" sz="3200" dirty="0"/>
          </a:p>
        </p:txBody>
      </p:sp>
      <p:pic>
        <p:nvPicPr>
          <p:cNvPr id="6" name="Image 0" descr="/home/claude/f4/img/v2/overhead_sun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movement of the overhead sun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Influence of the Revolution of the Earth</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Changing length of day and night: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In summer, days are long and give more time for heating; in winter, short days give less. This difference is small near the Equator, where days last about 12 hours all year, but very large near the poles.</a:t>
            </a:r>
            <a:endParaRPr lang="en-US" sz="3200" dirty="0"/>
          </a:p>
        </p:txBody>
      </p:sp>
      <p:pic>
        <p:nvPicPr>
          <p:cNvPr id="6" name="Image 0" descr="/home/claude/f4/img/v2/four_seasons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seasons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a place near the Equator, like Garoua, is hotter than a place in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is higher over Garoua, so its rays are concentrated on a small area; in Europe slanting rays spread the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length of day matter for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 days give more hours of heating; short days give fewer.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Temperature ______ from the Equator to the poles.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axis of the Earth is tilted at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hottest months in Garoua are March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continentality.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Geographical Factors Affecting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température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Equator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Angle of incidence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L'angle d'incidence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Revolution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révolution de la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Latitudinal Distribution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general pattern of temperature with latitude. Explain the influence of the angle of incidence and the curvature of the Earth. Explain the effects of the revolution and tilt of the Earth. Explain the influence of the length of day.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decrease of temperature with latitude and the seasonal changes of temperature in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General Spatial Pattern of Temperature; Influence of Latitude; Influence of the Revolution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continentality.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Equator, tropics and polar circles.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observe your shadow at noon.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move a ball around a lamp.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path of the overhead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day lengths in Garoua and Paris.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2026-09-29T12:18:25Z</dcterms:created>
  <dcterms:modified xsi:type="dcterms:W3CDTF">2026-09-29T12:18:25Z</dcterms:modified>
</cp:coreProperties>
</file>