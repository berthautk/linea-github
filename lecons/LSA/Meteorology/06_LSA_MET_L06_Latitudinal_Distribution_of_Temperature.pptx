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Latitudinal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Global Distribution of Heat (Temperature). The key notions we shall use today are: latitudinal distribution, angle of incidence, curvature of the Earth, revolution, tilt of the axis, seasons, length of day. At the end, you should be able to do this: learners are able to explain the decrease of temperature with latitude and the seasonal changes of temperature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Heat Transport. The question was: State how temperature changes from the Equator to the poles.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generally decreases from the Equator towards the poles.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general pattern of temperature with latitude. Number 2: explain the influence of the angle of incidence and the curvature of the Earth. Number 3: explain the effects of the revolution and tilt of the Earth. Number 4: explain the influence of the length of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Slanting rays spread energy. The axis of the Earth is tilted at 23.5°.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Bamenda visits you in Garoua in March. After one day he complains: "This Garoua heat is not normal! In Bamenda we need a sweater in the evening, but here it is hot even at night!" You also notice that Garoua is much hotter in April than in December. You ask: "What makes places near the Equator hot, and why does the temperature change during the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astronomical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a low latitude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sun is high, so its rays are concentrated on a small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April hotter than December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revolution of the Earth: in April the sun is almost overhead.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outdoor activities in the cooler hours and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world pattern of temperatures and the seasons of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hottest and the coldest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Hottest near the Equator; coldest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angle of the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sun feel hottest at midday?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highest in the sky, so its rays are most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Earth revolves around the Sun.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causes the seasons?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revolution of the Earth with its axis tilted at 23.5°.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overhead sun during the year.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When is the sun overhead at Garoua (9° 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April and again in August–September.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four seasons of temperate 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summers warm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is higher and the days are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Latitudinal distribution of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incidence and Revolution.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Temperature is distributed by latitude as follows. Copy the point on General rule on the left, then draw the diagram on the right: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Astronomical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Latitude. Latitude influences temperature in the following ways. Copy the point on Angle of incidence on the left, then draw the diagram on the right: the angle of the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Latitude. On this slide we have High latitudes and Curvature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Influence of the Revolution of the Earth. The revolution of the Earth influences temperature in the following ways. Copy the point on Tilt and seasons on the left, then draw the diagram on the right: the Earth in June.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Overhead sun on the left, then draw the diagram on the right: the overhead sun.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Influence of the Revolution of the Earth. On this slide we have Garoua.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Length of day on the left, then draw the diagram on the right: the seasons.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a place near the Equator, like Garoua, is hotter than a place in Europe.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higher over Garoua, so its rays are concentrated on a small area; in Europe slanting rays spread the energy.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the length of day matter for temperature?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long days give more hours of heating; short days give fewer.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number 2, 2; number 3, 5; number 3,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continentality.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Geographical Factors Affecting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LATITUDINAL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Latitudinal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Distribution of Heat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Latitudinal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distribution, angle of incidence, curvature of the Earth, revolution, tilt of the axis,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general pattern of temperature from the Equator to the poles; astronomical factors: latitude (angle of incidence, curvature) and revolution (seasons, length of day).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Heat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generally decreases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pattern of temperature with latitude.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angle of incidence and the curvature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the revolution and tilt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influence of the length of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Slanting rays spread energy.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Bamenda visits you in Garoua in March.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one day he complains: "This Garoua heat is not normal!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Bamenda we need a sweater in the evening, but here it is hot even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also notice that Garoua is much hotter in April than in December.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places near the Equator hot, and why does the temperature change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astronomical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low latitude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so its rays are concentrated on a small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April hotter than December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revolution of the Earth: in April the sun is almost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outdoor activities in the cooler hours and months.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world pattern of temperatures and the seasons of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hottest and the coldest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Hottest near the Equator; coldest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angle of the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sun feel hottest at midday?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highest in the sky, so its rays are most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evolu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Earth revolves around the Sun.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revolution of the Earth with its axis tilted at 23.5°.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verhead_su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overhead sun during the year.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sun overhead at Garoua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April and again in August–September.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our_seas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seasons of temperate 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summers warm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LENGTH OF 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and the days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Global Distribution of Heat (Temperature)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Latitudinal distribution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variation of temperature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at which the rays of the Sun strike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the Earth around the Sun in about 365¼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is distributed by latitude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decreases from the Equator towards the poles.</a:t>
            </a:r>
            <a:endParaRPr lang="en-US" sz="3600" dirty="0"/>
          </a:p>
        </p:txBody>
      </p:sp>
      <p:pic>
        <p:nvPicPr>
          <p:cNvPr id="5"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Astronomical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pattern is caused by the position and movements of the Earth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of Latitude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Latitude influences temperature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At low latitudes, like Garoua (9° N), the sun is high and its energy is concentrated on a small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angle of the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Influence of Latitude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latitudes: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poles, slanting rays spread the same energy over a much larger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Curvature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Earth is a sphere, the angle of the rays decreases away from the Equator; on a flat Earth, all places would receive the same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revolution of the Earth influences temperature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Tilt and seasons: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With its axis tilted at 23.5°, each hemisphere leans towards the Sun for part of the year and has its summer.</a:t>
            </a:r>
            <a:endParaRPr lang="en-US" sz="3200" dirty="0"/>
          </a:p>
        </p:txBody>
      </p:sp>
      <p:pic>
        <p:nvPicPr>
          <p:cNvPr id="5" name="Image 0" descr="/home/claude/f4/img/v2/revolution_jun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in June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Overhead sun: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overhead sun moves between the tropics; it is overhead at Garoua in April and in August–September.</a:t>
            </a:r>
            <a:endParaRPr lang="en-US" sz="3600" dirty="0"/>
          </a:p>
        </p:txBody>
      </p:sp>
      <p:pic>
        <p:nvPicPr>
          <p:cNvPr id="5" name="Image 0" descr="/home/claude/f4/img/v2/overhead_su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overhead sun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March–April is the hottest period (about 40 °C), while December–January is cooler, especially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Influence of the Revolution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summer days give more time for heating; short winter days give less, a difference that is small near the Equator but large near the poles.</a:t>
            </a:r>
            <a:endParaRPr lang="en-US" sz="3600" dirty="0"/>
          </a:p>
        </p:txBody>
      </p:sp>
      <p:pic>
        <p:nvPicPr>
          <p:cNvPr id="5" name="Image 0" descr="/home/claude/f4/img/v2/four_seaso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seasons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place near the Equator, like Garoua, is hotter than a place in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higher over Garoua, so its rays are concentrated on a small area; in Europe slanting rays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length of day matter for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days give more hours of heating; short days give fewer.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______ from the Equator to the poles.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axis of the Earth is tilted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hottest months in Garoua are March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continentality.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Geographical Factors Affecting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 of 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 d'incidence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 de la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Latitudinal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general pattern of temperature with latitude. Explain the influence of the angle of incidence and the curvature of the Earth. Explain the effects of the revolution and tilt of the Earth. Explain the influence of the length of day.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decrease of temperature with latitude and the seasonal changes of temperature in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General Pattern; Influence of Latitude; Influence of the Revolution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continentality.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Equator, tropics and polar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observe your shadow at noon.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a ball around a lamp.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path of the overhead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day lengths in Garoua and Paris.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