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Tropical Seasonal Winds: Monsoon and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Mesoscale Winds. The key notions we shall use today are: monsoon, summer (wet) monsoon, winter (dry) monsoon, differential heating, Harmattan, West African monsoon, ITCZ. At the end, you should be able to do this: learners are able to explain the seasonal reversal of winds and adapt to the effects of the monsoon and the Harmattan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Planetary Winds. The question was: Name the dry wind that blows over Garoua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Harmattan (north-east trade wind from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monsoon and the Harmattan. Number 2: explain the causes of the summer and winter monsoons. Number 3: describe the areas and effects of monsoons. Number 4: explain the positive and negative effects of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heats and cools faster than the sea. The Harmattan is part of the north-east trade winds. The ITCZ moves with the overhead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mid-January in Garoua, a cool, dusty wind blows from the north, the sky is hazy, dust covers everything, lips crack and many people cough. Five months earlier, in August, the wind came from the south, the air was heavy with moisture and heavy rain fell almost every day. You ask: "Why does the wind completely change its direction and character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seasonal reversal of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dry, dusty wind of January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August wind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comes from the Atlantic Ocean: it is the south-west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health during the Harmattan (drink water, cover your nose, avoid bush fires) and prepare fields before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rainy and dry seasons that control farming, health and daily life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summer monsoon bring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blows from the sea to the hot land and carries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monsoon rain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negative effect of the Asian monsoon.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landslides and loss of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does the south-west monsoon reach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May to September–October.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effects of the Harmattan.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 nights, drying of crops, or fewer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Monsoon.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Harmattan and Intertropical Convergence Zone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Monsoon winds are explained as follows. Copy the point on Meaning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Differential heating of land and sea: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Shift of the ITCZ on the left, then draw the diagram on the right: the ITCZ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Occurrence. Monsoon winds blow in the following areas. Copy the point on South and South-East Asia on the left, then draw the diagram on the right: monsoon rain in Asia.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Copy the point on West Africa and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Copy the point on Other areas: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Monsoon winds have the following effects. Copy the point on Rain for agriculture in Asia: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Floods and disasters in Asia: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rainy season in Cameroon on the left, then draw the diagram on the right: the rainy season.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The Harmattan is explained as follows. Copy the point on Meaning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High pressure over the Sahara: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Southward shift of the ITCZ: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Effects. The Harmattan has the following negative effects. Copy the point on Health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visibility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Effects. Copy the point on Bush fires: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Effects. The Harmattan also has the following positive effects. Copy the point on Relief from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Effects. Copy the point on Fewer mosquitoes: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Drying of harvests on the left, then draw the diagram on the right: the effects of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summer monsoon wet and the winter monsoon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summer monsoon blows from the sea and carries moisture; the winter monsoon blows from the land and is dry.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effects of the Harmattan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visibility, respiratory diseases, cracked lips and dry skin, bush fires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monsoon; number 2, Sahara; number 3,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sea breeze.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TROPICAL SEASONAL WINDS: MONSOON AND HARMATTAN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Seasonal Winds: Monsoon and Harmattan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Mesoscale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Tropical Seasonal Winds: Monsoon and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summer (wet) monsoon, winter (dry) monsoon, differential heating, Harmattan, West African monsoon, ITCZ.</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winds: meaning, causes, areas and effects (Asia, West Africa); the Harmattan: meaning, causes and effects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(north-east trade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monsoon and the Harmattan.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 summer and winter monsoons.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areas and effects of monsoons.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and negative effects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part of the north-east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mid-January in Garoua, a cool, dusty wind blows from the north, the sky is hazy, dust covers everything, lips crack and many people cough.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 months earlier, in August, the wind came from the south, the air was heavy with moisture and heavy rain fell almost every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wind completely change its direction and character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seasonal reversal of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dusty wind of January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August wind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Atlantic Ocean: it is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health during the Harmattan (drink water, cover your nose, avoid bush fires) and prepare fields before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rainy and dry seasons that control farming, health and daily life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monso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summer monsoon bring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blows from the sea to the hot land and carries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ns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Monsoon rain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the Asian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landslides and loss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the south-west monsoon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May to September–October.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harmatt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Effects of the Harmattan.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nights, drying of crops, or fewer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Mesoscale Winds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reverses its direction between summer and winter; the word comes from the Arabic mausim, meaning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dusty north-east wind that blows from the Sahara over West Africa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low-pressure zone where the winds of the two hemispheres meet; over land in West Africa it is called the Intertropical Front.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Monsoon winds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monsoon is a wind that blows from the sea to the land in summer and from the land to the sea in winter. It brings a wet season and a dry season each year.</a:t>
            </a:r>
            <a:endParaRPr lang="en-US" sz="3200" dirty="0"/>
          </a:p>
        </p:txBody>
      </p:sp>
      <p:pic>
        <p:nvPicPr>
          <p:cNvPr id="6" name="Image 0" descr="/home/claude/f4/img/v2/met2_monsoo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heating of land and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the land heats faster than the sea and low pressure forms over it, so moist air is drawn in from the sea. In winter, the land cools faster and high pressure forms over it, so dry air blows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 of the ITCZ: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ITCZ follows the overhead sun north in the northern summer and south in the northern winter. As it moves, the trade winds cross the Equator, change direction with the Coriolis effect and become the monsoon winds.</a:t>
            </a:r>
            <a:endParaRPr lang="en-US" sz="3200" dirty="0"/>
          </a:p>
        </p:txBody>
      </p:sp>
      <p:pic>
        <p:nvPicPr>
          <p:cNvPr id="6" name="Image 0" descr="/home/claude/f4/img/v2/itcz_july.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ITCZ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Areas of Occurrence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Monsoon winds blow in the following areas: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South and South-East Asia: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Asian monsoon is the strongest in the world because of the huge size of the Asian continent. It affects India, Bangladesh, Myanmar, Thailand, Vietnam and southern China.</a:t>
            </a:r>
            <a:endParaRPr lang="en-US" sz="2800" dirty="0"/>
          </a:p>
        </p:txBody>
      </p:sp>
      <p:pic>
        <p:nvPicPr>
          <p:cNvPr id="6" name="Image 0" descr="/home/claude/f4/img/v2/lsa_monso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 in Asia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of Occurrence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Africa and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monsoon blows from the Gulf of Guinea over the coast and inland as far as the Sahel. It reaches southern Cameroon in March and northern Cameroon around May.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of Occurrence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Monsoon winds also blow over East Africa and northern Australia. In each case, they are caused by the seasonal heating of a large land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Monsoon winds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for agriculture in Asia: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summer monsoon brings about 80 % of the annual rain of India between June and September. It waters the rice fields and fills rivers and reservoirs used for irrigation and hydroelectricity.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and disasters in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monsoon is very strong, heavy rains cause floods and landslides, as in Bangladesh, where millions of people are affected. When it is late or weak, drought and famine can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rainy season in Cameroon: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south-west monsoon brings the rainy season to Garoua from about May to October. Farmers sow millet, sorghum, maize and cotton at its start, and the Benue and Lake Lagdo are filled.</a:t>
            </a:r>
            <a:endParaRPr lang="en-US" sz="3200" dirty="0"/>
          </a:p>
        </p:txBody>
      </p:sp>
      <p:pic>
        <p:nvPicPr>
          <p:cNvPr id="6" name="Image 0" descr="/home/claude/f4/img/v2/f4_rainyseason.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rainy season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Harmattan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Harmattan is the dry, dusty north-east wind that blows from the Sahara over West Africa from about November to March. In northern Cameroon, it is the wind of the dry season.</a:t>
            </a:r>
            <a:endParaRPr lang="en-US" sz="3200" dirty="0"/>
          </a:p>
        </p:txBody>
      </p:sp>
      <p:pic>
        <p:nvPicPr>
          <p:cNvPr id="6"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over the Sahara: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winter, the overhead sun is south of the Equator, so the Sahara cools. A high pressure forms over it, and air flows out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Southward shift of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moves south towards the coast of the Gulf of Guinea. The north-east trade winds then blow from the desert towards it, carrying its dry air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Harmattan has the following negative effects: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Health problems: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dry, dusty air causes coughs, catarrh, asthma, dry skin and cracked lips. Meningitis epidemics also spread most in the Harmattan season in the Sahel.</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Negative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visibility: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dust haze reduces visibility on roads and at airports. Flights at Garoua airport can be delayed.</a:t>
            </a:r>
            <a:endParaRPr lang="en-US" sz="3600" dirty="0"/>
          </a:p>
        </p:txBody>
      </p:sp>
      <p:pic>
        <p:nvPicPr>
          <p:cNvPr id="6"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wind dries the grass and leaves. Vegetation catches fire easily, so bush fires are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Positive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Harmattan also has the following positive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from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Nights and mornings are cool during the Harmattan. This brings relief after the heat and humidity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Positive Effects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Fewer mosquitoes: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prevents mosquitoes from breeding. There is therefore less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Positive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Drying of harvests: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dry air helps farmers to dry and store millet, beans, groundnuts and cotton. It also dries fish and meat for preservation.</a:t>
            </a:r>
            <a:endParaRPr lang="en-US" sz="3600" dirty="0"/>
          </a:p>
        </p:txBody>
      </p:sp>
      <p:pic>
        <p:nvPicPr>
          <p:cNvPr id="6" name="Image 0" descr="/home/claude/f4/img/v2/met2_harmatt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effects of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summer monsoon wet and the winter monsoon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summer monsoon blows from the sea and carries moisture; the winter monsoon blows from the land and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of the Harmattan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visibility, respiratory diseases, cracked lips and dry skin, bush fires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that reverses with the seasons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rainy season wind of Garoua is the south-west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Tropical Seasonal Winds: Monsoon and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monsoon and the Harmattan. Explain the causes of the summer and winter monsoons. Describe the areas and effects of monsoons. Explain the positive and negative effects of the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Causes; Areas of Occurrence; Effects; Negative Effects; Positive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sea breeze.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sea→land and land→sea.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India and Bangladesh.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ITCZ in January and July.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 from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in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rainy season in Cameroon):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2026-10-06T05:43:43Z</dcterms:created>
  <dcterms:modified xsi:type="dcterms:W3CDTF">2026-10-06T05:43:43Z</dcterms:modified>
</cp:coreProperties>
</file>