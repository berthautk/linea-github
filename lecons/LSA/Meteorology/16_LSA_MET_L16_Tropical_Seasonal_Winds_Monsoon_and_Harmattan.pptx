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Tropical Seasonal Winds: Monsoon and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Mesoscale Winds. The key notions we shall use today are: monsoon, summer (wet) monsoon, winter (dry) monsoon, differential heating, Harmattan, West African monsoon, ITCZ. At the end, you should be able to do this: learners are able to explain the seasonal reversal of winds and adapt to the effects of the monsoon and the Harmattan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Planetary Winds. The question was: Name the dry wind that blows over Garoua in the dry season.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Harmattan (north-east trade wind from the Sahara).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monsoon and the Harmattan. Number 2: explain the causes of the summer and winter monsoons. Number 3: describe the areas and effects of monsoons. Number 4: explain the positive and negative effects of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heats and cools faster than the sea. The Harmattan is part of the north-east trade winds. The ITCZ moves with the overhead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mid-January in Garoua, a cool, dusty wind blows from the north, the sky is hazy, dust covers everything, lips crack and many people cough. Five months earlier, in August, the wind came from the south, the air was heavy with moisture and heavy rain fell almost every day. You ask: "Why does the wind completely change its direction and character during the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seasonal reversal of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dry, dusty wind of January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August wind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comes from the Atlantic Ocean: it is the south-west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 health during the Harmattan (drink water, cover your nose, avoid bush fires) and prepare fields before the monsoon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rainy and dry seasons that control farming, health and daily life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summer and winter monsoons.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summer monsoon bring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blows from the sea to the hot land and carries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monsoon rain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negative effect of the Asian monsoon.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landslides and loss of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rain belt moves during the year.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does the south-west monsoon reach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about May to September–October.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Harmattan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Sahara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effects of the Harmattan.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effect of the Harmattan.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Cool nights, drying of crops, or fewer mosquitoes.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Monsoon.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Harmattan and Intertropical Convergence Zone (ITCZ).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Causes. Monsoon winds are explained as follows. Copy the point on Meaning on the left, then draw the diagram on the right: the monsoon.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Causes. Copy the point on Differential heating of land and sea: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Shift of the ITCZ on the left, then draw the diagram on the right: the ITCZ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Occurrence. Monsoon winds blow in the following areas. Copy the point on South and South-East Asia on the left, then draw the diagram on the right: monsoon rain in Asia.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Occurrence. Copy the point on West Africa and Cameroon: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Occurrence. Copy the point on Other areas: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Monsoon winds have the following effects. Copy the point on Rain for agriculture in Asia: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Copy the point on Floods and disasters in Asia: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rainy season in Cameroon on the left, then draw the diagram on the right: the rainy season.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Causes. The Harmattan is explained as follows. Copy the point on Meaning on the left, then draw the diagram on the right: harmattan haze.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Causes. Copy the point on Causes: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The Harmattan has the following effects. Copy the point on Health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Copy the point on Poor visibility and bush fires: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Copy the point on Relief from heat and fewer mosquitoes: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Drying of harvests on the left, then draw the diagram on the right: the effects of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summer monsoon wet and the winter monsoon dry?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summer monsoon blows from the sea and carries moisture; the winter monsoon blows from the land and is dry.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negative effects of the Harmattan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poor visibility, respiratory diseases, cracked lips and dry skin, bush fires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monsoon; number 2, Sahara; number 3,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sea breeze.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Local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TROPICAL SEASONAL WINDS: MONSOON AND HARMATTAN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Tropical Seasonal Winds: Monsoon and Harmattan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Mesoscale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Tropical Seasonal Winds: Monsoon and Harmattan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summer (wet) monsoon, winter (dry) monsoon, differential heating, Harmattan, West African monsoon, ITCZ.</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winds: meaning, causes, areas and effects (Asia, West Africa); the Harmattan: meaning, causes and effects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seasonal reversal of winds and adapt to the effects of the monsoon and the Harmattan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Planetary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dry wind that blows over Garoua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(north-east trade wind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monsoon and the Harmattan.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 summer and winter monsoons.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areas and effects of monsoons.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and negative effects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the sea.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part of the north-east trade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moves with the overhead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mid-January in Garoua, a cool, dusty wind blows from the north, the sky is hazy, dust covers everything, lips crack and many people cough.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Five months earlier, in August, the wind came from the south, the air was heavy with moisture and heavy rain fell almost every day.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wind completely change its direction and character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seasonal reversal of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dry, dusty wind of January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August wind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Atlantic Ocean: it is the south-west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 health during the Harmattan (drink water, cover your nose, avoid bush fires) and prepare fields before the monsoon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rainy and dry seasons that control farming, health and daily life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et2_monso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Summer and winter monsoons.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summer monsoon bring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blows from the sea to the hot land and carries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ons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Monsoon rain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of the Asian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landslides and loss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the south-west monsoon reach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WEST AFRICAN MONSOON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about May to September–October.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Harmattan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harmatt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Effects of the Harmattan.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HARMATTAN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 nights, drying of crops, or fewer mosquitoes.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Mesoscale Winds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Tropical Seasonal Winds: Monsoon and Harmattan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seasonal wind that reverses its direction between summer and winter; the word comes from the Arabic mausim, meaning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Harmattan: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dusty north-east wind that blows from the Sahara over West Africa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low-pressure zone where the winds of the two hemispheres meet; over land in West Africa it is called the Intertropical Front.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Monsoon winds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monsoon is a wind that blows from the sea to the land in summer and from the land to the sea in winter. It brings a wet season and a dry season each year.</a:t>
            </a:r>
            <a:endParaRPr lang="en-US" sz="3200" dirty="0"/>
          </a:p>
        </p:txBody>
      </p:sp>
      <p:pic>
        <p:nvPicPr>
          <p:cNvPr id="6" name="Image 0" descr="/home/claude/f4/img/v2/met2_monsoo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monsoon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Differential heating of land and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summer, the land heats faster than the sea and low pressure forms over it, so moist air is drawn in from the sea. In winter, the land cools faster and high pressure forms over it, so dry air blows out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Shift of the ITCZ: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ITCZ follows the overhead sun north in the northern summer and south in the northern winter. As it moves, the trade winds cross the Equator, change direction with the Coriolis effect and become the monsoon winds.</a:t>
            </a:r>
            <a:endParaRPr lang="en-US" sz="3200" dirty="0"/>
          </a:p>
        </p:txBody>
      </p:sp>
      <p:pic>
        <p:nvPicPr>
          <p:cNvPr id="6" name="Image 0" descr="/home/claude/f4/img/v2/itcz_july.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ITCZ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Areas of Occurrence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Monsoon winds blow in the following areas: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South and South-East Asia: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Asian monsoon is the strongest in the world because of the huge size of the Asian continent. It affects India, Bangladesh, Myanmar, Thailand, Vietnam and southern China.</a:t>
            </a:r>
            <a:endParaRPr lang="en-US" sz="2800" dirty="0"/>
          </a:p>
        </p:txBody>
      </p:sp>
      <p:pic>
        <p:nvPicPr>
          <p:cNvPr id="6" name="Image 0" descr="/home/claude/f4/img/v2/lsa_monsoo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monsoon rain in Asia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Areas of Occurrence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Africa and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monsoon blows from the Gulf of Guinea over the coast and inland as far as the Sahel. It reaches southern Cameroon in March and northern Cameroon around May.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Areas of Occurrence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Monsoon winds also blow over East Africa and northern Australia. In each case, they are caused by the seasonal heating of a large land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Monsoon winds have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 for agriculture in Asia: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summer monsoon brings about 80 % of the annual rain of India between June and September. It waters the rice fields and fills rivers and reservoirs used for irrigation and hydroelectricity.</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and disasters in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monsoon is very strong, heavy rains cause floods and landslides, as in Bangladesh, where millions of people are affected. When it is late or weak, drought and famine can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Monsoon Winds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Effects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rainy season in Cameroon: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south-west monsoon brings the rainy season to Garoua from about May to October. Farmers sow millet, sorghum, maize and cotton at its start, and the Benue and Lake Lagdo are filled.</a:t>
            </a:r>
            <a:endParaRPr lang="en-US" sz="3200" dirty="0"/>
          </a:p>
        </p:txBody>
      </p:sp>
      <p:pic>
        <p:nvPicPr>
          <p:cNvPr id="6" name="Image 0" descr="/home/claude/f4/img/v2/f4_rainyseason.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rainy season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Causes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Harmattan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Harmattan is the dry, dusty north-east wind that blows from the Sahara over West Africa from about November to March. In northern Cameroon, it is the wind of the dry season.</a:t>
            </a:r>
            <a:endParaRPr lang="en-US" sz="3200" dirty="0"/>
          </a:p>
        </p:txBody>
      </p:sp>
      <p:pic>
        <p:nvPicPr>
          <p:cNvPr id="6"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haze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northern winter, the overhead sun is south of the Equator and a high pressure forms over the cool Sahara. The ITCZ moves south towards the coast, and the north-east trade winds blow from the desert towards it, carrying its dry air and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Harmattan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dusty air causes coughs, catarrh, asthma, dry skin and cracked lips. Meningitis epidemics also spread most in the Harmattan season in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visibility and 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dust haze reduces visibility and can delay flights at Garoua airport. The dry vegetation catches fire easily, so bush fires are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from heat and fewer mosquitoes: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Nights and mornings are cool, which brings relief after the heat of the rainy season. The dry air also reduces the number of mosquitoes, so there is less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Harmattan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Effects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Drying of harvests: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dry air helps farmers to dry and store millet, beans, groundnuts and cotton. It also dries fish and meat for preservation.</a:t>
            </a:r>
            <a:endParaRPr lang="en-US" sz="3600" dirty="0"/>
          </a:p>
        </p:txBody>
      </p:sp>
      <p:pic>
        <p:nvPicPr>
          <p:cNvPr id="6" name="Image 0" descr="/home/claude/f4/img/v2/met2_harmatta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effects of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summer monsoon wet and the winter monsoon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summer monsoon blows from the sea and carries moisture; the winter monsoon blows from the land and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 of the Harmattan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visibility, respiratory diseases, cracked lips and dry skin, bush fires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that reverses with the seasons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Harmattan comes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rainy season wind of Garoua is the south-west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Tropical Seasonal Winds: Monsoon and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monsoon and the Harmattan. Explain the causes of the summer and winter monsoons. Describe the areas and effects of monsoons. Explain the positive and negative effects of the Harmattan.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seasonal reversal of winds and adapt to the effects of the monsoon and the Harmattan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Causes; Areas of Occurrence;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sea breeze.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sea→land and land→sea.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India and Bangladesh.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ITCZ in January and July.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arrow from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effects in two columns.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“Running in the rain” by VinothChandar, CC BY 2.0, via Flickr (https://www.flickr.com/photos/44345361@N06/10960940954)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rainy season in Cameroon):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2026-09-29T11:17:41Z</dcterms:created>
  <dcterms:modified xsi:type="dcterms:W3CDTF">2026-09-29T11:17:41Z</dcterms:modified>
</cp:coreProperties>
</file>