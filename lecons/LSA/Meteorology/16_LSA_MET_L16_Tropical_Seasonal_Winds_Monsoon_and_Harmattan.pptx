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Tropical Seasonal Winds: Monsoon and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Mesoscale Winds. The key notions we shall use today are: monsoon, summer (wet) monsoon, winter (dry) monsoon, differential heating, Harmattan, West African monsoon, ITCZ. At the end, you should be able to do this: learners are able to explain the seasonal reversal of winds and adapt to the effects of the monsoon and the Harmattan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Planetary Winds. The question was: Name the dry wind that blows over Garoua in the dry season.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Harmattan (north-east trade wind from the Sahara).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the monsoon and the Harmattan. Number 2: explain the causes of the summer and winter monsoons. Number 3: describe the areas and effects of monsoons. Number 4: explain the positive and negative effects of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heats and cools faster than the sea. The Harmattan is part of the north-east trade winds. The ITCZ moves with the overhead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mid-January in Garoua, a cool, dusty wind blows from the north, the sky is hazy, dust covers everything, lips crack and many people cough. Five months earlier, in August, the wind came from the south, the air was heavy with moisture and heavy rain fell almost every day. You ask: "Why does the wind completely change its direction and character during the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the seasonal reversal of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dry, dusty wind of January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August wind wet?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comes from the Atlantic Ocean: it is the south-west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 health during the Harmattan (drink water, cover your nose, avoid bush fires) and prepare fields before the monsoon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rainy and dry seasons that control farming, health and daily life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summer and winter monsoons.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the summer monsoon bring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blows from the sea to the hot land and carries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monsoon rain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negative effect of the Asian monsoon.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Floods, landslides and loss of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during the year.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When does the south-west monsoon reach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about May to September–October.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harmattan haze.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Harmattan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Sahara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effects of the Harmattan.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positive effect of the Harmattan.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Cool nights, drying of crops, or fewer mosquitoes.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Monsoon and Harmattan.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Causes. Monsoon winds are caused as follows. Copy the point on Differential heating on the left, then draw the diagram on the right: summer and winter monsoons.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Causes. On this slide we have Summer (wet) monsoon and Winter (dry) monsoon.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Role of the ITCZ on the left, then draw the diagram on the right: the ITCZ in July.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Areas and Effects. Monsoons occur in the following areas with the following effects. Copy the point on South Asia (India, Bangladesh) on the left, then draw the diagram on the right: monsoon 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Areas and Effects. On this slide we have Negative effects in Asia and Winter monsoon in Asia.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Areas and Effects. On this slide we have West Africa and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Harmattan. The Harmattan is presented as follows. Copy the point on Origin on the left, then draw the diagram on the right: harmattan haze.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Harmattan. On this slide we have Character and Negative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Harmattan.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Harmattan. On this slide we have Positive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Summary on the left, then draw the diagram on the right: effects of the Harmattan.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the summer monsoon wet and the winter monsoon dry?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summer monsoon blows from the sea and carries moisture; the winter monsoon blows from the land and is dry.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negative effects of the Harmattan in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poor visibility, respiratory diseases, cracked lips and dry skin, bush fires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monsoon; number 2, Sahara; number 3,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sea breeze.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TROPICAL SEASONAL WINDS: MONSOON AND HARMATTAN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Seasonal Winds: Monsoon and Harmattan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Mesoscale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Tropical Seasonal Winds: Monsoon and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summer (wet) monsoon, winter (dry) monsoon, differential heating, Harmattan, West African monsoon, ITCZ.</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winds: meaning, causes, areas and effects (Asia, West Africa); the Harmattan: meaning, causes and effects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seasonal reversal of winds and adapt to the effects of the monsoon and the Harmattan in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dry wind that blows over Garoua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(north-east trade wind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monsoon and the Harmattan.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the summer and winter monsoons.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areas and effects of monsoons.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and negative effects of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part of the north-east trade winds.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ITCZ moves with the overhead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mid-January in Garoua, a cool, dusty wind blows from the north, the sky is hazy, dust covers everything, lips crack and many people cough.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Five months earlier, in August, the wind came from the south, the air was heavy with moisture and heavy rain fell almost every day.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the wind completely change its direction and character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the seasonal reversal of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dry, dusty wind of January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August wind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Atlantic Ocean: it is the south-west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 health during the Harmattan (drink water, cover your nose, avoid bush fires) and prepare fields before the monsoon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rainy and dry seasons that control farming, health and daily life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et2_monsoo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Summer and winter monsoons.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summer monsoon bring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blows from the sea to the hot land and carries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ons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Monsoon rain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 of the Asian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landslides and loss of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WEST AFRICAN MONSOON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WEST AFRICAN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the south-west monsoon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WEST AFRICAN MONSOON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about May to September–October.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Harmattan haze.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Harmattan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Sahara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t2_harmatta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Effects of the Harmattan.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 of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Cool nights, drying of crops, or fewer mosquitoes.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Mesoscale Winds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seasonal wind that reverses its direction between summer and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Harmattan: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dry, dusty north-east wind that blows from the Sahara over West Africa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Meaning and Causes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Monsoon winds are caused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Differential heating: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Land heats and cools faster than the sea, so pressure over land changes with the seasons.</a:t>
            </a:r>
            <a:endParaRPr lang="en-US" sz="3200" dirty="0"/>
          </a:p>
        </p:txBody>
      </p:sp>
      <p:pic>
        <p:nvPicPr>
          <p:cNvPr id="6" name="Image 0" descr="/home/claude/f4/img/v2/met2_monsoon.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summer and winter monsoons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Causes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Summer (wet) 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 land forms low pressure; moist air blows from the sea to the land and brings heavy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Winter (dry) 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land forms high pressure; dry air blows from the land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Meaning and Causes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Role of the ITCZ: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shift of the ITCZ with the overhead sun drives the reversal of winds.</a:t>
            </a:r>
            <a:endParaRPr lang="en-US" sz="3600" dirty="0"/>
          </a:p>
        </p:txBody>
      </p:sp>
      <p:pic>
        <p:nvPicPr>
          <p:cNvPr id="6" name="Image 0" descr="/home/claude/f4/img/v2/itcz_july.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ITCZ in July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Areas and Effects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Monsoons occur in the following areas with the following effects: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South Asia (India, Bangladesh):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summer monsoon brings the rain needed for rice and fills rivers and reservoirs.</a:t>
            </a:r>
            <a:endParaRPr lang="en-US" sz="3200" dirty="0"/>
          </a:p>
        </p:txBody>
      </p:sp>
      <p:pic>
        <p:nvPicPr>
          <p:cNvPr id="6" name="Image 0" descr="/home/claude/f4/img/v2/lsa_monsoo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monsoon 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Areas and Effects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effects in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heavy rains cause floods, landslides and loss of life.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Winter monsoon in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a long, dry and cool season, good for harvesting.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Areas and Effects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 Africa and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south-west monsoon from the Atlantic brings the rainy season to Garoua (about May to October), for millet, sorghum, maize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Harmattan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Harmattan is presented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blows from the Sahara, where high pressure forms in the northern winter; it is the north-east trade wind and the winter monsoon of West Africa.</a:t>
            </a:r>
            <a:endParaRPr lang="en-US" sz="3200" dirty="0"/>
          </a:p>
        </p:txBody>
      </p:sp>
      <p:pic>
        <p:nvPicPr>
          <p:cNvPr id="5" name="Image 0" descr="/home/claude/f4/img/v2/f2t_harmatt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Harmattan haze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Harmattan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dry and dusty, cool at night and in the morning, and hot in the afternoon.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effects: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Dust haze and poor visibility that can disturb flights at Garoua airport.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Harmattan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Coughs, catarrh, asthma, dry skin and cracked lips.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Dry vegetation and a high risk of bush fires.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Dust on houses, goods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Harmattan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effects: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from heat with cool nights.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Dry air for harvesting and drying millet, beans and cotton.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Fewer mosquitoes and less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Harmattan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Summary: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Harmattan is both a problem and a help.</a:t>
            </a:r>
            <a:endParaRPr lang="en-US" sz="3600" dirty="0"/>
          </a:p>
        </p:txBody>
      </p:sp>
      <p:pic>
        <p:nvPicPr>
          <p:cNvPr id="5" name="Image 0" descr="/home/claude/f4/img/v2/met2_harmattan.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effects of the Harmattan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summer monsoon wet and the winter monsoon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summer monsoon blows from the sea and carries moisture; the winter monsoon blows from the land and is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negative effects of the Harmattan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visibility, respiratory diseases, cracked lips and dry skin, bush fires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that reverses with the seasons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rainy season wind of Garoua is the south-west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Tropical Seasonal Winds: Monsoon and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monsoon and the Harmattan. Explain the causes of the summer and winter monsoons. Describe the areas and effects of monsoons. Explain the positive and negative effects of the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seasonal reversal of winds and adapt to the effects of the monsoon and the Harmattan in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Causes; Areas and Effects; The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sea breeze.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arrows sea→land and land→sea.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India and Bangladesh.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ITCZ in January and July.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arrow from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effects in two columns.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“Running in the rain” by VinothChandar, CC BY 2.0, via Flickr (https://www.flickr.com/photos/44345361@N06/10960940954)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2026-09-28T22:18:57Z</dcterms:created>
  <dcterms:modified xsi:type="dcterms:W3CDTF">2026-09-28T22:18:57Z</dcterms:modified>
</cp:coreProperties>
</file>