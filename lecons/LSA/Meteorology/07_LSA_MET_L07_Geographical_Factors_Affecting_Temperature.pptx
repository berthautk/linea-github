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Geographical Factors Affecting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Global Distribution of Heat (Temperature). The key notions we shall use today are: continentality, maritime influence, specific heat, relief, altitude, aspect, ocean currents, prevailing winds, cloud cover, urban heat island. At the end, you should be able to do this: learners are able to explain why places at the same latitude have different temperatures, with examples around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Latitudinal Distribution of Temperature. The question was: Define continentality.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Continentality is the effect of distance from the sea: inland areas have hotter summers, cooler winters and less rain.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explain the different heating of land and water (continentality). Number 2: explain the effects of altitude and aspect. Number 3: explain the effects of ocean currents and winds. Number 4: explain the double role of clouds. Number 5: explain the urban heat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decreases with latitude. The Harmattan brings hot, dry air. Clouds reflect sunlight.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spend Saturday afternoon in your grandmother's village, 30 km from Garoua. Coming back in the evening, as your bus enters the city around the Central Market, the air suddenly feels much hotter and stuffier than in the village. You ask: "We are at the same latitude, so why does the town feel like an oven compared to the village?"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geographical factors that change temperature at the same latitude.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town hotter than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Tar and concrete store heat, and there are fewer trees: an urban heat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another factor that changes temperature locally.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Altitude, nearness to water (Lagdo), winds or cloud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and protect trees in town to reduce the urban heat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local differences of temperature and the importance of green spaces in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coastal and inland temperatures.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places far inland have more extreme temperatures?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heats and cools quickly, while the sea moderates coastal temperatures.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snow on Kilimanjaro near the Equator.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there snow on Kilimanjaro near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Temperature falls with altitude (about 6.5 °C per 1,000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aspect of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aspect?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direction a slope faces.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warm and cold currents.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the cold Benguela Current affect Namibia?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cools the coast and makes it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urban heat island.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causes of the urban heat island.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Tar and concrete, heat from vehicles and machines, few trees, tall buildings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Continentality.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Adret and Ubac.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Temperature lapsing and Heat island.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Nature of the Surface. The nature of the surface influences temperature in the following ways. Copy the point on Land surfaces on the left, then draw the diagram on the right: land and sea.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Nature of the Surface. Copy the point on Water surfaces: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Nature of the Surface. Copy the point on Distance from the sea: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Relief influences temperature in the following ways. Copy the point on Altitude above sea level on the left, then draw the diagram on the right: a snow-capped mountain in the tropics.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Aspect of slope on the left, then draw the diagram on the right: adret and ubac.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Ocean Currents. Ocean currents influence temperature in the following ways. Copy the point on Warm currents on the left, then draw the diagram on the right: ocean currents.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Ocean Currents. Copy the point on Cold currents: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Prevailing Winds. Prevailing winds influence temperature in the following ways. Copy the point on Winds from warm regions on the left, then draw the diagram on the right: the Harmattan.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Prevailing Winds. Copy the point on Winds from the sea or cold regions: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Cloud Cover. Cloud cover influences temperature in the following ways. Copy the point on By day: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Cloud Cover. Copy the point on By night: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Urbanisation: the Heat Island. Towns are warmer than the countryside for the following reasons. Copy the point on Artificial surfaces on the left, then draw the diagram on the right: the urban heat island.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Urbanisation: the Heat Island. Copy the point on Heat from human activities: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Urbanisation: the Heat Island. Copy the point on Lack of vegetation: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Urbanisation: the Heat Island. Copy the point on Buildings and pollution: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 maritime climate from a continental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maritime climate near the sea has small temperature ranges; a continental climate far inland has large ranges.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the double role of clouds on temperature.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by day they reflect sunlight and cool the ground; at night they trap heat and keep it warm.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 number 6, 5; number 2, aspect; number 3,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environmental lapse rate.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Vertical Distribution of Temperature.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7: GEOGRAPHICAL FACTORS AFFECTING TEMPERATURE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Geographical Factors Affecting Temperature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Distribution of Heat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Geographical Factors Affecting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Continentality, maritime influence, specific heat, relief, altitude, aspect, ocean currents, prevailing winds, cloud cover, urban heat island.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Geographical factors that modify temperatures at the same latitude: land and sea, relief (altitude, aspect), ocean currents, winds, cloud cover,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places at the same latitude have different temperatures, with examples around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Latitudinal Distribution of Temperature):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continentality.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Continentality is the effect of distance from the sea: inland areas have hotter summers, cooler winters and less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different heating of land and water (continentality).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altitude and aspect.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ocean currents and winds.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double role of clouds.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decreases with latitude.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brings hot, dry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reflect sunlight.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spend Saturday afternoon in your grandmother's village, 30 km from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Coming back in the evening, as your bus enters the city around the Central Market, the air suddenly feels much hotter and stuffier than in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"We are at the same latitude, so why does the town feel like an oven compared to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geographical factors that change temperature at the same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town hotter than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 and concrete store heat, and there are fewer trees: an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another factor that changes temperature locally.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Altitude, nearness to water (Lagdo), winds or cloud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and protect trees in town to reduce the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local differences of temperature and the importance of green spaces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ntinentality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Coastal and inland temperatures.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places far inland have more extreme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heats and cools quickly, while the sea moderates coastal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kilimanjar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Snow on Kilimanjaro near the Equator.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snow on Kilimanjaro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with altitude (about 6.5 °C per 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spec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aspect of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aspect?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direction a slope faces.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CURRENTS AND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ocean_current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Warm and cold currents.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CURRENTS AND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cold Benguela Current affect Namibia?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CURRENTS AND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cools the coast and makes it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TOWNS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heat_islan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urban heat island.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 and concrete, heat from vehicles and machines, few trees, tall buildings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Global Distribution of Heat (Temperature)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7: Geographical Factors Affecting Temperature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effect of distance from the sea, which makes inland temperatures more extreme.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Adret: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slope that faces the sun (south-facing in the northern hemisphere), which is warmer and drier.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Ubac: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slope that faces away from the sun, which is cooler and more humid.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lapsing: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fall of temperature with height, on average 6.5 °C per 1,000 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island: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town that is warmer than the surrounding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Nature of the Surface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nature of the surface influences temperature in the following ways: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Land surfaces: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Land has a low specific heat, so it heats up quickly by day and in summer and cools quickly at night and in winter. Heat also stays in the top few centimetres of rock and soil, which makes land temperatures extreme.</a:t>
            </a:r>
            <a:endParaRPr lang="en-US" sz="2800" dirty="0"/>
          </a:p>
        </p:txBody>
      </p:sp>
      <p:pic>
        <p:nvPicPr>
          <p:cNvPr id="5" name="Image 0" descr="/home/claude/f4/img/v2/continentality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land and sea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Nature of the Surface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surfaces: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heats and cools slowly because it has a high specific heat, it is transparent and it is mixed by waves and currents. It therefore stores heat and moderates the temperature of the air above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Nature of the Surface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Distance from the sea: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places such as Douala and Kribi have a small range of temperature because the sea keeps them mild. Inland places such as Garoua and Maroua have a large range, with very hot days in March and April and cool nights in December and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Relief influences temperature in the following ways: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Altitude above sea level: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Temperature falls by about 6.5 °C for every 1,000 m of height, because the air is thinner and further from the heated ground. This is why Ngaoundéré (about 1,100 m) and the Mandara Mountains are cooler than Garoua.</a:t>
            </a:r>
            <a:endParaRPr lang="en-US" sz="2800" dirty="0"/>
          </a:p>
        </p:txBody>
      </p:sp>
      <p:pic>
        <p:nvPicPr>
          <p:cNvPr id="5" name="Image 0" descr="/home/claude/f4/img/v2/f2t_kilimanjaro.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snow-capped mountain in the tropics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Aspect of slope: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 the northern hemisphere, the adret (south-facing slope) receives the rays of the sun more directly and is warmer and drier. The ubac (north-facing slope) is shaded, so it is cooler, and in the Alps villages and farms are built on the adret.</a:t>
            </a:r>
            <a:endParaRPr lang="en-US" sz="3200" dirty="0"/>
          </a:p>
        </p:txBody>
      </p:sp>
      <p:pic>
        <p:nvPicPr>
          <p:cNvPr id="5" name="Image 0" descr="/home/claude/f4/img/v2/aspect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adret and ubac</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Ocean Currents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Ocean currents influence temperature in the following ways: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Warm currents: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Warm currents flow from the tropics towards the poles and warm the air of the coasts they touch. For example, the North Atlantic Drift keeps the ports of Norway free of ice in winter, and the Guinea Current keeps the coast of Cameroon warm.</a:t>
            </a:r>
            <a:endParaRPr lang="en-US" sz="2800" dirty="0"/>
          </a:p>
        </p:txBody>
      </p:sp>
      <p:pic>
        <p:nvPicPr>
          <p:cNvPr id="5" name="Image 0" descr="/home/claude/f4/img/v2/ocean_currents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ocean currents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Ocean Currents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Cold currents: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currents flow from the poles towards the Equator and cool the air above them. For example, the Benguela Current cools the coast of Namibia and helps to form the Namib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Prevailing Winds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Prevailing winds influence temperature in the following ways: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Winds from warm regions: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Winds carry the temperature of the regions they come from. For example, the Harmattan brings hot, dry air from the Sahara, so it raises the day temperature of Garoua in February and March.</a:t>
            </a:r>
            <a:endParaRPr lang="en-US" sz="3000" dirty="0"/>
          </a:p>
        </p:txBody>
      </p:sp>
      <p:pic>
        <p:nvPicPr>
          <p:cNvPr id="5" name="Image 0" descr="/home/claude/f4/img/v2/f2t_harmatta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Harmattan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Prevailing Winds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Winds from the sea or cold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that blow from the sea keep coastal places mild, as the westerlies do in western Europe. Winds from cold regions lower temperatures, as polar winds do in North America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Cloud Cover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Cloud cover influences temperature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Clouds reflect a large part of the solar radiation back to space before it reaches the ground. Cloudy days, as in the rainy season, are therefore cooler than clear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Cloud Cover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Clouds absorb the heat given off by the ground and send it back down, acting like a blanket. Cloudy nights are therefore warmer than clear nights, which explains the cold nights of the Harmattan season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Urbanisation: the Heat Island</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Towns are warmer than the countryside for the following reasons: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Artificial surfaces: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Concrete, tar and metal roofs absorb more solar energy than soil and plants and release it slowly at night. For this reason, a large town can be 2 to 5 °C warmer than the countryside after sunset.</a:t>
            </a:r>
            <a:endParaRPr lang="en-US" sz="2800" dirty="0"/>
          </a:p>
        </p:txBody>
      </p:sp>
      <p:pic>
        <p:nvPicPr>
          <p:cNvPr id="5" name="Image 0" descr="/home/claude/f4/img/v2/heat_island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urban heat island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Urbanisation: the Heat Island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from 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Vehicles, motorbikes, air conditioners, kitchens and factories all release heat into the air. The more people and activities a town has, the more heat it produces.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Urbanisation: the Heat Island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have few trees and little open water, so there is less shade and less cooling by evaporation and transpiration. The heat is therefore used to warm the air instead.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Urbanisation: the Heat Island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Buildings and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buildings trap heat in narrow streets and slow down the wind that could carry it away. A layer of pollution over the town also absorbs heat and sends it back to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maritime climate from a continental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maritime climate near the sea has small temperature ranges; a continental climate far inland has large ranges.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double role of clouds on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day they reflect sunlight and cool the ground; at night they trap heat and keep it warm.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Temperature falls by about ______ °C per 1,000 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direction a slope faces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warmer than the countryside is an urban heat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environmental lapse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Vertical Distribution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nuage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 heat island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L'îlot de chaleur urbain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continentalité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Geographical Factors Affecting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different heating of land and water (continentality). Explain the effects of altitude and aspect. Explain the effects of ocean currents and winds. Explain the double role of clouds. Explain the urban heat island.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places at the same latitude have different temperatures, with examples around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Nature of the Surface; Relief; Ocean Currents; Prevailing Winds; Cloud Cover; Urbanisation: the Heat Island.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environmental lapse rate.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Douala and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the fall of temperature for 2,000 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a slope facing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locate Namibia.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feel a tar road and grass at noon.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“Kilimanjaro” by ian 1602, CC BY-NC 2.0, via Flickr (https://www.flickr.com/photos/98181641@N00/2179855841)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(Winds from warm regions):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2026-09-29T12:18:26Z</dcterms:created>
  <dcterms:modified xsi:type="dcterms:W3CDTF">2026-09-29T12:18:26Z</dcterms:modified>
</cp:coreProperties>
</file>