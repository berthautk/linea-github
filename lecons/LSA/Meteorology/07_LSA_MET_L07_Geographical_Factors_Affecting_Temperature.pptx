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7: Geographical Factors Affecting Temperature.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Energy in the Atmosphere, and the sub-topic is Global Distribution of Heat (Temperature). The key notions we shall use today are: continentality, maritime influence, specific heat, relief, altitude, aspect, ocean currents, prevailing winds, cloud cover, urban heat island. At the end, you should be able to do this: learners are able to explain why places at the same latitude have different temperatures, with examples around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Latitudinal Distribution of Temperature. The question was: Define continentality.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Continentality is the effect of distance from the sea: inland areas have hotter summers, cooler winters and less rain.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explain the different heating of land and water (continentality). Number 2: explain the effects of altitude and aspect. Number 3: explain the effects of ocean currents and winds. Number 4: explain the double role of clouds. Number 5: explain the urban heat island.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Temperature decreases with latitude. The Harmattan brings hot, dry air. Clouds reflect sunlight.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You spend Saturday afternoon in your grandmother's village, 30 km from Garoua. Coming back in the evening, as your bus enters the city around the Central Market, the air suddenly feels much hotter and stuffier than in the village. You ask: "We are at the same latitude, so why does the town feel like an oven compared to the village?"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geographical factors that change temperature at the same latitude.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the town hotter than the village?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Tar and concrete store heat, and there are fewer trees: an urban heat island.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another factor that changes temperature locally.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Altitude, nearness to water (Lagdo), winds or cloud cover.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and protect trees in town to reduce the urban heat island.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local differences of temperature and the importance of green spaces in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coastal and inland temperatures.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do places far inland have more extreme temperatures?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Land heats and cools quickly, while the sea moderates coastal temperatures.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snow on Kilimanjaro near the Equator.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there snow on Kilimanjaro near the Equator?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Temperature falls with altitude (about 6.5 °C per 1,000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aspect of slopes.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aspect?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direction a slope faces.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warm and cold currents.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the cold Benguela Current affect Namibia?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cools the coast and makes it dry.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urban heat island.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causes of the urban heat island.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Tar and concrete, heat from vehicles and machines, few trees, tall buildings (any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Continentality and Aspect.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Normal lapse rate and Urban heat island.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Nature of the Surface: Land and Water. Land and water influence temperature as follows. Copy the point on Land on the left, then draw the diagram on the right: coastal and inland temperatures.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Nature of the Surface: Land and Water. On this slide we have Water and Maritime influence.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Nature of the Surface: Land and Water. On this slide we have Continentality.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Relief. Relief influences temperature as follows. Copy the point on Altitude on the left, then draw the diagram on the right: snow on Kilimanjaro.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Aspect on the left, then draw the diagram on the right: the aspect of slopes.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Relief. On this slide we have Valleys.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Ocean Currents, Winds and Clouds. Ocean currents, winds and clouds influence temperature as follows. Copy the point on Warm currents on the left, then draw the diagram on the right: ocean currents.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Ocean Currents, Winds and Clouds. On this slide we have Cold currents and Prevailing winds.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Ocean Currents, Winds and Clouds. On this slide we have Cloud cover by day and Cloud cover by night.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Urbanisation: the Urban Heat Island. Towns are warmer than the countryside for the following reasons. Copy the point on Surfaces on the left, then draw the diagram on the right: the urban heat island.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Urbanisation: the Urban Heat Island. On this slide we have Human heat, Lack of vegetation and Building shape.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a maritime climate from a continental climate.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maritime climate near the sea has small temperature ranges; a continental climate far inland has large ranges.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Explain the double role of clouds on temperature.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by day they reflect sunlight and cool the ground; at night they trap heat and keep it warm.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 number 6, 5; number 2, aspect; number 3, island.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the environmental lapse rate.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8: Vertical Distribution of Temperature.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7: GEOGRAPHICAL FACTORS AFFECTING TEMPERATURE</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Geographical Factors Affecting Temperature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Energy in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Distribution of Heat (Temperature)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7: Geographical Factors Affecting Temperature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Continentality, maritime influence, specific heat, relief, altitude, aspect, ocean currents, prevailing winds, cloud cover, urban heat island.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Geographical factors that modify temperatures at the same latitude: land and sea, relief (altitude, aspect), ocean currents, winds, cloud cover, urbanisation.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places at the same latitude have different temperatures, with examples around Garoua.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Latitudinal Distribution of Temperature):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continentality.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Continentality is the effect of distance from the sea: inland areas have hotter summers, cooler winters and less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different heating of land and water (continentality).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effects of altitude and aspect.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effects of ocean currents and winds.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double role of clouds.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urban heat island.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decreases with latitude.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Harmattan brings hot, dry air.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Clouds reflect sunlight.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spend Saturday afternoon in your grandmother's village, 30 km from Garoua.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Coming back in the evening, as your bus enters the city around the Central Market, the air suddenly feels much hotter and stuffier than in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"We are at the same latitude, so why does the town feel like an oven compared to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geographical factors that change temperature at the same latitude.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town hotter than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Tar and concrete store heat, and there are fewer trees: an urban heat island.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another factor that changes temperature locally.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Altitude, nearness to water (Lagdo), winds or cloud cover.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and protect trees in town to reduce the urban heat island.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local differences of temperature and the importance of green spaces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 AND SEA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ontinentality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Coastal and inland temperatures.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 AND SEA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places far inland have more extreme temperatures?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 AND SEA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heats and cools quickly, while the sea moderates coastal temperatures.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kilimanjaro.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Snow on Kilimanjaro near the Equator.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there snow on Kilimanjaro near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falls with altitude (about 6.5 °C per 1,000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aspec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aspect of slopes.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aspect?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direction a slope faces.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CURRENTS AND WINDS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ocean_current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Warm and cold currents.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CURRENTS AND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cold Benguela Current affect Namibia?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CURRENTS AND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cools the coast and makes it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TOWNS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heat_islan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urban heat island.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TOWNS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the urban heat island.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TOWNS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Tar and concrete, heat from vehicles and machines, few trees, tall buildings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Energy in the Atmosphere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Global Distribution of Heat (Temperature)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7: Geographical Factors Affecting Temperature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Continentality: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effect of distance from the sea, which makes inland temperatures more extreme.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Aspect: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direction a slope faces.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Normal lapse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average fall of temperature with height, about 6.5 °C per 1,000 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heat island: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town that is warmer than the surrounding countryside.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Nature of the Surface: Land and Water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Land and water influence temperature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Land: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heats and cools quickly because of its low specific heat.</a:t>
            </a:r>
            <a:endParaRPr lang="en-US" sz="3600" dirty="0"/>
          </a:p>
        </p:txBody>
      </p:sp>
      <p:pic>
        <p:nvPicPr>
          <p:cNvPr id="5" name="Image 0" descr="/home/claude/f4/img/v2/continentality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coastal and inland temperatures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Nature of the Surface: Land and Water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heats and cools slowly, so it moderates the temperature of nearby land.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Maritime influence: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Coastal places like Douala and Kribi have small temperature ranges.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Nature of the Surface: Land and Water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Continentality: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Inland places like Garoua and Maroua have larger ranges: very hot days in March–April and cool nights in December–January.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Relief influences temperature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Altitude: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Temperature falls by about 6.5 °C per 1,000 m, so the Mandara Mountains and Ngaoundéré are cooler than Garoua.</a:t>
            </a:r>
            <a:endParaRPr lang="en-US" sz="3600" dirty="0"/>
          </a:p>
        </p:txBody>
      </p:sp>
      <p:pic>
        <p:nvPicPr>
          <p:cNvPr id="5" name="Image 0" descr="/home/claude/f4/img/v2/f2t_kilimanjaro.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snow on Kilimanjaro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Aspect: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In the northern hemisphere, south-facing slopes receive more sun and are warmer and drier than north-facing slopes.</a:t>
            </a:r>
            <a:endParaRPr lang="en-US" sz="3600" dirty="0"/>
          </a:p>
        </p:txBody>
      </p:sp>
      <p:pic>
        <p:nvPicPr>
          <p:cNvPr id="5" name="Image 0" descr="/home/claude/f4/img/v2/aspect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aspect of slopes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Valleys: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Cold air can drain into valleys at night, making them cooler than the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Ocean Currents, Winds and Clouds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Ocean currents, winds and clouds influence temperature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Warm currents: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warm the coasts they touch, like the Guinea Current along the coast of Cameroon.</a:t>
            </a:r>
            <a:endParaRPr lang="en-US" sz="3600" dirty="0"/>
          </a:p>
        </p:txBody>
      </p:sp>
      <p:pic>
        <p:nvPicPr>
          <p:cNvPr id="5" name="Image 0" descr="/home/claude/f4/img/v2/ocean_currents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ocean currents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Ocean Currents, Winds and Clouds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Cold currents: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cool and dry the coasts they touch, like the Benguela Current off Namibia.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Prevailing winds: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Winds from hot regions raise temperatures, like the Harmattan; winds from the sea or cold regions lower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Ocean Currents, Winds and Clouds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Cloud cover by day: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Clouds reflect sunlight, so cloudy days are cooler.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Cloud cover by night: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Clouds trap terrestrial radiation like a blanket, so cloudy nights are warmer than clear nights.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Urbanisation: the Urban Heat Island</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Towns are warmer than the countryside for the following reasons: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Surfaces: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Concrete, tar and roofs absorb and store more heat than soil and plants.</a:t>
            </a:r>
            <a:endParaRPr lang="en-US" sz="3600" dirty="0"/>
          </a:p>
        </p:txBody>
      </p:sp>
      <p:pic>
        <p:nvPicPr>
          <p:cNvPr id="5" name="Image 0" descr="/home/claude/f4/img/v2/heat_island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urban heat island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Urbanisation: the Urban Heat Island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heat: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Vehicles, motorbikes, air conditioners and factories give off heat.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Lack of vegetation: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Few trees mean less shade and less cooling by transpiration.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Building shape: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Tall buildings trap heat in the narrow streets between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 maritime climate from a continental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maritime climate near the sea has small temperature ranges; a continental climate far inland has large ranges.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the double role of clouds on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day they reflect sunlight and cool the ground; at night they trap heat and keep it warm.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Temperature falls by about ______ °C per 1,000 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direction a slope faces is its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town warmer than the countryside is an urban heat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the environmental lapse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Vertical Distribution of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Cloud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nuage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Urban heat island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L'îlot de chaleur urbain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Continentality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continentalité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Energy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7: Geographical Factors Affecting Temperature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different heating of land and water (continentality). Explain the effects of altitude and aspect. Explain the effects of ocean currents and winds. Explain the double role of clouds. Explain the urban heat island.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places at the same latitude have different temperatures, with examples around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Nature of the Surface: Land and Water; Relief; Ocean Currents, Winds and Clouds; Urbanisation: the Urban Heat Island.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environmental lapse rate.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compare Douala and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calculate the fall of temperature for 2,000 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find a slope facing the sun.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locate Namibia.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feel a tar road and grass at noon.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“Kilimanjaro” by ian 1602, CC BY-NC 2.0, via Flickr (https://www.flickr.com/photos/98181641@N00/2179855841)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2026-09-28T22:18:55Z</dcterms:created>
  <dcterms:modified xsi:type="dcterms:W3CDTF">2026-09-28T22:18:55Z</dcterms:modified>
</cp:coreProperties>
</file>