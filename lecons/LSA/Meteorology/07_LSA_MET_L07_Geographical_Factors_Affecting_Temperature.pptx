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continentality, maritime influence, specific heat, relief, altitude, aspect, ocean currents, prevailing winds, cloud cover, urban heat island. At the end, you should be able to do this: learners are able to explain why places at the same latitude have different temperatures, with examples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Latitudinal Distribution of Temperature. The question was: Define continentality.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Continentality is the effect of distance from the sea: inland areas have hotter summers, cooler winters and less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different heating of land and water (continentality). Number 2: explain the effects of altitude and aspect. Number 3: explain the effects of ocean currents and winds. Number 4: explain the double role of clouds. Number 5: explain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decreases with latitude. The Harmattan brings hot, dry air. Clouds reflect sunlight.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spend Saturday afternoon in your grandmother's village, 30 km from Garoua. Coming back in the evening, as your bus enters the city around the Central Market, the air suddenly feels much hotter and stuffier than in the village. You ask: "We are at the same latitude, so why does the town feel like an oven compared to the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geographical factors that change temperature at the same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town hotter than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and concrete store heat, and there are fewer trees: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factor that changes temperature locally.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Altitude, nearness to water (Lagdo), winds or cloud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in town to reduce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local differences of temperature and the importance of green spaces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coastal and inland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places far inland have more extreme temperatures?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heats and cools quickly, while the sea moderates coastal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Kilimanjaro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altitude (about 6.5 °C per 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aspect?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 slope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cold Benguela Current affect Namibia?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cools the coast and makes it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causes of the urban heat island.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Tar and concrete, heat from vehicles and machines, few trees, tall buildings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Continentality and Aspect.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Normal lapse rate and Urban heat island.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Surface: Land and Water. Land and water influence temperature as follows. Copy the point on Land on the left, then draw the diagram on the right: coastal and inland temperatures.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Land and Water. On this slide we have Water and Maritime influence.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Land and Water.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temperature as follows. Copy the point on Altitude on the left, then draw the diagram on the right: snow on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on the left, then draw the diagram on the right: the aspect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Ocean Currents, Winds and Clouds. Ocean currents, winds and clouds influence temperature as follows. Copy the point on Warm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Winds and Clouds. On this slide we have Cold currents and Prevailing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Winds and Clouds. On this slide we have Cloud cover by day and Cloud cover by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the Urban Heat Island. Towns are warmer than the countryside for the following reasons. Copy the point on Surfaces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Urban Heat Island. On this slide we have Human heat, Lack of vegetation and Building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maritime climate from a continental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maritime climate near the sea has small temperature ranges; a continental climate far inland has large ranges.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double role of clouds on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they reflect sunlight and cool the ground; at night they trap heat and keep it warm.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6, 5; number 2, aspect; number 3,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environmental lapse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Vertical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GEOGRAPHICAL FACTORS AFFECTING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Geographical Factors Affecting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Continentality, maritime influence, specific heat, relief, altitude, aspect, ocean currents, prevailing winds, cloud cover,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factors that modify temperatures at the same latitude: land and sea, relief (altitude, aspect), ocean currents, winds, cloud cover,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Latitudinal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Continentality is the effect of distance from the sea: inland areas have hotter summers, cooler winters and less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heating of land and water (continentality).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altitude and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ocean currents and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double role of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decreases with latitude.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brings hot, dry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reflect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spend Saturday afternoon in your grandmother's village, 30 km from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Coming back in the evening, as your bus enters the city around the Central Market, the air suddenly feels much hotter and stuffier than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"We are at the same latitude, so why does the town feel like an oven compared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geographical factors that change temperature at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hotter than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store heat, and there are fewer trees: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factor that changes temperature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nearness to water (Lagdo), winds or cloud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in town to reduce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local differences of temperature and the importance of green spaces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and inland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places far inland have more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while the sea moderates coastal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Kilimanjaro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cold Benguela Current affect Namibia?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the coast and makes it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heat from vehicles and machines, few trees, tall buildings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temperatures more extreme.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fall of temperature with height, about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influence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heats and cools quickly because of its low specific heat.</a:t>
            </a:r>
            <a:endParaRPr lang="en-US" sz="3600" dirty="0"/>
          </a:p>
        </p:txBody>
      </p:sp>
      <p:pic>
        <p:nvPicPr>
          <p:cNvPr id="5" name="Image 0" descr="/home/claude/f4/img/v2/continentality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and inland temperatures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and cools slowly, so it moderates the temperature of nearby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Maritime influence: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places like Douala and Kribi have small temperature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Inland places like Garoua and Maroua have larger ranges: very hot days in March–April and cool nights in December–January.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influences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per 1,000 m, so the Mandara Mountains and Ngaoundéré are cooler than Garoua.</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 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northern hemisphere, south-facing slopes receive more sun and are warmer and drier than north-facing slopes.</a:t>
            </a:r>
            <a:endParaRPr lang="en-US" sz="3600" dirty="0"/>
          </a:p>
        </p:txBody>
      </p:sp>
      <p:pic>
        <p:nvPicPr>
          <p:cNvPr id="5" name="Image 0" descr="/home/claude/f4/img/v2/aspec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aspect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can drain into valleys at night, making them cooler than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Ocean currents, winds and clouds influence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Warm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warm the coasts they touch, like the Guinea Current along the coast of Cameroon.</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cool and dry the coasts they touch, like the Benguela Current off Namibia.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Prevailing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from hot regions raise temperatures, like the Harmattan; winds from the sea or cold regions lower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by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reflect sunlight, so cloudy days are cooler.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by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trap terrestrial radiation like a blanket, so cloudy nights are warmer than clear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Urbanisation: the Urban Heat Island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are warmer than the countryside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Surfaces: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Concrete, tar and roofs absorb and store more heat than soil and plants.</a:t>
            </a:r>
            <a:endParaRPr lang="en-US" sz="3600" dirty="0"/>
          </a:p>
        </p:txBody>
      </p:sp>
      <p:pic>
        <p:nvPicPr>
          <p:cNvPr id="5" name="Image 0" descr="/home/claude/f4/img/v2/heat_island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Urbanisation: the Urban Heat Island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motorbikes, air conditioners and factories give off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trees mean less shade and less cooling by transpiration.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trap heat in the narrow streets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maritime climate from a continental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maritime climate near the sea has small temperature ranges; a continental climate far inland has large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double role of clouds on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they reflect sunlight and cool the ground; at night they trap heat and keep it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by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different heating of land and water (continentality). Explain the effects of altitude and aspect. Explain the effects of ocean currents and winds. Explain the double role of clouds. Explain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Surface: Land and Water; Relief; Ocean Currents, Winds and Clouds; Urbanisation: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environmental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Douala and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the fall of temperature for 2,000 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a slope facing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Namibia.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tar road and grass at noon.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2026-09-29T03:12:36Z</dcterms:created>
  <dcterms:modified xsi:type="dcterms:W3CDTF">2026-09-29T03:12:36Z</dcterms:modified>
</cp:coreProperties>
</file>