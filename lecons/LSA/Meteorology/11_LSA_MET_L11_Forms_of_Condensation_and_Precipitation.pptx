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Forms of Condensation and Precipitation.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Moisture in the Atmosphere, and the sub-topic is Precipitation. The key notions we shall use today are: condensation, dew point, condensation nuclei, cumulus, cumulonimbus, stratus, cirrus, fog, mist, dew, drizzle, rain, hail, snow, frost, convectional, orographic and frontal rainfall. At the end, you should be able to do this: learners are able to identify clouds and forms of precipitation and explain the types of rainfall, especially the thunderstorms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Nature of Moisture. The question was: Name three types of clouds.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Cumulus, cumulonimbus, stratus and cirrus (any three).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condensation and precipitation. Number 2: classify the main types of clouds and their weather. Number 3: distinguish fog and mist. Number 4: describe liquid and solid precipitation. Number 5: explain convectional, orographic and frontal rainfall.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Relative humidity rises when air cools. Aerosols act as condensation nuclei. Rising air expands and cools.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hot July afternoon in Garoua, the sky is blue with a few white, puffy clouds. During the afternoon, you watch them grow upwards like mountains, and their bases become dark grey. Thunder rumbles, and within an hour a heavy rain floods the streets before stopping as suddenly as it began. You ask: "How does invisible vapour become clouds, and how can a sunny day turn into such a storm?"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clouds and rain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turns vapour into cloud droplets?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Condensation.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type of rain is this storm?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Convectional rainfall from a cumulonimbus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observe the clouds to anticipate storms and shelter from lightning.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read the sky and to understand the rains on which farming in the North depends.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types of clouds.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cloud brings thunderstorms?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cumulonimbus.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cumulus clouds.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weather do small cumulus clouds usually indicate?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Fair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dew on grass.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Is dew a form of precipitation?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it is condensation on cool surfaces.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hailstones.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cloud do hailstones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cumulonimbus clouds during violent storms.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three types of rainfall.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dry side of a mountain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rain shadow (leeward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Condensation.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Condensation nuclei and Precipitation.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Rain shadow.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How Clouds Form. Clouds form in the following way. Copy the point on Cooling of rising air on the left, then draw the diagram on the right: the types of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How Clouds Form. Copy the point on Condensation on nuclei: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and Associated Weather. Clouds are classified by height and shape, and each type announces the following weather. Copy the point on High clouds (above 6,000 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and Associated Weather. Copy the point on Middle clouds (2,000 to 6,000 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and Associated Weather. Copy the point on Low clouds (below 2,000 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Clouds of vertical development on the left, then draw the diagram on the right: a cumulonimbus cloud.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Fog and Mist. Fog and mist are distinguished as follows. Copy the point on Fog on the left, then draw the diagram on the right: fog.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Fog and Mist. Copy the point on Mist: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Liquid Forms. The liquid forms of precipitation are the following. Copy the point on Dew on the left, then draw the diagram on the right: dew.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Liquid Forms. Copy the point on Drizzle: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Rainfall (formation process) on the left, then draw the diagram on the right: heavy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Rainfall. Rainfall is classified into the following three types according to how the air is made to rise. Copy the point on Convectional rainfall on the left, then draw the diagram on the right: the three types of rainfall.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Rainfall. Copy the point on Orographic (relief) rainfall: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Rainfall. Copy the point on Cyclonic (frontal) rainfall: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Solid Forms. The solid forms of precipitation are the following. Copy the point on Snow on the left, then draw the diagram on the right: snow.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Solid Forms. Copy the point on Sleet: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Hail on the left, then draw the diagram on the right: hailstones.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Frost and rime on the left, then draw the diagram on the right: frost.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how a hot sunny day in Garoua can lead to a heavy afternoon storm.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ground heats the air, which rises quickly, cools and condenses into a cumulonimbus that gives convectional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dew from drizzle.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dew is condensation on cool surfaces; drizzle is fine rain falling from clouds.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cumulonimbus; number 2, shadow; number 3, frontal (cyclonic).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world's wettest belt of latitude.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Global Distribution of Precipitation.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11: FORMS OF CONDENSATION AND PRECIPITATION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Forms of Condensation and Precipitation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Moisture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Precipitation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Forms of Condensation and Precipitation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Condensation, dew point, condensation nuclei, cumulus, cumulonimbus, stratus, cirrus, fog, mist, dew, drizzle, rain, hail, snow, frost, convectional, orographic and frontal rainfall.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Forms of condensation (clouds and their classification, fog and mist); forms of precipitation (liquid and solid); types of rainfall.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clouds and forms of precipitation and explain the types of rainfall, especially the thunderstorms of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Nature of Moisture):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Cumulus, cumulonimbus, stratus and cirrus (any three).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condensation and precipitation.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the main types of clouds and their weather.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fog and mist.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liquid and solid precipitation.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convectional, orographic and frontal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Relative humidity rises when air cools.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Aerosols act as condensation nuclei.</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Rising air expands and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hot July afternoon in Garoua, the sky is blue with a few white, puffy clouds.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the afternoon, you watch them grow upwards like mountains, and their bases become dark grey.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Thunder rumbles, and within an hour a heavy rain floods the streets before stopping as suddenly as it began.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"How does invisible vapour become clouds, and how can a sunny day turn into such a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clouds and rain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turns vapour into cloud droplets?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rain is this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Convectional rainfall from a cumulonimbus cloud.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clouds to anticipate storms and shelter from lightning.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read the sky and to understand the rains on which farming in the North depends.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CLOUDS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lou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types of clouds.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CLOUDS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cloud brings thunderstorms?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CLOUDS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cumulonimbus.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CLOUDS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cumulu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Cumulus clouds.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CLOUDS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weather do small cumulus clouds usually indicate?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CLOUDS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Fair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PRECIPITATION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de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Dew on grass.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PRECIPITATION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dew a form of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PRECIPITATION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condensation on cool surfaces.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PRECIPITATION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ha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Hailstones.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PRECIPITATION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cloud do hailstones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PRECIPITATION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cumulonimbus clouds during violent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RAINFALL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types of rainfall.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dry side of a mountain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shadow (leeward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Moisture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Precipitation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Forms of Condensation and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water vapour into liquid water when air cools to its dew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nuclei: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tiny particles of dust, salt or smoke on which droplets form.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 form of water, liquid or solid, that falls from clouds to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 shadow: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dry leeward side of a mountain.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Cloud Formation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How Clouds Form</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Clouds form in the following way: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Cooling of rising air: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When moist air rises, it meets lower pressure, expands and cools by about 10 °C per 1,000 m. When it reaches its dew point, it becomes saturated and its vapour starts to condense.</a:t>
            </a:r>
            <a:endParaRPr lang="en-US" sz="3200" dirty="0"/>
          </a:p>
        </p:txBody>
      </p:sp>
      <p:pic>
        <p:nvPicPr>
          <p:cNvPr id="6" name="Image 0" descr="/home/claude/f4/img/v2/cloud_type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types of clouds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Cloud Formation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How Clouds Form</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on nuclei: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vapour condenses on tiny particles of dust, salt or smoke and forms droplets about 0.02 mm wide. Billions of these droplets, or ice crystals where it is very cold, make up a cloud.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Cloud Formation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Classification and Associated Weather</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Clouds are classified by height and shape, and each type announces the following weather:</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High clouds (above 6,000 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Cirrus, cirrostratus and cirrocumulus are thin, white clouds made of ice crystals. Cirrus alone indicates fair weather, but cirrostratus spreading over the sky often announces rain within a day.</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Cloud Formation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Classification and Associated Weather</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Middle clouds (2,000 to 6,000 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Altostratus and altocumulus are grey or white sheets or patches. When altostratus thickens and the sun disappears behind it, a front is approaching and steady rain will soon follow.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Cloud Formation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Classification and Associated Weather</a:t>
            </a:r>
            <a:endParaRPr lang="en-US" sz="3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clouds (below 2,000 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Stratus and nimbostratus are grey layers that cover the whole sky. Stratus gives dull weather with drizzle, while nimbostratus gives long periods of steady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Cloud Formation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Classification and Associated Weather</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Clouds of vertical development: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Cumulus are puffy clouds with flat bases that show fair weather when they stay small. When they grow into huge cumulonimbus, they bring heavy showers, thunder, lightning and sometimes hail, as in Garoua in the rainy season.</a:t>
            </a:r>
            <a:endParaRPr lang="en-US" sz="3200" dirty="0"/>
          </a:p>
        </p:txBody>
      </p:sp>
      <p:pic>
        <p:nvPicPr>
          <p:cNvPr id="6" name="Image 0" descr="/home/claude/f4/img/v2/f4_cumulonimbus.jpg">    </p:cNvPr>
          <p:cNvPicPr>
            <a:picLocks noChangeAspect="1"/>
          </p:cNvPicPr>
          <p:nvPr/>
        </p:nvPicPr>
        <p:blipFill>
          <a:blip r:embed="rId1"/>
          <a:stretch>
            <a:fillRect/>
          </a:stretch>
        </p:blipFill>
        <p:spPr>
          <a:xfrm>
            <a:off x="6537960" y="2400042"/>
            <a:ext cx="5470855" cy="303632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cumulonimbus cloud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Fog and Mist</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Fog and mist are distinguished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Fog: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Fog is a cloud at ground level formed when the air near the surface is cooled to its dew point. It reduces visibility to less than 1 km and is dangerous for road and air transport.</a:t>
            </a:r>
            <a:endParaRPr lang="en-US" sz="3200" dirty="0"/>
          </a:p>
        </p:txBody>
      </p:sp>
      <p:pic>
        <p:nvPicPr>
          <p:cNvPr id="5" name="Image 0" descr="/home/claude/f4/img/v2/f4_fog.jpg">    </p:cNvPr>
          <p:cNvPicPr>
            <a:picLocks noChangeAspect="1"/>
          </p:cNvPicPr>
          <p:nvPr/>
        </p:nvPicPr>
        <p:blipFill>
          <a:blip r:embed="rId1"/>
          <a:stretch>
            <a:fillRect/>
          </a:stretch>
        </p:blipFill>
        <p:spPr>
          <a:xfrm>
            <a:off x="6537960" y="2903104"/>
            <a:ext cx="5470855" cy="2030200"/>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Fog and Mist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Mist is a thinner cloud of droplets at ground level, with visibility between 1 and 2 km. It forms in the same way as fog, often in the early morning over rivers and valleys, and disappears quickly when the sun heats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Forms of Precipitation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Liquid Forms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liquid forms of precipitation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Dew: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Dew is made of droplets that form on cool surfaces such as grass and leaves on clear, calm nights. The air touching them is cooled to its dew point, so strictly speaking dew is condensation and not falling precipitation.</a:t>
            </a:r>
            <a:endParaRPr lang="en-US" sz="2800" dirty="0"/>
          </a:p>
        </p:txBody>
      </p:sp>
      <p:pic>
        <p:nvPicPr>
          <p:cNvPr id="6" name="Image 0" descr="/home/claude/f4/img/v2/lsa_dew.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Forms of Precipitation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Liquid Forms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Drizzle: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Drizzle is made of very small drops, less than 0.5 mm wide, that fall slowly from low stratus clouds. It gives only small amounts of water but can last for hours.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Forms of Precipitation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Liquid Forms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Rainfall (formation process):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Rain forms when cloud droplets grow large enough to fall, either by colliding and joining together in warm clouds, or by the growth of ice crystals that melt as they fall. Raindrops are larger than 0.5 mm and fall faster than drizzle.</a:t>
            </a:r>
            <a:endParaRPr lang="en-US" sz="3000" dirty="0"/>
          </a:p>
        </p:txBody>
      </p:sp>
      <p:pic>
        <p:nvPicPr>
          <p:cNvPr id="6" name="Image 0" descr="/home/claude/f4/img/v2/f4_heavyrain.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heavy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Forms of Precipitation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Types of Rainfall</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600" i="1" dirty="0">
                <a:solidFill>
                  <a:srgbClr val="111111"/>
                </a:solidFill>
                <a:latin typeface="Times New Roman" pitchFamily="34" charset="0"/>
                <a:ea typeface="Times New Roman" pitchFamily="34" charset="-122"/>
                <a:cs typeface="Times New Roman" pitchFamily="34" charset="-120"/>
              </a:rPr>
              <a:t>Rainfall is classified into the following three types according to how the air is made to rise:</a:t>
            </a:r>
            <a:endParaRPr lang="en-US" sz="2600" dirty="0"/>
          </a:p>
          <a:p>
            <a:pPr algn="l" indent="0" marL="0">
              <a:spcAft>
                <a:spcPts val="800"/>
              </a:spcAft>
              <a:buNone/>
            </a:pPr>
            <a:r>
              <a:rPr lang="en-US" sz="2600" b="1" dirty="0">
                <a:solidFill>
                  <a:srgbClr val="111111"/>
                </a:solidFill>
                <a:latin typeface="Times New Roman" pitchFamily="34" charset="0"/>
                <a:ea typeface="Times New Roman" pitchFamily="34" charset="-122"/>
                <a:cs typeface="Times New Roman" pitchFamily="34" charset="-120"/>
              </a:rPr>
              <a:t>Convectional rainfall: </a:t>
            </a:r>
            <a:pPr algn="l" indent="0" marL="0">
              <a:spcAft>
                <a:spcPts val="800"/>
              </a:spcAft>
              <a:buNone/>
            </a:pPr>
            <a:r>
              <a:rPr lang="en-US" sz="2600" dirty="0">
                <a:solidFill>
                  <a:srgbClr val="111111"/>
                </a:solidFill>
                <a:latin typeface="Times New Roman" pitchFamily="34" charset="0"/>
                <a:ea typeface="Times New Roman" pitchFamily="34" charset="-122"/>
                <a:cs typeface="Times New Roman" pitchFamily="34" charset="-120"/>
              </a:rPr>
              <a:t>Strong heating of the ground makes moist air rise quickly and form cumulonimbus clouds. It gives short, heavy afternoon storms with thunder, as in the equatorial regions and in Garoua in the rainy season.</a:t>
            </a:r>
            <a:endParaRPr lang="en-US" sz="2600" dirty="0"/>
          </a:p>
        </p:txBody>
      </p:sp>
      <p:pic>
        <p:nvPicPr>
          <p:cNvPr id="6" name="Image 0" descr="/home/claude/f4/img/v2/rainfall_type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three types of rainfall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Forms of Precipitation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Types of Rainfall</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Orographic (relief) 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 winds from the sea are forced to rise over mountains, cool and give heavy rain on the windward side. The leeward side receives little rain and is called a rain shadow, as on the eastern side of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Forms of Precipitation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Types of Rainfall</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Cyclonic (frontal) 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 warm air mass meets a cold one, the lighter warm air rises slowly over the cold air along a front. It gives long periods of steady rain, as in the temperate regions of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Forms of Precipitation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Solid Forms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solid forms of precipitation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Snow: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Snow is made of ice crystals that grow in very cold clouds and join to form flakes. It falls when the air is below 0 °C down to the ground, in temperate and polar regions and on high mountains.</a:t>
            </a:r>
            <a:endParaRPr lang="en-US" sz="3000" dirty="0"/>
          </a:p>
        </p:txBody>
      </p:sp>
      <p:pic>
        <p:nvPicPr>
          <p:cNvPr id="6" name="Image 0" descr="/home/claude/f4/img/v2/lsa_snow.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snow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Forms of Precipitation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Solid Forms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Sleet: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Sleet is made of small pellets of ice formed when raindrops freeze as they fall through a cold layer of air near the ground. In Britain, the word also means a mixture of rain and snow.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Forms of Precipitation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Solid Forms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Hail: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Hailstones are balls of ice formed in cumulonimbus clouds, where strong up-currents carry drops up and down through freezing air. Each trip adds a layer of ice until the stone is too heavy and falls, damaging crops and roofs.</a:t>
            </a:r>
            <a:endParaRPr lang="en-US" sz="3200" dirty="0"/>
          </a:p>
        </p:txBody>
      </p:sp>
      <p:pic>
        <p:nvPicPr>
          <p:cNvPr id="6" name="Image 0" descr="/home/claude/f4/img/v2/lsa_hail.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hailstones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Forms of Precipitation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Solid Forms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Frost and rime: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Frost is a white layer of ice crystals formed when water vapour changes directly into ice on surfaces below 0 °C. Rime forms when fog droplets freeze on contact with cold trees, wires and rocks.</a:t>
            </a:r>
            <a:endParaRPr lang="en-US" sz="3200" dirty="0"/>
          </a:p>
        </p:txBody>
      </p:sp>
      <p:pic>
        <p:nvPicPr>
          <p:cNvPr id="6" name="Image 0" descr="/home/claude/f4/img/v2/lsa_frost.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frost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a hot sunny day in Garoua can lead to a heavy afternoon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ground heats the air, which rises quickly, cools and condenses into a cumulonimbus that gives convectional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dew from drizzle.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Dew is condensation on cool surfaces; drizzle is fine rain falling from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Thunderstorm clouds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side of a mountain is the rain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from warm air rising over cold air is ______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world's wettest belt of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Global Distribution of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nuage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Precipitation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Thunderstorm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grêle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Moisture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Forms of Condensation and Precipitation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condensation and precipitation. Classify the main types of clouds and their weather. Distinguish fog and mist. Describe liquid and solid precipitation. Explain convectional, orographic and frontal rainfall.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clouds and forms of precipitation and explain the types of rainfall, especially the thunderstorms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How Clouds Form; Classification and Associated Weather; Fog and Mist; Liquid Forms; Types of Rainfall; Solid 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world's wettest belt of latitude.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four cloud types.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look at today's sky.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look at grass at dawn.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hailstorm.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orographic rainfall.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“Epic Cloud (Explored)” by Christina Ann VanMeter, CC BY-NC 2.0, via Flickr (https://www.flickr.com/photos/54129831@N02/6984912657)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“Dew drops on grass” by Ervins Strauhmanis, CC BY 2.0, via Flickr (https://www.flickr.com/photos/76523360@N03/9537409567)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“Hailstones (4 July 2010) (Limon, eastern Colorado, USA) 3” by James St. John, CC BY 2.0, via Flickr (https://www.flickr.com/photos/47445767@N05/15148092311)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(Clouds of vertical development):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(Fog): “Mist” by Art by MarkAC, CC BY-SA 2.0, via Flickr (https://www.flickr.com/photos/60580775@N08/40783321332)</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(Rainfall (formation process)):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(Snow): “Peaceful Winter” by `James Wheeler, CC BY-NC-SA 2.0, via Flickr (https://www.flickr.com/photos/24128704@N08/25673217581)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(Frost and rime): “Frosty Morning” by Tom Gill., CC BY-NC-ND 2.0, via Flickr (https://www.flickr.com/photos/10199807@N00/4283143427)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2026-09-29T12:18:27Z</dcterms:created>
  <dcterms:modified xsi:type="dcterms:W3CDTF">2026-09-29T12:18:27Z</dcterms:modified>
</cp:coreProperties>
</file>