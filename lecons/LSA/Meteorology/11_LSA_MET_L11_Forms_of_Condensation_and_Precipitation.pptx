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Forms of Condensation and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Moisture in the Atmosphere, and the sub-topic is Precipitation. The key notions we shall use today are: condensation, dew point, condensation nuclei, cumulus, cumulonimbus, stratus, cirrus, fog, mist, dew, drizzle, rain, hail, snow, frost, convectional, orographic and frontal rainfall. At the end, you should be able to do this: learners are able to identify clouds and forms of precipitation and explain the types of rainfall, especially the thunderstorms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Nature of Moisture. The question was: Name three types of clouds.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Cumulus, cumulonimbus, stratus and cirrus (any three).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condensation and precipitation. Number 2: classify the main types of clouds and their weather. Number 3: distinguish fog and mist. Number 4: describe liquid and solid precipitation. Number 5: explain convectional, orographic and frontal rainfall.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Relative humidity rises when air cools. Aerosols act as condensation nuclei. Rising air expands and cools.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hot July afternoon in Garoua, the sky is blue with a few white, puffy clouds. During the afternoon, you watch them grow upwards like mountains, and their bases become dark grey. Thunder rumbles, and within an hour a heavy rain floods the streets before stopping as suddenly as it began. You ask: "How does invisible vapour become clouds, and how can a sunny day turn into such a storm?"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how clouds and rain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turns vapour into cloud droplets?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Condensation.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type of rain is this storm?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Convectional rainfall from a cumulonimbus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observe the clouds to anticipate storms and shelter from lightning.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the sky and to understand the rains on which farming in the North depends.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types of clouds.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cloud brings thunderstorms?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cumulonimbus.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cumulus clouds.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weather do small cumulus clouds usually indicate?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Fair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dew on grass.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Is dew a form of precipitation?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it is condensation on cool surfaces.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hailstones.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which cloud do hailstones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cumulonimbus clouds during violent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three types of rainfall.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dry side of a mountain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rain shadow (leeward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Condensation.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Condensation nuclei and Precipitation.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Rain shadow.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Forms of Condensation. Condensation takes the following forms. Copy the point on Clouds on the left, then draw the diagram on the right: the main types of clouds.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Cumulus on the left, then draw the diagram on the right: cumulus clouds.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Cumulonimbus on the left, then draw the diagram on the right: a cumulonimbus.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Forms of Condensation. On this slide we have Stratus, Cirrus and Fog and mist.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Forms of Precipitation. Precipitation takes the following forms. Copy the point on Dew on the left, then draw the diagram on the right: dew.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Forms of Precipitation. On this slide we have Drizzle and Rain.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Hail on the left, then draw the diagram on the right: hailstones.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Forms of Precipitation. On this slide we have Snow and frost.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Summary on the left, then draw the diagram on the right: forms of precipitation.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Rainfall. The main types of rainfall are the following. Copy the point on Convectional rainfall on the left, then draw the diagram on the right: three types of rainfall.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Rainfall. On this slide we have Orographic (relief) rainfall and Frontal (cyclonic) rainfall.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how a hot sunny day in Garoua can lead to a heavy afternoon storm.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ground heats the air, which rises quickly, cools and condenses into a cumulonimbus that gives convectional 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Distinguish dew from drizzle.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dew is condensation on cool surfaces; drizzle is fine rain falling from clouds.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cumulonimbus; number 2, shadow; number 3, frontal (cyclonic).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world's wettest belt of latitude.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Global Distribution of Precipitation.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11: FORMS OF CONDENSATION AND PRECIPITATION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Forms of Condensation and Precipitation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Moisture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Forms of Condensation and 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Condensation, dew point, condensation nuclei, cumulus, cumulonimbus, stratus, cirrus, fog, mist, dew, drizzle, rain, hail, snow, frost, convectional, orographic and frontal rainfall.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Forms of condensation (clouds and their classification, fog and mist); forms of precipitation (liquid and solid); types of rainfall.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clouds and forms of precipitation and explain the types of rainfall, especially the thunderstorms of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Nature of Moisture):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types of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Cumulus, cumulonimbus, stratus and cirrus (any three).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condensation and precipitation.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the main types of clouds and their weather.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fog and mist.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liquid and solid precipitation.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convectional, orographic and frontal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Relative humidity rises when air cools.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Aerosols act as condensation nuclei.</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Rising air expands and cools.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hot July afternoon in Garoua, the sky is blue with a few white, puffy clouds.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afternoon, you watch them grow upwards like mountains, and their bases become dark grey.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Thunder rumbles, and within an hour a heavy rain floods the streets before stopping as suddenly as it began.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"How does invisible vapour become clouds, and how can a sunny day turn into such a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how clouds and rain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turns vapour into cloud droplets?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rain is this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Convectional rainfall from a cumulonimbus cloud.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clouds to anticipate storms and shelter from lightning.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the sky and to understand the rains on which farming in the North depends.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CLOUDS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loud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types of clouds.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CLOUDS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cloud brings thunderstorms?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CLOUDS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cumulonimbus.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CLOUDS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cumulu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Cumulus clouds.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CLOUDS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weather do small cumulus clouds usually indicate?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CLOUDS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Fair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PRECIPITATION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de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Dew on grass.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PRECIPITATION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dew a form of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PRECIPITATION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condensation on cool surfaces.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PRECIPITATION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ha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Hailstones.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PRECIPITATION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cloud do hailstones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PRECIPITATION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cumulonimbus clouds during violent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RAINFALL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Three types of rainfall.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dry side of a mountain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shadow (leeward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Moisture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Precipitation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Forms of Condensation and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Condensation: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of water vapour into liquid water when air cools to its dew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Condensation nuclei: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tiny particles of dust, salt or smoke on which droplets form.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form of water, liquid or solid, that falls from clouds to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 shadow: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dry leeward side of a mountain.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Condensation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Condensation takes the following forms: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Clouds: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Rising moist air expands and cools, and vapour condenses on nuclei into tiny droplets or ice crystals.</a:t>
            </a:r>
            <a:endParaRPr lang="en-US" sz="3600" dirty="0"/>
          </a:p>
        </p:txBody>
      </p:sp>
      <p:pic>
        <p:nvPicPr>
          <p:cNvPr id="5" name="Image 0" descr="/home/claude/f4/img/v2/cloud_typ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main types of clouds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Condensation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Cumulus: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Puffy clouds with flat bases, usually with fair weather.</a:t>
            </a:r>
            <a:endParaRPr lang="en-US" sz="3600" dirty="0"/>
          </a:p>
        </p:txBody>
      </p:sp>
      <p:pic>
        <p:nvPicPr>
          <p:cNvPr id="5" name="Image 0" descr="/home/claude/f4/img/v2/lsa_cumulu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cumulus clouds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Condensation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Cumulonimbus: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Huge, tall, dark clouds with heavy rain, thunder, lightning and sometimes hail, very common in Garoua in the rainy season.</a:t>
            </a:r>
            <a:endParaRPr lang="en-US" sz="3600" dirty="0"/>
          </a:p>
        </p:txBody>
      </p:sp>
      <p:pic>
        <p:nvPicPr>
          <p:cNvPr id="5" name="Image 0" descr="/home/claude/f4/img/v2/f4_cumulonimbus.jpg">    </p:cNvPr>
          <p:cNvPicPr>
            <a:picLocks noChangeAspect="1"/>
          </p:cNvPicPr>
          <p:nvPr/>
        </p:nvPicPr>
        <p:blipFill>
          <a:blip r:embed="rId1"/>
          <a:stretch>
            <a:fillRect/>
          </a:stretch>
        </p:blipFill>
        <p:spPr>
          <a:xfrm>
            <a:off x="5349240" y="2070172"/>
            <a:ext cx="6659575" cy="36960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cumulonimbus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Forms of Condensation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Stratus: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Grey layers covering the sky, with drizzle or light, steady rain.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Cirrus: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Thin, feathery clouds of ice crystals very high in the sky, a sign of fair weather.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Fog and mist: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at ground level; fog reduces visibility below 1 km, mist less.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Precipitation takes the following forms: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Dew: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Droplets on cool surfaces at night; it is condensation, not precipitation.</a:t>
            </a:r>
            <a:endParaRPr lang="en-US" sz="3600" dirty="0"/>
          </a:p>
        </p:txBody>
      </p:sp>
      <p:pic>
        <p:nvPicPr>
          <p:cNvPr id="5" name="Image 0" descr="/home/claude/f4/img/v2/lsa_dew.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dew</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Drizzle: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small drops, less than 0.5 mm.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Drops larger than 0.5 mm, formed when cloud droplets grow heavy enough to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Hail: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Balls of ice formed in cumulonimbus clouds during violent storms.</a:t>
            </a:r>
            <a:endParaRPr lang="en-US" sz="3600" dirty="0"/>
          </a:p>
        </p:txBody>
      </p:sp>
      <p:pic>
        <p:nvPicPr>
          <p:cNvPr id="5" name="Image 0" descr="/home/claude/f4/img/v2/lsa_hai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hailstones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Snow and frost: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Snow is ice crystals falling in cold climates; frost is ice crystals formed on cold surfaces.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Precipitation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Summary: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forms of condensation and precipitation can be compared in a table.</a:t>
            </a:r>
            <a:endParaRPr lang="en-US" sz="3600" dirty="0"/>
          </a:p>
        </p:txBody>
      </p:sp>
      <p:pic>
        <p:nvPicPr>
          <p:cNvPr id="5" name="Image 0" descr="/home/claude/f4/img/v2/met2_precip.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forms of precipitation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Rainfall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main types of rainfall are the following:</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Convectional rainfall: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Intense heating makes moist air rise quickly and form cumulonimbus clouds, giving short, heavy afternoon storms, as in Garoua and equatorial regions.</a:t>
            </a:r>
            <a:endParaRPr lang="en-US" sz="3000" dirty="0"/>
          </a:p>
        </p:txBody>
      </p:sp>
      <p:pic>
        <p:nvPicPr>
          <p:cNvPr id="5" name="Image 0" descr="/home/claude/f4/img/v2/rainfall_typ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three types of rainfall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Rainfall</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Orographic (relief)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 winds rise over mountains and give rain on the windward side, while the leeward side is a rain shadow, as around Mount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Frontal (cyclonic)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air rises slowly over cold air where two air masses meet, giving long, steady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a hot sunny day in Garoua can lead to a heavy afternoon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heats the air, which rises quickly, cools and condenses into a cumulonimbus that gives convectional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dew from drizzle.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Dew is condensation on cool surfaces; drizzle is fine rain falling from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Thunderstorm clouds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side of a mountain is the rain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from warm air rising over cold air is ______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world's wettest belt of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Global Distribution of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nuage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Precipitation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Thunderstorm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grêle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Moisture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Forms of Condensation and Precipitation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condensation and precipitation. Classify the main types of clouds and their weather. Distinguish fog and mist. Describe liquid and solid precipitation. Explain convectional, orographic and frontal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clouds and forms of precipitation and explain the types of rainfall, especially the thunderstorms of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Forms of Condensation; Forms of Precipitation; Types of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world's wettest belt of latitude.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four cloud types.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look at today's sky.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look at grass at dawn.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hailstorm.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orographic rainfall.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“Epic Cloud (Explored)” by Christina Ann VanMeter, CC BY-NC 2.0, via Flickr (https://www.flickr.com/photos/54129831@N02/6984912657)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“Dew drops on grass” by Ervins Strauhmanis, CC BY 2.0, via Flickr (https://www.flickr.com/photos/76523360@N03/9537409567)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“Hailstones (4 July 2010) (Limon, eastern Colorado, USA) 3” by James St. John, CC BY 2.0, via Flickr (https://www.flickr.com/photos/47445767@N05/15148092311)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(Cumulonimbus):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2026-09-28T22:18:56Z</dcterms:created>
  <dcterms:modified xsi:type="dcterms:W3CDTF">2026-09-28T22:18:56Z</dcterms:modified>
</cp:coreProperties>
</file>