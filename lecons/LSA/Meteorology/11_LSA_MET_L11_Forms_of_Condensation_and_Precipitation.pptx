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Forms of Condensation and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condensation, dew point, condensation nuclei, cumulus, cumulonimbus, stratus, cirrus, fog, mist, dew, drizzle, rain, hail, snow, frost, convectional, orographic and frontal rainfall. At the end, you should be able to do this: learners are able to identify clouds and forms of precipitation and explain the types of rainfall, especially the thunderstorms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Nature of Moisture. The question was: Name three types of clouds.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Cumulus, cumulonimbus, stratus and cirrus (any three).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condensation and precipitation. Number 2: classify the main types of clouds and their weather. Number 3: distinguish fog and mist. Number 4: describe liquid and solid precipitation. Number 5: explain convectional, orographic and frontal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Relative humidity rises when air cools. Aerosols act as condensation nuclei. Rising air expands and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July afternoon in Garoua, the sky is blue with a few white, puffy clouds. During the afternoon, you watch them grow upwards like mountains, and their bases become dark grey. Thunder rumbles, and within an hour a heavy rain floods the streets before stopping as suddenly as it began. You ask: "How does invisible vapour become clouds, and how can a sunny day turn into such a storm?"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clouds and rain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turns vapour into cloud droplets?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rain is this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Convectional rainfall from a cumulonimbus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clouds to anticipate storms and shelter from lightning.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sky and to understand the rains on which farming in the North depends.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cloud brings thunderstorms?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cumulus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 small cumulus clouds usually indicate?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Fair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dew on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dew a form of precipitation?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condensation on cool surfaces.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hailstones.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cloud do hailstones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cumulonimbus clouds during violent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three types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dry side of a mountain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 shadow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nuclei and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Rain shadow.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Clouds Form. Clouds form in the following way. Copy the point on Cooling of rising air on the left, then draw the diagram on the right: the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Clouds Form. Copy the point on Condensation on nuclei: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and Associated Weather. Clouds are classified by height and shape, and each type announces the following weather. Copy the point on High clouds (above 6,000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Associated Weather. Copy the point on Middle clouds (2,000 to 6,000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Associated Weather. Copy the point on Low clouds (below 2,000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Clouds of vertical development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Fog and Mist. Fog and mist are distinguished as follows. Copy the point 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Fog and Mist. Copy the point on Mist: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Liquid Forms. The liquid forms of precipitation are the following. Copy the point on Dew on the left, then draw the diagram on the right: dew.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Liquid Forms. Copy the point on Drizzle: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(formation process) on the left, then draw the diagram on the right: heavy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Rainfall. Rainfall is classified into the following three types according to how the air is made to rise. Copy the point on Convectional rainfall on the left, then draw the diagram on the right: the three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Copy the point on Orographic (relief)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Copy the point on Cyclonic (frontal)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Solid Forms. The solid forms of precipitation are the following. Copy the point on Snow on the left, then draw the diagram on the right: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Solid Forms. Copy the point on Sleet: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Hail on the left, then draw the diagram on the right: hailstones.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Frost and rime on the left, then draw the diagram on the right: frost.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a hot sunny day in Garoua can lead to a heavy afternoon 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ground heats the air, which rises quickly, cools and condenses into a cumulonimbus that gives convectional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dew from drizzle.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dew is condensation on cool surfaces; drizzle is fine rain falling from clouds.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shadow; number 3, frontal (cyclonic).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world's wettest belt of latitude.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Global Distribution of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FORMS OF CONDENSATION AND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Condensation and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Forms of Condensation and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Condensation, dew point, condensation nuclei, cumulus, cumulonimbus, stratus, cirrus, fog, mist, dew, drizzle, rain, hail, snow, frost, convectional, orographic and frontal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 (clouds and their classification, fog and mist); forms of precipitation (liquid and solid);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clouds and forms of precipitation and explain the types of rainfall, especially the thunderstorms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Nature of Moisture):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cumulonimbus, stratus and cirrus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condensation and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main types of clouds and their weather.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liquid and solid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convectional, orographic and frontal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Relative humidity rises when air cools.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Aerosols act as condensation nuclei.</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expands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July afternoon in Garoua, the sky is blue with a few white, puffy clouds.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afternoon, you watch them grow upwards like mountains, and their bases become dark grey.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 rumbles, and within an hour a heavy rain floods the streets before stopping as suddenly as it began.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does invisible vapour become clouds, and how can a sunny day turn into such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clouds and rain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turns vapour into cloud droplets?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rain is this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rainfall from a cumulonimbus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clouds to anticipate storms and shelter from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sky and to understand the rains on which farming in the North depends.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brings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cumul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Cumulus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 small cumulus clouds usually indicate?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de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Dew on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dew a form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condensation on cool surfaces.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ha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Hailstones.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cloud do hailstones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cumulonimbus clouds during violent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dry side of a mountain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shadow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tiny particles of dust, salt or smoke on which droplets form.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liquid or solid, that falls from clouds to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shadow: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leeward side of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How Clouds Form</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Clouds form in the following way: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Cooling of rising air: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When moist air rises, it meets lower pressure, expands and cools by about 10 °C per 1,000 m. When it reaches its dew point, it becomes saturated and its vapour starts to condense.</a:t>
            </a:r>
            <a:endParaRPr lang="en-US" sz="3200" dirty="0"/>
          </a:p>
        </p:txBody>
      </p:sp>
      <p:pic>
        <p:nvPicPr>
          <p:cNvPr id="6" name="Image 0" descr="/home/claude/f4/img/v2/cloud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How Clouds Form</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on tiny particles of dust, salt or smoke and forms droplets about 0.02 mm wide. Billions of these droplets, or ice crystals where it is very cold, make up a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Clouds are classified by height and shape, and each type announces the following weather:</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clouds (above 6,000 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Cirrus, cirrostratus and cirrocumulus are thin, white clouds made of ice crystals. Cirrus alone indicates fair weather, but cirrostratus spreading over the sky often announces rain within a day.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clouds (2,000 to 6,000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Altostratus and altocumulus are grey or white sheets or patches. When altostratus thickens and the sun disappears behind it, a front is approaching and steady rain will soon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clouds (below 2,000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Stratus and nimbostratus are grey layers that cover the whole sky. Stratus gives dull weather with drizzle, while nimbostratus gives long periods of steady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Clouds of vertical development: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Cumulus are puffy clouds with flat bases that show fair weather when they stay small. When they grow into huge cumulonimbus, they bring heavy showers, thunder, lightning and sometimes hail, as in Garoua in the rainy season.</a:t>
            </a:r>
            <a:endParaRPr lang="en-US" sz="3200" dirty="0"/>
          </a:p>
        </p:txBody>
      </p:sp>
      <p:pic>
        <p:nvPicPr>
          <p:cNvPr id="6" name="Image 0" descr="/home/claude/f4/img/v2/f4_cumulonimbus.jpg">    </p:cNvPr>
          <p:cNvPicPr>
            <a:picLocks noChangeAspect="1"/>
          </p:cNvPicPr>
          <p:nvPr/>
        </p:nvPicPr>
        <p:blipFill>
          <a:blip r:embed="rId1"/>
          <a:stretch>
            <a:fillRect/>
          </a:stretch>
        </p:blipFill>
        <p:spPr>
          <a:xfrm>
            <a:off x="6537960" y="2400042"/>
            <a:ext cx="5470855" cy="303632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Fog and Mist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Fog and mist are distinguished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Fog is a cloud at ground level formed when the air near the surface is cooled to its dew point. It reduces visibility to less than 1 km and is dangerous for road and air transport.</a:t>
            </a:r>
            <a:endParaRPr lang="en-US" sz="3200" dirty="0"/>
          </a:p>
        </p:txBody>
      </p:sp>
      <p:pic>
        <p:nvPicPr>
          <p:cNvPr id="5"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Fog and Mist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Mist is a thinner cloud of droplets at ground level, with visibility between 1 and 2 km. It forms in the same way as fog, often in the early morning over rivers and valleys, and disappears quickly when the sun heats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Liquid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liquid forms of precipitation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Dew is made of droplets that form on cool surfaces such as grass and leaves on clear, calm nights. The air touching them is cooled to its dew point, so strictly speaking dew is condensation and not falling precipitation.</a:t>
            </a:r>
            <a:endParaRPr lang="en-US" sz="2800" dirty="0"/>
          </a:p>
        </p:txBody>
      </p:sp>
      <p:pic>
        <p:nvPicPr>
          <p:cNvPr id="6" name="Image 0" descr="/home/claude/f4/img/v2/lsa_dew.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Liquid Forms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Drizzle is made of very small drops, less than 0.5 mm wide, that fall slowly from low stratus clouds. It gives only small amounts of water but can last for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Liquid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Rainfall (formation process):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Rain forms when cloud droplets grow large enough to fall, either by colliding and joining together in warm clouds, or by the growth of ice crystals that melt as they fall. Raindrops are larger than 0.5 mm and fall faster than drizzle.</a:t>
            </a:r>
            <a:endParaRPr lang="en-US" sz="3000" dirty="0"/>
          </a:p>
        </p:txBody>
      </p:sp>
      <p:pic>
        <p:nvPicPr>
          <p:cNvPr id="6" name="Image 0" descr="/home/claude/f4/img/v2/f4_heavyrai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heavy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 of Rainfall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Rainfall is classified into the following three types according to how the air is made to rise:</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Convectional rainfall: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Strong heating of the ground makes moist air rise quickly and form cumulonimbus clouds. It gives short, heavy afternoon storms with thunder, as in the equatorial regions and in Garoua in the rainy season.</a:t>
            </a:r>
            <a:endParaRPr lang="en-US" sz="2600" dirty="0"/>
          </a:p>
        </p:txBody>
      </p:sp>
      <p:pic>
        <p:nvPicPr>
          <p:cNvPr id="6" name="Image 0" descr="/home/claude/f4/img/v2/rainfall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Rainfall</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Orographic (relief)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winds from the sea are forced to rise over mountains, cool and give heavy rain on the windward side. The leeward side receives little rain and is called a rain shadow, as on the eastern side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Rainfall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Cyclonic (frontal)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 warm air mass meets a cold one, the lighter warm air rises slowly over the cold air along a front. It gives long periods of steady rain, as in the temperate regions of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Solid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solid forms of precipitation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Snow: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Snow is made of ice crystals that grow in very cold clouds and join to form flakes. It falls when the air is below 0 °C down to the ground, in temperate and polar regions and on high mountains.</a:t>
            </a:r>
            <a:endParaRPr lang="en-US" sz="3000" dirty="0"/>
          </a:p>
        </p:txBody>
      </p:sp>
      <p:pic>
        <p:nvPicPr>
          <p:cNvPr id="6" name="Image 0" descr="/home/claude/f4/img/v2/lsa_snow.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Solid Forms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Sleet: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Sleet is made of small pellets of ice formed when raindrops freeze as they fall through a cold layer of air near the ground. In Britain, the word also means a mixture of rain and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Solid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Hailstones are balls of ice formed in cumulonimbus clouds, where strong up-currents carry drops up and down through freezing air. Each trip adds a layer of ice until the stone is too heavy and falls, damaging crops and roofs.</a:t>
            </a:r>
            <a:endParaRPr lang="en-US" sz="3200" dirty="0"/>
          </a:p>
        </p:txBody>
      </p:sp>
      <p:pic>
        <p:nvPicPr>
          <p:cNvPr id="6" name="Image 0" descr="/home/claude/f4/img/v2/lsa_hai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hailstones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Solid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Frost and rime: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Frost is a white layer of ice crystals formed when water vapour changes directly into ice on surfaces below 0 °C. Rime forms when fog droplets freeze on contact with cold trees, wires and rocks.</a:t>
            </a:r>
            <a:endParaRPr lang="en-US" sz="3200" dirty="0"/>
          </a:p>
        </p:txBody>
      </p:sp>
      <p:pic>
        <p:nvPicPr>
          <p:cNvPr id="6" name="Image 0" descr="/home/claude/f4/img/v2/lsa_fros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 hot sunny day in Garoua can lead to a heavy afternoon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heats the air, which rises quickly, cools and condenses into a cumulonimbus that gives 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dew from drizzle.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Dew is condensation on cool surfaces; drizzle is fine rain falling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 clouds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from warm air rising over cold air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world's wettest belt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Forms of Condensation and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 and precipitation. Classify the main types of clouds and their weather. Distinguish fog and mist. Describe liquid and solid precipitation. Explain convectional, orographic and frontal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clouds and forms of precipitation and explain the types of rainfall, especially the thunderstorms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How Clouds Form; Classification and Associated Weather; Fog and Mist; Liquid Forms; Types of Rainfall; Solid 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world's wettest belt of latitude.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four cloud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today's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grass at dawn.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hailstorm.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orographic rainfall.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“Hailstones (4 July 2010) (Limon, eastern Colorado, USA) 3” by James St. John, CC BY 2.0, via Flickr (https://www.flickr.com/photos/47445767@N05/15148092311)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(Clouds of vertical development):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(Fog): “Mist” by Art by MarkAC, CC BY-SA 2.0, via Flickr (https://www.flickr.com/photos/60580775@N08/40783321332)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(Rainfall (formation process)):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(Snow): “Peaceful Winter” by `James Wheeler, CC BY-NC-SA 2.0, via Flickr (https://www.flickr.com/photos/24128704@N08/25673217581)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(Frost and rime):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2026-10-06T05:43:40Z</dcterms:created>
  <dcterms:modified xsi:type="dcterms:W3CDTF">2026-10-06T05:43:40Z</dcterms:modified>
</cp:coreProperties>
</file>