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Forms of Condensation and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condensation, dew point, condensation nuclei, cumulus, cumulonimbus, stratus, cirrus, fog, mist, dew, drizzle, rain, hail, snow, frost, convectional, orographic and frontal rainfall. At the end, you should be able to do this: learners are able to identify clouds and forms of precipitation and explain the types of rainfall, especially the thunderstorms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Nature of Moisture. The question was: Name three types of clouds.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Cumulus, cumulonimbus, stratus and cirrus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condensation and precipitation. Number 2: classify the main types of clouds and their weather. Number 3: distinguish fog and mist. Number 4: describe liquid and solid precipitation. Number 5: explain convectional, orographic and frontal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Relative humidity rises when air cools. Aerosols act as condensation nuclei. Rising air expands and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July afternoon in Garoua, the sky is blue with a few white, puffy clouds. During the afternoon, you watch them grow upwards like mountains, and their bases become dark grey. Thunder rumbles, and within an hour a heavy rain floods the streets before stopping as suddenly as it began. You ask: "How does invisible vapour become clouds, and how can a sunny day turn into such a storm?"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clouds and rain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turns vapour into cloud droplets?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rain is this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Convectional rainfall from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clouds to anticipate storms and shelter from lightning.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sky and to understand the rains on which farming in the North depends.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cloud brings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cumulus clouds.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do small cumulus clouds usually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Fair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dew on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dew a form of precipitation?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condensation on cool surfaces.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hailstones.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cloud do hailstones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cumulonimbus clouds during violent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dry side of a mountain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shadow (leeward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nuclei and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Rain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Condensation. Condensation takes the following forms. Copy the point on Clouds on the left, then draw the diagram on the right: the main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Condensation. On this slide we have Stratus, Cirrus and Fog and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Precipitation. Precipitation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Precipitation. On this slide we have Drizzle and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Hail on the left, then draw the diagram on the right: hailstones.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Precipitation. On this slide we have Snow and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forms of precipitation.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 main types of rainfall are the following. Copy the point on Convectional rainfall on the left, then draw the diagram on the right: three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Orographic (relief) rainfall and Frontal (cyclonic)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hot sunny day in Garoua can lead to a heavy afternoon 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ground heats the air, which rises quickly, cools and condenses into a cumulonimbus that gives convectional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dew from drizzle.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dew is condensation on cool surfaces; drizzle is fine rain falling from clouds.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shadow; number 3, frontal (cyclonic).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world's wettest belt of latitude.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Global Distribution of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FORMS OF CONDENSATION AND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Forms of Condensation and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Forms of Condensation and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Condensation, dew point, condensation nuclei, cumulus, cumulonimbus, stratus, cirrus, fog, mist, dew, drizzle, rain, hail, snow, frost, convectional, orographic and frontal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 (clouds and their classification, fog and mist); forms of precipitation (liquid and solid);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Nature of Moisture):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cumulonimbus, stratus and cirrus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and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main types of clouds and their weather.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convectional,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Relative humidity rises when air cools.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Aerosols act as condensation nuclei.</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July afternoon in Garoua, the sky is blue with a few white, puffy clouds.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afternoon, you watch them grow upwards like mountains, and their bases become dark grey.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 rumbles, and within an hour a heavy rain floods the streets before stopping as suddenly as it began.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does invisible vapour become clouds, and how can a sunny day turn into such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clouds and rain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turns vapour into cloud droplets?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rain is this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rainfall from 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clouds to anticipate storms and shelter from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sky and to understand the rains on which farming in the North depends.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umul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Cumulus clouds.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do small cumulus clouds usually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de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Dew on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dew a form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condensation on cool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ha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Hailstones.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cloud do hailstones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PRECIPITATION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cumulonimbus clouds during violent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dry side of a mountain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shadow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particles of dust, salt or smoke on which droplets form.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liquid or solid, that falls from clouds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dry leeward side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takes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Clouds: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Rising moist air expands and cools, and vapour condenses on nuclei into tiny droplets or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Puffy clouds with flat bases, usually with fair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Huge, tall, dark clouds with heavy rain, thunder, lightning and sometimes hail, very common in Garoua in the rainy season.</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Condensation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Grey layers covering the sky, with drizzle or light, steady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Thin, feathery clouds of ice crystals very high in the sky, a sign of fair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and 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at ground level; fog reduces visibility below 1 km, mist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Precipitation takes the following 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Droplets on cool surfaces at night; it is condensation, not precipitation.</a:t>
            </a:r>
            <a:endParaRPr lang="en-US" sz="3600" dirty="0"/>
          </a:p>
        </p:txBody>
      </p:sp>
      <p:pic>
        <p:nvPicPr>
          <p:cNvPr id="5"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small drops, less than 0.5 mm.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Drops larger than 0.5 mm, formed when cloud droplets grow heavy enough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Balls of ice formed in cumulonimbus clouds during violent storms.</a:t>
            </a:r>
            <a:endParaRPr lang="en-US" sz="3600" dirty="0"/>
          </a:p>
        </p:txBody>
      </p:sp>
      <p:pic>
        <p:nvPicPr>
          <p:cNvPr id="5" name="Image 0" descr="/home/claude/f4/img/v2/lsa_ha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hailstones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and 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 is ice crystals falling in cold climates; frost is ice crystals formed on cold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Precipitation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forms of condensation and precipitation can be compared in a table.</a:t>
            </a:r>
            <a:endParaRPr lang="en-US" sz="3600" dirty="0"/>
          </a:p>
        </p:txBody>
      </p:sp>
      <p:pic>
        <p:nvPicPr>
          <p:cNvPr id="5" name="Image 0" descr="/home/claude/f4/img/v2/met2_precip.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precipitation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main types of rainfall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Intense heating makes moist air rise quickly and form cumulonimbus clouds, giving short, heavy afternoon storms, as in Garoua and equatorial regions.</a:t>
            </a:r>
            <a:endParaRPr lang="en-US" sz="30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Rainfall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Orographic (relief)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winds rise over mountains and give rain on the windward side, while the leeward side is a rain shadow, as around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(cyclonic)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slowly over cold air where two air masses meet, giving long,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hot sunny day in Garoua can lead to a heavy afternoon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heats the air, which rises quickly, cools and condenses into a cumulonimbus that gives 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dew from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Dew is condensation on cool surfaces; drizzle is fine rain falling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from warm air rising over cold air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Forms of Condensation and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and precipitation. Classify the main types of clouds and their weather. Distinguish fog and mist. Describe liquid and solid precipitation. Explain convectional, orographic and frontal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clouds and forms of precipitation and explain the types of rainfall, especially the thunderstorms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Condensation; Forms of Precipitation;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world's wettest belt of latitude.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four cloud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today's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grass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hailstorm.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orographic rainfall.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“Hailstones (4 July 2010) (Limon, eastern Colorado, USA) 3” by James St. John, CC BY 2.0, via Flickr (https://www.flickr.com/photos/47445767@N05/15148092311)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(Cumulonimbus):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2026-09-29T03:12:37Z</dcterms:created>
  <dcterms:modified xsi:type="dcterms:W3CDTF">2026-09-29T03:12:37Z</dcterms:modified>
</cp:coreProperties>
</file>