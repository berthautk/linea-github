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notesMasterIdLst>
    <p:notesMasterId r:id="rId6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14: Vertical Motions: Stability and Instability.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Global and Local Atmospheric Circulation, and the sub-topic is Atmospheric Motions. The key notions we shall use today are: vertical motion, air parcel, instability (absolute, conditional), stability (absolute, neutral), adiabatic, dry adiabatic lapse rate (DALR), saturated adiabatic lapse rate (SALR), environmental lapse rate (ELR). At the end, you should be able to do this: learners are able to explain why some days bring storms and others clear skies by comparing lapse 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13: Pressure Systems. The question was: State why warm air rises.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Warm air rises because it is lighter (less dense) than the cooler air around it.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vertical motions and an air parcel. Number 2: explain atmospheric instability and its weather. Number 3: explain atmospheric stability and its weather. Number 4: use the DALR, SALR and ELR to determine stability.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Temperature falls about 6.5 °C per km (ELR). Rising air expands and cools. Latent heat is released when vapour condenses.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Your teacher fills one balloon with warm air from a hair dryer and another near a bowl of ice. The warm balloon rises easily while the cold one stays down. You remember that some afternoons in Garoua small clouds grow into huge storm clouds, while on other days, especially in the Harmattan, the sky stays clear and hazy all day. You ask: "Why does air rise freely on some days and not on others?"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understand atmospheric stability and instability.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does the warm balloon rise?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Warm air is lighter than the cooler air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kind of atmosphere produces storm clouds?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An unstable atmosphere, where rising air keeps rising.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watch for towering clouds on unstable afternoons and shelter from storms and lightning.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and forecast storms, clear days, fog and pollution episodes.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a rising air parcel.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an air parcel?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small imaginary volume of air that rises or sinks without mixing with the air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towering cumulonimbus.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weather does instability bring?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Cumulonimbus clouds, thunderstorms, heavy rain and hail.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haze trapped in stable air.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does pollution build up in stable air?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Air does not rise, so there is no vertical mixing.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lapse rates and stability.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saturated air cool more slowly than dry air?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Condensation releases latent heat.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rules of stability.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If the ELR is greater than the DALR, is the air stable or unstable?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Absolutely unstable.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Vertical motions and Instability.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Stability and Adiabatic cooling.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Vertical Motions. Vertical motions are presented as follows. Copy the point on Rising and sinking air on the left, then draw the diagram on the right: a rising air parcel.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Vertical Motions. On this slide we have Importance.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Atmospheric Instability. Atmospheric instability is presented as follows. On this slide we have Meaning.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Atmospheric Instability. On this slide we have Types.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Atmospheric Instability. Copy this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Weather on the left, then draw the diagram on the right: a cumulonimbus.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Atmospheric Stability. Atmospheric stability is presented as follows. On this slide we have Meaning.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Atmospheric Stability. On this slide we have Types.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Weather on the left, then draw the diagram on the right: haze in stable air.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Role of the Adiabatic Lapse Rates. Stability is determined by comparing the following lapse rates. Copy the point on Dry adiabatic lapse rate (DALR) on the left, then draw the diagram on the right: lapse rates and stability.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Role of the Adiabatic Lapse Rates. On this slide we have Saturated adiabatic lapse rate (SALR) and Environmental lapse rate (ELR).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Role of the Adiabatic Lapse Rates. On this slide we have Rules.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Summary table on the left, then draw the diagram on the right: rules of stability.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a stable from an unstable atmosphere.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 a stable atmosphere, lifted air sinks back and skies stay clear; in an unstable atmosphere, lifted air keeps rising and forms storm clouds.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does saturated air cool more slowly than dry air?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condensation releases latent heat, which partly compensates for the cooling.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10; number 2, absolute; number 3, pollution (haze, fog).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wind.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15: Planetary Winds.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14: VERTICAL MOTIONS: STABILITY AND INSTABILITY</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gif"/><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Vertical Motions: Stability and Instability</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and Local Atmospheric Circulation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Atmospheric Motions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14: Vertical Motions: Stability and Instability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Vertical motion, air parcel, instability (absolute, conditional), stability (absolute, neutral), adiabatic, dry adiabatic lapse rate (DALR), saturated adiabatic lapse rate (SALR), environmental lapse rate (ELR).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vertical motions; atmospheric instability and its weather; atmospheric stability and its weather; the role of adiabatic lapse rates in determining stability.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some days bring storms and others clear skies by comparing lapse rates.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13: Pressure Systems):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why warm air rises.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Warm air rises because it is lighter (less dense) than the cooler air around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vertical motions and an air parcel.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atmospheric instability and its weather.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atmospheric stability and its weather.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Use the DALR, SALR and ELR to determine stability.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falls about 6.5 °C per km (ELR).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Rising air expands and cools.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Latent heat is released when vapour condenses.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Your teacher fills one balloon with warm air from a hair dryer and another near a bowl of ice.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warm balloon rises easily while the cold one stays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remember that some afternoons in Garoua small clouds grow into huge storm clouds, while on other days, especially in the Harmattan, the sky stays clear and hazy all day.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"Why does air rise freely on some days and not on others?"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understand atmospheric stability and instability.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warm balloon rise?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Warm air is lighter than the cooler air around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kind of atmosphere produces storm clouds?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unstable atmosphere, where rising air keeps rising.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Watch for towering clouds on unstable afternoons and shelter from storms and lightning.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and forecast storms, clear days, fog and pollution episodes.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VERTICAL MOTIONS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arcel.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a rising air parcel.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VERTICAL MOTIONS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an air parcel?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VERTICAL MOTIONS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small imaginary volume of air that rises or sinks without mixing with the air around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INSTABILITY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cumulonimbus.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towering cumulonimbus.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INSTABILITY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weather does instability bring?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INSTABILITY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Cumulonimbus clouds, thunderstorms, heavy rain and hail.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STABILITY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smo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Haze trapped in stable air.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STABILITY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pollution build up in stable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STABILITY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does not rise, so there is no vertical mixing.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LAPSE RATES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stability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Lapse rates and stability.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LAPSE RATES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saturated air cool more slowly than dry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LAPSE RATES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Condensation releases latent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LAPSE RATES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met2_stab_rule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Rules of stability.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LAPSE RATES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If the ELR is greater than the DALR, is the air stable or unstable?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LAPSE RATES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Absolutely unstable.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Global and Local Atmospheric Circulation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Atmospheric Motions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14: Vertical Motions: Stability and Instability</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Vertical motions: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upward and downward movements of air in the atmosphere.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Instability: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state in which a lifted air parcel keeps rising because it is warmer than the air around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Stability: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state in which a lifted air parcel sinks back because it is cooler than the air around it.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Adiabatic cooling: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cooling of rising air by expansion, without exchange of heat with the surrounding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Vertical Motions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Vertical motions are presented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Rising and sinking air: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Whether air rises or sinks depends on its temperature compared with the air around it.</a:t>
            </a:r>
            <a:endParaRPr lang="en-US" sz="3600" dirty="0"/>
          </a:p>
        </p:txBody>
      </p:sp>
      <p:pic>
        <p:nvPicPr>
          <p:cNvPr id="5" name="Image 0" descr="/home/claude/f4/img/v2/parcel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rising air parcel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Vertical Motions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Importance: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Rising air forms clouds and rain, while sinking air brings clear skies.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Atmospheric Instability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Atmospheric instability is presented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lifted parcel stays warmer and lighter than its surroundings, so it keeps rising.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Atmospheric Instability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Absolute instability: the parcel is always warmer than its environment.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Conditional instability: the air is stable when dry but unstable once saturated.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Atmospheric Instability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Potential instability: the air becomes unstable after surface heating or added moisture.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Atmospheric Instability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Weather: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Cumulus and cumulonimbus clouds, thunderstorms, heavy rain, hail and strong turbulence, as on rainy-season afternoons in Garoua.</a:t>
            </a:r>
            <a:endParaRPr lang="en-US" sz="3600" dirty="0"/>
          </a:p>
        </p:txBody>
      </p:sp>
      <p:pic>
        <p:nvPicPr>
          <p:cNvPr id="5" name="Image 0" descr="/home/claude/f4/img/v2/f4_cumulonimbus.jpg">    </p:cNvPr>
          <p:cNvPicPr>
            <a:picLocks noChangeAspect="1"/>
          </p:cNvPicPr>
          <p:nvPr/>
        </p:nvPicPr>
        <p:blipFill>
          <a:blip r:embed="rId1"/>
          <a:stretch>
            <a:fillRect/>
          </a:stretch>
        </p:blipFill>
        <p:spPr>
          <a:xfrm>
            <a:off x="5349240" y="2070172"/>
            <a:ext cx="6659575" cy="36960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cumulonimbus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Atmospheric Stability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Atmospheric stability is presented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lifted parcel becomes cooler and heavier than its surroundings and sinks back.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Atmospheric Stability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Absolute stability: the parcel is always cooler than its environment.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Neutral stability: the parcel has the same temperature as its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Atmospheric Stability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Weather: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Clear skies and calm weather, fog and low stratus in moist air, and trapped pollution, as in the Harmattan haze.</a:t>
            </a:r>
            <a:endParaRPr lang="en-US" sz="3600" dirty="0"/>
          </a:p>
        </p:txBody>
      </p:sp>
      <p:pic>
        <p:nvPicPr>
          <p:cNvPr id="5" name="Image 0" descr="/home/claude/f4/img/v2/lsa_smo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haze in stable air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Role of the Adiabatic Lapse Rates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Stability is determined by comparing the following lapse rates: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Dry adiabatic lapse rate (DALR):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Unsaturated rising air cools by about 10 °C per km.</a:t>
            </a:r>
            <a:endParaRPr lang="en-US" sz="3600" dirty="0"/>
          </a:p>
        </p:txBody>
      </p:sp>
      <p:pic>
        <p:nvPicPr>
          <p:cNvPr id="5" name="Image 0" descr="/home/claude/f4/img/v2/stability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lapse rates and stability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Role of the Adiabatic Lapse Rates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Saturated adiabatic lapse rate (SALR):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Saturated air cools more slowly, about 5–7 °C per km, because condensation releases latent heat.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Environmental lapse rate (ELR):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real fall of temperature of the surrounding air with height, on average 6.5 °C per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Role of the Adiabatic Lapse Rates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Rules: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ELR greater than DALR: absolute instability.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ELR between SALR and DALR: conditional instability.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ELR smaller than SALR: absolute stability.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Role of the Adiabatic Lapse Rates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Summary table: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Each case brings its own type of weather.</a:t>
            </a:r>
            <a:endParaRPr lang="en-US" sz="3600" dirty="0"/>
          </a:p>
        </p:txBody>
      </p:sp>
      <p:pic>
        <p:nvPicPr>
          <p:cNvPr id="5" name="Image 0" descr="/home/claude/f4/img/v2/met2_stab_rules.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rules of stability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a stable from an unstable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stable atmosphere, lifted air sinks back and skies stay clear; in an unstable atmosphere, lifted air keeps rising and forms storm clouds.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saturated air cool more slowly than dry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Condensation releases latent heat, which partly compensates for the cooling.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Dry air cools at about ______ °C per km.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 ELR greater than the DALR gives ______ instability.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Stable air often traps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15: Planetary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Stability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stabilité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Instability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L'instabilité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Air parcel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particule d'air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Lapse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gradient thermique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Thunderstorm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Latent heat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chaleur latente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Global and Local Atmospheric Circulation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14: Vertical Motions: Stability and Instability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vertical motions and an air parcel. Explain atmospheric instability and its weather. Explain atmospheric stability and its weather. Use the DALR, SALR and ELR to determine stability.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some days bring storms and others clear skies by comparing lapse rates.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of Vertical Motions; Atmospheric Instability; Atmospheric Stability; Role of the Adiabatic Lapse Rates.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wind.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two balloons.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an afternoon storm.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Harmattan haze.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DALR and SALR lines.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write the three rules.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“06172012 Sunday evening pulse storms/cumulonimbi” by StormRider93 | Into the Storm, CC BY-NC-ND 2.0, via Flickr (https://www.flickr.com/photos/65232104@N04/7395715628)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“Beijing smog” by kevin dooley, CC BY 2.0, via Flickr (https://www.flickr.com/photos/12836528@N00/386198516)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62</Slides>
  <Notes>62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62</vt:i4>
      </vt:variant>
    </vt:vector>
  </HeadingPairs>
  <TitlesOfParts>
    <vt:vector size="6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2026-09-28T22:18:56Z</dcterms:created>
  <dcterms:modified xsi:type="dcterms:W3CDTF">2026-09-28T22:18:56Z</dcterms:modified>
</cp:coreProperties>
</file>