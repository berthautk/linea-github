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Vertical Motions: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Atmospheric Motions. The key notions we shall use today are: vertical motion, air parcel, instability (absolute, conditional), stability (absolute, neutral), adiabatic, dry adiabatic lapse rate (DALR), saturated adiabatic lapse rate (SALR), environmental lapse rate (ELR). At the end, you should be able to do this: learners are able to explain why some days bring storms and others clear skies by comparing lapse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Pressure Systems. The question was: State why warm air rises.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Warm air rises because it is lighter (less dense) than the cooler air around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vertical motions and an air parcel. Number 2: explain atmospheric instability and its weather. Number 3: explain atmospheric stability and its weather. Number 4: use the DALR, SALR and ELR to determine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about 6.5 °C per km (ELR). Rising air expands and cools. Latent heat is released when vapour condenses.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teacher fills one balloon with warm air from a hair dryer and another near a bowl of ice. The warm balloon rises easily while the cold one stays down. You remember that some afternoons in Garoua small clouds grow into huge storm clouds, while on other days, especially in the Harmattan, the sky stays clear and hazy all day. You ask: "Why does air rise freely on some days and not on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atmospheric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warm balloon rise?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Warm air is lighter than the cooler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kind of atmosphere produces storm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unstable atmosphere, where rising air keeps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watch for towering clouds on unstable afternoons and shelter from storms and lightning.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forecast storms, clear days, fog and pollution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rising air parcel.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air parcel?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imaginary volume of air that rises or sinks without mixing with the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towering cumulonimbus.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does instability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Cumulonimbus clouds, thunderstorms, heavy rain and hail.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haze trapped in stable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pollution build up in 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does not rise, so there is no vertical mixing.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lapse rates and stability.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saturated air cool more slowly than dry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 releases latent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rules of stability.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If the ELR is greater than the DALR, is the air stable or unstable?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Absolutely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Vertical motions.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Adiabatic lapse rate and Atmospheric instability.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Atmospheric stability.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Adiabatic Lapse Rates. Stability and instability are found by comparing the following lapse rates. Copy the point on Dry adiabatic lapse rate (DALR) on the left, then draw the diagram on the right: the lapse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Adiabatic Lapse Rates. Copy the point on Saturated adiabatic lapse rate (SALR):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Adiabatic Lapse Rates. Copy the point on Environmental lapse rate (ELR):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Atmospheric instability and its types are explained as follows. Copy the point on Meaning on the left, then draw the diagram on the right: a rising parcel of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Absolute instability: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Conditional instability: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Potential instability: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Associated Weather Conditions. Unstable air brings the following weather conditions. Copy the point on Towering clouds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Associated Weather Conditions. Copy the point on Heavy showers and thunderstorms: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Associated Weather Conditions. Copy the point on Turbulence and good dispersion: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Atmospheric stability and its types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Absolute 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Neutral 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Associated Weather Conditions. Stable air brings the following weather conditions. Copy the point on Clear skies and calm weather: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Associated Weather Conditions. Copy the point on Fog and layer clouds: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Trapped pollution on the left, then draw the diagram on the right: smog.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stable from an unstable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a stable atmosphere, lifted air sinks back and skies stay clear; in an unstable atmosphere, lifted air keeps rising and forms storm clouds.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saturated air cool more slowly than dry air?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condensation releases latent heat, which partly compensates for the cooling.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 number 2, absolute; number 3, pollution (haze,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wind.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VERTICAL MOTIONS: STABILITY AND INSTABILITY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Motions: Stability and Instability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Vertical Motions: Stability and Instability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motion, air parcel, instability (absolute, conditional), stability (absolute, neutral), adiabatic, dry adiabatic lapse rate (DALR), saturated adiabatic lapse rate (SALR), environmental lapse rate (ELR).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vertical motions; atmospheric instability and its weather; atmospheric stability and its weather; the role of adiabatic lapse rates in determining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days bring storms and others clear skies by comparing lapse rates.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Pressure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why warm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rises because it is lighter (less dense) than the cooler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vertical motions and an air parcel.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atmospheric instability and its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atmospheric stability and its weather.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DALR, SALR and ELR to determine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about 6.5 °C per km (ELR).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expands and cools.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released when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fills one balloon with warm air from a hair dryer and another near a bowl of ice.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balloon rises easily while the cold one stays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remember that some afternoons in Garoua small clouds grow into huge storm clouds, while on other days, especially in the Harmattan, the sky stays clear and hazy all day.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air rise freely on some days and not on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atmospheric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warm balloon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is lighter than the cooler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atmosphere produces storm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unstable atmosphere, where rising air keeps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for towering clouds on unstable afternoons and shelter from storms and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forecast storms, clear days, fog and pollution episodes.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rising air parcel.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air parcel?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imaginary volume of air that rises or sinks without mixing with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towering cumulonimbus.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does instability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 clouds, thunderstorms, heavy rain and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Haze trapped in stable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pollution build up in 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does not rise, so there is no vertical mixing.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bi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Lapse rates and stability.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saturated air cool more slowly than dry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 releases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stab_rul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Rules of stability.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ELR is greater than the DALR, is the air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Absolutely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Atmospheric Motions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motions: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upward and downward movements of air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Adiabatic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rising air cools by expansion, or sinking air warms by compression, without exchange of heat with the surrounding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in which a lifted air parcel keeps rising because it is warmer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in which a lifted air parcel sinks back because it is cooler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Adiabatic Lapse Rates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Stability and instability are found by comparing the following lapse rates: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Dry adiabatic lapse rate (DALR):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Unsaturated air that rises expands and cools at a fixed rate of about 10 °C per 1,000 m. Sinking air warms at the same rate.</a:t>
            </a:r>
            <a:endParaRPr lang="en-US" sz="3200" dirty="0"/>
          </a:p>
        </p:txBody>
      </p:sp>
      <p:pic>
        <p:nvPicPr>
          <p:cNvPr id="5" name="Image 0" descr="/home/claude/f4/img/v2/stability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lapse 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Adiabatic Lapse Rates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Saturated adiabatic lapse rate (SALR):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Once rising air is saturated, it cools more slowly, at about 5 to 7 °C per 1,000 m. This is because the condensation of vapour releases latent heat that partly warms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Adiabatic Lapse Rates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(ELR):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real fall of temperature of the still air around the parcel, on average 6.5 °C per 1,000 m. It changes from day to day, so comparing it with the DALR and SALR shows whether the air is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Types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Atmospheric instability and its types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Air is unstable when a parcel that is lifted stays warmer and lighter than the air around it. It therefore keeps rising on its own, like a hot-air balloon.</a:t>
            </a:r>
            <a:endParaRPr lang="en-US" sz="3200" dirty="0"/>
          </a:p>
        </p:txBody>
      </p:sp>
      <p:pic>
        <p:nvPicPr>
          <p:cNvPr id="6" name="Image 0" descr="/home/claude/f4/img/v2/parcel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rising parcel of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Absolute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ELR is greater than the DALR, for example on very hot afternoons when the ground is strongly heated. The parcel is always warmer than its surroundings, whether it is dry or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Conditional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ELR lies between the SALR and the DALR. The air is stable while it is dry, but becomes unstable once it is lifted enough to become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Potential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a stable layer of air, dry above and moist below, is lifted as a whole, for example over mountains or at a front. The lower moist part becomes saturated first and the whole layer becomes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Unstable air brings the following weather conditions: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Towering clouds: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Rising air forms cumulus clouds that grow into huge cumulonimbus reaching the tropopause. They are common on rainy-season afternoons in Garoua.</a:t>
            </a:r>
            <a:endParaRPr lang="en-US" sz="3200" dirty="0"/>
          </a:p>
        </p:txBody>
      </p:sp>
      <p:pic>
        <p:nvPicPr>
          <p:cNvPr id="6" name="Image 0" descr="/home/claude/f4/img/v2/f4_cumulonimbus.jpg">    </p:cNvPr>
          <p:cNvPicPr>
            <a:picLocks noChangeAspect="1"/>
          </p:cNvPicPr>
          <p:nvPr/>
        </p:nvPicPr>
        <p:blipFill>
          <a:blip r:embed="rId1"/>
          <a:stretch>
            <a:fillRect/>
          </a:stretch>
        </p:blipFill>
        <p:spPr>
          <a:xfrm>
            <a:off x="6537960" y="2400042"/>
            <a:ext cx="5470855" cy="303632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Heavy showers and thunderstorms: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 clouds give heavy but short showers, with thunder, lightning and sometimes hail. Strong gusts of wind blow ahead of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Turbulence and good dispersion: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up-currents make aircraft shake and can be dangerous for flights. On the other hand, they carry smoke and dust upwards, so the air near the ground stays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Atmospheric stability and its types are explained as follows: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Air is stable when a parcel that is lifted becomes cooler and heavier than the air around it. It therefore sinks back to its starting level and resists vertical movement.</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Absolute 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ELR is smaller than the SALR, for example during a temperature inversion. The parcel is always cooler than its surroundings, whether it is dry or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Neutral 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ELR is equal to the lapse rate of the parcel. The lifted parcel has the same temperature as its surroundings, so it neither rises nor sinks on its 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Stable air brings the following weather conditions: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Clear skies and calm weather: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does not rise, so clouds cannot grow and there is little or no rain. This is the weather of anticyclones and of the dry season in the North.</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and layer clouds: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stable air is moist, it forms fog near the ground or flat layers of stratus. These clouds give only drizzle or light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Trapped 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Smoke, dust and fumes cannot rise and remain near the ground. This produces haze and smog, as during the Harmattan season in towns.</a:t>
            </a:r>
            <a:endParaRPr lang="en-US" sz="3600" dirty="0"/>
          </a:p>
        </p:txBody>
      </p:sp>
      <p:pic>
        <p:nvPicPr>
          <p:cNvPr id="6" name="Image 0" descr="/home/claude/f4/img/v2/lsa_smo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stable from an unstable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stable atmosphere, lifted air sinks back and skies stay clear; in an unstable atmosphere, lifted air keeps rising and forms storm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saturated air cool more slowly than dry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 releases latent heat, which partly compensates for the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Dry air cools at about ______ °C per km.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ELR greater than the DALR gives ______ instability.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Stable air often traps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parcel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particule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Vertical Motions: Stability and Instability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vertical motions and an air parcel. Explain atmospheric instability and its weather. Explain atmospheric stability and its weather. Use the DALR, SALR and ELR to determine 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days bring storms and others clear skies by comparing lapse rates.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Adiabatic Lapse Rates; Meaning and Types; Associated Weather Conditions.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two balloons.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an afternoon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Harmattan haze.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DALR and SALR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three rules.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2026-10-06T05:43:41Z</dcterms:created>
  <dcterms:modified xsi:type="dcterms:W3CDTF">2026-10-06T05:43:41Z</dcterms:modified>
</cp:coreProperties>
</file>