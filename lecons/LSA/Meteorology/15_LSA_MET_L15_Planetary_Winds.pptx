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Planetary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Global and Local Atmospheric Circulation, and the sub-topic is Macroscale or Global Scale Winds. The key notions we shall use today are: wind, pressure gradient, Coriolis effect, Ferrel's law, planetary winds, trade winds, westerlies, polar easterlies, doldrums, horse latitudes. At the end, you should be able to do this: learners are able to explain the pattern of planetary winds and the winds that affect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14: Vertical Motions: Stability and Instability. The question was: Define wind.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Wind is the movement of air from an area of high pressure to an area of low pressure.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wind and planetary winds. Number 2: explain the causes of wind and the Coriolis effect. Number 3: describe the trade winds. Number 4: describe the westerlies and the polar easterlies.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moves from high to low pressure. Pressure belts lie at 0°, 30°, 60° and 90°. The Hadley cell produces the north-east trade winds.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an old book, you read that sailing ships crossing the Atlantic followed winds that "always blow from the same direction", which sailors called the trade winds. Near the Equator, the ships were sometimes stuck for days without wind. You then notice that the Harmattan blows over Garoua from the north-east for months. You ask: "Which great winds blow over the Earth, and why do they not blow straight from north to south?"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planetary winds and their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are the trade winds?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Steady winds blowing from the subtropical highs towards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winds curve instead of blowing straight?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Because of the rotation of the Earth (the Coriolis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wind directions to explain the dry and rainy seasons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the permanent winds that move heat and moisture around the world and influence the climate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windsock.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does wind blow?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Air moves from high pressure to low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the Coriolis effect.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To which side are winds deflected in the northern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planetary winds.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winds blow between the subtropical highs and the Equator?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trade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sailing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were the trade winds useful to sailors?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blow steadily in the same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stormy seas.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 westerlies stronger in the southern hemisphere?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little land to slow them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Wind and Planetary winds.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Coriolis effect.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Causes of Wind. Winds are caused and deflected as follows. Copy the point on Pressure gradient on the left, then draw the diagram on the right: a windsock.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Coriolis effect (Ferrel's law) on the left, then draw the diagram on the right: the Coriolis effect.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Causes of Wind. On this slide we have Naming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Planetary Winds. The three planetary winds are the following. Copy the point on Trade winds on the left, then draw the diagram on the right: the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Characteristics of the trade winds on the left, then draw the diagram on the right: a sailing ship.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Westerlies on the left, then draw the diagram on the right: stormy seas.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Planetary Winds. On this slide we have Polar easterlies and Calm belts.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Summary on the left, then draw the diagram on the right: the three planetary winds.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trade winds.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steady winds blowing from the subtropical highs to the Equator, from the north-east (N. hemisphere) and south-east (S. hemisphere).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Coriolis effect.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rotation of the Earth deflects winds to the right in the northern hemisphere and to the left in the southern hemisphere.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low; number 2, westerlies; number 3, doldrums.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dry wind that blows over Garoua in the dry season.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Tropical Seasonal Winds: Monsoon and Harmattan.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15: PLANETARY WINDS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Planetary Winds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and Local Atmospheric Circulation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Macroscale or Global Scale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Planetary Winds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Wind, pressure gradient, Coriolis effect, Ferrel's law, planetary winds, trade winds, westerlies, polar easterlies, doldrums, horse latitudes.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wind and planetary winds; the Coriolis effect; the three planetary winds (trade winds, westerlies, polar easterlies) and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pattern of planetary winds and the winds that affect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14: Vertical Motions: Stability and Instability):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Wind is the movement of air from an area of high pressure to an area of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wind and planetary winds.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wind and the Coriolis effect.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westerlies and the polar easterlies.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moves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belts lie at 0°, 30°, 60° and 90°.</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Hadley cell produces the north-east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an old book, you read that sailing ships crossing the Atlantic followed winds that "always blow from the same direction", which sailors called the trade winds.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Equator, the ships were sometimes stuck for days without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then notice that the Harmattan blows over Garoua from the north-east for months.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"Which great winds blow over the Earth, and why do they not blow straight from north to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planetary winds and their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Steady winds blowing from the subtropical highs towards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winds curve instead of blowing straight?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rotation of the Earth (the Coriolis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wind directions to explain the dry and rainy seasons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the permanent winds that move heat and moisture around the world and influence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windso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windsock.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wind blow?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WIND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moves from high pressure to low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CORIOLIS EFFECT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orioli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Coriolis effect.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CORIOLIS EFFECT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which side are winds deflected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CORIOLIS EFFECT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lanetary_wind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planetary winds.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winds blow between the subtropical highs and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hip.jpg">    </p:cNvPr>
          <p:cNvPicPr>
            <a:picLocks noChangeAspect="1"/>
          </p:cNvPicPr>
          <p:nvPr/>
        </p:nvPicPr>
        <p:blipFill>
          <a:blip r:embed="rId1"/>
          <a:stretch>
            <a:fillRect/>
          </a:stretch>
        </p:blipFill>
        <p:spPr>
          <a:xfrm>
            <a:off x="2163533" y="1783080"/>
            <a:ext cx="786462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sailing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were the trade winds useful to sailors?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steadily in the same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bigwav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Stormy seas.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westerlies stronger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PLANETARY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little land to slow them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Global and Local Atmospheric Circulation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Macroscale or Global Scale Winds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Planetary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horizontal movement of air from high pressure to low pressure.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Planetary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permanent winds that blow all year between the 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Coriolis effect: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deflection of winds by the rotation of the Earth: to the right in the northern hemisphere and to the left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Causes of Wind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Winds are caused and deflected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gradient: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bigger the difference in pressure, the stronger the wind.</a:t>
            </a:r>
            <a:endParaRPr lang="en-US" sz="3600" dirty="0"/>
          </a:p>
        </p:txBody>
      </p:sp>
      <p:pic>
        <p:nvPicPr>
          <p:cNvPr id="5" name="Image 0" descr="/home/claude/f4/img/v2/f4_windso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windsock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Causes of Wind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Coriolis effect (Ferrel's law):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rotation of the Earth deflects winds to the right in the northern hemisphere and to the left in the southern hemisphere.</a:t>
            </a:r>
            <a:endParaRPr lang="en-US" sz="3600" dirty="0"/>
          </a:p>
        </p:txBody>
      </p:sp>
      <p:pic>
        <p:nvPicPr>
          <p:cNvPr id="5" name="Image 0" descr="/home/claude/f4/img/v2/corioli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Coriolis effect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Causes of Wind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Naming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wind is named after the direction it comes from: a north-east wind blows from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three planetary winds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Trade winds: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blow from the subtropical highs (30°) to the Equator: from the north-east in the northern hemisphere and from the south-east in the southern hemisphere.</a:t>
            </a:r>
            <a:endParaRPr lang="en-US" sz="3200" dirty="0"/>
          </a:p>
        </p:txBody>
      </p:sp>
      <p:pic>
        <p:nvPicPr>
          <p:cNvPr id="5" name="Image 0" descr="/home/claude/f4/img/v2/planetary_wind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Characteristics of the trade winds: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steady and regular, dry over land like the Harmattan and moist over oceans, and meet at the ITCZ.</a:t>
            </a:r>
            <a:endParaRPr lang="en-US" sz="3600" dirty="0"/>
          </a:p>
        </p:txBody>
      </p:sp>
      <p:pic>
        <p:nvPicPr>
          <p:cNvPr id="5" name="Image 0" descr="/home/claude/f4/img/v2/lsa_ship.jpg">    </p:cNvPr>
          <p:cNvPicPr>
            <a:picLocks noChangeAspect="1"/>
          </p:cNvPicPr>
          <p:nvPr/>
        </p:nvPicPr>
        <p:blipFill>
          <a:blip r:embed="rId1"/>
          <a:stretch>
            <a:fillRect/>
          </a:stretch>
        </p:blipFill>
        <p:spPr>
          <a:xfrm>
            <a:off x="5349240" y="2110233"/>
            <a:ext cx="6659575" cy="3615941"/>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sailing ship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Westerlies: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blow from the subtropical highs to the subpolar lows (30°–60°), from the west; they are variable, bring depressions and rain to Europe, and are strongest in the southern hemisphere ("Roaring Forties").</a:t>
            </a:r>
            <a:endParaRPr lang="en-US" sz="3200" dirty="0"/>
          </a:p>
        </p:txBody>
      </p:sp>
      <p:pic>
        <p:nvPicPr>
          <p:cNvPr id="5" name="Image 0" descr="/home/claude/f4/img/v2/f4_bigwave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stormy seas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Planetary Winds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Polar easterlies: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blow from the polar highs to the subpolar lows; they are cold, dry and irregular.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Calm belts: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doldrums at the Equator and the horse latitudes near 30° have light, variable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Planetary Winds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Summary: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three winds form a regular pattern in each hemisphere.</a:t>
            </a:r>
            <a:endParaRPr lang="en-US" sz="3600" dirty="0"/>
          </a:p>
        </p:txBody>
      </p:sp>
      <p:pic>
        <p:nvPicPr>
          <p:cNvPr id="5" name="Image 0" descr="/home/claude/f4/img/v2/met2_winds3.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planetary winds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trade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Steady winds blowing from the subtropical highs to the Equator, from the north-east (N. hemisphere) and south-east (S.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Coriolis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rotation of the Earth deflects winds to the right in the northern hemisphere and to the left in the southern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Winds blow from high to ______ pressure.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winds between 30° and 60° are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calm belt at the Equator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dry wind that blows over Garoua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Tropical Seasonal Winds: Monsoon and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Trade winds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alizés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Westerlies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vents d'ouest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Coriolis effect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L'effet de Coriolis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Doldrums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pot au noir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gradient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de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Global and Local Atmospheric Circulation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wind and planetary winds. Explain the causes of wind and the Coriolis effect. Describe the trade winds. Describe the westerlies and the polar easterlies.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pattern of planetary winds and the winds that affect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Causes of Wind; Types of Planetary Winds.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dry wind that blows over Garoua in the dry season.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observe the direction of smoke.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line on a spinning paper disc.</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winds on a globe sketch.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trace a sailing route.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 hemispheres.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“Windsock” by Wajahat Mahmood, CC BY-SA 2.0, via Flickr (https://www.flickr.com/photos/26116471@N03/6613272897)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“The Amerigo Vespucci Arrives In Dublin (Tall Ships Race Dublin - 2012)” by infomatique, CC BY-SA 2.0, via Flickr (https://www.flickr.com/photos/80824546@N00/7846937046)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“Wave Explosion, Monterey Bay, California” by John William Hammond, CC BY-NC-SA 2.0, via Flickr (https://www.flickr.com/photos/8398907@N02/16328053911)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2026-09-29T03:12:38Z</dcterms:created>
  <dcterms:modified xsi:type="dcterms:W3CDTF">2026-09-29T03:12:38Z</dcterms:modified>
</cp:coreProperties>
</file>