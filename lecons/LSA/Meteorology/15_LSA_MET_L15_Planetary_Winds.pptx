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15: Planetary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Global and Local Atmospheric Circulation, and the sub-topic is Macroscale or Global Scale Winds. The key notions we shall use today are: wind, pressure gradient, Coriolis effect, Ferrel's law, planetary winds, trade winds, westerlies, polar easterlies, doldrums, horse latitudes. At the end, you should be able to do this: learners are able to explain the pattern of planetary winds and the winds that affect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14: Vertical Motions: Stability and Instability. The question was: Define wind.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Wind is the movement of air from an area of high pressure to an area of low pressure.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wind and planetary winds. Number 2: explain the causes of wind and the Coriolis effect. Number 3: describe the trade winds. Number 4: describe the westerlies and the polar easterlies.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Air moves from high to low pressure. Pressure belts lie at 0°, 30°, 60° and 90°. The Hadley cell produces the north-east trade winds.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an old book, you read that sailing ships crossing the Atlantic followed winds that "always blow from the same direction", which sailors called the trade winds. Near the Equator, the ships were sometimes stuck for days without wind. You then notice that the Harmattan blows over Garoua from the north-east for months. You ask: "Which great winds blow over the Earth, and why do they not blow straight from north to south?"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planetary winds and their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are the trade winds?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Steady winds blowing from the subtropical highs towards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winds curve instead of blowing straight?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Because of the rotation of the Earth (the Coriolis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wind directions to explain the dry and rainy seasons of your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permanent winds that move heat and moisture around the world and influence the climate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windsock.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does wind blow?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Air moves from high pressure to low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the Coriolis effect.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To which side are winds deflected in the northern hemisphere?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planetary winds.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winds blow between the subtropical highs and the Equator?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trade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sailing ship.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were the trade winds useful to sailors?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blow steadily in the same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stormy seas.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the westerlies stronger in the southern hemisphere?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is little land to slow them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Wind and Planetary winds.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Coriolis effect.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Illustration of Planetary Winds. Planetary winds are explained as follows. Copy the point on Pressure gradient on the left, then draw the diagram on the right: a windsock.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Coriolis effect (Ferrel's law) on the left, then draw the diagram on the right: the Coriolis effect.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Illustration of Planetary Winds. Copy the point on Naming of winds: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and Characteristics of Planetary Winds. The three planetary winds have the following characteristics. Copy the point on Trade winds on the left, then draw the diagram on the right: the planetary winds.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Westerlies on the left, then draw the diagram on the right: rough seas.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Polar easterlies on the left, then draw the diagram on the right: the three planetary winds.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the trade winds.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steady winds blowing from the subtropical highs to the Equator, from the north-east (N. hemisphere) and south-east (S. hemisphere).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the Coriolis effect.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rotation of the Earth deflects winds to the right in the northern hemisphere and to the left in the southern hemisphere.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low; number 2, westerlies; number 3, doldrums.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dry wind that blows over Garoua in the dry season.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16: Tropical Seasonal Winds: Monsoon and Harmattan.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15: PLANETARY WINDS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gif"/><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Planetary Winds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and Local Atmospheric Circulation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Macroscale or Global Scale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15: Planetary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Wind, pressure gradient, Coriolis effect, Ferrel's law, planetary winds, trade winds, westerlies, polar easterlies, doldrums, horse latitudes.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wind and planetary winds; the Coriolis effect; the three planetary winds (trade winds, westerlies, polar easterlies) and their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pattern of planetary winds and the winds that affect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14: Vertical Motions: Stability and Instability):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 is the movement of air from an area of high pressure to an area of low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wind and planetary winds.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wind and the Coriolis effect.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trade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westerlies and the polar easterlies.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Air moves from high to low pressure.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Pressure belts lie at 0°, 30°, 60° and 90°.</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Hadley cell produces the north-east trade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an old book, you read that sailing ships crossing the Atlantic followed winds that "always blow from the same direction", which sailors called the trade winds.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the Equator, the ships were sometimes stuck for days without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then notice that the Harmattan blows over Garoua from the north-east for months.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"Which great winds blow over the Earth, and why do they not blow straight from north to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planetary winds and their directions.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trade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Steady winds blowing from the subtropical highs towards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winds curve instead of blowing straight?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of the rotation of the Earth (the Coriolis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wind directions to explain the dry and rainy seasons of your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permanent winds that move heat and moisture around the world and influence the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WIND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windso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windsock.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WIND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wind blow?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WIND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moves from high pressure to low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CORIOLIS EFFECT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oriolis.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Coriolis effect.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CORIOLIS EFFECT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which side are winds deflected in the northern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CORIOLIS EFFECT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the right.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lanetary_wind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planetary winds.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winds blow between the subtropical highs and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trade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ship.jpg">    </p:cNvPr>
          <p:cNvPicPr>
            <a:picLocks noChangeAspect="1"/>
          </p:cNvPicPr>
          <p:nvPr/>
        </p:nvPicPr>
        <p:blipFill>
          <a:blip r:embed="rId1"/>
          <a:stretch>
            <a:fillRect/>
          </a:stretch>
        </p:blipFill>
        <p:spPr>
          <a:xfrm>
            <a:off x="2163533" y="1783080"/>
            <a:ext cx="786462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sailing ship.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were the trade winds useful to sailors?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blow steadily in the same direction.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bigwav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Stormy seas.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westerlies stronger in the southern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little land to slow them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Global and Local Atmospheric Circulation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Macroscale or Global Scale Winds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Planetary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horizontal movement of air from high pressure to low pressure.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Planetary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permanent winds that blow all year between the pressure belts.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Coriolis effect: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deflection of winds by the rotation of the Earth: to the right in the northern hemisphere and to the left in the southern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 of Planetary Winds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Planetary winds are explained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Pressure gradient: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Air always moves from high pressure towards low pressure, and the difference of pressure between two places is the pressure gradient. The bigger the difference, the stronger the wind.</a:t>
            </a:r>
            <a:endParaRPr lang="en-US" sz="3200" dirty="0"/>
          </a:p>
        </p:txBody>
      </p:sp>
      <p:pic>
        <p:nvPicPr>
          <p:cNvPr id="5" name="Image 0" descr="/home/claude/f4/img/v2/f4_windsock.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windsock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 of Planetary Winds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Coriolis effect (Ferrel's law):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Because the Earth rotates, winds do not blow straight from high to low pressure. They are deflected to the right in the northern hemisphere and to the left in the southern hemisphere.</a:t>
            </a:r>
            <a:endParaRPr lang="en-US" sz="3600" dirty="0"/>
          </a:p>
        </p:txBody>
      </p:sp>
      <p:pic>
        <p:nvPicPr>
          <p:cNvPr id="5" name="Image 0" descr="/home/claude/f4/img/v2/coriolis_last.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Coriolis effect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 of Planetary Winds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Naming of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wind is named after the direction from which it blows. For example, a north-east wind blows from the north-east towards the south-west.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and Characteristics of Planetary Winds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600" i="1" dirty="0">
                <a:solidFill>
                  <a:srgbClr val="111111"/>
                </a:solidFill>
                <a:latin typeface="Times New Roman" pitchFamily="34" charset="0"/>
                <a:ea typeface="Times New Roman" pitchFamily="34" charset="-122"/>
                <a:cs typeface="Times New Roman" pitchFamily="34" charset="-120"/>
              </a:rPr>
              <a:t>The three planetary winds have the following characteristics:</a:t>
            </a:r>
            <a:endParaRPr lang="en-US" sz="2600" dirty="0"/>
          </a:p>
          <a:p>
            <a:pPr algn="l" indent="0" marL="0">
              <a:spcAft>
                <a:spcPts val="800"/>
              </a:spcAft>
              <a:buNone/>
            </a:pPr>
            <a:r>
              <a:rPr lang="en-US" sz="2600" b="1" dirty="0">
                <a:solidFill>
                  <a:srgbClr val="111111"/>
                </a:solidFill>
                <a:latin typeface="Times New Roman" pitchFamily="34" charset="0"/>
                <a:ea typeface="Times New Roman" pitchFamily="34" charset="-122"/>
                <a:cs typeface="Times New Roman" pitchFamily="34" charset="-120"/>
              </a:rPr>
              <a:t>Trade winds: </a:t>
            </a:r>
            <a:pPr algn="l" indent="0" marL="0">
              <a:spcAft>
                <a:spcPts val="800"/>
              </a:spcAft>
              <a:buNone/>
            </a:pPr>
            <a:r>
              <a:rPr lang="en-US" sz="2600" dirty="0">
                <a:solidFill>
                  <a:srgbClr val="111111"/>
                </a:solidFill>
                <a:latin typeface="Times New Roman" pitchFamily="34" charset="0"/>
                <a:ea typeface="Times New Roman" pitchFamily="34" charset="-122"/>
                <a:cs typeface="Times New Roman" pitchFamily="34" charset="-120"/>
              </a:rPr>
              <a:t>They blow from the subtropical highs (30°) towards the equatorial low, from the north-east in the northern hemisphere and from the south-east in the southern hemisphere. They are steady and regular, dry over land like the Harmattan but moist over the oceans, and meet in the calm doldrums at the ITCZ.</a:t>
            </a:r>
            <a:endParaRPr lang="en-US" sz="2600" dirty="0"/>
          </a:p>
        </p:txBody>
      </p:sp>
      <p:pic>
        <p:nvPicPr>
          <p:cNvPr id="5" name="Image 0" descr="/home/claude/f4/img/v2/planetary_winds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planetary winds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and Characteristics of Planetary Winds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Westerlies: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They blow from the subtropical highs towards the subpolar lows (30° to 60°), from the south-west in the northern hemisphere and from the north-west in the southern hemisphere. They are variable, bring depressions and rain to western Europe, and are strongest over the southern oceans, where they are called the Roaring Forties.</a:t>
            </a:r>
            <a:endParaRPr lang="en-US" sz="2800" dirty="0"/>
          </a:p>
        </p:txBody>
      </p:sp>
      <p:pic>
        <p:nvPicPr>
          <p:cNvPr id="5" name="Image 0" descr="/home/claude/f4/img/v2/f4_bigwaves.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rough seas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and Characteristics of Planetary Winds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Polar easterlies: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blow from the polar highs towards the subpolar lows (above 60°), from the east. They are very cold, dry and irregular, and where they meet the westerlies the polar front forms.</a:t>
            </a:r>
            <a:endParaRPr lang="en-US" sz="3600" dirty="0"/>
          </a:p>
        </p:txBody>
      </p:sp>
      <p:pic>
        <p:nvPicPr>
          <p:cNvPr id="5" name="Image 0" descr="/home/claude/f4/img/v2/met2_winds3.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three planetary winds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trade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Steady winds blowing from the subtropical highs to the Equator, from the north-east (N. hemisphere) and south-east (S.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Coriolis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rotation of the Earth deflects winds to the right in the northern hemisphere and to the left in the southern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Winds blow from high to ______ pressure.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winds between 30° and 60° are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calm belt at the Equator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dry wind that blows over Garoua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Tropical Seasonal Winds: Monsoon and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 winds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alizés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Westerlies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vents d'ouest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Coriolis effect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L'effet de Coriolis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Doldrums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pot au noir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 gradient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gradient de 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Global and Local Atmospheric Circulation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15: Planetary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wind and planetary winds. Explain the causes of wind and the Coriolis effect. Describe the trade winds. Describe the westerlies and the polar easterlies.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pattern of planetary winds and the winds that affect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Illustration of Planetary Winds; Types and Characteristics of Planetary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dry wind that blows over Garoua in the dry season.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observe the direction of smoke.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line on a spinning paper disc.</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winds on a globe sketch.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trace a sailing route.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the two hemispheres.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“Windsock” by Wajahat Mahmood, CC BY-SA 2.0, via Flickr (https://www.flickr.com/photos/26116471@N03/6613272897)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“The Amerigo Vespucci Arrives In Dublin (Tall Ships Race Dublin - 2012)” by infomatique, CC BY-SA 2.0, via Flickr (https://www.flickr.com/photos/80824546@N00/7846937046)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“Wave Explosion, Monterey Bay, California” by John William Hammond, CC BY-NC-SA 2.0, via Flickr (https://www.flickr.com/photos/8398907@N02/16328053911)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2026-10-06T05:43:42Z</dcterms:created>
  <dcterms:modified xsi:type="dcterms:W3CDTF">2026-10-06T05:43:42Z</dcterms:modified>
</cp:coreProperties>
</file>