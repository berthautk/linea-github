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Macroscale or Global Scale Winds. The key notions we shall use today are: wind, pressure gradient, Coriolis effect, Ferrel's law, planetary winds, trade winds, westerlies, polar easterlies, doldrums, horse latitudes. At the end, you should be able to do this: learners are able to explain the pattern of planetary winds and the winds that affect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Vertical Motions: Stability and Instability. The question was: Define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Wind is the movement of air from an area of high pressure to an area of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wind and planetary winds. Number 2: explain the causes of wind and the Coriolis effect. Number 3: describe the trade winds. Number 4: describe the westerlies and the polar easterlies.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Pressure belts lie at 0°, 30°, 60° and 90°. The Hadley cell produces the north-east trade winds.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book, you read that sailing ships crossing the Atlantic followed winds that "always blow from the same direction", which sailors called the trade winds. Near the Equator, the ships were sometimes stuck for days without wind. You then notice that the Harmattan blows over Garoua from the north-east for months. You ask: "Which great winds blow over the Earth, and why do they not blow straight from north to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planetary winds and their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trade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Steady winds blowing from the subtropical highs towards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winds curve instead of blowing straight?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rotation of the Earth (the Coriolis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wind directions to explain the dry and rainy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permanent winds that move heat and moisture around the world and influence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moves from high pressure to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Coriolis effect.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side are winds deflected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planetary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winds blow between the subtropical highs and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sailing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were the trade winds useful to sailors?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blow steadily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stormy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westerlies stronger in the southern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little land to slow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and Planetary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Coriolis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of Wind. Winds are caused and deflected as follows. Copy the point on Pressure gradient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Coriolis effect (Ferrel's law) on the left, then draw the diagram on the right: the Coriolis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of Wind. On this slide we have Naming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Planetary Winds. The three planetary winds are the following. 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of the trade winds on the left, then draw the diagram on the right: a sailing ship.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Westerlies on the left, then draw the diagram on the right: stormy seas.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Planetary Winds. On this slide we have Polar easterlies and Calm belts.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the three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trade winds.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steady winds blowing from the subtropical highs to the Equator, from the north-east (N. hemisphere) and south-east (S.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Coriolis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rotation of the Earth deflects winds to the right in the northern hemisphere and to the left in the southern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westerlies; number 3, doldrums.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dry wind that blows over Garoua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Tropical Seasonal Winds: Monsoon and Harmattan.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Macroscale or Global 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Wind, pressure gradient, Coriolis effect, Ferrel's law, planetary winds, trade winds, westerlies, polar easterlies, doldrums, horse latitudes.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wind and planetary winds; the Coriolis effect; the three planetary winds (trade winds, westerlies, polar easterlies)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Vertical Motions: Stability and Instability):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is the movement of air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wind and planetary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wind and the Coriolis effect.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westerlies and the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lie at 0°, 30°, 60° and 90°.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Hadley cell produces the north-east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book, you read that sailing ships crossing the Atlantic followed winds that "always blow from the same direction", which sailors called the trade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ships were sometimes stuck for days without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then notice that the Harmattan blows over Garoua from the north-east for months.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"Which great winds blow over the Earth, and why do they not blow straight from north to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planetary winds and their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curve instead of blowing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rotation of the Earth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wind directions to explain the dry and rainy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permanent winds that move heat and moisture around the world and influence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moves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Coriolis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side are winds deflected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between the subtropical highs and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sailing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the trade winds useful to sailors?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steadily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Stormy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westerlies stronger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land to slow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Macroscale or Global 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air from high pressure to low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permanent winds that blow all year between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Coriolis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deflection of winds by the rotation of the Earth: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Winds are caused and deflected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gradient: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bigger the difference in pressure, the stronger the wind.</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Coriolis effect (Ferrel's law):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Coriolis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a north-east wind blows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three planetary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(30°) to the Equator: from the north-east in the northern hemisphere and from the south-east in the southern hemisphere.</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of the 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steady and regular, dry over land like the Harmattan and moist over oceans, and meet at the ITCZ.</a:t>
            </a:r>
            <a:endParaRPr lang="en-US" sz="3600" dirty="0"/>
          </a:p>
        </p:txBody>
      </p:sp>
      <p:pic>
        <p:nvPicPr>
          <p:cNvPr id="5" name="Image 0" descr="/home/claude/f4/img/v2/lsa_ship.jpg">    </p:cNvPr>
          <p:cNvPicPr>
            <a:picLocks noChangeAspect="1"/>
          </p:cNvPicPr>
          <p:nvPr/>
        </p:nvPicPr>
        <p:blipFill>
          <a:blip r:embed="rId1"/>
          <a:stretch>
            <a:fillRect/>
          </a:stretch>
        </p:blipFill>
        <p:spPr>
          <a:xfrm>
            <a:off x="5349240" y="2110233"/>
            <a:ext cx="6659575" cy="361594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sailing ship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 the subpolar lows (30°–60°), from the west; they are variable, bring depressions and rain to Europe, and are strongest in the southern hemisphere ("Roaring Forties").</a:t>
            </a:r>
            <a:endParaRPr lang="en-US" sz="32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stormy seas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 the subpolar lows; they are cold, dry and irregular.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doldrums at the Equator and the horse latitudes near 30° have light, variable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three winds form a regular pattern in each hemisphere.</a:t>
            </a:r>
            <a:endParaRPr lang="en-US" sz="3600" dirty="0"/>
          </a:p>
        </p:txBody>
      </p:sp>
      <p:pic>
        <p:nvPicPr>
          <p:cNvPr id="5" name="Image 0" descr="/home/claude/f4/img/v2/met2_winds3.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 the Equator, from the north-east (N. hemisphere) and south-east (S.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blow from high to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between 30° and 60°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belt at the Equator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Coriolis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Coriolis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 and planetary winds. Explain the causes of wind and the Coriolis effect. Describe the trade winds. Describe the westerlies and the polar easterlies.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of Wind; Types of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dry wind that blows over Garoua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observe the direction of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line on a spinning paper disc.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winds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a sailing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hemispheres.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2026-09-28T22:18:57Z</dcterms:created>
  <dcterms:modified xsi:type="dcterms:W3CDTF">2026-09-28T22:18:57Z</dcterms:modified>
</cp:coreProperties>
</file>