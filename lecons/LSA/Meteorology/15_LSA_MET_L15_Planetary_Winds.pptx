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Macroscale or Global Scale Winds. The key notions we shall use today are: wind, pressure gradient, Coriolis effect, Ferrel's law, planetary winds, trade winds, westerlies, polar easterlies, doldrums, horse latitudes. At the end, you should be able to do this: learners are able to explain the pattern of planetary winds and the winds that affect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Vertical Motions: Stability and Instability. The question was: Define wind.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Wind is the movement of air from an area of high pressure to an area of low pressure.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wind and planetary winds. Number 2: explain the causes of wind and the Coriolis effect. Number 3: describe the trade winds. Number 4: describe the westerlies and the polar easterlies.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Pressure belts lie at 0°, 30°, 60° and 90°. The Hadley cell produces the north-east trade winds.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an old book, you read that sailing ships crossing the Atlantic followed winds that "always blow from the same direction", which sailors called the trade winds. Near the Equator, the ships were sometimes stuck for days without wind. You then notice that the Harmattan blows over Garoua from the north-east for months. You ask: "Which great winds blow over the Earth, and why do they not blow straight from north to south?"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planetary winds and their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trade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Steady winds blowing from the subtropical highs towards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winds curve instead of blowing straight?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rotation of the Earth (the Coriolis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wind directions to explain the dry and rainy seasons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permanent winds that move heat and moisture around the world and influence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moves from high pressure to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Coriolis effect.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side are winds deflected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planetary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winds blow between the subtropical highs and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sailing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were the trade winds useful to sailors?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blow steadily in the same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stormy seas.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westerlies stronger in the southern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little land to slow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and Planetary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Coriolis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Planetary Winds. Planetary winds are explained as follows. Copy the point on Pressure gradient on the left, then draw the diagram on the right: a windsock.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Coriolis effect (Ferrel's law) on the left, then draw the diagram on the right: the Coriolis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Planetary Winds. Copy the point on Naming of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Characteristics of Planetary Winds. The three planetary winds have the following characteristics. 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Westerlies on the left, then draw the diagram on the right: rough seas.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Polar easterlies on the left, then draw the diagram on the right: the three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trade winds.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steady winds blowing from the subtropical highs to the Equator, from the north-east (N. hemisphere) and south-east (S. hemisphere).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Coriolis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rotation of the Earth deflects winds to the right in the northern hemisphere and to the left in the southern hemisphere.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westerlies; number 3, doldrums.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dry wind that blows over Garoua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Tropical Seasonal Winds: Monsoon and Harmattan.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Macroscale or Global 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Wind, pressure gradient, Coriolis effect, Ferrel's law, planetary winds, trade winds, westerlies, polar easterlies, doldrums, horse latitudes.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wind and planetary winds; the Coriolis effect; the three planetary winds (trade winds, westerlies, polar easterlies)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pattern of planetary winds and the winds that affect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Vertical Motions: Stability and Instability):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is the movement of air from an area of high pressure to an area of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wind and planetary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wind and the Coriolis effect.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westerlies and the polar easterlies.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lie at 0°, 30°, 60° and 90°.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Hadley cell produces the north-east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old book, you read that sailing ships crossing the Atlantic followed winds that "always blow from the same direction", which sailors called the trade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Equator, the ships were sometimes stuck for days without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then notice that the Harmattan blows over Garoua from the north-east for months.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"Which great winds blow over the Earth, and why do they not blow straight from north to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planetary winds and their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Steady winds blowing from the subtropical highs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winds curve instead of blowing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rotation of the Earth (the Coriolis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wind directions to explain the dry and rainy seasons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permanent winds that move heat and moisture around the world and influence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moves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Coriolis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side are winds deflected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netary_win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planetary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between the subtropical highs and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p.jpg">    </p:cNvPr>
          <p:cNvPicPr>
            <a:picLocks noChangeAspect="1"/>
          </p:cNvPicPr>
          <p:nvPr/>
        </p:nvPicPr>
        <p:blipFill>
          <a:blip r:embed="rId1"/>
          <a:stretch>
            <a:fillRect/>
          </a:stretch>
        </p:blipFill>
        <p:spPr>
          <a:xfrm>
            <a:off x="2163533" y="1783080"/>
            <a:ext cx="786462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sailing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the trade winds useful to sailors?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steadily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Stormy seas.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westerlies stronger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land to slow them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Macroscale or Global Scale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movement of air from high pressure to low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permanent winds that blow all year between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Coriolis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deflection of winds by the rotation of the Earth: to the right in the northern hemisphere and to the left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Planetary winds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gradient: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Air always moves from high pressure towards low pressure, and the difference of pressure between two places is the pressure gradient. The bigger the difference, the stronger the wind.</a:t>
            </a:r>
            <a:endParaRPr lang="en-US" sz="3200" dirty="0"/>
          </a:p>
        </p:txBody>
      </p:sp>
      <p:pic>
        <p:nvPicPr>
          <p:cNvPr id="5" name="Image 0" descr="/home/claude/f4/img/v2/f4_windsock.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windsock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Coriolis effect (Ferrel's law):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Because the Earth rotates, winds do not blow straight from high to low pressure. They are deflected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Coriolis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Planetary Winds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Naming of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from which it blows. For example, a north-east wind blows from the north-east towards the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three planetary winds have the following characteristics: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They blow from the subtropical highs (30°) towards the equatorial low, from the north-east in the northern hemisphere and from the south-east in the southern hemisphere. They are steady and regular, dry over land like the Harmattan but moist over the oceans, and meet in the calm doldrums at the ITCZ.</a:t>
            </a:r>
            <a:endParaRPr lang="en-US" sz="2600" dirty="0"/>
          </a:p>
        </p:txBody>
      </p:sp>
      <p:pic>
        <p:nvPicPr>
          <p:cNvPr id="5" name="Image 0" descr="/home/claude/f4/img/v2/planetary_wind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blow from the subtropical highs towards the subpolar lows (30° to 60°), from the south-west in the northern hemisphere and from the north-west in the southern hemisphere. They are variable, bring depressions and rain to western Europe, and are strongest over the southern oceans, where they are called the Roaring Forties.</a:t>
            </a:r>
            <a:endParaRPr lang="en-US" sz="2800" dirty="0"/>
          </a:p>
        </p:txBody>
      </p:sp>
      <p:pic>
        <p:nvPicPr>
          <p:cNvPr id="5" name="Image 0" descr="/home/claude/f4/img/v2/f4_bigwave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rough seas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blow from the polar highs towards the subpolar lows (above 60°), from the east. They are very cold, dry and irregular, and where they meet the westerlies the polar front forms.</a:t>
            </a:r>
            <a:endParaRPr lang="en-US" sz="3600" dirty="0"/>
          </a:p>
        </p:txBody>
      </p:sp>
      <p:pic>
        <p:nvPicPr>
          <p:cNvPr id="5" name="Image 0" descr="/home/claude/f4/img/v2/met2_winds3.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Steady winds blowing from the subtropical highs to the Equator, from the north-east (N. hemisphere) and south-east (S.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Coriolis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to the right in the northern hemisphere and to the left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Winds blow from high to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between 30° and 60° are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calm belt at the Equator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dry wind that blows over Garoua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Coriolis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Coriolis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 and planetary winds. Explain the causes of wind and the Coriolis effect. Describe the trade winds. Describe the westerlies and the polar easterlies.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pattern of planetary winds and the winds that affect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Planetary Winds; Types and Characteristics of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dry wind that blows over Garoua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observe the direction of smoke.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line on a spinning paper disc.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winds on a globe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a sailing route.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hemispheres.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Amerigo Vespucci Arrives In Dublin (Tall Ships Race Dublin - 2012)” by infomatique, CC BY-SA 2.0, via Flickr (https://www.flickr.com/photos/80824546@N00/7846937046)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2026-09-29T11:17:40Z</dcterms:created>
  <dcterms:modified xsi:type="dcterms:W3CDTF">2026-09-29T11:17:40Z</dcterms:modified>
</cp:coreProperties>
</file>