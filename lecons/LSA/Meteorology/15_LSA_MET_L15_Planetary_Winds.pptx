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15: Planetary Winds.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Global and Local Atmospheric Circulation, and the sub-topic is Macroscale or Global Scale Winds. The key notions we shall use today are: wind, pressure gradient, Coriolis effect, Ferrel's law, planetary winds, trade winds, westerlies, polar easterlies, doldrums, horse latitudes. At the end, you should be able to do this: learners are able to explain the pattern of planetary winds and the winds that affect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14: Vertical Motions: Stability and Instability. The question was: Define wind.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Wind is the movement of air from an area of high pressure to an area of low pressure.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define wind and planetary winds. Number 2: explain the causes of wind and the Coriolis effect. Number 3: describe the trade winds. Number 4: describe the westerlies and the polar easterlies.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Air moves from high to low pressure. Pressure belts lie at 0°, 30°, 60° and 90°. The Hadley cell produces the north-east trade winds.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an old book, you read that sailing ships crossing the Atlantic followed winds that "always blow from the same direction", which sailors called the trade winds. Near the Equator, the ships were sometimes stuck for days without wind. You then notice that the Harmattan blows over Garoua from the north-east for months. You ask: "Which great winds blow over the Earth, and why do they not blow straight from north to south?"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does not know the planetary winds and their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are the trade winds?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Steady winds blowing from the subtropical highs towards the Equator.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 winds curve instead of blowing straight?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Because of the rotation of the Earth (the Coriolis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wind directions to explain the dry and rainy seasons of your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explains the permanent winds that move heat and moisture around the world and influence the climate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windsock.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does wind blow?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Air moves from high pressure to low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animation: animation: the Coriolis effect.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To which side are winds deflected in the northern hemisphere?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planetary winds.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winds blow between the subtropical highs and the Equator?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trade winds.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sailing ship.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were the trade winds useful to sailors?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blow steadily in the same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stormy seas.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are the westerlies stronger in the southern hemisphere?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There is little land to slow them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Wind and Planetary winds.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Coriolis effect.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Illustration of Planetary Winds. Planetary winds are explained as follows. Copy the point on Pressure gradient on the left, then draw the diagram on the right: a windsock.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The Coriolis effect (Ferrel's law) on the left, then draw the diagram on the right: the Coriolis effect.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Illustration of Planetary Winds. Copy the point on Naming of winds: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and Characteristics of Planetary Winds. The three planetary winds have the following characteristics. Copy the point on Trade winds on the left, then draw the diagram on the right: the planetary winds.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Westerlies on the left, then draw the diagram on the right: rough seas.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Polar easterlies on the left, then draw the diagram on the right: the three planetary winds.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Describe the trade winds.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steady winds blowing from the subtropical highs to the Equator, from the north-east (N. hemisphere) and south-east (S. hemisphere).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Explain the Coriolis effect.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rotation of the Earth deflects winds to the right in the northern hemisphere and to the left in the southern hemisphere.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low; number 2, westerlies; number 3, doldrums.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the dry wind that blows over Garoua in the dry season.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16: Tropical Seasonal Winds: Monsoon and Harmattan.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15: PLANETARY WINDS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gif"/><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Planetary Winds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Global and Local Atmospheric Circulation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Macroscale or Global Scale Winds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15: Planetary Winds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Wind, pressure gradient, Coriolis effect, Ferrel's law, planetary winds, trade winds, westerlies, polar easterlies, doldrums, horse latitudes.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wind and planetary winds; the Coriolis effect; the three planetary winds (trade winds, westerlies, polar easterlies) and their characteristics.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pattern of planetary winds and the winds that affect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14: Vertical Motions: Stability and Instability):</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Wind is the movement of air from an area of high pressure to an area of low pressure.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wind and planetary winds.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causes of wind and the Coriolis effect.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trade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westerlies and the polar easterlies.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Air moves from high to low pressure.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Pressure belts lie at 0°, 30°, 60° and 90°.</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Hadley cell produces the north-east trade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an old book, you read that sailing ships crossing the Atlantic followed winds that "always blow from the same direction", which sailors called the trade winds.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Near the Equator, the ships were sometimes stuck for days without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then notice that the Harmattan blows over Garoua from the north-east for months.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ask: "Which great winds blow over the Earth, and why do they not blow straight from north to south?"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does not know the planetary winds and their directions.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the trade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Steady winds blowing from the subtropical highs towards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winds curve instead of blowing straight?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Because of the rotation of the Earth (the Coriolis effect).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wind directions to explain the dry and rainy seasons of your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explains the permanent winds that move heat and moisture around the world and influence the climate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WIND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windsoc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windsock.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WIND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wind blow?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WIND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moves from high pressure to low pressure.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CORIOLIS EFFECT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oriolis.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Coriolis effect.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CORIOLIS EFFECT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which side are winds deflected in the northern hemisphere?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CORIOLIS EFFECT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the right.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PLANETARY WINDS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planetary_wind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planetary winds.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PLANETARY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winds blow between the subtropical highs and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PLANETARY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trade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PLANETARY WINDS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ship.jpg">    </p:cNvPr>
          <p:cNvPicPr>
            <a:picLocks noChangeAspect="1"/>
          </p:cNvPicPr>
          <p:nvPr/>
        </p:nvPicPr>
        <p:blipFill>
          <a:blip r:embed="rId1"/>
          <a:stretch>
            <a:fillRect/>
          </a:stretch>
        </p:blipFill>
        <p:spPr>
          <a:xfrm>
            <a:off x="2163533" y="1783080"/>
            <a:ext cx="7864629"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sailing ship.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PLANETARY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were the trade winds useful to sailors?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PLANETARY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blow steadily in the same direction.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PLANETARY WINDS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bigwav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Stormy seas.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PLANETARY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 westerlies stronger in the southern hemisphere?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PLANETARY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is little land to slow them down.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Global and Local Atmospheric Circulation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Macroscale or Global Scale Winds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15: Planetary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horizontal movement of air from high pressure to low pressure.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Planetary winds: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permanent winds that blow all year between the pressure belts.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Coriolis effect: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deflection of winds by the rotation of the Earth: to the right in the northern hemisphere and to the left in the southern hemisphere.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Illustration of Planetary Winds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Planetary winds are explained as follows: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Pressure gradient: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Air always moves from high pressure towards low pressure, and the difference of pressure between two places is the pressure gradient. The bigger the difference, the stronger the wind.</a:t>
            </a:r>
            <a:endParaRPr lang="en-US" sz="3200" dirty="0"/>
          </a:p>
        </p:txBody>
      </p:sp>
      <p:pic>
        <p:nvPicPr>
          <p:cNvPr id="5" name="Image 0" descr="/home/claude/f4/img/v2/f4_windsock.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windsock</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Illustration of Planetary Winds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The Coriolis effect (Ferrel's law):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Because the Earth rotates, winds do not blow straight from high to low pressure. They are deflected to the right in the northern hemisphere and to the left in the southern hemisphere.</a:t>
            </a:r>
            <a:endParaRPr lang="en-US" sz="3600" dirty="0"/>
          </a:p>
        </p:txBody>
      </p:sp>
      <p:pic>
        <p:nvPicPr>
          <p:cNvPr id="5" name="Image 0" descr="/home/claude/f4/img/v2/coriolis_last.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Coriolis effect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Illustration of Planetary Winds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Naming of winds: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wind is named after the direction from which it blows. For example, a north-east wind blows from the north-east towards the south-west.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and Characteristics of Planetary Winds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2600" i="1" dirty="0">
                <a:solidFill>
                  <a:srgbClr val="111111"/>
                </a:solidFill>
                <a:latin typeface="Times New Roman" pitchFamily="34" charset="0"/>
                <a:ea typeface="Times New Roman" pitchFamily="34" charset="-122"/>
                <a:cs typeface="Times New Roman" pitchFamily="34" charset="-120"/>
              </a:rPr>
              <a:t>The three planetary winds have the following characteristics:</a:t>
            </a:r>
            <a:endParaRPr lang="en-US" sz="2600" dirty="0"/>
          </a:p>
          <a:p>
            <a:pPr algn="l" indent="0" marL="0">
              <a:spcAft>
                <a:spcPts val="800"/>
              </a:spcAft>
              <a:buNone/>
            </a:pPr>
            <a:r>
              <a:rPr lang="en-US" sz="2600" b="1" dirty="0">
                <a:solidFill>
                  <a:srgbClr val="111111"/>
                </a:solidFill>
                <a:latin typeface="Times New Roman" pitchFamily="34" charset="0"/>
                <a:ea typeface="Times New Roman" pitchFamily="34" charset="-122"/>
                <a:cs typeface="Times New Roman" pitchFamily="34" charset="-120"/>
              </a:rPr>
              <a:t>Trade winds: </a:t>
            </a:r>
            <a:pPr algn="l" indent="0" marL="0">
              <a:spcAft>
                <a:spcPts val="800"/>
              </a:spcAft>
              <a:buNone/>
            </a:pPr>
            <a:r>
              <a:rPr lang="en-US" sz="2600" dirty="0">
                <a:solidFill>
                  <a:srgbClr val="111111"/>
                </a:solidFill>
                <a:latin typeface="Times New Roman" pitchFamily="34" charset="0"/>
                <a:ea typeface="Times New Roman" pitchFamily="34" charset="-122"/>
                <a:cs typeface="Times New Roman" pitchFamily="34" charset="-120"/>
              </a:rPr>
              <a:t>They blow from the subtropical highs (30°) towards the equatorial low, from the north-east in the northern hemisphere and from the south-east in the southern hemisphere. They are steady and regular, dry over land like the Harmattan but moist over the oceans, and meet in the calm doldrums at the ITCZ.</a:t>
            </a:r>
            <a:endParaRPr lang="en-US" sz="2600" dirty="0"/>
          </a:p>
        </p:txBody>
      </p:sp>
      <p:pic>
        <p:nvPicPr>
          <p:cNvPr id="5" name="Image 0" descr="/home/claude/f4/img/v2/planetary_winds_big.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planetary winds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and Characteristics of Planetary Winds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Westerlies: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They blow from the subtropical highs towards the subpolar lows (30° to 60°), from the south-west in the northern hemisphere and from the north-west in the southern hemisphere. They are variable, bring depressions and rain to western Europe, and are strongest over the southern oceans, where they are called the Roaring Forties.</a:t>
            </a:r>
            <a:endParaRPr lang="en-US" sz="2800" dirty="0"/>
          </a:p>
        </p:txBody>
      </p:sp>
      <p:pic>
        <p:nvPicPr>
          <p:cNvPr id="5" name="Image 0" descr="/home/claude/f4/img/v2/f4_bigwaves.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rough seas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and Characteristics of Planetary Winds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Polar easterlies: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They blow from the polar highs towards the subpolar lows (above 60°), from the east. They are very cold, dry and irregular, and where they meet the westerlies the polar front forms.</a:t>
            </a:r>
            <a:endParaRPr lang="en-US" sz="3600" dirty="0"/>
          </a:p>
        </p:txBody>
      </p:sp>
      <p:pic>
        <p:nvPicPr>
          <p:cNvPr id="5" name="Image 0" descr="/home/claude/f4/img/v2/met2_winds3.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three planetary winds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trade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Steady winds blowing from the subtropical highs to the Equator, from the north-east (N. hemisphere) and south-east (S. hemisphere).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the Coriolis effect.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rotation of the Earth deflects winds to the right in the northern hemisphere and to the left in the southern hemisphere.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Winds blow from high to ______ pressure.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winds between 30° and 60° are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calm belt at the Equator is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dry wind that blows over Garoua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16: Tropical Seasonal Winds: Monsoon and Harmattan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Trade winds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alizés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Westerlies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vents d'ouest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Coriolis effect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L'effet de Coriolis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Doldrums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pot au noir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Pressure gradient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gradient de pression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Global and Local Atmospheric Circulation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15: Planetary Winds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wind and planetary winds. Explain the causes of wind and the Coriolis effect. Describe the trade winds. Describe the westerlies and the polar easterlies.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pattern of planetary winds and the winds that affect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Meaning and Illustration of Planetary Winds; Types and Characteristics of Planetary Winds.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the dry wind that blows over Garoua in the dry season.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2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observe the direction of smoke.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a line on a spinning paper disc.</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winds on a globe sketch.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trace a sailing route.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the two hemispheres.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Meteorology (LSA),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“Windsock” by Wajahat Mahmood, CC BY-SA 2.0, via Flickr (https://www.flickr.com/photos/26116471@N03/6613272897)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“The Amerigo Vespucci Arrives In Dublin (Tall Ships Race Dublin - 2012)” by infomatique, CC BY-SA 2.0, via Flickr (https://www.flickr.com/photos/80824546@N00/7846937046)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“Wave Explosion, Monterey Bay, California” by John William Hammond, CC BY-NC-SA 2.0, via Flickr (https://www.flickr.com/photos/8398907@N02/16328053911)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2026-09-29T12:18:27Z</dcterms:created>
  <dcterms:modified xsi:type="dcterms:W3CDTF">2026-09-29T12:18:27Z</dcterms:modified>
</cp:coreProperties>
</file>