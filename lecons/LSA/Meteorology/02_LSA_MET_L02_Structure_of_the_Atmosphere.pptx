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homosphere, heterosphere, troposphere, tropopause, stratosphere, ozone layer, mesosphere, thermosphere, CFCs, Montreal Protocol. At the end, you should be able to do this: learners are able to describe the layers of the atmosphere and explain the importance and protection of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Meaning and Composition of the Atmosphere. The question was: Name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the homosphere and the heterosphere. Number 2: describe the four thermal layers of the atmosphere. Number 3: explain the importance of the ozone layer. Number 4: explain the causes of its depletion and the measures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Nitrogen and oxygen are constant gases. Ozone absorbs ultraviolet rays. Clouds form in the air near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fly with Camair-Co from Garoua to Douala. As the plane climbs, the air outside becomes very cold and you fly above the clouds. You wonder what it is like even higher, where satellites move, and why the plane does not keep climbing. You also remember that the sun of Garoua is very strong. You ask: "Is the atmosphere the same all the way up, and what protects us from the dangerous rays of the Sun?"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Does it always get colder as we go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gets colder in the troposphere, but warmer again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protects us from dangerous solar rays?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ozone layer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products containing CFCs and protect yourself from strong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weather happens and why the ozone layer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homosphere and heterosphere.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part of the atmosphere are gases well mixed?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homosphere (up to about 80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does almost all weather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temperature rise in the stratosphere?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Ozone absorbs ultraviolet rays and heats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aurora.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layer do auroras and the space station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chemicals caused the ozone hole?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CFCs (chlorofluorocarbons)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Homosphere and Heterosphere.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Tropopause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by Chemical Composition. By composition, the atmosphere is divided as follows. Copy the point on Homosphere (0 – about 80 km) on the left, then draw the diagram on the right: homosphere and heterosphere.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Chemical Composition. On this slide we have Heterosphere (above 80 km).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by Temperature. By temperature,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Role of the troposphere.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(to about 50 km)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Mesosphere (50–80 km).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(above 80 km)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Pauses.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Ozone Layer. The ozone layer is presented as follows. On this slide we have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Depletion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Ozone Layer. On this slide we have Protection.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Ozone Layer.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 protection on the left, then draw the diagram on the right: protecting the ozone layer.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temperature fall in the troposphere but rise in the stratosphere?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troposphere is heated from the ground below; the stratosphere is heated by ozone absorbing ultraviolet rays.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protect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apply the Montreal Protocol, stop using CFCs, recycle old fridges, educate people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stratosphere; number 3, mesosphere.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insolation.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Solar Radiation.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STRUCTURE OF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Homosphere, heterosphere, troposphere, tropopause, stratosphere, ozone layer, mesosphere, thermosphere, CFCs, Montreal Protocol.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by chemical composition (homosphere, heterosphere) and by temperature (four layers and pauses); the ozone layer, its depletion and protection.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Meaning and Composition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homosphere and the heterosphere.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thermal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ozone layer.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its depletion and the measures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Nitrogen and oxygen are constant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form in the air near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fly with Camair-Co from Garoua to Douala.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plane climbs, the air outside becomes very cold and you fly above the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wonder what it is like even higher, where satellites move, and why the plane does not keep climbing.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remember that the sun of Garoua is very strong.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the atmosphere the same all the way up, and what protects us from the dangerous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always get colder as we go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gets colder in the troposphere, but warmer again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protects us from dangerous solar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products containing CFCs and protect yourself from strong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weather happens and why the ozone layer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ho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Homosphere and heterosphere.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are gases well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homosphere (up to about 80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almost all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and heats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auro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aurora.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auroras and the space station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chemicals caused the ozone 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(chlorofluorocarbons)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 atmosphere (up to about 80 km) where gases are well mixed.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atmosphere (above 80 km) where gases form layers according to their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the troposphere and the stratosphere.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the stratosphere rich in ozone, which absorbs harmful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by Chemical Composition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By composition, the atmosphere is divided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Homosphere (0 – about 80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gases are uniformly mixed (78 % nitrogen, 21 % oxygen); we live in it.</a:t>
            </a:r>
            <a:endParaRPr lang="en-US" sz="3600" dirty="0"/>
          </a:p>
        </p:txBody>
      </p:sp>
      <p:pic>
        <p:nvPicPr>
          <p:cNvPr id="5" name="Image 0" descr="/home/claude/f4/img/v2/met2_hom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homosphere and heterosphere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by Chemical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(above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thin and gases form layers by weight, with hydrogen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By temperature, the atmosphere has the following layers: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ground to about 8 km at the poles and 16–18 km at the Equator; temperature falls with height (about 6.5 °C per km).</a:t>
            </a:r>
            <a:endParaRPr lang="en-US" sz="32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the troposphere: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about 75 % of the air and almost all the water vapour, clouds and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(to about 50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rises with height because ozone absorbs ultraviolet rays; the air is calm and dry.</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(50–80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to about −90 °C, the coldest in the atmosphere; meteors burn up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(above 80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rises above 1,000 °C; auroras form and the space station orbits.</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tropopause, stratopause and mesopause separate the layers where the temperature trend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ozone layer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absorbs most of the harmful ultraviolet (UV-B) rays that cause skin cancer and eye cataracts.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Depletion: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CFCs from old fridges, air conditioners and aerosol sprays destroyed ozone and created a "hole", especially over Antarctica.</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Montreal Protocol (1987) phased out ozone-destroying chemicals, and the layer is slowly recovering.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collected and treated.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must be informed and use safe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strong sun, as in Garoua, wear hats and sunglasses and avoid long exposure at midday.</a:t>
            </a:r>
            <a:endParaRPr lang="en-US" sz="3600" dirty="0"/>
          </a:p>
        </p:txBody>
      </p:sp>
      <p:pic>
        <p:nvPicPr>
          <p:cNvPr id="5" name="Image 0" descr="/home/claude/f4/img/v2/met2_ozo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protecting the ozone layer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fall in the troposphere but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is heated from the ground below; the stratosphere is heated by ozone absorbing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protect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Montreal Protocol, stop using CFCs, recycle old fridges, educate people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happens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lies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coldest layer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homosphere and the heterosphere. Describe the four thermal layers of the atmosphere. Explain the importance of the ozone layer. Explain the causes of its depletion and the measures to protect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by Chemical Composition; Structure by Temperature;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insolation.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parts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 temperature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shooting star.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ozone 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2026-09-28T22:18:54Z</dcterms:created>
  <dcterms:modified xsi:type="dcterms:W3CDTF">2026-09-28T22:18:54Z</dcterms:modified>
</cp:coreProperties>
</file>