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homosphere, heterosphere, troposphere, tropopause, stratosphere, ozone layer, mesosphere, thermosphere, CFCs, Montreal Protocol. At the end, you should be able to do this: learners are able to describe the layers of the atmosphere and explain the importance and protection of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Meaning and Composition of the Atmosphere. The question was: Name the four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the homosphere and the heterosphere. Number 2: describe the four thermal layers of the atmosphere. Number 3: explain the importance of the ozone layer. Number 4: explain the causes of its depletion and the measures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Nitrogen and oxygen are constant gases. Ozone absorbs ultraviolet rays. Clouds form in the air near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fly with Camair-Co from Garoua to Douala. As the plane climbs, the air outside becomes very cold and you fly above the clouds. You wonder what it is like even higher, where satellites move, and why the plane does not keep climbing. You also remember that the sun of Garoua is very strong. You ask: "Is the atmosphere the same all the way up, and what protects us from the dangerous rays of the Sun?"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Does it always get colder as we go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gets colder in the troposphere, but warmer again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protects us from dangerous solar rays?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ozone layer in the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products containing CFCs and protect yourself from strong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weather happens and why the ozone layer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homosphere and heterosphere.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part of the atmosphere are gases well mixed?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homosphere (up to about 80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does almost all weather happen?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temperature rise in the stratosphere?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Ozone absorbs ultraviolet rays and heats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aurora.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layer do auroras and the space station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thermosphere.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chemicals caused the ozone hole?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CFCs (chlorofluorocarbons)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Homosphere and Heterosphere.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Isothermal layer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 Characteristics: Homosphere and Heterosphere. By its chemical composition, the atmosphere is divided into the following two layers. Copy the point on Homosphere (0 to about 80 km) on the left, then draw the diagram on the right: homosphere and heterosphere.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 Characteristics: Homosphere and Heterosphere. Copy the point on Heterosphere (above 80 km):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Four Layers. By temperature, the atmosphere has the following four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(to about 50 km)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Layers. Copy the point on Mesosphere (50 to 80 km):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(above 80 km)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Isothermal Layers. The isothermal layers of the atmosphere are the following. Copy the point on Tropopause and lower stratosphere: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Isothermal Layers. Copy the point on Stratopause and mesopause: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 The ozone layer has the following functions. Copy the point on Absorption of ultraviolet rays on the left, then draw the diagram on the right: the ozone layer.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 Copy the point on Heating of the stratosphere: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Depletion. The ozone layer is depleted in the following ways. Copy the point on Chlorofluorocarbons (CFCs):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Copy the point on Other ozone-destroying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ozone hole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The ozone layer is protected by the following measures. Copy the point on The Montreal Protocol (1987):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Copy the point on Collection of old equipment: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Copy the point on Education and sun protection: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temperature fall in the troposphere but rise in the stratosphere?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troposphere is heated from the ground below; the stratosphere is heated by ozone absorbing ultraviolet rays.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protect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apply the Montreal Protocol, stop using CFCs, recycle old fridges, educate people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stratosphere; number 3, mesosphere.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insolation.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Solar Radiation.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STRUCTURE OF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Structure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Homosphere, heterosphere, troposphere, tropopause, stratosphere, ozone layer, mesosphere, thermosphere, CFCs, Montreal Protocol.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by chemical composition (homosphere, heterosphere) and by temperature (four layers and pauses); the ozone layer, its depletion and protection.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Meaning and Composition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homosphere and the heterosphere.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thermal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ozone layer.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its depletion and the measures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Nitrogen and oxygen are constant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form in the air near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fly with Camair-Co from Garoua to Douala.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plane climbs, the air outside becomes very cold and you fly above the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wonder what it is like even higher, where satellites move, and why the plane does not keep climbing.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remember that the sun of Garoua is very strong.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the atmosphere the same all the way up, and what protects us from the dangerous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it always get colder as we go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gets colder in the troposphere, but warmer again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protects us from dangerous solar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products containing CFCs and protect yourself from strong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weather happens and why the ozone layer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ho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Homosphere and heterosphere.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are gases well mixed?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homosphere (up to about 80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almost all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emp_profi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and heats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auro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aurora.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auroras and the space station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THERMAL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chemicals caused the ozone 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(chlorofluorocarbons)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lower atmosphere (up to about 80 km) where gases are well mixed.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atmosphere (above 80 km) where gases form layers according to their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Isothermal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atmosphere in which the temperature does not change with height.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the stratosphere rich in ozone, which absorbs harmful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Chemical Characteristics: Homosphere and Heterosphere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By its chemical composition, the atmosphere is divided into the following two layers: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Homosphere (0 to about 80 km):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 the homosphere, winds and turbulence mix the gases so well that their proportions stay the same, with about 78 % nitrogen and 21 % oxygen. It contains almost all the mass of the air and all living things.</a:t>
            </a:r>
            <a:endParaRPr lang="en-US" sz="2800" dirty="0"/>
          </a:p>
        </p:txBody>
      </p:sp>
      <p:pic>
        <p:nvPicPr>
          <p:cNvPr id="5" name="Image 0" descr="/home/claude/f4/img/v2/met2_homo.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homosphere and heterosphere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Chemical Characteristics: Homosphere and Heterosphere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Heterosphere (above 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heterosphere, the air is so thin that the gases are no longer mixed and separate according to their weight. Heavy nitrogen is found lowest, followed by oxygen, then helium, and light hydrogen at the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Four Layers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By temperature, the atmosphere has the following four layers: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The troposphere reaches about 8 km at the poles and 16 to 18 km at the Equator, and its temperature falls with height by about 6.5 °C per km. It holds about 75 % of the air and almost all the water vapour, so all clouds and weather occur in it.</a:t>
            </a:r>
            <a:endParaRPr lang="en-US" sz="2600" dirty="0"/>
          </a:p>
        </p:txBody>
      </p:sp>
      <p:pic>
        <p:nvPicPr>
          <p:cNvPr id="6" name="Image 0" descr="/home/claude/f4/img/v2/atmospher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Four Layers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Stratosphere (to about 50 km):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In the stratosphere, temperature rises with height because the ozone absorbs ultraviolet rays. The air is calm and dry, which is why aircraft fly in its lower part.</a:t>
            </a:r>
            <a:endParaRPr lang="en-US" sz="3400" dirty="0"/>
          </a:p>
        </p:txBody>
      </p:sp>
      <p:pic>
        <p:nvPicPr>
          <p:cNvPr id="6" name="Image 0" descr="/home/claude/f4/img/v2/temp_profile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Four Layers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(50 to 80 km):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mesosphere, temperature falls again with height and reaches about −90 °C, the coldest point of the atmosphere. Meteors burn up in this layer and appear as shooting stars.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Four Layers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Thermosphere (above 80 km):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thermosphere, the thin gases absorb very strong solar radiation, so temperature rises above 1,000 °C. Auroras form here and satellites such as the space station orbit in this layer.</a:t>
            </a:r>
            <a:endParaRPr lang="en-US" sz="3200" dirty="0"/>
          </a:p>
        </p:txBody>
      </p:sp>
      <p:pic>
        <p:nvPicPr>
          <p:cNvPr id="6" name="Image 0" descr="/home/claude/f4/img/v2/lsa_auror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Isothermal Layers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isothermal layers of the atmosphere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Tropopause and lower stratosphere: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Above the troposphere, temperature stops falling and remains at about −55 °C up to about 20 km. This isothermal layer acts as a lid that stops clouds from rising higher, which gives thunderclouds their flat anvil top.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Isothermal Layers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Stratopause and mesopause: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 stratopause (about 50 km) and the mesopause (about 80 km) are thin layers where temperature stays constant for a few kilometres. They mark the limits where the temperature trend changes from rising to falling, or from falling to rising.</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Function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ozone layer has the following functions: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Absorption of ultraviolet rays: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ozone layer absorbs most of the harmful ultraviolet (UV-B) rays of the Sun. It thus protects people from skin cancer and eye cataracts and protects plants and sea plankton.</a:t>
            </a:r>
            <a:endParaRPr lang="en-US" sz="2800" dirty="0"/>
          </a:p>
        </p:txBody>
      </p:sp>
      <p:pic>
        <p:nvPicPr>
          <p:cNvPr id="6" name="Image 0" descr="/home/claude/f4/img/v2/met2_ozon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layer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Function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Heating of the 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absorbed by ozone heats the stratosphere. This is why temperature rises with height in this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Depletion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ozone layer is depleted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Chlorofluorocarbons (CFCs):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CFCs from old fridges, air conditioners and aerosol sprays rise slowly into the stratosphere. There, ultraviolet rays release chlorine, and each chlorine atom can destroy thousands of ozone molecules.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Depletion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ozone-destroying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Halons from fire extinguishers, methyl bromide used against pests and nitrous oxide from fertilisers also destroy ozone. Their effect adds to that of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Depletion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ozone hole: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Every spring (September to November), the ozone layer over Antarctica becomes very thin because extreme cold speeds up the chemical reactions. This thinning is called the ozone hole.</a:t>
            </a:r>
            <a:endParaRPr lang="en-US" sz="3200" dirty="0"/>
          </a:p>
        </p:txBody>
      </p:sp>
      <p:pic>
        <p:nvPicPr>
          <p:cNvPr id="6" name="Image 0" descr="/home/claude/f4/img/v2/f4_ozonehol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ozone layer is protected by the following measures: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Montreal Protocol (1987):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Under this agreement, almost all countries, including Cameroon, stopped producing and using CFCs and other ozone-destroying chemicals. As a result, the ozone layer is slowly recovering and should return to its 1980 level by about 2066 over Antarctica.</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Collection of old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fridges and air conditioners must be collected so that their gases are recovered and destroyed. This prevents the CFCs they still contain from escaping into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Ozone Layer</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sun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informed so that they buy ozone-friendly products labelled "CFC-free". In strong sun, as in Garoua, wearing hats and sunglasses protects them from the ultraviolet rays that still reach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temperature fall in the troposphere but rise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is heated from the ground below; the stratosphere is heated by ozone absorbing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protect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Montreal Protocol, stop using CFCs, recycle old fridges, educate people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happens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lies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coldest layer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homosphere and the heterosphere. Describe the four thermal layers of the atmosphere. Explain the importance of the ozone layer. Explain the causes of its depletion and the measures to protect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layers of the atmosphere and explain the importance and protection of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Chemical Characteristics: Homosphere and Heterosphere; The Four Layers; The Isothermal Layers; Function; Depletion;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insolation.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parts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 temperature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shooting star.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ozone 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2026-09-29T11:13:35Z</dcterms:created>
  <dcterms:modified xsi:type="dcterms:W3CDTF">2026-09-29T11:13:35Z</dcterms:modified>
</cp:coreProperties>
</file>