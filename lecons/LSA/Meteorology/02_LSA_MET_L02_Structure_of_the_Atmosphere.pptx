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homosphere, heterosphere, troposphere, tropopause, stratosphere, ozone layer, mesosphere, thermosphere, CFCs, Montreal Protocol. At the end, you should be able to do this: learners are able to describe the layers of the atmosphere and explain the importance and protection of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The Meaning and Composition of the Atmosphere. The question was: Name the four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troposphere, the stratosphere, the mesosphere and the thermosphere.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the homosphere and the heterosphere. Number 2: describe the four thermal layers of the atmosphere. Number 3: explain the importance of the ozone layer. Number 4: explain the causes of its depletion and the measures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Nitrogen and oxygen are constant gases. Ozone absorbs ultraviolet rays. Clouds form in the air near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fly with Camair-Co from Garoua to Douala. As the plane climbs, the air outside becomes very cold and you fly above the clouds. You wonder what it is like even higher, where satellites move, and why the plane does not keep climbing. You also remember that the sun of Garoua is very strong. You ask: "Is the atmosphere the same all the way up, and what protects us from the dangerous rays of the Sun?"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Does it always get colder as we go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gets colder in the troposphere, but warmer again in the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protects us from dangerous solar rays?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ozone layer in the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products containing CFCs and protect yourself from strong ultraviolet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weather happens and why the ozone layer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homosphere and heterosphere.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part of the atmosphere are gases well mixed?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homosphere (up to about 80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does almost all weather happen?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temperature rise in the stratosphere?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Ozone absorbs ultraviolet rays and heats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aurora.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layer do auroras and the space station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thermosphere.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chemicals caused the ozone hole?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CFCs (chlorofluorocarbons)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Homosphere and Heterosphere.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Tropopause and Ozone layer.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by Chemical Composition. By composition, the atmosphere is divided as follows. Copy the point on Homosphere (0 – about 80 km) on the left, then draw the diagram on the right: homosphere and heterosphere.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by Chemical Composition. On this slide we have Heterosphere (above 80 km).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by Temperature. By temperature, the atmosphere has the following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by Temperature. On this slide we have Role of the troposphere.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Stratosphere (to about 50 km)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by Temperature. On this slide we have Mesosphere (50–80 km).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Thermosphere (above 80 km) on the left, then draw the diagram on the right: an aurora.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by Temperature. On this slide we have Pauses.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Ozone Layer. The ozone layer is presented as follows. On this slide we have Function.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Depletion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Ozone Layer. On this slide we have Protection.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Ozone Layer.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 protection on the left, then draw the diagram on the right: protecting the ozone layer.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temperature fall in the troposphere but rise in the stratosphere?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troposphere is heated from the ground below; the stratosphere is heated by ozone absorbing ultraviolet rays.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protect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apply the Montreal Protocol, stop using CFCs, recycle old fridges, educate people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troposphere; number 2, stratosphere; number 3, mesosphere.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insolation.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Solar Radiation.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STRUCTURE OF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Structure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Structure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Homosphere, heterosphere, troposphere, tropopause, stratosphere, ozone layer, mesosphere, thermosphere, CFCs, Montreal Protocol.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by chemical composition (homosphere, heterosphere) and by temperature (four layers and pauses); the ozone layer, its depletion and protection.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layers of the atmosphere and explain the importance and protection of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The Meaning and Composition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the stratosphere, the mesosphere and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homosphere and the heterosphere.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thermal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the ozone layer.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its depletion and the measures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Nitrogen and oxygen are constant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absorbs ultraviolet rays.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form in the air near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fly with Camair-Co from Garoua to Douala.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plane climbs, the air outside becomes very cold and you fly above the clouds.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wonder what it is like even higher, where satellites move, and why the plane does not keep climbing.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remember that the sun of Garoua is very strong.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"Is the atmosphere the same all the way up, and what protects us from the dangerous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it always get colder as we go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gets colder in the troposphere, but warmer again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protects us from dangerous solar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products containing CFCs and protect yourself from strong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weather happens and why the ozone layer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et2_hom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Homosphere and heterosphere.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the atmosphere are gases well mixed?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homosphere (up to about 80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almost all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emp_profi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temperature rise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and heats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auro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aurora.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auroras and the space station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chemicals caused the ozone 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CFCs (chlorofluorocarbons)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lower atmosphere (up to about 80 km) where gases are well mixed.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Heterosphere: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atmosphere (above 80 km) where gases form layers according to their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Tropopause: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between the troposphere and the stratosphere.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the stratosphere rich in ozone, which absorbs harmful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by Chemical Composition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By composition, the atmosphere is divided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Homosphere (0 – about 80 km):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gases are uniformly mixed (78 % nitrogen, 21 % oxygen); we live in it.</a:t>
            </a:r>
            <a:endParaRPr lang="en-US" sz="3600" dirty="0"/>
          </a:p>
        </p:txBody>
      </p:sp>
      <p:pic>
        <p:nvPicPr>
          <p:cNvPr id="5" name="Image 0" descr="/home/claude/f4/img/v2/met2_homo.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homosphere and heterosphere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by Chemical Composition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Heterosphere (above 80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very thin and gases form layers by weight, with hydrogen at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By temperature, the atmosphere has the following layers: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From the ground to about 8 km at the poles and 16–18 km at the Equator; temperature falls with height (about 6.5 °C per km).</a:t>
            </a:r>
            <a:endParaRPr lang="en-US" sz="32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of the troposphere: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contains about 75 % of the air and almost all the water vapour, clouds and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Stratosphere (to about 50 km):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rises with height because ozone absorbs ultraviolet rays; the air is calm and dry.</a:t>
            </a:r>
            <a:endParaRPr lang="en-US" sz="3600" dirty="0"/>
          </a:p>
        </p:txBody>
      </p:sp>
      <p:pic>
        <p:nvPicPr>
          <p:cNvPr id="5" name="Image 0" descr="/home/claude/f4/img/v2/temp_profi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(50–80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to about −90 °C, the coldest in the atmosphere; meteors burn up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Thermosphere (above 80 km):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rises above 1,000 °C; auroras form and the space station orbits.</a:t>
            </a:r>
            <a:endParaRPr lang="en-US" sz="3600" dirty="0"/>
          </a:p>
        </p:txBody>
      </p:sp>
      <p:pic>
        <p:nvPicPr>
          <p:cNvPr id="5" name="Image 0" descr="/home/claude/f4/img/v2/lsa_auror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aurora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by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tropopause, stratopause and mesopause separate the layers where the temperature trend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ozone layer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absorbs most of the harmful ultraviolet (UV-B) rays that cause skin cancer and eye cataracts.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Depletion: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CFCs from old fridges, air conditioners and aerosol sprays destroyed ozone and created a "hole", especially over Antarctica.</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Montreal Protocol (1987) phased out ozone-destroying chemicals, and the layer is slowly recovering.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fridges and air conditioners must be collected and treated.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must be informed and use safe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 protection: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strong sun, as in Garoua, wear hats and sunglasses and avoid long exposure at midday.</a:t>
            </a:r>
            <a:endParaRPr lang="en-US" sz="3600" dirty="0"/>
          </a:p>
        </p:txBody>
      </p:sp>
      <p:pic>
        <p:nvPicPr>
          <p:cNvPr id="5" name="Image 0" descr="/home/claude/f4/img/v2/met2_ozon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protecting the ozone layer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temperature fall in the troposphere but rise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is heated from the ground below; the stratosphere is heated by ozone absorbing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protect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the Montreal Protocol, stop using CFCs, recycle old fridges, educate people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happens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lies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coldest layer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homosphere and the heterosphere. Describe the four thermal layers of the atmosphere. Explain the importance of the ozone layer. Explain the causes of its depletion and the measures to protect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layers of the atmosphere and explain the importance and protection of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by Chemical Composition; Structure by Temperature;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insolation.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parts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zig-zag temperature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shooting star.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ozone hole.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2026-09-29T03:12:35Z</dcterms:created>
  <dcterms:modified xsi:type="dcterms:W3CDTF">2026-09-29T03:12:35Z</dcterms:modified>
</cp:coreProperties>
</file>