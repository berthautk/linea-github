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Air Masses.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Air Masses and Effects on Climate. The key notions we shall use today are: air mass, source region, continental, maritime, tropical, polar, arctic, equatorial, cT, mT, ITCZ, Harmattan, monsoon. At the end, you should be able to do this: learners are able to classify air masses and explain how the cT and mT air masses produce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Local Winds. The question was: Define an air mass.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 air mass is a very large body of air with nearly the same temperature and humidity throughout.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an air mass and a source region. Number 2: explain how air masses acquire their characteristics. Number 3: classify air masses with the two-letter system. Number 4: describe the cT and mT air masses affecting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Harmattan comes from the Sahara. The south-west monsoon comes from the Atlantic. The ITCZ moves with the seasons.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in Garoua, the air is very dry, hazy and full of fine dust; lips are chapped, the ground is cracked and everything is covered with reddish powder. In August, the air was heavy and humid and everything was green after daily rains. You ask: "How can the air feel so different at different times of the year? Is it not the same air?"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what air masses are and how they change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air of January so different from the air of August?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two different air masses.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they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dry air from the Sahara, the humid air from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air mass over Garoua from humidity, dust and clouds, and plan activities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origin of the dry and rainy seasons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source regions of air masses.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source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large, uniform area where an air mass forms and takes its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classification of air masses.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letter "m" mean in "mT"?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Maritime: formed over the sea, so moist.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air masses over West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air mass brings the rainy season to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tropical maritime (mT) air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the Harmattan air stable or unstable?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Stable: it prevents clouds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mT air give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moist and unstable, so it rises and forms cumulonimbus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Air mass.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Source region and Front.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Intertropical Convergence Zone (ITCZ).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Characteristics of Air Masses. Air masses have the following characteristics. Copy the point on Size on the left, then draw the diagram on the right: source regions of air masses.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Characteristics of Air Masses. Copy the point on Uniform temperature and humidity: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Characteristics of Air Masses. Copy the point on Weather of its source: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Development of Air Masses. Air masses acquire their characteristics in the following way. Copy the point on A uniform source region: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Development of Air Masses. Copy the point on A long stay over the source: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Development of Air Masses. Copy the point on Modification when moving: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Two Letters. Air masses are classified with two letters as follows. Copy the point on First letter (humidity):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Second letter (temperature) on the left, then draw the diagram on the right: the classification of air masses.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The main air masses are the following. Copy the point on Tropical continental (cT):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Copy the point on Tropical maritime (mT):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Copy the point on Polar continental (cP):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Copy the point on Polar maritime (mP):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Movements of Air Masses. Air masses are of the following types and move as follows. Copy the point on Warm air masses: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Movements of Air Masses. Copy the point on Cold air masses: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Movements of Air Masses. Copy the point on Seasonal movement: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Masses Affecting Cameroon and West Africa. Two air masses control the seasons of Cameroon as follows. Copy the point on Tropical continental air (cT) on the left, then draw the diagram on the right: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Tropical maritime air (mT) on the left, then draw the diagram on the right: heavy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Intertropical Front (ITF) on the left, then draw the diagram on the right: the air masses of West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continental air mass from a maritime air mass.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continental air mass forms over land and is dry; a maritime air mass forms over the sea and is moist.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air mass brings the rainy season to Garoua, and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tropical maritime (mT) air mass, because it is moist and unstable.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source; number 2, tropical continental (cT); number 3, Intertropical Front (ITF).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climate.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Meaning of Climate and Köppen's Classification.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AIR MASSES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Air Masses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Masses and Effects on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Air Masses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 source region, continental, maritime, tropical, polar, arctic, equatorial, cT, mT, ITCZ, Harmattan, monsoon.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characteristics of air masses; source regions; classification (c/m, T/P/A/E); the air masses affecting Cameroon and West Africa (cT and 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air masses and explain how the cT and mT air masses produce the seasons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Local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air mass is a very large body of air with nearly the same temperature and humidity throughout.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air mass and a source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air masses acquire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air masses with the two-letter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cT and mT air masses affecting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south-west monsoon comes from the Atlantic.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ITCZ moves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in Garoua, the air is very dry, hazy and full of fine dust; lips are chapped, the ground is cracked and everything is covered with reddish powder.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the air was heavy and humid and everything was green after daily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can the air feel so different at different times of the year?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not the same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what air masses are and how they change 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of January so different from the air of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two different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air from the Sahara, the humid air 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air mass over Garoua from humidity, dust and clouds, and plan activities accordingly.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origin of the dry and rainy seasons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irmass_sour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Source regions of air masses.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source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 uniform area where an air mass forms and takes its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irmass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air masses.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letter "m" mean in "mT"?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Maritime: formed over the sea, so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_airmass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Air masses over West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air mass brings the rainy season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tropical maritime (mT)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Harmattan air stable or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Stable: it prevents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mT air give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moist and unstable, so it rises and forms cumulonimbus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Air Masses and Effects on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body of air with nearly the same temperature and humidity throughout at a given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 uniform area where an air mass forms and acquires its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boundary between two air masses of different temperature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where the air masses of the two hemispheres meet; over West Africa it is called the Intertropical Front (ITF).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Air Masses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Air masses have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An air mass is very large and can cover thousands of square kilometres, such as the whole of the Sahara. It can reach several kilometres in height.</a:t>
            </a:r>
            <a:endParaRPr lang="en-US" sz="3600" dirty="0"/>
          </a:p>
        </p:txBody>
      </p:sp>
      <p:pic>
        <p:nvPicPr>
          <p:cNvPr id="5" name="Image 0" descr="/home/claude/f4/img/v2/airmass_sourc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source regions of air masses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Air Masses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Uniform temperature and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same height, the temperature and moisture of an air mass are almost the same everywhere. This is what distinguishes it from the air masses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Air Masses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of its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air mass brings the weather of its source region to the places it crosses. For example, air from the Sahara is always dry, while air from the ocean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Development of Air Masses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masses acquire their characteristics in the following 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uniform source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air mass forms over a large, flat and uniform surface, such as a desert, an ocean or an ice-covered plain. Mountains and mixed surfaces do not make good source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Development of Air Masses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long stay over the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must stay over the source for several days or weeks, usually in a calm anticyclone. Like a sponge, it slowly takes the temperature and moisture of the surface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Development of Air Masses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Modification when moving: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air mass moves, it is slowly changed by the surfaces it crosses. For example, dry Saharan air picks up moisture over the Gulf of Guinea, and cold air becomes unstable when it passes over a warm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and Examples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Two Letters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Air masses are classified with two letters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First letter (humidity):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letter c (continental) is used for an air mass formed over land, which is dry. The letter m (maritime) is used for an air mass formed over the sea, which is moist.</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and Examples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Two Letters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Second letter (temperature):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 means equatorial (very warm), T tropical (warm), P polar (cold) and A arctic or antarctic (very cold). The letters show the latitude of the source region.</a:t>
            </a:r>
            <a:endParaRPr lang="en-US" sz="3600" dirty="0"/>
          </a:p>
        </p:txBody>
      </p:sp>
      <p:pic>
        <p:nvPicPr>
          <p:cNvPr id="6" name="Image 0" descr="/home/claude/f4/img/v2/airmass_class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classification of air masses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and Examples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Examples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air masses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continental (cT):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dry, like the air of the Sahara. It brings dry, sunny and dusty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and Examples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Examples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maritime (mT):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warm and moist, like the air over the tropical oceans. It brings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and Examples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Examples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continental (cP):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cold and dry, like the air of Siberia in winter. It brings very cold, clear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and Examples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Examples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maritime (mP):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cool and moist, like the air of the North Atlantic. It brings cool, showery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Types and Movements of Air Masses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masses are of the following types and move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Warm 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warm air mass is warmer than the surface it moves over, so it is cooled from below. It becomes stable and brings layer clouds, drizzle and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Types and Movements of Air Masses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Cold 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cold air mass is colder than the surface it moves over, so it is heated from below. It becomes unstable and brings cumulus clouds and showers.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Types and Movements of Air Masses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masses move with the pressure belts, which follow the overhead sun north and south during the year. As a result, each region is dominated by different air masses in different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Air Masses Affecting Cameroon and West Africa</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Two air masses control the seasons of Cameroon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Tropical continental air (cT):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forms over the Sahara and is hot by day, very dry, dusty and stable, blowing as the north-east Harmattan. It dominates the dry season in Garoua from about November to March, with sunshine, haze and low humidity.</a:t>
            </a:r>
            <a:endParaRPr lang="en-US" sz="2800" dirty="0"/>
          </a:p>
        </p:txBody>
      </p:sp>
      <p:pic>
        <p:nvPicPr>
          <p:cNvPr id="5"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Air Masses Affecting Cameroon and West Africa</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Tropical maritime air (mT):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forms over the South Atlantic Ocean around Saint Helena and is warm, very moist and unstable, blowing as the south-west monsoon. It brings the rainy season to Garoua from about May to October, with cumulonimbus clouds and storms.</a:t>
            </a:r>
            <a:endParaRPr lang="en-US" sz="3200" dirty="0"/>
          </a:p>
        </p:txBody>
      </p:sp>
      <p:pic>
        <p:nvPicPr>
          <p:cNvPr id="5" name="Image 0" descr="/home/claude/f4/img/v2/f4_heavyrai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heavy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Air Masses Affecting Cameroon and West Africa</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Intertropical Front (ITF):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two air masses meet along the ITF, which moves north in the northern summer and south in winter. Places south of the ITF receive rain, which explains why the rainy season is longer in the south of Cameroon than in the north.</a:t>
            </a:r>
            <a:endParaRPr lang="en-US" sz="3200" dirty="0"/>
          </a:p>
        </p:txBody>
      </p:sp>
      <p:pic>
        <p:nvPicPr>
          <p:cNvPr id="5" name="Image 0" descr="/home/claude/f4/img/v2/wa_airmasses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air masses of West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continental air mass from a maritime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continental air mass forms over land and is dry; a maritime air mass forms over the sea and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air mass brings the rainy season to Garoua,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tropical maritime (mT) air mass, because it is moist and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air mass takes its characteristics from its ______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Harmattan is a ______ air mass.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two air masses meet at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Meaning of Climate and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Maritime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Maritime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Air Masses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air mass and a source region. Explain how air masses acquire their characteristics. Classify air masses with the two-letter system. Describe the cT and mT air masses affecting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air masses and explain how the cT and mT air masses produce the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Characteristics of Air Masses; Development of Air Masses; The Two Letters; Examples; Types and Movements of Air Masses; Air Masses Affecting Cameroon and West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sponge example.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codes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two air masses and the ITF.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Harmattan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August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2026-10-06T05:43:44Z</dcterms:created>
  <dcterms:modified xsi:type="dcterms:W3CDTF">2026-10-06T05:43:44Z</dcterms:modified>
</cp:coreProperties>
</file>