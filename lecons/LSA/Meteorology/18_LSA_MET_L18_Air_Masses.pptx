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18: Air Masses.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Climates, and the sub-topic is Air Masses and Effects on Climate. The key notions we shall use today are: air mass, source region, continental, maritime, tropical, polar, arctic, equatorial, cT, mT, ITCZ, Harmattan, monsoon. At the end, you should be able to do this: learners are able to classify air masses and explain how the cT and mT air masses produce the seasons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17: Local Winds. The question was: Define an air mass.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 air mass is a very large body of air with nearly the same temperature and humidity throughout.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an air mass and a source region. Number 2: explain how air masses acquire their characteristics. Number 3: classify air masses with the two-letter system. Number 4: describe the cT and mT air masses affecting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Harmattan comes from the Sahara. The south-west monsoon comes from the Atlantic. The ITCZ moves with the seasons.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January in Garoua, the air is very dry, hazy and full of fine dust; lips are chapped, the ground is cracked and everything is covered with reddish powder. In August, the air was heavy and humid and everything was green after daily rains. You ask: "How can the air feel so different at different times of the year? Is it not the same air?"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what air masses are and how they change the weather.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 air of January so different from the air of August?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are two different air masses.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 they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dry air from the Sahara, the humid air from the Atlantic 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recognise the air mass over Garoua from humidity, dust and clouds, and plan activities accordingly.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the origin of the dry and rainy seasons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source regions of air masses.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source region?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large, uniform area where an air mass forms and takes its characteristics.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classification of air masses.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the letter "m" mean in "mT"?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Maritime: formed over the sea, so moist.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air masses over West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air mass brings the rainy season to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tropical maritime (mT) air mass.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harmattan haze.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Is the Harmattan air stable or unstable?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Stable: it prevents clouds and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heavy rain.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does mT air give heavy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moist and unstable, so it rises and forms cumulonimbus clouds.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Air mass.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Source region.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Characteristics of Air Masses. Air masses are presented as follows. Copy the point on Size on the left, then draw the diagram on the right: source regions.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Characteristics of Air Masses. On this slide we have Acquired characteristics and Good source regions.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Characteristics of Air Masses. On this slide we have Movement.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of Air Masses. Air masses are classified with two letters as follows. On this slide we have First letter (moisture).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Air Masses. On this slide we have Second letter (temperature).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Examples on the left, then draw the diagram on the right: classification of air masses.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Air Masses Affecting Cameroon and West Africa. Two air masses control the seasons of Cameroon as follows. Copy the point on Tropical continental (cT) on the left, then draw the diagram on the right: harmattan haze.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Air Masses Affecting Cameroon and West Africa. On this slide we have Influence of cT.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Tropical maritime (mT) on the left, then draw the diagram on the right: heavy rain.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Air Masses Affecting Cameroon and West Africa. On this slide we have Influence of mT.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meeting zone on the left, then draw the diagram on the right: air masses over West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Comparison on the left, then draw the diagram on the right: cT and mT compared.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a continental air mass from a maritime air mass.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continental air mass forms over land and is dry; a maritime air mass forms over the sea and is moist.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Which air mass brings the rainy season to Garoua, and why?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tropical maritime (mT) air mass, because it is moist and unstable.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source; number 2, tropical continental (cT); number 3, Intertropical Front (ITF).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climate.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19: Meaning of Climate and Köppen's Classification.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18: AIR MASSES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Air Masses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Air Masses and Effects on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18: Air Masses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Air mass, source region, continental, maritime, tropical, polar, arctic, equatorial, cT, mT, ITCZ, Harmattan, monsoon.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characteristics of air masses; source regions; classification (c/m, T/P/A/E); the air masses affecting Cameroon and West Africa (cT and mT).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air masses and explain how the cT and mT air masses produce the seasons of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17: Local Winds):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an air mass.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air mass is a very large body of air with nearly the same temperature and humidity throughout.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air mass and a source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air masses acquire their characteristics.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air masses with the two-letter system.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cT and mT air masses affecting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Harmattan comes from the Sahara.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south-west monsoon comes from the Atlantic.</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ITCZ moves with the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January in Garoua, the air is very dry, hazy and full of fine dust; lips are chapped, the ground is cracked and everything is covered with reddish powder.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August, the air was heavy and humid and everything was green after daily 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"How can the air feel so different at different times of the year?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it not the same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what air masses are and how they change the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air of January so different from the air of August?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two different air masses.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they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dry air from the Sahara, the humid air from the Atlantic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Recognise the air mass over Garoua from humidity, dust and clouds, and plan activities accordingly.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the origin of the dry and rainy seasons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airmass_sourc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Source regions of air masses.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source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large, uniform area where an air mass forms and takes its characteristics.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airmass_clas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Classification of air masses.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letter "m" mean in "mT"?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Maritime: formed over the sea, so moist.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wa_airmasse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Air masses over West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air mass brings the rainy season to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tropical maritime (mT) air mass.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harmatta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Harmattan haze.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Harmattan air stable or unstable?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Stable: it prevents clouds and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heavy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Heavy rain.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mT air give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moist and unstable, so it rises and forms cumulonimbus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Climates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Air Masses and Effects on Climate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18: Air Masses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 mass: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large body of air with nearly the same temperature and humidity throughout at a given height.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Source region: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large, uniform area where an air mass forms and acquires its characteristics.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Characteristics of Air Masses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Air masses are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Size: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An air mass covers thousands of square kilometres.</a:t>
            </a:r>
            <a:endParaRPr lang="en-US" sz="3600" dirty="0"/>
          </a:p>
        </p:txBody>
      </p:sp>
      <p:pic>
        <p:nvPicPr>
          <p:cNvPr id="5" name="Image 0" descr="/home/claude/f4/img/v2/airmass_sourc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source regions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Characteristics of Air Masses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Acquired 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staying long over a surface takes its temperature and moisture, like a sponge.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Good source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flat and uniform areas such as deserts, oceans and ice-covered 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Characteristics of Air Masses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Movement: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an air mass moves, it brings the weather of its source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of Air Masses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Air masses are classified with two letters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First letter (moisture):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 = continental: formed over land, dry.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 = maritime: formed over the sea, moist.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of Air Masses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Second letter (temperature):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 = equatorial: very warm.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 = tropical: warm.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 = polar: cold.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 arctic or antarctic: very cold.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of Air Masses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cT is hot and dry (Sahara), mT is warm and moist (tropical oceans), cP is cold and dry (Siberia).</a:t>
            </a:r>
            <a:endParaRPr lang="en-US" sz="3600" dirty="0"/>
          </a:p>
        </p:txBody>
      </p:sp>
      <p:pic>
        <p:nvPicPr>
          <p:cNvPr id="5" name="Image 0" descr="/home/claude/f4/img/v2/airmass_class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classification of air masses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Air Masses Affecting Cameroon and West Africa</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Two air masses control the seasons of Cameroon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Tropical continental (cT):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It comes from the Sahara; it is hot, very dry, dusty and stable, and blows as the Harmattan.</a:t>
            </a:r>
            <a:endParaRPr lang="en-US" sz="3200" dirty="0"/>
          </a:p>
        </p:txBody>
      </p:sp>
      <p:pic>
        <p:nvPicPr>
          <p:cNvPr id="5" name="Image 0" descr="/home/claude/f4/img/v2/f2t_harmatta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Harmattan haze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Air Masses Affecting Cameroon and West Africa</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Influence of 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dominates the dry season (about November to March in Garoua), with sunshine, haze, low humidity and a risk of fires.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Air Masses Affecting Cameroon and West Africa</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Tropical maritime (mT):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comes from the South Atlantic; it is warm, very moist and unstable, and blows as the south-west monsoon.</a:t>
            </a:r>
            <a:endParaRPr lang="en-US" sz="3600" dirty="0"/>
          </a:p>
        </p:txBody>
      </p:sp>
      <p:pic>
        <p:nvPicPr>
          <p:cNvPr id="5" name="Image 0" descr="/home/claude/f4/img/v2/f4_heavyrai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heavy rain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Air Masses Affecting Cameroon and West Africa</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Influence of mT: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brings the rainy season (about May to September–October in Garoua), with cumulonimbus clouds and storms; the coast of Cameroon receives the most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Air Masses Affecting Cameroon and West Africa</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meeting zone: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two air masses meet at the Intertropical Front (ITF), which moves north and south with the seasons.</a:t>
            </a:r>
            <a:endParaRPr lang="en-US" sz="3600" dirty="0"/>
          </a:p>
        </p:txBody>
      </p:sp>
      <p:pic>
        <p:nvPicPr>
          <p:cNvPr id="5" name="Image 0" descr="/home/claude/f4/img/v2/wa_airmasses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air masses over West Africa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Air Masses Affecting Cameroon and West Africa</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Comparison: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two air masses are opposite in almost everything.</a:t>
            </a:r>
            <a:endParaRPr lang="en-US" sz="3600" dirty="0"/>
          </a:p>
        </p:txBody>
      </p:sp>
      <p:pic>
        <p:nvPicPr>
          <p:cNvPr id="5" name="Image 0" descr="/home/claude/f4/img/v2/met2_am_cmr.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cT and mT compared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 continental air mass from a maritime air mass.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continental air mass forms over land and is dry; a maritime air mass forms over the sea and is moist.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air mass brings the rainy season to Garoua, and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tropical maritime (mT) air mass, because it is moist and unstable.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air mass takes its characteristics from its ______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Harmattan is a ______ air mass.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two air masses meet at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19: Meaning of Climate and Köppen's Classification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 mass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masse d'air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Maritime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Maritime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Harmattan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L'harmattan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Monsoon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mousson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Source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région 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18: Air Masses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air mass and a source region. Explain how air masses acquire their characteristics. Classify air masses with the two-letter system. Describe the cT and mT air masses affecting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air masses and explain how the cT and mT air masses produce the seasons of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and Characteristics of Air Masses; Classification of Air Masses; Air Masses Affecting Cameroon and West Africa.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sponge example.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codes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two air masses and the ITF.</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Harmattan day.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an August storm.</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“Bamenda sob a poeira do Harmattan” by carlosoliveirareis, CC BY-NC-SA 2.0, via Flickr (https://www.flickr.com/photos/54218923@N00/387054136)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“Heavy rain. Johannesburg, South Africa” by varfolomeev, CC BY-NC 2.0, via Flickr (https://www.flickr.com/photos/45427632@N02/49745935146)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2026-09-29T03:12:39Z</dcterms:created>
  <dcterms:modified xsi:type="dcterms:W3CDTF">2026-09-29T03:12:39Z</dcterms:modified>
</cp:coreProperties>
</file>