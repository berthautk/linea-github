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Lst>
  <p:notesMasterIdLst>
    <p:notesMasterId r:id="rId6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notesMaster" Target="notesMasters/notesMaster1.xml"/><Relationship Id="rId62" Type="http://schemas.openxmlformats.org/officeDocument/2006/relationships/presProps" Target="presProps.xml"/><Relationship Id="rId63" Type="http://schemas.openxmlformats.org/officeDocument/2006/relationships/viewProps" Target="viewProps.xml"/><Relationship Id="rId64" Type="http://schemas.openxmlformats.org/officeDocument/2006/relationships/theme" Target="theme/theme1.xml"/><Relationship Id="rId6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 The Meaning and Composition of the Atmosphere.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Atmosphere as a Centre of Weather and Climate, and the sub-topic is The Atmosphere. The key notions we shall use today are: atmosphere, constant gases, variable gases, water vapour, greenhouse gas, ozone, aerosols, condensation nuclei, Harmattan haze. At the end, you should be able to do this: learners are able to describe the composition of the atmosphere and explain local phenomena such as the Harmattan haze.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the atmosphere and explain its importance. Number 2: distinguish constant and variable gases with examples. Number 3: describe liquid and solid aerosols and their sources. Number 4: explain the role of aerosols in weather.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Harmattan is a dry, dusty wind from the Sahara. Plants need carbon dioxide. We breathe oxygen.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a January morning in Garoua, you go outside and notice that the sky is not clear blue but hazy and whitish. The air is very dry and fine dust covers cars and leaves. Yet everyone breathes normally. You ask: "What is the air made of, what makes the sky hazy, and why can we still breathe despite the dust?"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the composition of the atmosphere.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makes the sky hazy in January?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Millions of dust particles (solid aerosols) carried by the Harmattan from the Sahara.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can we still breathe normally?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Oxygen is a constant gas: it stays at about 21 % even when dust and vapour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reduce smoke and dust pollution, and protect yourself during strong Harmattan haze.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air around us, the weather it produces and the pollution that threatens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the thin atmosphere seen from space.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holds the atmosphere around the Earth?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gravity of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gases of the air.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gas makes up about 78 % of the air?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Nitrogen.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constant gases, variable gases and aerosols.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water vapour called a variable gas?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Its amount changes from almost 0 % in deserts to about 4 % in the humid tropics.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dust in the air.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Where does the Harmattan dust come from?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From the Sahara Desert.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fog.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are aerosols important for clouds and fog?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Water vapour condenses on them: they act as condensation nuclei.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Atmosphere and Constant gases.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Variable gases and Aerosols.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Importance of the Atmosphere. The atmosphere is important for the following reasons. Copy the point on A protective blanket on the left, then draw the diagram on the right: the atmosphere seen from space.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Importance of the Atmosphere. On this slide we have Temperature control, Life and Weather.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Gaseous Components. The gases of the atmosphere are the following. Copy the point on Nitrogen (about 78 %) on the left, then draw the diagram on the right: the gases of the air.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Gaseous Components. On this slide we have Oxygen (about 21 %) and Argon (about 0.9 %).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Water vapour (0–4 %) on the left, then draw the diagram on the right: constant and variable gases.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Gaseous Components. On this slide we have Other variable gases.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Gaseous Components. Copy this carefully.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Aerosols (Particulates). The aerosols of the atmosphere are the following. Copy the point on Liquid aerosols on the left, then draw the diagram on the right: fog.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Aerosols (Particulates). On this slide we have Solid aerosols.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Aerosols (Particulates). Copy this carefully.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Harmattan haze on the left, then draw the diagram on the right: dust in the air.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Aerosols (Particulates). On this slide we have Role in weather.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a constant gas from a variable gas with one example each.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constant gas keeps the same proportion everywhere (oxygen); a variable gas changes in amount (water vapour).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are aerosols important in the formation of clouds?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water vapour condenses on them; they act as condensation nuclei.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78; number 2, ultraviolet; number 3, solid.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four layers of the atmosphere.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 Structure of the Atmosphere.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 THE MEANING AND COMPOSITION OF THE ATMOSPHERE</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Meaning and Composition of the Atmosphere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Atmosphere as a Centre of Weather and Climate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Atmosphere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 The Meaning and Composition of the Atmosphere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Atmosphere, constant gases, variable gases, water vapour, greenhouse gas, ozone, aerosols, condensation nuclei, Harmattan haze.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importance of the atmosphere; gaseous components (constant and variable gases); aerosols (liquid and solid) and their role.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composition of the atmosphere and explain local phenomena such as the Harmattan haze.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atmosphere and explain its importance.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constant and variable gases with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liquid and solid aerosols and their sources.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role of aerosols in weather.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Harmattan is a dry, dusty wind from the Sahara.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Plants need carbon dioxide.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 breathe oxygen.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January morning in Garoua, you go outside and notice that the sky is not clear blue but hazy and whitish.</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air is very dry and fine dust covers cars and leaves.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Yet everyone breathes normally.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"What is the air made of, what makes the sky hazy, and why can we still breathe despite the dust?"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the composition of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makes the sky hazy in January?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Millions of dust particles (solid aerosols) carried by the Harmattan from the Sahara.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can we still breathe normally?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Oxygen is a constant gas: it stays at about 21 % even when dust and vapour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Reduce smoke and dust pollution, and protect yourself during strong Harmattan haze.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air around us, the weather it produces and the pollution that threatens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sa_limb.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thin atmosphere seen from space.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holds the atmosphere around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gravity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GASES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gases_pi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gases of the air.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GASES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gas makes up about 78 % of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GASES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Nitrogen.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GASES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met2_gases.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Constant gases, variable gases and aerosols.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GASES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water vapour called a variable gas?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GASES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amount changes from almost 0 % in deserts to about 4 % in the humid tropics.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AEROSOLS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sandstorm.jpg">    </p:cNvPr>
          <p:cNvPicPr>
            <a:picLocks noChangeAspect="1"/>
          </p:cNvPicPr>
          <p:nvPr/>
        </p:nvPicPr>
        <p:blipFill>
          <a:blip r:embed="rId1"/>
          <a:stretch>
            <a:fillRect/>
          </a:stretch>
        </p:blipFill>
        <p:spPr>
          <a:xfrm>
            <a:off x="1252761" y="1783080"/>
            <a:ext cx="968617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Dust in the air.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AEROSOLS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Harmattan dust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AEROSOLS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the Sahara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AEROSOLS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fog.jpg">    </p:cNvPr>
          <p:cNvPicPr>
            <a:picLocks noChangeAspect="1"/>
          </p:cNvPicPr>
          <p:nvPr/>
        </p:nvPicPr>
        <p:blipFill>
          <a:blip r:embed="rId1"/>
          <a:stretch>
            <a:fillRect/>
          </a:stretch>
        </p:blipFill>
        <p:spPr>
          <a:xfrm>
            <a:off x="342250" y="1783080"/>
            <a:ext cx="1150719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Fog.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AEROSOLS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aerosols important for clouds and fog?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AEROSOLS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vapour condenses on them: they act as condensation nuclei.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Atmosphere as a Centre of Weather and Climate</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The Atmosphere</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 The Meaning and Composition of the Atmosphere</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Atmosphere: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thin layer of gases held around the Earth by gravity.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Constant gases: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gases whose proportions in the air remain almost the same everywhere.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Variable gases: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gases whose amounts change with place, time and season.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Aerosols: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tiny solid or liquid particles suspended in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Importance of the Atmosphere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atmosphere is important for the following reasons: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A protective blanket: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protects us from harmful solar radiation and from meteors.</a:t>
            </a:r>
            <a:endParaRPr lang="en-US" sz="3600" dirty="0"/>
          </a:p>
        </p:txBody>
      </p:sp>
      <p:pic>
        <p:nvPicPr>
          <p:cNvPr id="5" name="Image 0" descr="/home/claude/f4/img/v2/lsa_limb.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atmosphere seen from space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Importance of the Atmosphere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Temperature control: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keeps the Earth warm through the greenhouse effect and reduces the difference between day and night.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Life: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contains the oxygen we breathe and the carbon dioxide used by plants.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Weather: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All clouds, rain and winds take place in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Gaseous Components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gases of the atmosphere are the following:</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Nitrogen (about 78 %):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 constant gas, needed for plant growth.</a:t>
            </a:r>
            <a:endParaRPr lang="en-US" sz="3600" dirty="0"/>
          </a:p>
        </p:txBody>
      </p:sp>
      <p:pic>
        <p:nvPicPr>
          <p:cNvPr id="5" name="Image 0" descr="/home/claude/f4/img/v2/gases_pie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gases of the air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Gaseous Components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Oxygen (about 21 %):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constant gas, necessary for breathing and burning.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Argon (about 0.9 %):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constant, inert gas.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Gaseous Components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Water vapour (0–4 %):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 variable gas that forms clouds and rain and keeps the Earth warm.</a:t>
            </a:r>
            <a:endParaRPr lang="en-US" sz="3600" dirty="0"/>
          </a:p>
        </p:txBody>
      </p:sp>
      <p:pic>
        <p:nvPicPr>
          <p:cNvPr id="5" name="Image 0" descr="/home/claude/f4/img/v2/met2_gases.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constant and variable gases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Gaseous Components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Other variable gases: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Carbon dioxide: a greenhouse gas used by plants (about 0.04 %).</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Methane: a strong greenhouse gas from swamps, cattle and waste.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Gaseous Components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Ozone: it absorbs harmful ultraviolet rays in the stratosphere.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Aerosols (Particulates)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aerosols of the atmosphere are the following:</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Liquid aerosols: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Tiny water droplets form clouds and fog.</a:t>
            </a:r>
            <a:endParaRPr lang="en-US" sz="3600" dirty="0"/>
          </a:p>
        </p:txBody>
      </p:sp>
      <p:pic>
        <p:nvPicPr>
          <p:cNvPr id="5" name="Image 0" descr="/home/claude/f4/img/v2/f4_fog.jpg">    </p:cNvPr>
          <p:cNvPicPr>
            <a:picLocks noChangeAspect="1"/>
          </p:cNvPicPr>
          <p:nvPr/>
        </p:nvPicPr>
        <p:blipFill>
          <a:blip r:embed="rId1"/>
          <a:stretch>
            <a:fillRect/>
          </a:stretch>
        </p:blipFill>
        <p:spPr>
          <a:xfrm>
            <a:off x="5349240" y="2682541"/>
            <a:ext cx="6659575" cy="247132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fog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Aerosols (Particulates)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Solid aerosols: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Dust from deserts, like the Harmattan dust.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Salt crystals from sea spray.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Pollen and spores from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Aerosols (Particulates)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Ash and soot from volcanoes and bush fires.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Pollutants from factories and vehicles.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Aerosols (Particulates)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Harmattan haze: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In the dry season, Saharan dust makes the sky of Garoua hazy and reduces visibility.</a:t>
            </a:r>
            <a:endParaRPr lang="en-US" sz="3600" dirty="0"/>
          </a:p>
        </p:txBody>
      </p:sp>
      <p:pic>
        <p:nvPicPr>
          <p:cNvPr id="5" name="Image 0" descr="/home/claude/f4/img/v2/f2t_sandstorm.jpg">    </p:cNvPr>
          <p:cNvPicPr>
            <a:picLocks noChangeAspect="1"/>
          </p:cNvPicPr>
          <p:nvPr/>
        </p:nvPicPr>
        <p:blipFill>
          <a:blip r:embed="rId1"/>
          <a:stretch>
            <a:fillRect/>
          </a:stretch>
        </p:blipFill>
        <p:spPr>
          <a:xfrm>
            <a:off x="5349240" y="2450233"/>
            <a:ext cx="6659575" cy="2935942"/>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dust in the air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Aerosols (Particulates)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Role in weather: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Aerosols scatter sunlight and act as condensation nuclei on which cloud droplets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a constant gas from a variable gas with one example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constant gas keeps the same proportion everywhere (oxygen); a variable gas changes in amount (water vapour).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aerosols important in the formation of clouds?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vapour condenses on them; they act as condensation nuclei.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Nitrogen forms about ______ % of the air.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Ozone absorbs ______ radiation.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Harmattan dust is a ______ aerosol.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layers of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Structure of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Atmosphere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L'atmosphère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Gas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gaz</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Aerosol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L'aérosol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Dust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poussière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 vapour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vapeur d'eau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Haze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brume sèche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Atmosphere as a Centre of Weather and Climate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 The Meaning and Composition of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atmosphere and explain its importance. Distinguish constant and variable gases with examples. Describe liquid and solid aerosols and their sources. Explain the role of aerosols in weather.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composition of the atmosphere and explain local phenomena such as the Harmattan haze.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Meaning and Importance of the Atmosphere; The Gaseous Components; Aerosols (Particulates).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four layers of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compare the atmosphere to a blanket.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pie chart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January and August in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look at dust on a car in January.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breathe on a cold glass.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Meteorology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“Sunset Over the Indian Ocean (NASA, International Space Station Scienc” by NASA's Marshall Space Flight Center, CC BY-NC 2.0, via nasa (https://www.flickr.com/photos/28634332@N05/8134997029)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“Sandstorm at Camp Bastion, Afghanistan” by Defence Images, CC BY-NC 2.0, via Flickr (https://www.flickr.com/photos/48399297@N04/10343833885)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“Mist” by Art by MarkAC, CC BY-SA 2.0, via Flickr (https://www.flickr.com/photos/60580775@N08/40783321332)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59</Slides>
  <Notes>59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59</vt:i4>
      </vt:variant>
    </vt:vector>
  </HeadingPairs>
  <TitlesOfParts>
    <vt:vector size="6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2026-09-28T22:18:54Z</dcterms:created>
  <dcterms:modified xsi:type="dcterms:W3CDTF">2026-09-28T22:18:54Z</dcterms:modified>
</cp:coreProperties>
</file>