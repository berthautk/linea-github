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The Meaning and Composition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Atmosphere as a Centre of Weather and Climate, and the sub-topic is The Atmosphere. The key notions we shall use today are: atmosphere, constant gases, variable gases, water vapour, greenhouse gas, ozone, aerosols, condensation nuclei, Harmattan haze. At the end, you should be able to do this: learners are able to describe the composition of the atmosphere and explain local phenomena such as the Harmattan haze.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the atmosphere and explain its importance. Number 2: distinguish constant and variable gases with examples. Number 3: describe liquid and solid aerosols and their sources. Number 4: explain the role of aerosols in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Harmattan is a dry, dusty wind from the Sahara. Plants need carbon dioxide. We breathe oxygen.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January morning in Garoua, you go outside and notice that the sky is not clear blue but hazy and whitish. The air is very dry and fine dust covers cars and leaves. Yet everyone breathes normally. You ask: "What is the air made of, what makes the sky hazy, and why can we still breathe despite the dust?"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composition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the sky hazy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Millions of dust particles (solid aerosols) carried by the Harmattan from the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can we still breathe normally?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Oxygen is a constant gas: it stays at about 21 % even when dust and vapour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smoke and dust pollution, and protect yourself during strong Harmattan haze.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air around us, the weather it produces and the pollution that threatens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thin atmosphere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holds the atmosphere around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gravity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gases of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gas makes up about 78 % of the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Nitrogen.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constant gases, variable gases and aerosols.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water vapour called a variable gas?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amount changes from almost 0 % in deserts to about 4 % in the humid tropics.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dust in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the Harmattan dust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Sahara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fog.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aerosols important for clouds and fog?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vapour condenses on them: they act as condensation nuclei.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Atmosphere and Constant gases.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Variable gases and Aerosols.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Atmosphere. The atmosphere is explained as follows. Copy the point on The atmosphere on the left, then draw the diagram on the right: the atmosphere seen from space.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Constant Gases. The constant gases of the atmosphere are the following. Copy the point on Nitrogen (about 78 %) on the left, then draw the diagram on the right: the gases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Constant Gases. Copy the point on Oxygen (about 21 %):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Constant Gases. Copy the point on Argon (about 0.9 %):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Variable Gases. The variable gases of the atmosphere are the following. Copy the point on Water vapour (0 to 4 %) on the left, then draw the diagram on the right: constant and variable gases.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Variable Gases. Copy the point on Carbon dioxide (about 0.04 %):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Variable Gases. Copy the point on Methane: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Variable Gases. Copy the point on Ozone: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Liquid Aerosols. The liquid aerosols of the atmosphere are the following. Copy the point on Water droplets on the left, then draw the diagram on the right: fog.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Liquid Aerosols. Copy the point on Acid droplets: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Solid Aerosols. The solid aerosols of the atmosphere are the following. Copy the point on Dust on the left, then draw the diagram on the right: a dust 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Solid Aerosols. Copy the point on Sea salt: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Smoke, soot and ash on the left, then draw the diagram on the right: smoke from a fire.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Solid Aerosols. Copy the point on Pollen and spores: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constant gas from a variable gas with one example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constant gas keeps the same proportion everywhere (oxygen); a variable gas changes in amount (water vapour).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aerosols important in the formation of clouds?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vapour condenses on them; they act as condensation nuclei.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78; number 2, ultraviolet; number 3,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four layers of the atmosphere.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Structure of the Atmosphere.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THE MEANING AND COMPOSITION OF THE ATMOSPHERE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Meaning and Composition of 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 as a Centre of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The Meaning and Composition of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Atmosphere, constant gases, variable gases, water vapour, greenhouse gas, ozone, aerosols, condensation nuclei, Harmattan haze.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importance of the atmosphere; gaseous components (constant and variable gases); aerosols (liquid and solid) and their role.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composition of the atmosphere and explain local phenomena such as the Harmattan haze.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atmosphere and explain its importance.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constant and variable gases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liquid and solid aerosols and their 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aerosols in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is a dry, dusty wind from the Sahara.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carbon dioxide.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breathe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January morning in Garoua, you go outside and notice that the sky is not clear blue but hazy and whitish.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very dry and fine dust covers cars and leaves.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Yet everyone breathes normally.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is the air made of, what makes the sky hazy, and why can we still breathe despite the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composition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sky hazy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Millions of dust particles (solid aerosols) carried by the Harmattan from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we still breathe normally?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Oxygen is a constant gas: it stays at about 21 % even when dust and vapour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smoke and dust pollution, and protect yourself during strong Harmattan haze.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air around us, the weather it produces and the pollution that threatens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lim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thin atmosphere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holds the atmosphere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gravity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ases_pi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gases of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makes up about 78 % of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Nitrogen.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et2_gas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Constant gases, variable gases and aerosols.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water vapour called a variable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amount changes from almost 0 % in deserts to about 4 % in the humid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AEROSOLS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 in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Harmattan dust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Sahara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AEROSOLS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fog.jpg">    </p:cNvPr>
          <p:cNvPicPr>
            <a:picLocks noChangeAspect="1"/>
          </p:cNvPicPr>
          <p:nvPr/>
        </p:nvPicPr>
        <p:blipFill>
          <a:blip r:embed="rId1"/>
          <a:stretch>
            <a:fillRect/>
          </a:stretch>
        </p:blipFill>
        <p:spPr>
          <a:xfrm>
            <a:off x="342250" y="1783080"/>
            <a:ext cx="1150719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aerosols important for clouds and fog?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condenses on them: they act as condensation nuclei.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Atmosphere as a Centre of Weather and Climate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Atmosphere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The Meaning and Composition of the Atmosphere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layer of gases held around the Earth by gravity.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Constant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gases whose proportions in the air remain almost the same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Variable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gases whose amounts change with place, time and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Aerosols: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tiny solid or liquid particles suspended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Atmosphere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The atmosphere is explained as follows: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The atmosphere: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The atmosphere is the envelope of gases, water and tiny particles that surrounds the Earth and is held to it by gravity. It rotates with the Earth and reaches about 1,000 km in height, but half of its mass lies below 5.5 km. It is in this layer of air that all weather and climate take place.</a:t>
            </a:r>
            <a:endParaRPr lang="en-US" sz="2600" dirty="0"/>
          </a:p>
        </p:txBody>
      </p:sp>
      <p:pic>
        <p:nvPicPr>
          <p:cNvPr id="5" name="Image 0" descr="/home/claude/f4/img/v2/lsa_limb.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atmosphere seen from space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Gaseous Components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Constant Gases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constant gases of the atmosphere are the following:</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Nitrogen (about 78 %):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Nitrogen is the most abundant gas of the atmosphere and its proportion hardly changes. It dilutes oxygen, and bacteria in the soil fix it so that plants can use it to grow.</a:t>
            </a:r>
            <a:endParaRPr lang="en-US" sz="3000" dirty="0"/>
          </a:p>
        </p:txBody>
      </p:sp>
      <p:pic>
        <p:nvPicPr>
          <p:cNvPr id="6" name="Image 0" descr="/home/claude/f4/img/v2/gases_pie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gases of the atmosphere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Gaseous Components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Constant Gases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Oxygen (about 21 %):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Oxygen is the second constant gas and is renewed by the photosynthesis of plants. It is needed by people and animals to breathe and by fire to burn.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Gaseous Components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Constant Gases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Argon (about 0.9 %):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Argon is an inert gas, which means that it does not react with other substances. Its amount stays the same everywhere, and it has almost no role in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Gaseous Components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Variable Gases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variable gases of the atmosphere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Water vapour (0 to 4 %):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Water vapour varies from almost nothing over deserts to about 4 % over hot oceans and forests. It forms clouds and rain and keeps the Earth warm by absorbing heat.</a:t>
            </a:r>
            <a:endParaRPr lang="en-US" sz="3200" dirty="0"/>
          </a:p>
        </p:txBody>
      </p:sp>
      <p:pic>
        <p:nvPicPr>
          <p:cNvPr id="6" name="Image 0" descr="/home/claude/f4/img/v2/met2_gases.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constant and variable gases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Gaseous Components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Variable Gases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Carbon dioxide (about 0.04 %):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Carbon dioxide is released by breathing, burning and volcanoes and is used by plants for photosynthesis. Its amount is rising because of fuels and bush fires, which strengthens the greenhouse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Gaseous Components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Variable Gases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Methane: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Methane comes from swamps, rice fields, cattle and rotting waste. It exists in small amounts but traps heat much more strongly than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Gaseous Components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Variable Gases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is concentrated in the stratosphere, between about 15 and 35 km. It absorbs the harmful ultraviolet rays of the Sun and so protects life on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Aerosols (Particulates)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Liquid Aerosols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liquid aerosols of the atmosphere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Water droplets: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Tiny droplets of water, formed by condensation, make up clouds, fog and mist. They reflect sunlight and, when they grow large enough, fall as drizzle or rain.</a:t>
            </a:r>
            <a:endParaRPr lang="en-US" sz="3200" dirty="0"/>
          </a:p>
        </p:txBody>
      </p:sp>
      <p:pic>
        <p:nvPicPr>
          <p:cNvPr id="6" name="Image 0" descr="/home/claude/f4/img/v2/f4_fog.jpg">    </p:cNvPr>
          <p:cNvPicPr>
            <a:picLocks noChangeAspect="1"/>
          </p:cNvPicPr>
          <p:nvPr/>
        </p:nvPicPr>
        <p:blipFill>
          <a:blip r:embed="rId1"/>
          <a:stretch>
            <a:fillRect/>
          </a:stretch>
        </p:blipFill>
        <p:spPr>
          <a:xfrm>
            <a:off x="6537960" y="2903104"/>
            <a:ext cx="5470855" cy="2030200"/>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Aerosols (Particulates)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Liquid Aerosols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Acid droplets: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Droplets of sulphuric and nitric acid form from gases given off by volcanoes, factories and vehicles. They make the sky hazy and fall as acid rain that damages plants and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Aerosols (Particulates)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Solid Aerosols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solid aerosols of the atmosphere are the following:</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Dust: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Dust is lifted by winds from deserts and dry soils, as when the Harmattan brings Saharan dust to Garoua. It makes the sky hazy, reduces visibility and serves as nuclei on which droplets condense.</a:t>
            </a:r>
            <a:endParaRPr lang="en-US" sz="3000" dirty="0"/>
          </a:p>
        </p:txBody>
      </p:sp>
      <p:pic>
        <p:nvPicPr>
          <p:cNvPr id="6" name="Image 0" descr="/home/claude/f4/img/v2/f2t_sandstorm.jpg">    </p:cNvPr>
          <p:cNvPicPr>
            <a:picLocks noChangeAspect="1"/>
          </p:cNvPicPr>
          <p:nvPr/>
        </p:nvPicPr>
        <p:blipFill>
          <a:blip r:embed="rId1"/>
          <a:stretch>
            <a:fillRect/>
          </a:stretch>
        </p:blipFill>
        <p:spPr>
          <a:xfrm>
            <a:off x="6537960" y="2712263"/>
            <a:ext cx="5470855" cy="2411882"/>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dust storm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Aerosols (Particulates)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Solid Aerosols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salt: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Salt crystals are thrown into the air when waves break and sea spray evaporates. Because they attract water, they are among the best condensation nuclei over the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Aerosols (Particulates)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Solid Aerosols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Smoke, soot and ash: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come from bush fires, factories, vehicles and volcanic eruptions. They absorb and scatter sunlight and can cool the Earth for months after a big eruption.</a:t>
            </a:r>
            <a:endParaRPr lang="en-US" sz="3600" dirty="0"/>
          </a:p>
        </p:txBody>
      </p:sp>
      <p:pic>
        <p:nvPicPr>
          <p:cNvPr id="6" name="Image 0" descr="/home/claude/f4/img/v2/f2t_forest_fire.jpg">    </p:cNvPr>
          <p:cNvPicPr>
            <a:picLocks noChangeAspect="1"/>
          </p:cNvPicPr>
          <p:nvPr/>
        </p:nvPicPr>
        <p:blipFill>
          <a:blip r:embed="rId1"/>
          <a:stretch>
            <a:fillRect/>
          </a:stretch>
        </p:blipFill>
        <p:spPr>
          <a:xfrm>
            <a:off x="6537960" y="2399413"/>
            <a:ext cx="5470855" cy="303758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smoke from a fire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Aerosols (Particulates)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Solid Aerosols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Pollen and spores: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and fungi release pollen grains and spores that are carried by the wind. They also act as condensation nuclei and cause allergies in some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constant gas from a variable gas with one example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constant gas keeps the same proportion everywhere (oxygen); a variable gas changes in amount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aerosols important in the formation of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condenses on them; they act as condensation nuclei.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Nitrogen forms about ______ % of the air.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Ozone absorbs ______ radiation.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Harmattan dust is a ______ aerosol.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Aerosol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L'aérosol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brume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Atmosphere as a Centre of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The Meaning and Composition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atmosphere and explain its importance. Distinguish constant and variable gases with examples. Describe liquid and solid aerosols and their sources. Explain the role of aerosols in weather.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composition of the atmosphere and explain local phenomena such as the Harmattan haze.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the Atmosphere; Constant Gases; Variable Gases; Liquid Aerosols; Solid Aerosols.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four layers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the atmosphere to a blanket.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pie chart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January and August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look at dust on a car in January.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breathe on a cold glass.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“Sunset Over the Indian Ocean (NASA, International Space Station Scienc” by NASA's Marshall Space Flight Center, CC BY-NC 2.0, via nasa (https://www.flickr.com/photos/28634332@N05/8134997029)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(Smoke, soot and ash): “Forest Fires in Greece” by Lotus R, CC BY-SA 2.0, via Flickr (https://www.flickr.com/photos/66012345@N00/964251167)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2026-09-29T11:13:34Z</dcterms:created>
  <dcterms:modified xsi:type="dcterms:W3CDTF">2026-09-29T11:13:34Z</dcterms:modified>
</cp:coreProperties>
</file>