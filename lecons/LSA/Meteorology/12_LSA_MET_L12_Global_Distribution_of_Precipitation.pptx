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Global Distribution of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pressure belts, ITCZ, subtropical high, temperate low, polar high, maritime and continental air masses, relief rainfall, rain shadow, continentality. At the end, you should be able to do this: learners are able to explain the world pattern of rainfall and the contrast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Forms of Condensation and Precipitation. The question was: Name the world's wettest belt of latitude.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belt, around the Equator.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global pattern of precipitation. Number 2: explain the role of pressure belts. Number 3: explain the role of air masses. Number 4: explain the secondary factors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and forms clouds. Relief forces air to rise. The Harmattan is continental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late March, the heat in Garoua is intense and there is no rain yet. Your uncle in Douala calls and complains that heavy rains have already started there and flooded his quarter. He says: "You people in Garoua are lucky with your long dry season!" You ask: "Why does Douala receive so much rain so early, while Garoua has less rain and a shorter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of the distribution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Douala so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equatorial low-pressure belt, on the coast,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drier?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inland and under the dry Harmattan for a long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during the long dry season and plan farming with the rainfall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rainfall and the differences in water availability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rainfall heaviest on the globe?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 great deserts near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sinks in the subtropical high-pressure belts,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over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rainfall of Douala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Douala is wetter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close to the moist monsoon air,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forests increase rainfall?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release water vapour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and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 of Distribution by Latitude. Precipitation is distributed by latitude as follows. Copy the point on Equatorial zone (0° to 10° N and S) on the left, then draw the diagram on the right: rainfall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and subtropical zones (10° to 30°) on the left, then draw the diagram on the right: the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 of Distribution by Latitude. Copy the point on Temperate zone (40° to 60°):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Polar zones (above 60°) on the left, then draw the diagram on the right: an ice cap.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Belts. The pressure belts explain this pattern in the following ways. Copy the point on Equatorial low pressure (ITCZ)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Subtropical high pressure (about 30° N and S) on the left, then draw the diagram on the right: a sand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Copy the point on Temperate low pressure (about 60° N and 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Copy the point on Polar high pressure: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Air masses influence precipitation in the following ways. Copy the point on Maritime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Continental air masses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the Sea and Ocean Currents. Local rainfall is influenced by the following physical factors. Copy the point on Relief on the left, then draw the diagram on the right: local factors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from the sea (insularity and continentality) on the left, then draw the diagram on the right: rainfall of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the Sea and Ocean Currents. Copy the point on Ocean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Water Bodies and Towns. Local rainfall is also influenced by the following factors. Copy the point on Vegetation on the left, then draw the diagram on the right: a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bodies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Water Bodies and Towns. Copy the point on Urban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Equator receive heavy rain all year while 30° N is very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low pressure makes air rise and form rain clouds; at 30° N, high pressure makes air sink and warm, so no clouds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is wetter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on the coast near moist monsoon air; Mount Cameroon forces the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ITCZ; number 2, high; number 3,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Pressure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GLOBAL DISTRIBUTION OF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Distribution of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Global Distribution of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 ITCZ, subtropical high, temperate low, polar high, maritime and continental air masses, relief rainfall, rain shadow,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pattern of precipitation and its primary factors (pressure belts, air masses); secondary factors (relief, distance from the sea, vegetation, currents, lakes,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Forms of Condensation and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belt,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pattern of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secondary factors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forces air to rise.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continental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late March, the heat in Garoua is intense and there is no rain yet.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Douala calls and complains that heavy rains have already started there and flooded his quarter.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"You people in Garoua are lucky with your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Douala receive so much rain so early, while Garoua has less rain and a shorter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of the distribution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equatorial low-pressure belt, on the coast,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inland and under the dry Harmattan for a long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during the long dry season and plan farming with the rainfall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rainfall and the differences in water availability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rainfall heaviest on the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great deserts near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belts,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over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close to the moist monsoon air,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rain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forests increase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release water vapour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circles the globe along a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equatorial low-pressure zone where the trade winds meet and air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similar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areas drier and their temperatures more extreme.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being surrounded by the sea, which makes islands and coasts wetter and milder.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Precipitation is distributed by latitude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Equatorial zone (0° to 10° N and 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This zone receives the heaviest rainfall on Earth, usually more than 2,000 mm a year, with rain in every month. It is the zone of rainforests, such as the Congo Basin and the Amazon.</a:t>
            </a:r>
            <a:endParaRPr lang="en-US" sz="3000" dirty="0"/>
          </a:p>
        </p:txBody>
      </p:sp>
      <p:pic>
        <p:nvPicPr>
          <p:cNvPr id="5" name="Image 0" descr="/home/claude/f4/img/v2/rain_latitud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Tropical and subtropical zones (10° to 30°):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Rainfall decreases away from the Equator, and the dry season becomes longer. Around 20° to 30°, it falls below 250 mm a year in the great hot deserts such as the Sahara.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zone (40° to 60°):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rises again to a moderate amount, between about 500 and 1,500 mm a year. It falls in all seasons, especially on the western coasts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Polar zones (above 60°):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Precipitation is very low, often less than 250 mm a year, and falls mainly as snow. These regions are therefore called cold or ice deserts.</a:t>
            </a:r>
            <a:endParaRPr lang="en-US" sz="3600" dirty="0"/>
          </a:p>
        </p:txBody>
      </p:sp>
      <p:pic>
        <p:nvPicPr>
          <p:cNvPr id="5" name="Image 0" descr="/home/claude/f4/img/v2/lsa_icecap.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ice cap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pressure belts explain this pattern in the following ways: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Equatorial low pressure (ITCZ):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Intense heating makes the air rise, expand and cool, so its vapour condenses into cumulonimbus clouds. This gives heavy convectional rain all year near the Equator.</a:t>
            </a:r>
            <a:endParaRPr lang="en-US" sz="3000" dirty="0"/>
          </a:p>
        </p:txBody>
      </p:sp>
      <p:pic>
        <p:nvPicPr>
          <p:cNvPr id="6" name="Image 0" descr="/home/claude/f4/img/v2/pressure_belt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Subtropical high pressure (about 30° N and 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Here, air sinks from high altitudes, is compressed and warms, so it can hold its vapour and no clouds form. This is why the great deserts, such as the Sahara and the Kalahari, lie along these latitudes.</a:t>
            </a:r>
            <a:endParaRPr lang="en-US" sz="30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 pressure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tropical air and cold polar air meet along the polar front. The warm air is forced to rise, which gives frontal rain throughout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 and holds very little moisture. Precipitation is therefore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Air Masses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Air masses influence precipitation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Maritime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form over the oceans and are moist, so they bring rain to the lands they cross. For example, the maritime tropical air of the south-west monsoon brings the rainy season to Cameroon from April to October in the North.</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Air Masses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Continental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form over land and are dry, so they bring dry weather. For example, the continental tropical air of the Harmattan, from the Sahara, brings the dry season to northern Cameroon.</a:t>
            </a:r>
            <a:endParaRPr lang="en-US" sz="34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Local rainfall is influenced by the following physical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Moist air forced to rise over mountains gives heavy rain on the windward side and a rain shadow on the leeward side. Debundscha, at the foot of Mount Cameroon, receives about 10,000 mm a year, one of the highest totals in the world.</a:t>
            </a:r>
            <a:endParaRPr lang="en-US" sz="2800" dirty="0"/>
          </a:p>
        </p:txBody>
      </p:sp>
      <p:pic>
        <p:nvPicPr>
          <p:cNvPr id="6" name="Image 0" descr="/home/claude/f4/img/v2/met2_rain_factor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local factors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Distance from the sea (insularity and continentality):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Coasts and islands receive much moisture from the sea, while inland areas are far from it and drier. Douala receives about 4,000 mm a year, but Garoua only about 1,000 mm.</a:t>
            </a:r>
            <a:endParaRPr lang="en-US" sz="3200" dirty="0"/>
          </a:p>
        </p:txBody>
      </p:sp>
      <p:pic>
        <p:nvPicPr>
          <p:cNvPr id="6" name="Image 0" descr="/home/claude/f4/img/v2/rain_compare_big.png">    </p:cNvPr>
          <p:cNvPicPr>
            <a:picLocks noChangeAspect="1"/>
          </p:cNvPicPr>
          <p:nvPr/>
        </p:nvPicPr>
        <p:blipFill>
          <a:blip r:embed="rId1"/>
          <a:stretch>
            <a:fillRect/>
          </a:stretch>
        </p:blipFill>
        <p:spPr>
          <a:xfrm>
            <a:off x="6537960" y="2764195"/>
            <a:ext cx="5470855" cy="2308017"/>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Douala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warm the air above them, which picks up moisture and brings rain to the coast. Cold currents cool the air, which becomes stable, so coasts along them are dry, like the Namib and Atacama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rainfall is also influenced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Forests release a lot of water vapour by transpiration, which feeds the clouds and encourages convectional rain. Deforestation therefore tends to reduce local rainfall.</a:t>
            </a:r>
            <a:endParaRPr lang="en-US" sz="3200" dirty="0"/>
          </a:p>
        </p:txBody>
      </p:sp>
      <p:pic>
        <p:nvPicPr>
          <p:cNvPr id="6"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bodies: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Large lakes and reservoirs, such as Lake Chad and Lake Lagdo, add water vapour to the air by evaporation. They can increase rainfall on their shores, especially on the side where the winds blow.</a:t>
            </a:r>
            <a:endParaRPr lang="en-US" sz="3200" dirty="0"/>
          </a:p>
        </p:txBody>
      </p:sp>
      <p:pic>
        <p:nvPicPr>
          <p:cNvPr id="6" name="Image 0" descr="/home/claude/f4/img/v2/f2t_lake_ch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and their air contains many dust particles. The rising warm air and these condensation nuclei can increase storms and rainfall over and downwind of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Equator receive heavy rain all year while 30° 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low pressure makes air rise and form rain clouds; at 30° N, high pressure makes air sink and warm, so no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near moist monsoon air; Mount Cameroon forces the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low-pressure zone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Deserts lie under the subtropical ______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 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 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Global Distribution of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global pattern of precipitation. Explain the role of pressure belts. Explain the role of air masses. Explain the secondary factors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Pattern of Distribution by Latitude; Pressure Belts; Air Masses; Relief, the Sea and Ocean Currents; Vegetation, Water Bodies and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rainfall bars by latitude.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pressure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two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(Polar zones (above 60°)):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(Continental air masses):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(Vegetation):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bodies): “Lake Chad: almost gone” by GRIDArendal, CC BY-NC-SA 2.0, via Flickr (https://www.flickr.com/photos/148768555@N05/32323646926)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2026-09-29T11:15:45Z</dcterms:created>
  <dcterms:modified xsi:type="dcterms:W3CDTF">2026-09-29T11:15:45Z</dcterms:modified>
</cp:coreProperties>
</file>