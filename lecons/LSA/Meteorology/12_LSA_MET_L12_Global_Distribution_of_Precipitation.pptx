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Global Distribution of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Precipitation. The key notions we shall use today are: pressure belts, ITCZ, subtropical high, temperate low, polar high, maritime and continental air masses, relief rainfall, rain shadow, continentality. At the end, you should be able to do this: learners are able to explain the world pattern of rainfall and the contrast between Douala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Forms of Condensation and Precipitation. The question was: Name the world's wettest belt of latitude.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equatorial belt, around the Equator.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global pattern of precipitation. Number 2: explain the role of pressure belts. Number 3: explain the role of air masses. Number 4: explain the secondary factors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Rising air cools and forms clouds. Relief forces air to rise. The Harmattan is continental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late March, the heat in Garoua is intense and there is no rain yet. Your uncle in Douala calls and complains that heavy rains have already started there and flooded his quarter. He says: "You people in Garoua are lucky with your long dry season!" You ask: "Why does Douala receive so much rain so early, while Garoua has less rain and a shorter rainy season?"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factors of the distribution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Douala so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equatorial low-pressure belt, on the coast, and at the foot of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Garoua drier?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far inland and under the dry Harmattan for a long part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during the long dry season and plan farming with the rainfall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world pattern of rainfall and the differences in water availability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rainfall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rainfall heaviest on the globe?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pressure belts.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 great deserts near 30° N and 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sinks in the subtropical high-pressure belts, so clouds do not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pressure belt lies over the Sahara?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subtropical high-pressure belt.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rainfall of Douala and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reason why Douala is wetter than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on the coast, close to the moist monsoon air, and at the foot of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factors of rainfall.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forests increase rainfall?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release water vapour by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Pressure belt.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Intertropical Convergence Zone (ITCZ) and Air 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Continentality and Insularity.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Pattern of Distribution by Latitude. Precipitation is distributed by latitude as follows. Copy the point on Equatorial zone (0° to 10° N and S) on the left, then draw the diagram on the right: rainfall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Tropical and subtropical zones (10° to 30°) on the left, then draw the diagram on the right: the hot deserts.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Pattern of Distribution by Latitude. Copy the point on Temperate zone (40° to 60°):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Polar zones (above 60°) on the left, then draw the diagram on the right: an ice cap.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Pressure Belts. The pressure belts explain this pattern in the following ways. Copy the point on Equatorial low pressure (ITCZ) on the left, then draw the diagram on the right: the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Subtropical high pressure (about 30° N and S) on the left, then draw the diagram on the right: a sand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Pressure Belts. Copy the point on Temperate low pressure (about 60° N and 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Pressure Belts. Copy the point on Polar high pressure: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Air masses influence precipitation in the following ways. Copy the point on Maritime air masses: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Continental air masses on the left, then draw the diagram on the right: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the Sea and Ocean Currents. Local rainfall is influenced by the following physical factors. Copy the point on Relief on the left, then draw the diagram on the right: local factors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Distance from the sea (insularity and continentality) on the left, then draw the diagram on the right: rainfall of Douala and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the Sea and Ocean Currents. Copy the point on Ocean currents: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Water Bodies and Towns. Local rainfall is also influenced by the following factors. Copy the point on Vegetation on the left, then draw the diagram on the right: a rainforest.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bodies on the left, then draw the diagram on the right: lake Chad.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Water Bodies and Towns. Copy the point on Urban effects: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Equator receive heavy rain all year while 30° N is very dry?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low pressure makes air rise and form rain clouds; at 30° N, high pressure makes air sink and warm, so no clouds 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Douala is wetter than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on the coast near moist monsoon air; Mount Cameroon forces the air to rise (relief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ITCZ; number 2, high; number 3,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atmospheric pressure.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Pressure 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12: GLOBAL DISTRIBUTION OF PRECIPITATION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Distribution of 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Global Distribution of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belts, ITCZ, subtropical high, temperate low, polar high, maritime and continental air masses, relief rainfall, rain shadow,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global pattern of precipitation and its primary factors (pressure belts, air masses); secondary factors (relief, distance from the sea, vegetation, currents, lakes,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world pattern of rainfall and the contrast between Douala and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Forms of Condensation and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world's wettest belt of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belt, around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global pattern of precipitation.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pressure belts.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secondary factors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cools and forms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forces air to rise.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continental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late March, the heat in Garoua is intense and there is no rain yet.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uncle in Douala calls and complains that heavy rains have already started there and flooded his quarter.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says: "You people in Garoua are lucky with your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Douala receive so much rain so early, while Garoua has less rain and a shorter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factors of the distribution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equatorial low-pressure belt, on the coast, and at the foot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inland and under the dry Harmattan for a long part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during the long dry season and plan farming with the rainfall calendar.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world pattern of rainfall and the differences in water availability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in_latitu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rainfall heaviest on the globe?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pressure belts.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great deserts near 30° N and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in the subtropical high-pressure belts, so clouds do 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pressure belt lies over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subtropical high-pressure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Douala and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why Douala is wetter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coast, close to the moist monsoon air, and at the foot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rain_facto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forests increase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release water vapour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Precipitation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Global Distribution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that circles the globe along a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equatorial low-pressure zone where the trade winds meet and air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body of air with similar temperature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which makes inland areas drier and their temperatures more extreme.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Insularity: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being surrounded by the sea, which makes islands and coasts wetter and milder.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Pattern of Distribution by Latitude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Precipitation is distributed by latitude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Equatorial zone (0° to 10° N and 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This zone receives the heaviest rainfall on Earth, usually more than 2,000 mm a year, with rain in every month. It is the zone of rainforests, such as the Congo Basin and the Amazon.</a:t>
            </a:r>
            <a:endParaRPr lang="en-US" sz="3000" dirty="0"/>
          </a:p>
        </p:txBody>
      </p:sp>
      <p:pic>
        <p:nvPicPr>
          <p:cNvPr id="5" name="Image 0" descr="/home/claude/f4/img/v2/rain_latitude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Pattern of Distribution by Latitude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Tropical and subtropical zones (10° to 30°):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Rainfall decreases away from the Equator, and the dry season becomes longer. Around 20° to 30°, it falls below 250 mm a year in the great hot deserts such as the Sahara.</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hot deserts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Pattern of Distribution by Latitude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zone (40° to 60°):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rises again to a moderate amount, between about 500 and 1,500 mm a year. It falls in all seasons, especially on the western coasts of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Spatial Pattern of Distribution by Latitude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Polar zones (above 60°):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Precipitation is very low, often less than 250 mm a year, and falls mainly as snow. These regions are therefore called cold or ice deserts.</a:t>
            </a:r>
            <a:endParaRPr lang="en-US" sz="3600" dirty="0"/>
          </a:p>
        </p:txBody>
      </p:sp>
      <p:pic>
        <p:nvPicPr>
          <p:cNvPr id="5" name="Image 0" descr="/home/claude/f4/img/v2/lsa_icecap.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ice cap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Primary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Pressure Belts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pressure belts explain this pattern in the following ways: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Equatorial low pressure (ITCZ):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Intense heating makes the air rise, expand and cool, so its vapour condenses into cumulonimbus clouds. This gives heavy convectional rain all year near the Equator.</a:t>
            </a:r>
            <a:endParaRPr lang="en-US" sz="3000" dirty="0"/>
          </a:p>
        </p:txBody>
      </p:sp>
      <p:pic>
        <p:nvPicPr>
          <p:cNvPr id="6" name="Image 0" descr="/home/claude/f4/img/v2/pressure_belt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Primary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Pressure Belts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Subtropical high pressure (about 30° N and 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Here, air sinks from high altitudes, is compressed and warms, so it can hold its vapour and no clouds form. This is why the great deserts, such as the Sahara and the Kalahari, lie along these latitudes.</a:t>
            </a:r>
            <a:endParaRPr lang="en-US" sz="3000" dirty="0"/>
          </a:p>
        </p:txBody>
      </p:sp>
      <p:pic>
        <p:nvPicPr>
          <p:cNvPr id="6" name="Image 0" descr="/home/claude/f4/img/v2/f2t_erg.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Primary Factors of Variation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Pressure Belts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low pressure (about 60°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tropical air and cold polar air meet along the polar front. The warm air is forced to rise, which gives frontal rain throughout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Primary Factors of Variation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Pressure Belts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high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dense air sinks over the poles and holds very little moisture. Precipitation is therefore very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Primary Factors of Variation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Air Masses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Air masses influence precipitation in the following ways: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Maritime air masses: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form over the oceans and are moist, so they bring rain to the lands they cross. For example, the maritime tropical air of the south-west monsoon brings the rainy season to Cameroon from April to October in the North.</a:t>
            </a:r>
            <a:endParaRPr lang="en-US" sz="34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Primary Factors of Variation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Air Masses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Continental air masses: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form over land and are dry, so they bring dry weather. For example, the continental tropical air of the Harmattan, from the Sahara, brings the dry season to northern Cameroon.</a:t>
            </a:r>
            <a:endParaRPr lang="en-US" sz="3400" dirty="0"/>
          </a:p>
        </p:txBody>
      </p:sp>
      <p:pic>
        <p:nvPicPr>
          <p:cNvPr id="6"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Secondary (Local) Factors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Relief, the Sea and Ocean Currents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Local rainfall is influenced by the following physical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Moist air forced to rise over mountains gives heavy rain on the windward side and a rain shadow on the leeward side. Debundscha, at the foot of Mount Cameroon, receives about 10,000 mm a year, one of the highest totals in the world.</a:t>
            </a:r>
            <a:endParaRPr lang="en-US" sz="2800" dirty="0"/>
          </a:p>
        </p:txBody>
      </p:sp>
      <p:pic>
        <p:nvPicPr>
          <p:cNvPr id="6" name="Image 0" descr="/home/claude/f4/img/v2/met2_rain_factor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local factors of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Secondary (Local) Factors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Relief, the Sea and Ocean Currents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Distance from the sea (insularity and continentality):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Coasts and islands receive much moisture from the sea, while inland areas are far from it and drier. Douala receives about 4,000 mm a year, but Garoua only about 1,000 mm.</a:t>
            </a:r>
            <a:endParaRPr lang="en-US" sz="3200" dirty="0"/>
          </a:p>
        </p:txBody>
      </p:sp>
      <p:pic>
        <p:nvPicPr>
          <p:cNvPr id="6" name="Image 0" descr="/home/claude/f4/img/v2/rain_compare_big.png">    </p:cNvPr>
          <p:cNvPicPr>
            <a:picLocks noChangeAspect="1"/>
          </p:cNvPicPr>
          <p:nvPr/>
        </p:nvPicPr>
        <p:blipFill>
          <a:blip r:embed="rId1"/>
          <a:stretch>
            <a:fillRect/>
          </a:stretch>
        </p:blipFill>
        <p:spPr>
          <a:xfrm>
            <a:off x="6537960" y="2764195"/>
            <a:ext cx="5470855" cy="2308017"/>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of Douala and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Secondary (Local) Factors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Relief, the Sea and Ocean Currents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currents warm the air above them, which picks up moisture and brings rain to the coast. Cold currents cool the air, which becomes stable, so coasts along them are dry, like the Namib and Atacama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Secondary (Local) Factors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Vegetation, Water Bodies and Towns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Local rainfall is also influenced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Forests release a lot of water vapour by transpiration, which feeds the clouds and encourages convectional rain. Deforestation therefore tends to reduce local rainfall.</a:t>
            </a:r>
            <a:endParaRPr lang="en-US" sz="3200" dirty="0"/>
          </a:p>
        </p:txBody>
      </p:sp>
      <p:pic>
        <p:nvPicPr>
          <p:cNvPr id="6" name="Image 0" descr="/home/claude/f4/img/v2/f2t_rainfores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rainforest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Secondary (Local) Factors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Vegetation, Water Bodies and Towns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Water bodies: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Large lakes and reservoirs, such as Lake Chad and Lake Lagdo, add water vapour to the air by evaporation. They can increase rainfall on their shores, especially on the side where the winds blow.</a:t>
            </a:r>
            <a:endParaRPr lang="en-US" sz="3200" dirty="0"/>
          </a:p>
        </p:txBody>
      </p:sp>
      <p:pic>
        <p:nvPicPr>
          <p:cNvPr id="6" name="Image 0" descr="/home/claude/f4/img/v2/f2t_lake_cha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Secondary (Local) Factors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Vegetation, Water Bodies and Towns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are warmer than the countryside and their air contains many dust particles. The rising warm air and these condensation nuclei can increase storms and rainfall over and downwind of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Equator receive heavy rain all year while 30° N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 low pressure makes air rise and form rain clouds; at 30° N, high pressure makes air sink and warm, so no clouds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Douala is wetter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coast near moist monsoon air; Mount Cameroon forces the air to rise (relief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low-pressure zone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Deserts lie under the subtropical ______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rain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 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 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 pluviométrique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Global Distribution of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global pattern of precipitation. Explain the role of pressure belts. Explain the role of air masses. Explain the secondary factors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world pattern of rainfall and the contrast between Douala and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Spatial Pattern of Distribution by Latitude; Pressure Belts; Air Masses; Relief, the Sea and Ocean Currents; Vegetation, Water Bodies and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rainfall bars by latitude.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pressure belts.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two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factors.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(Polar zones (above 60°)): “The Art of Retreat” by subarcticmike, CC BY 2.0, via Flickr (https://www.flickr.com/photos/31856336@N03/7048837663)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(Continental air masses):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(Vegetation):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(Water bodies): “Lake Chad: almost gone” by GRIDArendal, CC BY-NC-SA 2.0, via Flickr (https://www.flickr.com/photos/148768555@N05/32323646926)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2026-10-06T05:43:41Z</dcterms:created>
  <dcterms:modified xsi:type="dcterms:W3CDTF">2026-10-06T05:43:41Z</dcterms:modified>
</cp:coreProperties>
</file>