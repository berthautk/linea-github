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Global Distribution of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pressure belts, ITCZ, subtropical high, temperate low, polar high, maritime and continental air masses, relief rainfall, rain shadow, continentality. At the end, you should be able to do this: learners are able to explain the world pattern of rainfall and the contrast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Forms of Condensation and Precipitation. The question was: Name the world's wettest belt of latitude.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belt, around the Equator.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global pattern of precipitation. Number 2: explain the role of pressure belts. Number 3: explain the role of air masses. Number 4: explain the secondary factors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and forms clouds. Relief forces air to rise. The Harmattan is continental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late March, the heat in Garoua is intense and there is no rain yet. Your uncle in Douala calls and complains that heavy rains have already started there and flooded his quarter. He says: "You people in Garoua are lucky with your long dry season!" You ask: "Why does Douala receive so much rain so early, while Garoua has less rain and a shorter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of the distribution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Douala so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equatorial low-pressure belt, on the coast,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drier?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inland and under the dry Harmattan for a long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during the long dry season and plan farming with the rainfall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rainfall and the differences in water availability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rainfall heaviest on the globe?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 great deserts near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sinks in the subtropical high-pressure belts,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over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rainfall of Douala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Douala is wetter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close to the moist monsoon air,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forests increase rainfall?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release water vapour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and Air mass.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Belts. The pressure belts control rainfall as follows. Copy the point on General pattern on the left, then draw the diagram on the right: rainfall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Equatorial low (ITCZ)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Subtropical highs (about 30° N and S) on the left, then draw the diagram on the right: the Sahara.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On this slide we have Temperate lows (about 60° N and S) and Polar highs.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Air masses influence rainfall as follows. On this slide we have Maritime air masses.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Continental air masses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(Local) Factors. The local factors of rainfall are the following. Copy the point on Relief on the left, then draw the diagram on the right: factors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from the sea on the left, then draw the diagram on the right: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(Local) Factors. On this slide we have Vegetation and Other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(Local) Factors.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Equator receive heavy rain all year while 30° N is very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low pressure makes air rise and form rain clouds; at 30° N, high pressure makes air sink and warm, so no clouds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is wetter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on the coast near moist monsoon air; Mount Cameroon forces the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ITCZ; number 2, high; number 3,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Pressure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GLOBAL DISTRIBUTION OF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Distribution of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Global Distribution of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 ITCZ, subtropical high, temperate low, polar high, maritime and continental air masses, relief rainfall, rain shadow,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pattern of precipitation and its primary factors (pressure belts, air masses); secondary factors (relief, distance from the sea, vegetation, currents, lakes,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Forms of Condensation and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belt,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pattern of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secondary factors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forces air to rise.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continental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late March, the heat in Garoua is intense and there is no rain yet.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Douala calls and complains that heavy rains have already started there and flooded his quarter.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"You people in Garoua are lucky with your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Douala receive so much rain so early, while Garoua has less rain and a shorter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of the distribution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equatorial low-pressure belt, on the coast,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inland and under the dry Harmattan for a long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during the long dry season and plan farming with the rainfall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rainfall and the differences in water availability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rainfall heaviest on the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great deserts near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belts,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over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close to the moist monsoon air,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rain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forests increase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release water vapour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circles the globe along a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equatorial low-pressure zone where the trade winds meet and air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similar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pressure belts control rainfall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General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Rainfall is heaviest near the Equator and decreases, unevenly, towards the poles.</a:t>
            </a:r>
            <a:endParaRPr lang="en-US" sz="3200" dirty="0"/>
          </a:p>
        </p:txBody>
      </p:sp>
      <p:pic>
        <p:nvPicPr>
          <p:cNvPr id="6" name="Image 0" descr="/home/claude/f4/img/v2/rain_latitud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by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low (ITCZ):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Intense heating makes air rise, giving heavy convectional rain all year and rainforests.</a:t>
            </a:r>
            <a:endParaRPr lang="en-US" sz="3600" dirty="0"/>
          </a:p>
        </p:txBody>
      </p:sp>
      <p:pic>
        <p:nvPicPr>
          <p:cNvPr id="6"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Sinking air warms and forms no clouds, so the great deserts like the Sahara are found there.</a:t>
            </a:r>
            <a:endParaRPr lang="en-US" sz="3600" dirty="0"/>
          </a:p>
        </p:txBody>
      </p:sp>
      <p:pic>
        <p:nvPicPr>
          <p:cNvPr id="6"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Sahara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masses meet and give moderate frontal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sinking air gives very little precipitation, making "ice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Air Masses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influence rainfall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Maritime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over oceans, are moist and bring rain, like the south-west monsoon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Air Masses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air masses: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over land, are dry and bring dry weather, like the Harmattan from the Sahara.</a:t>
            </a:r>
            <a:endParaRPr lang="en-US" sz="3600" dirty="0"/>
          </a:p>
        </p:txBody>
      </p:sp>
      <p:pic>
        <p:nvPicPr>
          <p:cNvPr id="6"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local factors of rainfall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Moist air rising over mountains gives heavy rain on the windward side and a rain shadow on the leeward side: Debundscha, at the foot of Mount Cameroon, receives about 10,000 mm a year.</a:t>
            </a:r>
            <a:endParaRPr lang="en-US" sz="2800" dirty="0"/>
          </a:p>
        </p:txBody>
      </p:sp>
      <p:pic>
        <p:nvPicPr>
          <p:cNvPr id="5" name="Image 0" descr="/home/claude/f4/img/v2/met2_rain_factor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Coastal Douala (about 4,000 mm) and Kribi are wet, while inland Garoua (about 1,000 mm) is drier: continentality.</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release vapour by transpiration and encourage convectional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factors: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currents increase rain, cold currents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lakes such as Lake Chad add moisture.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cities can increase local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Equator receive heavy rain all year while 30° 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low pressure makes air rise and form rain clouds; at 30° N, high pressure makes air sink and warm, so no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near moist monsoon air; Mount Cameroon forces the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low-pressure zone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Deserts lie under the subtropical ______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 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 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Global Distribution of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global pattern of precipitation. Explain the role of pressure belts. Explain the role of air masses. Explain the secondary factors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Pressure Belts; Air Masses; Secondary (Local)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rainfall bars by latitude.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pressure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two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(Continental air masses):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2026-09-29T03:12:38Z</dcterms:created>
  <dcterms:modified xsi:type="dcterms:W3CDTF">2026-09-29T03:12:38Z</dcterms:modified>
</cp:coreProperties>
</file>