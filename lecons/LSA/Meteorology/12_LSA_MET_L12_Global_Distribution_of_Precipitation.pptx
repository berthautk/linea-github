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Global Distribution of Precipitation.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Moisture in the Atmosphere, and the sub-topic is Precipitation. The key notions we shall use today are: pressure belts, ITCZ, subtropical high, temperate low, polar high, maritime and continental air masses, relief rainfall, rain shadow, continentality. At the end, you should be able to do this: learners are able to explain the world pattern of rainfall and the contrast between Douala and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Forms of Condensation and Precipitation. The question was: Name the world's wettest belt of latitude.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equatorial belt, around the Equator.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global pattern of precipitation. Number 2: explain the role of pressure belts. Number 3: explain the role of air masses. Number 4: explain the secondary factors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Rising air cools and forms clouds. Relief forces air to rise. The Harmattan is continental air.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late March, the heat in Garoua is intense and there is no rain yet. Your uncle in Douala calls and complains that heavy rains have already started there and flooded his quarter. He says: "You people in Garoua are lucky with your long dry season!" You ask: "Why does Douala receive so much rain so early, while Garoua has less rain and a shorter rainy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factors of the distribution of rainfall.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Douala so wet?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equatorial low-pressure belt, on the coast, and at the foot of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Garoua drier?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far inland and under the dry Harmattan for a long part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during the long dry season and plan farming with the rainfall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world pattern of rainfall and the differences in water availability within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rainfall heaviest on the globe?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Around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pressure belts.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 great deserts near 30° N and 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sinks in the subtropical high-pressure belts, so clouds do not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Sahara.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pressure belt lies over the Sahara?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subtropical high-pressure belt.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rainfall of Douala and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reason why Douala is wetter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on the coast, close to the moist monsoon air, and at the foot of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forests increase rainfall?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release water vapour by transpiration.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Pressure belt.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Intertropical Convergence Zone (ITCZ) and Air mass.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Belts. The pressure belts control rainfall as follows. Copy the point on General pattern on the left, then draw the diagram on the right: rainfall by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Equatorial low (ITCZ) on the left, then draw the diagram on the right: the pressure belts.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Subtropical highs (about 30° N and S) on the left, then draw the diagram on the right: the Sahara.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Belts. On this slide we have Temperate lows (about 60° N and S) and Polar highs.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Air Masses. Air masses influence rainfall as follows. On this slide we have Maritime air masses.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Continental air masses on the left, then draw the diagram on the right: the Harmattan.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Secondary (Local) Factors. The local factors of rainfall are the following. Copy the point on Relief on the left, then draw the diagram on the right: factors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Distance from the sea on the left, then draw the diagram on the right: douala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(Local) Factors. On this slide we have Vegetation and Other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Secondary (Local) Factors.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Equator receive heavy rain all year while 30° N is very dry?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 the Equator, low pressure makes air rise and form rain clouds; at 30° N, high pressure makes air sink and warm, so no clouds 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Douala is wetter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on the coast near moist monsoon air; Mount Cameroon forces the air to rise (relief 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ITCZ; number 2, high; number 3,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atmospheric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Pressure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12: GLOBAL DISTRIBUTION OF PRECIPITATION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Global Distribution of Precipitation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Moisture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Global Distribution of Precipitation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belts, ITCZ, subtropical high, temperate low, polar high, maritime and continental air masses, relief rainfall, rain shadow, continentality.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global pattern of precipitation and its primary factors (pressure belts, air masses); secondary factors (relief, distance from the sea, vegetation, currents, lakes,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world pattern of rainfall and the contrast between Douala and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Forms of Condensation and Precipitation):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world's wettest belt of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belt, 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global pattern of precipitation.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pressure belts.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secondary factors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and forms clouds.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forces air to rise.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is continental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late March, the heat in Garoua is intense and there is no rain yet.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Douala calls and complains that heavy rains have already started there and flooded his quarter.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says: "You people in Garoua are lucky with your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Douala receive so much rain so early, while Garoua has less rain and a shorter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factors of the distribution of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so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equatorial low-pressure belt, on the coast, and at the foot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inland and under the dry Harmattan for a long part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during the long dry season and plan farming with the rainfall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world pattern of rainfall and the differences in water availability within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latitu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rainfall heaviest on the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GLOBAL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ressure_bel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pressure belts.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great deserts near 30° N and 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sinks in the subtropical high-pressure belts, so clouds do not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Sahara.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pressure belt lies over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PRESSURE BELTS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subtropical high-pressure belt.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Douala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Douala is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close to the moist monsoon air, and at the foot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rain_fa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forests increase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release water vapour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Moisture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Precipitation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Global Distribution of Precipitation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zone of high or low pressure that circles the globe along a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Intertropical Convergence Zone (ITCZ):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equatorial low-pressure zone where the trade winds meet and air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body of air with similar temperature and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pressure belts control rainfall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General pattern: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Rainfall is heaviest near the Equator and decreases, unevenly, towards the poles.</a:t>
            </a:r>
            <a:endParaRPr lang="en-US" sz="3200" dirty="0"/>
          </a:p>
        </p:txBody>
      </p:sp>
      <p:pic>
        <p:nvPicPr>
          <p:cNvPr id="6" name="Image 0" descr="/home/claude/f4/img/v2/rain_latitud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by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Equatorial low (ITCZ):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Intense heating makes air rise, giving heavy convectional rain all year and rainforests.</a:t>
            </a:r>
            <a:endParaRPr lang="en-US" sz="3600" dirty="0"/>
          </a:p>
        </p:txBody>
      </p:sp>
      <p:pic>
        <p:nvPicPr>
          <p:cNvPr id="6" name="Image 0" descr="/home/claude/f4/img/v2/pressure_belt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pressure belts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Pressure Belts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Subtropical highs (about 30° N and 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Sinking air warms and forms no clouds, so the great deserts like the Sahara are found there.</a:t>
            </a:r>
            <a:endParaRPr lang="en-US" sz="3600" dirty="0"/>
          </a:p>
        </p:txBody>
      </p:sp>
      <p:pic>
        <p:nvPicPr>
          <p:cNvPr id="6"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Sahara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Pressure Belts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lows (about 60° N and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and cold air masses meet and give moderate frontal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highs: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sinking air gives very little precipitation, making "ice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Air Masses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Air masses influence rainfall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Maritime air masses: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over oceans, are moist and bring rain, like the south-west monsoon over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Pattern and Primary Factors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Air Masses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Continental air masses: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form over land, are dry and bring dry weather, like the Harmattan from the Sahara.</a:t>
            </a:r>
            <a:endParaRPr lang="en-US" sz="3600" dirty="0"/>
          </a:p>
        </p:txBody>
      </p:sp>
      <p:pic>
        <p:nvPicPr>
          <p:cNvPr id="6"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Harmattan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(Local) Factors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local factors of rainfall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Moist air rising over mountains gives heavy rain on the windward side and a rain shadow on the leeward side: Debundscha, at the foot of Mount Cameroon, receives about 10,000 mm a year.</a:t>
            </a:r>
            <a:endParaRPr lang="en-US" sz="2800" dirty="0"/>
          </a:p>
        </p:txBody>
      </p:sp>
      <p:pic>
        <p:nvPicPr>
          <p:cNvPr id="5" name="Image 0" descr="/home/claude/f4/img/v2/met2_rain_factor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factors of rainfall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(Local) Factors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Distance from the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Coastal Douala (about 4,000 mm) and Kribi are wet, while inland Garoua (about 1,000 mm) is drier: continentality.</a:t>
            </a:r>
            <a:endParaRPr lang="en-US" sz="3600" dirty="0"/>
          </a:p>
        </p:txBody>
      </p:sp>
      <p:pic>
        <p:nvPicPr>
          <p:cNvPr id="5" name="Image 0" descr="/home/claude/f4/img/v2/rain_compare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 and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(Local) Factors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release vapour by transpiration and encourage convectional rain.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factors: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currents increase rain, cold currents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Secondary (Local)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Large lakes such as Lake Chad add moisture.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Big cities can increase local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Equator receive heavy rain all year while 30° N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Equator, low pressure makes air rise and form rain clouds; at 30° N, high pressure makes air sink and warm, so no clouds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Douala is wetter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coast near moist monsoon air; Mount Cameroon forces the air to rise (relief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low-pressure zone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Deserts lie under the subtropical ______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dry side of a mountain is the rain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Pressure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 side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 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shadow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L'ombre pluviométrique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Moisture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Global Distribution of Precipitation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global pattern of precipitation. Explain the role of pressure belts. Explain the role of air masses. Explain the secondary factors of rainfall.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world pattern of rainfall and the contrast between Douala and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Pressure Belts; Air Masses; Secondary (Local)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atmospheric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rainfall bars by latitude.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pressure belts.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two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the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(Continental air masses):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2026-09-28T22:18:56Z</dcterms:created>
  <dcterms:modified xsi:type="dcterms:W3CDTF">2026-09-28T22:18:56Z</dcterms:modified>
</cp:coreProperties>
</file>