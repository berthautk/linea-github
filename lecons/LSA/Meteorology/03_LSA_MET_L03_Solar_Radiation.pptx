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Solar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Transfer of Solar Energy. The key notions we shall use today are: solar radiation, insolation, electromagnetic spectrum, ultraviolet, visible light, infrared, reflection, albedo, scattering, absorption. At the end, you should be able to do this: learners are able to explain how the atmosphere reduces the solar energy reaching the ground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Structure of the Atmosphere. The question was: Define insolation.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Insolation (incoming solar radiation) is the energy that the Earth receives from the Sun.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solar radiation (insolation). Number 2: describe the nature of solar radiation. Number 3: explain reflection and albedo. Number 4: explain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Ozone absorbs ultraviolet rays. Clouds are made of water droplets. Dark clothes feel hot in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hot, sunny morning in Garoua, you walk to school. In the direct sun, the heat is intense; under a big neem tree, it is much cooler. When a small white cloud passes, its shadow also gives some relief. Your friend in a white boubou feels cooler than you in a dark shirt. You ask: "What is this energy coming from the Sun, and why do shade, clouds and colours change how much of it we receive?"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solar radiation reaches the ground and is reduced.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energy we receive from the Sun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Solar radiation, or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 white boubou cooler than a dark shirt?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White reflects more radiation; dark absorbs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light colours, shade trees and light roofs to keep homes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source of energy of all weather and why surfaces heat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spectrum of solar radiation.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solar radiation do we feel as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Infrared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what happens to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processes that reduce solar radiation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Reflection, scattering and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snow reflects most sunlight.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albedo?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proportion of radiation a surface reflects.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sunrise.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sky blue?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molecules scatter blue light more than other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gases absorb infrared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and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Solar radiation (insolation) and Albedo.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Scattering and Absorption.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 and Nature of Solar Radiation. Solar radiation has the following source and nature. Copy the point on Source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 and Nature of Solar Radiation. On this slide we have Electromagnetic waves and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 and Nature of Solar Radiation.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Illustration on the left, then draw the diagram on the right: the spectrum.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Depletion of Solar Radiation in the Atmosphere. Solar radiation is reduced in the atmosphere by the following processes. Copy the point on Overall budget on the left, then draw the diagram on the right: what happens to sunlight.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Reflection on the left, then draw the diagram on the right: albedo of surfaces.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of Solar Radiation in the Atmosphere. On this slide we have Examples of albedo.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Scattering on the left, then draw the diagram on the right: a red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Depletion of Solar Radiation in the Atmosphere. On this slide we have Absorption.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reflection by a cloud from scattering by gas molecules.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reflection sends radiation straight back to space; scattering sends it in all directions.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tarred road hotter than a grassy field?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road has a low albedo and absorbs most radiation; grass reflects more and cools by transpiration.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insolation; number 2, albedo; number 3, scattering.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heat budget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The Earth's Radiation Balance.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SOLAR RADIATION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Solar Radiation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Transfer of Solar Energy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Solar Radiation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Solar radiation, insolation, electromagnetic spectrum, ultraviolet, visible light, infrared, reflection, albedo, scattering,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 and nature of solar radiation; its depletion in the atmosphere by reflection (albedo), scattering and absorption.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Structure of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Insolation (incoming solar radiation) is the energy that the Earth receives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solar radiation (insolation).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nature of solar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reflection and albedo.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Ozone absorbs ultraviolet rays.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made of water droplets.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Dark clothes feel hot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hot, sunny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direct sun, the heat is intense; under a big neem tree, it is much cooler.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small white cloud passes, its shadow also gives some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friend in a white boubou feels cooler than you in a dark shirt.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this energy coming from the Sun, and why do shade, clouds and colours change how much of it we receive?"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solar radiation reaches the ground and is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energy we receive from the Sun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radiation, or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white boubou cooler than a dark shirt?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more radiation; dark absorbs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light colours, shade trees and light roofs to keep homes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source of energy of all weather and why surfaces heat differently.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pectr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spectrum of solar radiation.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solar radiation do we feel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Infrared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ple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What happens to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that reduce solar radiation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scattering and absorption.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n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reflects most sunlight.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albedo?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REFLECTION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 of radiation a surface reflects.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unri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sunrise.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sky blue?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molecules scatter blue light more than other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gases absorb infrared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ABSORPTION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and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Transfer of Solar Energy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Solar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radiation (insolation):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energy received by the Earth from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proportion of solar radiation reflected by a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redirection of solar radiation in all directions by gas molecules and small particles.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taking in of radiation by gases, particles or surfaces, which turns it into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Solar radiation has the following source and nature: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produces energy by nuclear fusion at a surface temperature of about 5,500 °C.</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Electromagnetic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travels through space as waves at the speed of 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Ultraviolet: short, invisible waves that burn the skin.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Visible light: the colours we see.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Infrared: long, invisible waves felt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 and Nature of Solar Radiation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Illustration: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solar energy arrives as visible light and near infrared.</a:t>
            </a:r>
            <a:endParaRPr lang="en-US" sz="3600" dirty="0"/>
          </a:p>
        </p:txBody>
      </p:sp>
      <p:pic>
        <p:nvPicPr>
          <p:cNvPr id="5" name="Image 0" descr="/home/claude/f4/img/v2/spectru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spectrum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Solar radiation is reduced in the atmosphere by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Overall budget: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Only about half of the solar energy reaching the top of the atmosphere is absorbed by the ground.</a:t>
            </a:r>
            <a:endParaRPr lang="en-US" sz="3200" dirty="0"/>
          </a:p>
        </p:txBody>
      </p:sp>
      <p:pic>
        <p:nvPicPr>
          <p:cNvPr id="5" name="Image 0" descr="/home/claude/f4/img/v2/deple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what happens to sunlight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Clouds and bright surfaces send radiation back to space; the proportion reflected is the albedo.</a:t>
            </a:r>
            <a:endParaRPr lang="en-US" sz="3600" dirty="0"/>
          </a:p>
        </p:txBody>
      </p:sp>
      <p:pic>
        <p:nvPicPr>
          <p:cNvPr id="5" name="Image 0" descr="/home/claude/f4/img/v2/met2_albed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albedo of surfaces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of 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snow reflects about 85 %, thick clouds up to 90 %, forests about 12 % and a tarred road less than 10 %.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Scattering: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Molecules scatter blue light, so the sky is blue; at sunrise and sunset, light crosses more air and looks red.</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Depletion of Solar Radiation in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Absorption: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absorbs ultraviolet rays, while water vapour and carbon dioxide absorb infrared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reflection by a cloud from scattering by gas molecules.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Reflection sends radiation straight back to space; scattering sends it in all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tarred road hotter than a grassy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has a low albedo and absorbs most radiation; grass reflects more and cools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Solar radiation is also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reflectivity of a surface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sky is blue because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Soleil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Reflection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réflexion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diffusion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Albedo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L'albédo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Solar Radiation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solar radiation (insolation). Describe the nature of solar radiation. Explain reflection and albedo. Explain scattering and absorption.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atmosphere reduces the solar energy reaching the ground and why surfaces heat differently.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 and Nature of Solar Radiation; Depletion of Solar Radiation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spectrum.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arrows for each process.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white and black cloth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clap chalky dusters in a torch beam.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tin roof at midday.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“Peaceful Winter” by `James Wheeler, CC BY-NC-SA 2.0, via Flickr (https://www.flickr.com/photos/24128704@N08/25673217581)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2026-09-28T22:18:54Z</dcterms:created>
  <dcterms:modified xsi:type="dcterms:W3CDTF">2026-09-28T22:18:54Z</dcterms:modified>
</cp:coreProperties>
</file>