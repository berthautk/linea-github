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Solar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Transfer of Solar Energy. The key notions we shall use today are: solar radiation, insolation, electromagnetic spectrum, ultraviolet, visible light, infrared, reflection, albedo, scattering, absorption. At the end, you should be able to do this: learners are able to explain how the atmosphere reduces the solar energy reaching the ground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Structure of the Atmosphere. The question was: Define insolation.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Insolation (incoming solar radiation) is the energy that the Earth receives from the Sun.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solar radiation (insolation). Number 2: describe the nature of solar radiation. Number 3: explain reflection and albedo. Number 4: explain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Ozone absorbs ultraviolet rays. Clouds are made of water droplets. Dark clothes feel hot in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sunny morning in Garoua, you walk to school. In the direct sun, the heat is intense; under a big neem tree, it is much cooler. When a small white cloud passes, its shadow also gives some relief. Your friend in a white boubou feels cooler than you in a dark shirt. You ask: "What is this energy coming from the Sun, and why do shade, clouds and colours change how much of it we receive?"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solar radiation reaches the ground and is reduced.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energy we receive from the Sun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radiation, or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white boubou cooler than a dark shirt?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White reflects more radiation; dark absorbs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light colours, shade trees and light roofs to keep homes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source of energy of all weather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spectrum of solar radiation.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solar radiation do we feel as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Infrared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what happens to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processes that reduce solar radiation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Reflection,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snow reflects most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albedo?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 of radiation a surface reflects.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sky blue?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molecules scatter blue light more than other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gases absorb infrared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and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Solar radiation (insolation) and Albedo.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Scattering and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 Solar radiation has the following source.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Copy the point on The solar constant: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Solar radiation is short-wave electromagnetic energy made of the following rays. Copy the point on Ultraviolet rays (about 9 %) on the left, then draw the diagram on the right: the solar spectrum.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Copy the point on Visible light (about 40 %):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Copy the point on Infrared rays (about 51 %):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of Solar Radiation. Solar radiation is reduced as it crosses the atmosphere by the following processes. Copy the point on Reflection on the left, then draw the diagram on the right: the albedo of surfaces.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Scattering on the left, then draw the diagram on the right: a red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Copy the point on Absorption: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reaching the surface on the left, then draw the diagram on the right: the depletion of solar radiation.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reflection by a cloud from scattering by gas molecules.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reflection sends radiation straight back to space; scattering sends it in all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tarred road hotter than a grassy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road has a low albedo and absorbs most radiation; grass reflects more and cools by transpiration.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insolation; number 2, albedo; number 3, scattering.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heat budget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Earth's Radiation Balance.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SOLAR RADIATION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Solar Radiation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Transfer of Solar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Solar Radiation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Solar radiation, insolation, electromagnetic spectrum, ultraviolet, visible light, infrared, reflection, albedo, scattering,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 and nature of solar radiation; its depletion in the atmosphere by reflection (albedo), scattering and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Structure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Insolation (incoming solar radiation) is the energy that the Earth receives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solar radiation (insolation).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of solar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reflection and albedo.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droplets.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Dark clothes feel hot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sunny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direct sun, the heat is intense; under a big neem tree, it is much cooler.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small white cloud passes, its shadow also gives some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in a white boubou feels cooler than you in a dark shirt.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this energy coming from the Sun, and why do shade, clouds and colours change how much of it we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solar radiation reaches the ground and is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energy we receive from the Sun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radiation, or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white boubou cooler than a dark shirt?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more radiation; dark absorbs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light colours, shade trees and light roofs to keep homes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source of energy of all weather and why surfaces heat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pectr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spectrum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solar radiation do we feel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Infrared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What happens to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that reduce solar radiation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n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reflects most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radiation a surface reflects.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molecules scatter blue light more than other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gases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Transfer of Solar Energy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radiation (insolation):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energy received by the Earth from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proportion of solar radiation reflected by a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redirection of solar radiation in all directions by gas molecules and small particles.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taking in of radiation by gases, particles or surfaces, which turns it into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Solar radiation has the following source:</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Sun produces energy by nuclear fusion, in which hydrogen changes into helium, and its surface is at about 5,500 °C. This energy travels through space at the speed of light and reaches the Earth in about 8 minutes.</a:t>
            </a:r>
            <a:endParaRPr lang="en-US" sz="2800" dirty="0"/>
          </a:p>
        </p:txBody>
      </p:sp>
      <p:pic>
        <p:nvPicPr>
          <p:cNvPr id="6" name="Image 0" descr="/home/claude/f4/img/v2/lsa_su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solar constant: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atmosphere, each square metre facing the Sun receives about 1,361 watts. The Earth receives only a tiny part of the energy of the Sun, but it is enough to drive all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Solar radiation is short-wave electromagnetic energy made of the following rays: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Ultraviolet rays (about 9 %):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short, invisible waves with much energy. Most are absorbed by the ozone layer, and those that reach the ground burn the skin.</a:t>
            </a:r>
            <a:endParaRPr lang="en-US" sz="3000" dirty="0"/>
          </a:p>
        </p:txBody>
      </p:sp>
      <p:pic>
        <p:nvPicPr>
          <p:cNvPr id="6" name="Image 0" descr="/home/claude/f4/img/v2/spectrum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spectrum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Visible light (about 40 %):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solar radiation that our eyes can see, made of the colours of the rainbow. It lights the Earth and is used by plants for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Infrared rays (about 51 %):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longer, invisible waves felt as heat. They warm the surface and are partly absorbed by 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Solar radiation is reduced as it crosses the atmosphere by the following processes: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Reflection: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Clouds, snow, ice and bright surfaces send part of the radiation back to space without changing it. The proportion reflected is the albedo: fresh snow reflects about 85 %, thick clouds up to 90 %, forests about 12 % and a tarred road less than 10 %.</a:t>
            </a:r>
            <a:endParaRPr lang="en-US" sz="2600" dirty="0"/>
          </a:p>
        </p:txBody>
      </p:sp>
      <p:pic>
        <p:nvPicPr>
          <p:cNvPr id="5" name="Image 0" descr="/home/claude/f4/img/v2/met2_albed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albedo of surfaces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Gas molecules and tiny particles send part of the light in all directions, and blue light is scattered most, which makes the sky blue. At sunrise and sunset, light crosses more air, so the blue is lost and the sky looks red.</a:t>
            </a:r>
            <a:endParaRPr lang="en-US" sz="3400" dirty="0"/>
          </a:p>
        </p:txBody>
      </p:sp>
      <p:pic>
        <p:nvPicPr>
          <p:cNvPr id="5" name="Image 0" descr="/home/claude/f4/img/v2/f4_sunris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while water vapour, carbon dioxide and dust absorb infrared rays. The absorbed energy is turned into heat that warms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Energy reaching the surface: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Because of these three processes, only about half of the solar energy reaching the top of the atmosphere is absorbed by the ground. About 30 % is reflected to space and about 20 % is absorbed by the air and clouds.</a:t>
            </a:r>
            <a:endParaRPr lang="en-US" sz="3200" dirty="0"/>
          </a:p>
        </p:txBody>
      </p:sp>
      <p:pic>
        <p:nvPicPr>
          <p:cNvPr id="5" name="Image 0" descr="/home/claude/f4/img/v2/deple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depletion of solar radiation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reflection by a cloud from scattering by gas molecules.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sends radiation straight back to space; scattering sends it in all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tarred road hotter than a grassy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has a low albedo and absorbs most radiation; grass reflects more and cools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Solar radiation is also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reflectivity of a surface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sky is blue because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réflexion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diffusion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Albedo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L'albédo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solar radiation (insolation). Describe the nature of solar radiation. Explain reflection and albedo. Explain scattering and absorption.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 Nature; Depletion of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spectrum.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for each process.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white and black cloth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clap chalky dusters in a torch beam.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tin roof at midday.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2026-09-29T11:13:35Z</dcterms:created>
  <dcterms:modified xsi:type="dcterms:W3CDTF">2026-09-29T11:13:35Z</dcterms:modified>
</cp:coreProperties>
</file>