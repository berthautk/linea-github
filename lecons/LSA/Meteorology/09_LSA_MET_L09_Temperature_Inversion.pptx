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9: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Energy in the Atmosphere, and the sub-topic is Vertical Distribution of Heat in the Atmosphere. The key notions we shall use today are: temperature inversion, surface (radiation) inversion, upper-air inversion, fog, smog, frost, stability. At the end, you should be able to do this: learners are able to explain the formation of temperature inversions and their effects, such as morning haze in the Benue valley.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8: Vertical Distribution of Temperature. The question was: Define a temperature inversion.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temperature inversion is a situation in which temperature increases with height instead of decreasing.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a temperature inversion. Number 2: distinguish surface and upper-air inversions. Number 3: explain the conditions for a surface inversion. Number 4: explain the effects of inversions.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Temperature normally falls with height. The ground loses heat at night. The Harmattan air is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an early January morning in Garoua, you walk to school. The air near the ground is surprisingly cold on your legs, and a low haze of dust and smoke from cooking fires hangs in the air without rising. You have learnt that air gets colder with height. You ask: "Why is the air colder at the ground this morning, and why does the smoke not rise?"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understand the temperature inversion.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this condition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temperature inversion: cold air below warmer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does the smoke not rise?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warm layer above acts like a lid that stops rising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avoid burning waste on calm, cold mornings, and drive carefully in fog and haze.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explains morning fog and haze, air pollution and frost, which affect health, transport and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temperature in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temperature change with height in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increases instead of decreasing.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animation: animation: a night inversion forms.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is the coldest air in a surface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Just above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conditions for an inversion.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clear skies help an inversion to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Heat escapes from the ground to space, so the ground and the air above it cool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fog in a valley.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fog form in valleys during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cold air near the ground is cooled to its dew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smog over a city.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health effect of pollution trapped by an inversion.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Coughing and breathing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Temperature inversion and Fog.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Smog.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Types of Temperature Inversion. Temperature inversions are presented as follows. Copy the point on Meaning on the left, then draw the diagram on the right: temperature in an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Surface (radiation) inversion on the left, then draw the diagram on the right: a night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Types of Temperature Inversion. On this slide we have Upper-air inversion.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a Surface Inversion. A surface inversion forms best under the following conditions. Copy the point on Long nights on the left, then draw the diagram on the right: conditions for an inversion.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a Surface Inversion. On this slide we have Clear skies, Calm air and Dry air.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a Surface Inversion. On this slide we have Valleys.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on Weather and Human Activities. Temperature inversions have the following effects. Copy the point on Fog on the left, then draw the diagram on the right: fog in a valley.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Trapped pollution on the left, then draw the diagram on the right: smog.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on Weather and Human Activities. On this slide we have Reduced visibility.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Frost on the left, then draw the diagram on the right: frost.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How do a clear sky and calm winds help an inversion to form at night?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clear skies let the ground lose heat quickly; calm air lets the cold air stay near the ground without mixing.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effects of temperature inversion on human activities.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fog and reduced visibility, trapped pollution and health problems, frost damaging crops (any two).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increases; number 2, smog; number 3,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relative humidity.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10: Nature of Moisture.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9: TEMPERATURE INVERSION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gif"/><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jp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Temperature Inversion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Vertical Distribution of Heat in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9: Temperature Inversion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inversion, surface (radiation) inversion, upper-air inversion, fog, smog, frost, stability.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temperature inversion; causes of surface inversion; effects on weather and human activities (fog, pollution, frost).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the formation of temperature inversions and their effects, such as morning haze in the Benue valley.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8: Vertical Distribution of Temperature):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temperature inversion is a situation in which temperature increases with height instead of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temperature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surface and upper-air inversions.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conditions for a surface inversion.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effects of inversions.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normally falls with height.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ground loses heat at night.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Harmattan air is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an early January morning in Garoua, you walk to school.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air near the ground is surprisingly cold on your legs, and a low haze of dust and smoke from cooking fires hangs in the air without rising.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have learnt that air gets colder with height.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the air colder at the ground this morning, and why does the smoke not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understand the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condition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temperature inversion: cold air below warmer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smoke not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warm layer above acts like a lid that stops rising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Avoid burning waste on calm, cold mornings, and drive carefully in fog and haze.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explains morning fog and haze, air pollution and frost, which affect health, transport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inversion_grap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Temperature in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temperature change with height in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increases instead of decreasing.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invers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night inversion forms.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is the coldest air in a surface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Just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met2_inv_cause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Conditions for an inversion.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clear skies help an inversion to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Heat escapes from the ground to space, so the ground and the air above it cool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loudse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Fog in a valley.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fog form in valleys during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cold air near the ground is cooled to its dew point.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smo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Smog over a city.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health effect of pollution trapped by an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EFFECTS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Coughing and breathing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Energy in the Atmosphere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Vertical Distribution of Heat in the Atmosphere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Temperature Inversion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situation in which temperature increases with height, so warm air lies above cold air.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cloud at ground level that reduces visibility to less than 1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Smog: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mixture of smoke (or pollutants) and fog.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Temperature Inversion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inversions are presented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normal fall of temperature with height is reversed, and the warm layer acts like a lid.</a:t>
            </a:r>
            <a:endParaRPr lang="en-US" sz="3600" dirty="0"/>
          </a:p>
        </p:txBody>
      </p:sp>
      <p:pic>
        <p:nvPicPr>
          <p:cNvPr id="5" name="Image 0" descr="/home/claude/f4/img/v2/inversion_graph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temperature in an inversion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Temperature Inversion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Surface (radiation) inversion: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near the ground at night and in the early morning; it is the most common type.</a:t>
            </a:r>
            <a:endParaRPr lang="en-US" sz="3600" dirty="0"/>
          </a:p>
        </p:txBody>
      </p:sp>
      <p:pic>
        <p:nvPicPr>
          <p:cNvPr id="5" name="Image 0" descr="/home/claude/f4/img/v2/invers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night inversion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Types of Temperature Inversion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Upper-air inversion: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higher up, when air sinks slowly and warms in high-pressure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a Surface Inversion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surface inversion forms best under the following conditions: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Long nights: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ground has more time to lose heat by terrestrial radiation.</a:t>
            </a:r>
            <a:endParaRPr lang="en-US" sz="3600" dirty="0"/>
          </a:p>
        </p:txBody>
      </p:sp>
      <p:pic>
        <p:nvPicPr>
          <p:cNvPr id="5" name="Image 0" descr="/home/claude/f4/img/v2/met2_inv_causes.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conditions for an inversion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a Surface Inversion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Clear skies: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clouds, heat escapes quickly to space.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Calm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Without wind, the cold, heavy air stays near the ground.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Dry air: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air, such as Harmattan air, cools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Causes of a Surface Inversion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Valleys: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air drains down the slopes and collects in valleys and basins, like the Benue valley.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Weather and Human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Temperature inversions have the following effects: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Air near the cold ground is cooled to its dew point and forms fog, common in valleys and near rivers.</a:t>
            </a:r>
            <a:endParaRPr lang="en-US" sz="3600" dirty="0"/>
          </a:p>
        </p:txBody>
      </p:sp>
      <p:pic>
        <p:nvPicPr>
          <p:cNvPr id="5" name="Image 0" descr="/home/claude/f4/img/v2/lsa_cloudse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fog in a valley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Weather and Human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Trapped pollution: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Smoke, exhaust fumes and dust are trapped near the ground, causing smog and breathing problems.</a:t>
            </a:r>
            <a:endParaRPr lang="en-US" sz="3600" dirty="0"/>
          </a:p>
        </p:txBody>
      </p:sp>
      <p:pic>
        <p:nvPicPr>
          <p:cNvPr id="5" name="Image 0" descr="/home/claude/f4/img/v2/lsa_smo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smog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Weather and Human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Reduced visibility: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and smog make roads and flights dangerous.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Effects on Weather and Human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Frost: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cold regions or high mountains, trapped cold air can fall below 0 °C and damage crops.</a:t>
            </a:r>
            <a:endParaRPr lang="en-US" sz="3600" dirty="0"/>
          </a:p>
        </p:txBody>
      </p:sp>
      <p:pic>
        <p:nvPicPr>
          <p:cNvPr id="5" name="Image 0" descr="/home/claude/f4/img/v2/lsa_fro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a clear sky and calm winds help an inversion to form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Clear skies let the ground lose heat quickly; calm air lets the cold air stay near the ground without mixing.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effects of temperature inversion 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Fog and reduced visibility, trapped pollution and health problems, frost damaging crops (any two).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an inversion, temperature ______ with height.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mixture of smoke and fog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Inversions are strongest on ______ and calm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relative humidity.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10: Nature of Moisture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L'inversion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brouillard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Pollutant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polluant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Visibility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visibilité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smog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Energy in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9: Temperature Inversion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temperature inversion. Distinguish surface and upper-air inversions. Explain the conditions for a surface inversion. Explain the effects of inversions.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the formation of temperature inversions and their effects, such as morning haze in the Benue valley.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Types of Temperature Inversion; Causes of a Surface Inversion; Effects on Weather and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relative humidity.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2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normal and the inverted line.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cold early morning.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cloudy and clear nights.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fog over the Benue.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smoke from cooking fires.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“Rising above the Inversion” by Pictoscribe -, CC BY-NC-ND 2.0, via Flickr (https://www.flickr.com/photos/70414856@N00/6535713585)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“Beijing smog” by kevin dooley, CC BY 2.0, via Flickr (https://www.flickr.com/photos/12836528@N00/386198516)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(Frost):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2026-09-28T22:18:55Z</dcterms:created>
  <dcterms:modified xsi:type="dcterms:W3CDTF">2026-09-28T22:18:55Z</dcterms:modified>
</cp:coreProperties>
</file>