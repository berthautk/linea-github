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temperature inversion, surface (radiation) inversion, upper-air inversion, fog, smog, frost, stability. At the end, you should be able to do this: learners are able to explain the formation of temperature inversions and their effects, such as morning haze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Vertical Distribution of Temperature. The question was: Define a temperature inversion.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temperature inversion is a situation in which temperature increases with height instead of decreasing.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temperature inversion. Number 2: distinguish surface and upper-air inversions. Number 3: explain the conditions for a surface inversion. Number 4: explain the effects of inversions.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normally falls with height. The ground loses heat at night. The Harmattan air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an early January morning in Garoua, you walk to school. The air near the ground is surprisingly cold on your legs, and a low haze of dust and smoke from cooking fires hangs in the air without rising. You have learnt that air gets colder with height. You ask: "Why is the air colder at the ground this morning, and why does the smoke not rise?"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condition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temperature inversion: cold air below warmer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smoke not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warm layer above acts like a lid that stops rising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burning waste on calm, cold mornings, and drive carefully in fog and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morning fog and haze, air pollution and frost, which affect health, transport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in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temperature change with height in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increases instead of decreasing.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night inversion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coldest air in a surface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Just above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conditions for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clear skies help an inversion to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escapes from the ground to space, so the ground and the air above it cool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fog in a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fog form in valleys during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 air near the ground is cooled to its dew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smog over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health effect of pollution trapped by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Coughing and breathing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Temperature inversion.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Capping inversion and Subsidence inversion.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Temperature Inversion. Temperature inversion is explained as follows. Copy the point on Temperature inversion on the left, then draw the diagram on the right: a temperature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Surface Inversions. The surface inversions are the following. Copy the point on Radiation (ground) inversion on the left, then draw the diagram on the right: a surface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Surface Inversions. Copy the point on Valley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Above-Surface (Upper-Air) Inversions. The above-surface inversions are the following. Copy the point on Subsidence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Above-Surface (Upper-Air) Inversions. Copy the point on Frontal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Above-Surface (Upper-Air) Inversions. Copy the point on Capping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a Surface Inversion. A surface inversion forms best under the following conditions. Copy the point on Long nights on the left, then draw the diagram on the right: the causes of inversions.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Copy the point on Clear skies and dry air: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Copy the point on Calm air: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Copy the point on Valleys and basins: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Weather. Temperature inversions have the following effects on weather. Copy the point on Stable air and clear skies: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Frost on the left, then draw the diagram on the right: frost.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Weather. Copy the point on Haze and low clouds: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Man. Temperature inversions have the following effects on man. Copy the point on Air pollution on the left, then draw the diagram on the right: smog.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Man. Copy the point on Danger for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Man. Copy the point on Damage to crops: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Fog Formation. Fog is formed in the following ways. Copy the point on Radiation fog on the left, then draw the diagram on the right: fog in the valleys.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Advection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a clear sky and calm winds help an inversion to form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 skies let the ground lose heat quickly; calm air lets the cold air stay near the ground without mixing.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temperature inversion on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fog and reduced visibility, trapped pollution and health problems, frost damaging crops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increases; number 2, smog; number 3,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relative humidity.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Nature of Moisture.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TEMPERATURE INVERSION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Temperature Inversion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Temperature Inversion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inversion, surface (radiation) inversion, upper-air inversion, fog, smog, frost,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temperature inversion; causes of surface inversion; effects on weather and human activities (fog, pollution, frost).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Vertical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is a situation in which temperature increases with height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surface and upper-air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a surface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normally falls with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loses heat at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air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early January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near the ground is surprisingly cold on your legs, and a low haze of dust and smoke from cooking fires hangs in the air without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learnt that air gets colder with height.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air colder at the ground this morning, and 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condition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cold air below warmer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layer above acts like a lid that stops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burning waste on calm, cold mornings, and drive carefully in fog and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morning fog and haze, air pollution and frost, which affect health, transport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in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temperature change with height in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ver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night inversion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coldest air in a surface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Just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inv_cau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Conditions for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 skies help an inversion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escapes from the ground to space, so the ground and the air above it cool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 in a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fog form in valleys during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air near the ground is cooled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over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health effect of pollution trapped by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Coughing and breathing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in which temperature increases with height, so warm air lies above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Capping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warm layer of air aloft that stops rising air and clouds from going higher.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inversion formed when a large mass of air sinks slowly and warms by compression.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cloud at ground level that reduces visibility to less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Temperature Inversion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Temperature inversion is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Normally, temperature falls with height, but during an inversion a layer of warm air lies above cooler air. This warm layer acts like a lid that stops the cold air below from rising, so the air becomes very stable.</a:t>
            </a:r>
            <a:endParaRPr lang="en-US" sz="2800" dirty="0"/>
          </a:p>
        </p:txBody>
      </p:sp>
      <p:pic>
        <p:nvPicPr>
          <p:cNvPr id="5" name="Image 0" descr="/home/claude/f4/img/v2/inversion_grap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temperature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Surface Inversions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surface inversions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Radiation (ground) inversion: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On clear, calm nights, the ground loses its heat quickly by radiation and cools the air in contact with it. The air near the ground becomes colder than the air above, and this is the most common type of inversion.</a:t>
            </a:r>
            <a:endParaRPr lang="en-US" sz="2800" dirty="0"/>
          </a:p>
        </p:txBody>
      </p:sp>
      <p:pic>
        <p:nvPicPr>
          <p:cNvPr id="6" name="Image 0" descr="/home/claude/f4/img/v2/inversion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surface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Surface Inversions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heavy air on the slopes drains down and collects in valleys and basins. The valley floor becomes colder than the slopes above, as happens in the Benue valley in the Harmattan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Above-Surface (Upper-Air) Inversions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above-surface inversions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Subsidence inversion: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high-pressure areas, a large mass of air sinks slowly and is warmed by compression. A warm layer then forms a few hundred metres above the ground, as over the Sahara and the subtropical oceans.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Above-Surface (Upper-Air) Inversions</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a front, warm air rises over cold, heavy air. The warm air above the cold air forms an inversion that slopes along the front.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Above-Surface (Upper-Air) Inversions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Capping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warm layer at the top of the lowest part of the atmosphere acts as a cap on rising air. It stops clouds from growing, but if strong heating breaks through it, violent storms can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 surface inversion forms best under the following conditions: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Long nights: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Long nights give the ground more time to lose heat by terrestrial radiation. This is why inversions are strongest in winter in the temperate regions.</a:t>
            </a:r>
            <a:endParaRPr lang="en-US" sz="3400" dirty="0"/>
          </a:p>
        </p:txBody>
      </p:sp>
      <p:pic>
        <p:nvPicPr>
          <p:cNvPr id="5" name="Image 0" descr="/home/claude/f4/img/v2/met2_inv_cau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causes of inversions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Clear skies and dry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clouds, and in dry air such as that of the Harmattan, heat escapes quickly to space. The ground and the air near it therefore cool rapidly after sunset.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Calm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wind, the cold, heavy air is not mixed with the warmer air above. It therefore stays near the ground and forms a cold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Valleys and basins: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flows down the slopes at night like water and collects in low places. Valleys and basins are therefore the places where inversions are most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Weather</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inversions have the following effects on weather:</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Stable air and clear skies: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warm layer stops air from rising, so clouds and rain cannot form. For this reason, inversions give dry weather, as in the Sahara and on coastal deserts.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Effects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cold regions and on high mountains, the air trapped near the ground can fall below 0 °C. Frost then forms on the ground and on plants.</a:t>
            </a:r>
            <a:endParaRPr lang="en-US" sz="3600" dirty="0"/>
          </a:p>
        </p:txBody>
      </p:sp>
      <p:pic>
        <p:nvPicPr>
          <p:cNvPr id="6" name="Image 0" descr="/home/claude/f4/img/v2/lsa_fros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Weather</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Haze and low clouds: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Moisture and dust are trapped below the warm layer. They form a layer of haze or flat stratus clouds under the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Effects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Temperature inversions have the following effects on man:</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Smoke, exhaust fumes and dust cannot rise and stay trapped near the ground, forming smog. This causes breathing problems, as in the London smog of 1952, which killed about 4,000 people.</a:t>
            </a:r>
            <a:endParaRPr lang="en-US" sz="2800" dirty="0"/>
          </a:p>
        </p:txBody>
      </p:sp>
      <p:pic>
        <p:nvPicPr>
          <p:cNvPr id="6" name="Image 0" descr="/home/claude/f4/img/v2/lsa_smo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Danger for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smog reduce visibility on roads and at airports. They cause road accidents and delay or cancel flights.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Man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Frost in valleys destroys crops such as coffee, tea and fruit trees. For this reason, farmers in temperate regions plant orchards on slopes above the cold valley floors.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Fog Formation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Fog is formed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Radiation fog: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On clear, calm nights, the air near the cold ground is cooled to its dew point and its vapour condenses into droplets. This fog is common in valleys and near rivers in the early morning and clears as the sun heats the ground.</a:t>
            </a:r>
            <a:endParaRPr lang="en-US" sz="2800" dirty="0"/>
          </a:p>
        </p:txBody>
      </p:sp>
      <p:pic>
        <p:nvPicPr>
          <p:cNvPr id="5" name="Image 0" descr="/home/claude/f4/img/v2/lsa_cloudse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 in the valleys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Fog Formation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Advection 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warm, moist air moves over a cold surface, such as a cold sea current, it is cooled to its dew point. This fog forms along coasts such as San Francisco and the Namib coast.</a:t>
            </a:r>
            <a:endParaRPr lang="en-US" sz="36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a clear sky and calm winds help an inversion to form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let the ground lose heat quickly; calm air lets the cold air stay near the ground without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temperature inversion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reduced visibility, trapped pollution and health problems, frost damaging crops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an inversion, temperature ______ with height.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mixture of smoke and fog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Inversions are strongest on ______ and calm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polluant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 Distinguish surface and upper-air inversions. Explain the conditions for a surface inversion. Explain the effects of inversions.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Temperature Inversion; Surface Inversions; Above-Surface (Upper-Air) Inversions; Causes of a Surface Inversion; Effects on Weather; Effects on Man; Fog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normal and the inverted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cold early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cloudy and clear nights.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fog over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smoke from cooking fires.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(Frost):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(Advection fog):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2026-10-06T05:43:38Z</dcterms:created>
  <dcterms:modified xsi:type="dcterms:W3CDTF">2026-10-06T05:43:38Z</dcterms:modified>
</cp:coreProperties>
</file>