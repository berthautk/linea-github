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Pressure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Pressure Belts. The key notions we shall use today are: atmospheric pressure, barometer, hectopascal, anticyclone, cyclone (depression), pressure belts, ITCZ, tricellular model, Hadley, Ferrel and polar cells, Coriolis effect. At the end, you should be able to do this: learners are able to explain the pressure belts and the tricellular circulation and relate them to the seasons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Global Distribution of Precipitation. The question was: Define atmospheric pressure.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Atmospheric pressure is the weight of the air pressing on a unit area of the surface of the Earth.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atmospheric pressure and pressure systems. Number 2: distinguish anticyclones and cyclones and their weather. Number 3: describe the global pressure belts. Number 4: explain the tricellular model and the Hadley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Warm air rises and cool air sinks. Rising air cools and forms clouds. The Sahara lies near 20–30° 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Watching the weather news, you see heavy thunderstorms over the Congo Basin near the Equator while the Sahara, near 25° N, has clear skies and dry heat. The presenter speaks of "low pressure" over one region and "high pressure" over the other. In Garoua, the dry north-east wind blows for months, then the moist south-west wind comes. You ask: "What are these pressure systems, and how do they organise the winds and weather of the world?"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pressure systems and the global circulation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there heavy rain near the Equator?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rises in a low-pressure zone (the ITCZ), cools and forms rain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Sahara dry?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sinks in the subtropical high-pressure belt, so clouds do not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pressure on weather maps to understand the coming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great belts of pressure and winds that control the climates of the world and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barometer.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instrument measures atmospheric pressure?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barometer.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low and high pressure.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weather is associated with an anticyclone?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Clear skies, dry and calm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pressure belts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pressure belt lies around 30° N and 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subtropical high-pressure belt.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three cells.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three cells of each hemisphere.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Hadley, Ferrel and polar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the Hadley cell.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surface winds complete the Hadley cell in the northern hemisphere?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north-east trade winds (the Harmattan over West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Atmospheric pressure.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Anticyclone and Cyclone (depression).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Tricellular model.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Pressure Systems. Pressure systems are presented as follows. Copy the point on Atmospheric pressure on the left, then draw the diagram on the right: a barometer.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High pressure (anticyclone) on the left, then draw the diagram on the right: low and high pressure.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Pressure Systems. On this slide we have Low pressure (cyclone, depression) and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Distribution of Pressure Belts. The pressure belts of the world are the following. Copy the point on Equatorial low (ITCZ) on the left, then draw the diagram on the right: the pressure belts.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Distribution of Pressure Belts. On this slide we have Subtropical highs (about 30° N and S) and Subpolar lows (about 60° N and 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Distribution of Pressure Belts. On this slide we have Polar highs and Seasonal shift.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Tricellular Model. The tricellular model is presented as follows. On this slide we have Three cells.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Tricellular Model. Copy this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Illustration on the left, then draw the diagram on the right: the three cells.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Hadley cell, step 1 on the left, then draw the diagram on the right: the Hadley cell.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Tricellular Model. On this slide we have Steps 2 and 3 and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an anticyclone from a depression.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anticyclone is high pressure with sinking air and clear weather; a depression is low pressure with rising air, clouds and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how the Hadley cell creates the Sahara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rising at the Equator moves poleward, cools and sinks near 30° N, forming high pressure where clouds cannot form.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barometer; number 2, high; number 3, Hadley.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why warm air rises.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Vertical Motions: Stability and Instability.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PRESSURE 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gif"/><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Pressure 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Belts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Pressure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pressure, barometer, hectopascal, anticyclone, cyclone (depression), pressure belts, ITCZ, tricellular model, Hadley, Ferrel and polar cells, Coriolis effect.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pressure systems (anticyclones and cyclones); global distribution of pressure belts; the tricellular model with emphasis on the Hadley cell.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pressure belts and the tricellular circulation and relate them to the seasons of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Global Distribution of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atmospheric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Atmospheric pressure is the weight of the air pressing on a unit area of the surface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and pressure systems.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anticyclones and cyclones and their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global pressure belts.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tricellular model and the Hadley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air rises and cool air sinks.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cools and forms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Sahara lies near 20–30°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Watching the weather news, you see heavy thunderstorms over the Congo Basin near the Equator while the Sahara, near 25° N, has clear skies and dry heat.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presenter speaks of "low pressure" over one region and "high pressure" over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dry north-east wind blows for months, then the moist south-west wind comes.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are these pressure systems, and how do they organise the winds and weather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pressure systems and the global circulation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heavy rain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rises in a low-pressure zone (the ITCZ), cools and forms rain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Sahara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in the subtropical high-pressure belt, so clouds do not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pressure on weather maps to understand the coming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great belts of pressure and winds that control the climates of the world and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arometer.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atmospheric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barometer.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et2_pressur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Low and high pressure.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is associated with an anticyclone?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 skies, dry and calm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pressure belts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pressure belt lies around 30° N and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subtropical high-pressure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TRICELLULAR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ricell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cells.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TRICELLULAR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cells of each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TRICELLULAR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Hadley, Ferrel and polar cells.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HADLEY CELL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adle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Hadley cell.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HADLEY CELL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surface winds complete the Hadley cell in the northern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HADLEY CELL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north-east trade winds (the Harmattan over West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Belts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Pressure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force exerted by the weight of the air on a unit area of the surface, measured in hectopascals (hPa).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Anticyclone: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high-pressure system of sinking air that brings clear, dry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Cyclone (depression):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low-pressure system of rising air that brings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Tricellular 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model of three circulation cells in each hemisphere that carry heat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Pressure systems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average pressure at sea level is about 1,013 hPa; it falls with altitude.</a:t>
            </a:r>
            <a:endParaRPr lang="en-US" sz="3600" dirty="0"/>
          </a:p>
        </p:txBody>
      </p:sp>
      <p:pic>
        <p:nvPicPr>
          <p:cNvPr id="5" name="Image 0" descr="/home/claude/f4/img/v2/f4_barometer.jpg">    </p:cNvPr>
          <p:cNvPicPr>
            <a:picLocks noChangeAspect="1"/>
          </p:cNvPicPr>
          <p:nvPr/>
        </p:nvPicPr>
        <p:blipFill>
          <a:blip r:embed="rId1"/>
          <a:stretch>
            <a:fillRect/>
          </a:stretch>
        </p:blipFill>
        <p:spPr>
          <a:xfrm>
            <a:off x="5349240" y="2069045"/>
            <a:ext cx="6659575" cy="3698319"/>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barometer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High pressure (anticyclone):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Air sinks and spreads out at the surface, giving clear, dry and calm weather.</a:t>
            </a:r>
            <a:endParaRPr lang="en-US" sz="3600" dirty="0"/>
          </a:p>
        </p:txBody>
      </p:sp>
      <p:pic>
        <p:nvPicPr>
          <p:cNvPr id="5" name="Image 0" descr="/home/claude/f4/img/v2/met2_pressure.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low and high pressure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pressure (cyclone, depression):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converges and rises, giving clouds, rain and often storms.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moves from high pressure towards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Distribution of Pressure Belts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pressure belts of the world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Equatorial low (ITCZ):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Strong heating makes air rise near the Equator, giving heavy rain and rainforests, as in southern Cameroon.</a:t>
            </a:r>
            <a:endParaRPr lang="en-US" sz="3200" dirty="0"/>
          </a:p>
        </p:txBody>
      </p:sp>
      <p:pic>
        <p:nvPicPr>
          <p:cNvPr id="5" name="Image 0" descr="/home/claude/f4/img/v2/pressure_belt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pressure belts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Distribution of Pressure Belts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highs (about 30° N and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and gives arid conditions and deserts like the Sahara.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Subpolar lows (about 60° N and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polar air meets warmer air, which rises and forms depressions.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Distribution of Pressure Belts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cold, dense air sinks over the poles.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Seasonal shift: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belts move north and south with the overhead sun, which explains the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Tricellular Model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tricellular model is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Three cells: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Hadley cell: from the Equator to about 30°.</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Ferrel cell: from about 30° to 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Tricellular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Polar cell: from about 60°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Tricellular Model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Illustration: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cells carry heat from the zone of surplus to the zones of deficit.</a:t>
            </a:r>
            <a:endParaRPr lang="en-US" sz="3600" dirty="0"/>
          </a:p>
        </p:txBody>
      </p:sp>
      <p:pic>
        <p:nvPicPr>
          <p:cNvPr id="5" name="Image 0" descr="/home/claude/f4/img/v2/tricellular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three cells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Tricellular Model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Hadley cell, step 1: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Air heated at the Equator rises and forms the ITCZ, with heavy rain.</a:t>
            </a:r>
            <a:endParaRPr lang="en-US" sz="3600" dirty="0"/>
          </a:p>
        </p:txBody>
      </p:sp>
      <p:pic>
        <p:nvPicPr>
          <p:cNvPr id="5" name="Image 0" descr="/home/claude/f4/img/v2/hadley_fir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Hadley cell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Tricellular Model</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Steps 2 and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high altitude the air moves poleward, cools and sinks near 30°, forming the subtropical high and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Surface air returns to the Equator; deflected by the Coriolis effect, it becomes the north-east trade winds, the Harmattan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an anticyclone from a depression.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anticyclone is high pressure with sinking air and clear weather; a depression is low pressure with rising air,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the Hadley cell creates the Sahara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rising at the Equator moves poleward, cools and sinks near 30° N, forming high pressure where clouds cannot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Pressure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Sinking air forms ______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cell between the Equator and 30° is the ______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why warm air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Vertical Motions: Stability and Instability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 atmosphérique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Hadley cell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cellule de Hadley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Anticyclone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L'anticyclone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Pressure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 and pressure systems. Distinguish anticyclones and cyclones and their weather. Describe the global pressure belts. Explain the tricellular model and the Hadley cell.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pressure belts and the tricellular circulation and relate them to the seasons of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Pressure Systems; Global Distribution of Pressure Belts; The Tricellular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why warm air rises.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5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press on a table to show weight.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rising and sinking air.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belts on a globe sketch.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three cells.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four steps of the cell.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2026-09-29T03:12:38Z</dcterms:created>
  <dcterms:modified xsi:type="dcterms:W3CDTF">2026-09-29T03:12:38Z</dcterms:modified>
</cp:coreProperties>
</file>