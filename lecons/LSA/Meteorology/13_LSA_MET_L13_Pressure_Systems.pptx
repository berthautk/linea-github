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Pressure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and Local Atmospheric Circulation, and the sub-topic is Pressure Belts. The key notions we shall use today are: atmospheric pressure, barometer, hectopascal, anticyclone, cyclone (depression), pressure belts, ITCZ, tricellular model, Hadley, Ferrel and polar cells, Coriolis effect. At the end, you should be able to do this: learners are able to explain the pressure belts and the tricellular circulation and relate them to the seasons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Global Distribution of Precipitation. The question was: Define atmospheric pressure.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Atmospheric pressure is the weight of the air pressing on a unit area of the surface of the Earth.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atmospheric pressure and pressure systems. Number 2: distinguish anticyclones and cyclones and their weather. Number 3: describe the global pressure belts. Number 4: explain the tricellular model and the Hadley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Warm air rises and cool air sinks. Rising air cools and forms clouds. The Sahara lies near 20–30° 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Watching the weather news, you see heavy thunderstorms over the Congo Basin near the Equator while the Sahara, near 25° N, has clear skies and dry heat. The presenter speaks of "low pressure" over one region and "high pressure" over the other. In Garoua, the dry north-east wind blows for months, then the moist south-west wind comes. You ask: "What are these pressure systems, and how do they organise the winds and weather of the world?"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pressure systems and the global circulation of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there heavy rain near the Equator?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Air rises in a low-pressure zone (the ITCZ), cools and forms rain clouds.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Sahara dry?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Air sinks in the subtropical high-pressure belt, so clouds do not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pressure on weather maps to understand the coming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great belts of pressure and winds that control the climates of the world and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barometer.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instrument measures atmospheric pressure?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barometer.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low and high pressure.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weather is associated with an anticyclone?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Clear skies, dry and calm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pressure belts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pressure belt lies around 30° N and 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subtropical high-pressure belt.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three cells.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the three cells of each hemisphere.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Hadley, Ferrel and polar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animation: animation: the Hadley cell.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surface winds complete the Hadley cell in the northern hemisphere?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north-east trade winds (the Harmattan over West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Atmospheric pressure.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Pressure system, Anticyclone and Depression (cyclone).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Tricellular model.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Pressure Systems. Pressure systems are explained as follows. Copy the point on Atmospheric pressure on the left, then draw the diagram on the right: a barometer.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High pressure (anticyclone) on the left, then draw the diagram on the right: high and low pressure.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Pressure Systems. Copy the point on Low pressure (depression):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Three Cells. The tricellular model divides the circulation of each hemisphere into the following three cells. Copy the point on The Hadley cell (0° to 30°) on the left, then draw the diagram on the right: the tricellular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Three Cells. Copy the point on The Ferrel cell (30° to 60°):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Three Cells. Copy the point on The polar cell (60° to 90°):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Hadley Cell. The Hadley cell works in the following four steps. Copy the point on Step 1, rising air at the Equator on the left, then draw the diagram on the right: the Hadley cell.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Hadley Cell. Copy the point on Step 2, flow towards the poles aloft: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Hadley Cell. Copy the point on Step 3, sinking air at about 30°: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Hadley Cell. Copy the point on Step 4, return flow at the surface: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an anticyclone from a depression.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an anticyclone is high pressure with sinking air and clear weather; a depression is low pressure with rising air, clouds and 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how the Hadley cell creates the Sahara Desert.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air rising at the Equator moves poleward, cools and sinks near 30° N, forming high pressure where clouds cannot form.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barometer; number 2, high; number 3, Hadley.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State why warm air rises.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Vertical Motions: Stability and Instability.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13: PRESSURE SYSTEMS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gif"/><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Pressure Systems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and Local Atmospheric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Belts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Pressure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Atmospheric pressure, barometer, hectopascal, anticyclone, cyclone (depression), pressure belts, ITCZ, tricellular model, Hadley, Ferrel and polar cells, Coriolis effect.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pressure systems (anticyclones and cyclones); global distribution of pressure belts; the tricellular model with emphasis on the Hadley cell.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pressure belts and the tricellular circulation and relate them to the seasons of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Global Distribution of Precipitation):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atmospheric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Atmospheric pressure is the weight of the air pressing on a unit area of the surface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atmospheric pressure and pressure systems.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anticyclones and cyclones and their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global pressure belts.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tricellular model and the Hadley cell.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Warm air rises and cool air sinks.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Rising air cools and forms clouds.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Sahara lies near 20–30°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Watching the weather news, you see heavy thunderstorms over the Congo Basin near the Equator while the Sahara, near 25° N, has clear skies and dry heat.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presenter speaks of "low pressure" over one region and "high pressure" over the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the dry north-east wind blows for months, then the moist south-west wind comes.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are these pressure systems, and how do they organise the winds and weather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pressure systems and the global circulation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there heavy rain near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rises in a low-pressure zone (the ITCZ), cools and forms rain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Sahara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sinks in the subtropical high-pressure belt, so clouds do not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pressure on weather maps to understand the coming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great belts of pressure and winds that control the climates of the world and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SYSTEMS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barometer.jpg">    </p:cNvPr>
          <p:cNvPicPr>
            <a:picLocks noChangeAspect="1"/>
          </p:cNvPicPr>
          <p:nvPr/>
        </p:nvPicPr>
        <p:blipFill>
          <a:blip r:embed="rId1"/>
          <a:stretch>
            <a:fillRect/>
          </a:stretch>
        </p:blipFill>
        <p:spPr>
          <a:xfrm>
            <a:off x="2251123" y="1783080"/>
            <a:ext cx="768945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barometer.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instrument measures atmospheric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barometer.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SYSTEMS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et2_pressur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Low and high pressure.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weather is associated with an anticyclone?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Clear skies, dry and calm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PRESSURE BELTS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ressure_bel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pressure belts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pressure belt lies around 30° N and 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subtropical high-pressure belt.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TRICELLULAR MODEL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ricellula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cells.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TRICELLULAR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cells of each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TRICELLULAR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Hadley, Ferrel and polar cells.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HADLEY CELL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hadley.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Hadley cell.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HADLEY CELL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surface winds complete the Hadley cell in the northern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HADLEY CELL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north-east trade winds (the Harmattan over West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Global and Local Atmospheric Circulation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Pressure Belts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Pressure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Atmospheric pressure: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force exerted by the weight of the air on a unit area of the surface, measured in hectopascals (hPa).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area where the pressure is higher or lower than in the surrounding areas.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Anticyclone: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high-pressure system of sinking air.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Depression (cyclone):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low-pressure system of rising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Tricellular model: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model of three circulation cells in each hemisphere that carry heat from the Equator to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Pressure Systems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Pressure systems are explained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Atmospheric pressure: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weight of the air presses on the surface with an average force of about 1,013 hPa at sea level, measured with a barometer. Pressure falls with altitude because there is less air above, and it changes from place to place with temperature.</a:t>
            </a:r>
            <a:endParaRPr lang="en-US" sz="2800" dirty="0"/>
          </a:p>
        </p:txBody>
      </p:sp>
      <p:pic>
        <p:nvPicPr>
          <p:cNvPr id="5" name="Image 0" descr="/home/claude/f4/img/v2/f4_barometer.jpg">    </p:cNvPr>
          <p:cNvPicPr>
            <a:picLocks noChangeAspect="1"/>
          </p:cNvPicPr>
          <p:nvPr/>
        </p:nvPicPr>
        <p:blipFill>
          <a:blip r:embed="rId1"/>
          <a:stretch>
            <a:fillRect/>
          </a:stretch>
        </p:blipFill>
        <p:spPr>
          <a:xfrm>
            <a:off x="6537960" y="2399116"/>
            <a:ext cx="5470855" cy="3038177"/>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barometer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Pressure Systems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High pressure (anticyclone):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a high-pressure system, air sinks, is compressed and spreads out at the surface. Sinking air warms and cannot form clouds, so anticyclones give clear, dry and calm weather.</a:t>
            </a:r>
            <a:endParaRPr lang="en-US" sz="3600" dirty="0"/>
          </a:p>
        </p:txBody>
      </p:sp>
      <p:pic>
        <p:nvPicPr>
          <p:cNvPr id="5" name="Image 0" descr="/home/claude/f4/img/v2/met2_pressure.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high and low pressure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Pressure Systems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pressure (depression):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low-pressure system, air flows in at the surface and rises. Rising air cools and its vapour condenses, so depressions give clouds, rain and often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Tricellular Model</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Three Cells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tricellular model divides the circulation of each hemisphere into the following three cells: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The Hadley cell (0° to 30°):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is a thermal cell driven by the strong heating of the Equator. It creates the equatorial low pressure where air rises and the subtropical high pressure where it sinks.</a:t>
            </a:r>
            <a:endParaRPr lang="en-US" sz="2800" dirty="0"/>
          </a:p>
        </p:txBody>
      </p:sp>
      <p:pic>
        <p:nvPicPr>
          <p:cNvPr id="6" name="Image 0" descr="/home/claude/f4/img/v2/tricellular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tricellular model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Tricellular Model</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Three Cells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Ferrel cell (30° to 60°):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cell driven by the movement of the two cells on either side of it. Its surface air flows poleward from the subtropical highs as the westerlies and rises at the subpolar 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Tricellular Model</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Three Cells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polar cell (60° to 90°):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cold, dense air sinks over the poles and forms the polar highs. It flows towards 60° as the polar easterlies, where it meets warmer air, rises and returns poleward at high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Tricellular Model</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Hadley Cell</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Hadley cell works in the following four steps: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Step 1, rising air at the Equator: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Strong heating near the Equator makes the air expand, become light and rise. This creates the equatorial low pressure, or ITCZ, with cumulonimbus clouds and heavy rain.</a:t>
            </a:r>
            <a:endParaRPr lang="en-US" sz="2800" dirty="0"/>
          </a:p>
        </p:txBody>
      </p:sp>
      <p:pic>
        <p:nvPicPr>
          <p:cNvPr id="6" name="Image 0" descr="/home/claude/f4/img/v2/hadley_first.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Hadley cell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Tricellular Model</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Hadley Cell</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flow towards the poles aloft: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about 15 km, the tropopause stops the air from rising further, so it spreads out towards the poles. As it moves, it loses heat by radiation and becomes cooler and denser.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Tricellular Model</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Hadley Cell</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sinking air at about 30°: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30° N and S, the cooled air sinks and is warmed by compression, so no clouds can form. This creates the subtropical high pressure and explains the great hot deserts, such as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Tricellular Model</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Hadley Cell</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return flow at the surface: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surface, the air flows back to the Equator to replace the rising air. Deflected by the Coriolis effect, it becomes the north-east trade winds, which in West Africa blow as 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an anticyclone from a depression.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anticyclone is high pressure with sinking air and clear weather; a depression is low pressure with rising air, clouds and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the Hadley cell creates the Sahara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rising at the Equator moves poleward, cools and sinks near 30° N, forming high pressure where clouds cannot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Pressure is measured with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Sinking air forms ______ pressure.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cell between the Equator and 30° is the ______ cell.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why warm air rises.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Vertical Motions: Stability and Instability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pression atmosphérique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Circulation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circulation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Hadley cell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cellule de Hadley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Anticyclone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L'anticyclone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and Local Atmospheric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Pressure 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atmospheric pressure and pressure systems. Distinguish anticyclones and cyclones and their weather. Describe the global pressure belts. Explain the tricellular model and the Hadley cell.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pressure belts and the tricellular circulation and relate them to the seasons of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Pressure Systems; The Three Cells; The Hadley Cell.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why warm air rises.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5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press on a table to show weight.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rising and sinking air.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belts on a globe sketch.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three cells.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four steps of the cell.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“Aneroid Barometer, with dial designed by Sir Napier Shaw, 1914” by Negretti &amp; Zambra; Shaw, Sir Napier, CC BY-NC-SA 4.0, via sciencemuseum (https://collection.sciencemuseumgroup.org.uk/objects/co54459/aneroid-barometer-with-dial-designed-by-sir-napier-shaw-1914)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2026-09-29T12:18:27Z</dcterms:created>
  <dcterms:modified xsi:type="dcterms:W3CDTF">2026-09-29T12:18:27Z</dcterms:modified>
</cp:coreProperties>
</file>