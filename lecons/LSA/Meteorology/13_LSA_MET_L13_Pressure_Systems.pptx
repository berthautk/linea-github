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Pressure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Pressure Belts. The key notions we shall use today are: atmospheric pressure, barometer, hectopascal, anticyclone, cyclone (depression), pressure belts, ITCZ, tricellular model, Hadley, Ferrel and polar cells, Coriolis effect. At the end, you should be able to do this: learners are able to explain the pressure belts and the tricellular circulation and relate them to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Global Distribution of Precipitation. The question was: Define atmospheric pressure.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Atmospheric pressure is the weight of the air pressing on a unit area of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atmospheric pressure and pressure systems. Number 2: distinguish anticyclones and cyclones and their weather. Number 3: describe the global pressure belts. Number 4: explain the tricellular model and the Hadley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Warm air rises and cool air sinks. Rising air cools and forms clouds. The Sahara lies near 20–30°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Watching the weather news, you see heavy thunderstorms over the Congo Basin near the Equator while the Sahara, near 25° N, has clear skies and dry heat. The presenter speaks of "low pressure" over one region and "high pressure" over the other. In Garoua, the dry north-east wind blows for months, then the moist south-west wind comes. You ask: "What are these pressure systems, and how do they organise the winds and weather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pressure systems and the global circulation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heavy rain near the Equator?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rises in a low-pressure zone (the ITCZ), cools and forms rain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Sahara dry?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sinks in the subtropical high-pressure belt,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pressure on weather maps to understand the coming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great belts of pressure and winds that control the climates of the world and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barometer.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instrument measures atmospheric pressure?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barometer.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low and high pressure.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weather is associated with an anticyclone?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Clear skies, dry and calm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pressure belts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around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three cells.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cells of each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Hadley, Ferrel and polar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Hadley cell.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surface winds complete the Hadley cell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north-east trade winds (the Harmattan over West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Atmospheric pressure.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Pressure system, Anticyclone and Depression (cyclone).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Tricellular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Pressure Systems. Pressure systems are explained as follows. Copy the point on Atmospheric pressure on the left, then draw the diagram on the right: a barometer.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pressure (anticyclone) on the left, then draw the diagram on the right: high and low pressure.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Pressure Systems. Copy the point on Low pressure (depression):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Cells. The tricellular model divides the circulation of each hemisphere into the following three cells. Copy the point on The Hadley cell (0° to 30°) on the left, then draw the diagram on the right: the tricellular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Cells. Copy the point on The Ferrel cell (30° to 60°):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Three Cells. Copy the point on The polar cell (60° to 90°):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Hadley Cell. The Hadley cell works in the following four steps. Copy the point on Step 1, rising air at the Equator on the left, then draw the diagram on the right: the Hadley cell.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2, flow towards the poles aloft: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3, sinking air at about 30°: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Hadley Cell. Copy the point on Step 4, return flow at the surface: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anticyclone from a depression.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anticyclone is high pressure with sinking air and clear weather; a depression is low pressure with rising air, clouds and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how the Hadley cell creates the Sahara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rising at the Equator moves poleward, cools and sinks near 30° N, forming high pressure where clouds cannot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barometer; number 2, high; number 3, Hadley.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why warm air rises.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Vertical Motions: Stability and Instability.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PRESSURE 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Pressure 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Pressure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pressure, barometer, hectopascal, anticyclone, cyclone (depression), pressure belts, ITCZ, tricellular model, Hadley, Ferrel and polar cells, Coriolis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pressure systems (anticyclones and cyclones); global distribution of pressure belts; the tricellular model with emphasis on the Hadley cell.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Global Distribution of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Atmospheric pressure is the weight of the air pressing on a unit area of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atmospheric pressure and pressure 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anticyclones and cyclones and their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tricellular model and the Hadley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air rises and cool air sinks.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lies near 20–30°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Watching the weather news, you see heavy thunderstorms over the Congo Basin near the Equator while the Sahara, near 25° N, has clear skies and dry heat.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presenter speaks of "low pressure" over one region and "high pressure" over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the dry north-east wind blows for months, then the moist south-west wind comes.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are these pressure systems, and how do they organise the winds and weather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pressure systems and the global circulation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heavy rain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in a low-pressure zone (the ITCZ), cools and forms rain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Sahara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pressure on weather maps to understand the coming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great belts of pressure and winds that control the climates of the world and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barometer.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barometer.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press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and high pressure.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is associated with an anticyclone?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dry and calm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around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icellula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cells.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cells of each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TRICELLULAR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Hadley, Ferrel and polar cells.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adl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Hadley cell.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surface winds complete the Hadley cell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HADLEY CELL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north-east trade winds (the Harmattan over West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Belts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force exerted by the weight of the air on a unit area of the surface, measured in hectopascals (hPa).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the pressure is higher or lower than in the surrounding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high-pressure system of sinking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Depression (cyclone):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low-pressure system of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Tricellular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three circulation cells in each hemisphere that carry heat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Pressure systems are explained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Atmospheric pressure: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weight of the air presses on the surface with an average force of about 1,013 hPa at sea level, measured with a barometer. Pressure falls with altitude because there is less air above, and it changes from place to place with temperature.</a:t>
            </a:r>
            <a:endParaRPr lang="en-US" sz="2800" dirty="0"/>
          </a:p>
        </p:txBody>
      </p:sp>
      <p:pic>
        <p:nvPicPr>
          <p:cNvPr id="5" name="Image 0" descr="/home/claude/f4/img/v2/f4_barometer.jpg">    </p:cNvPr>
          <p:cNvPicPr>
            <a:picLocks noChangeAspect="1"/>
          </p:cNvPicPr>
          <p:nvPr/>
        </p:nvPicPr>
        <p:blipFill>
          <a:blip r:embed="rId1"/>
          <a:stretch>
            <a:fillRect/>
          </a:stretch>
        </p:blipFill>
        <p:spPr>
          <a:xfrm>
            <a:off x="6537960" y="2399116"/>
            <a:ext cx="5470855" cy="303817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pressure (anticyclone):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a high-pressure system, air sinks, is compressed and spreads out at the surface. Sinking air warms and cannot form clouds, so anticyclones give clear, dry and calm weather.</a:t>
            </a:r>
            <a:endParaRPr lang="en-US" sz="3600" dirty="0"/>
          </a:p>
        </p:txBody>
      </p:sp>
      <p:pic>
        <p:nvPicPr>
          <p:cNvPr id="5" name="Image 0" descr="/home/claude/f4/img/v2/met2_pressur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and low pressure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Pressure 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pressure (depression):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low-pressure system, air flows in at the surface and rises. Rising air cools and its vapour condenses, so depressions give clouds, rain and often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Three Cells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tricellular model divides the circulation of each hemisphere into the following three cells: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The Hadley cell (0° to 30°):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a thermal cell driven by the strong heating of the Equator. It creates the equatorial low pressure where air rises and the subtropical high pressure where it sinks.</a:t>
            </a:r>
            <a:endParaRPr lang="en-US" sz="2800" dirty="0"/>
          </a:p>
        </p:txBody>
      </p:sp>
      <p:pic>
        <p:nvPicPr>
          <p:cNvPr id="6" name="Image 0" descr="/home/claude/f4/img/v2/tricellular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tricellular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Three Cells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Ferrel cell (30° to 60°):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cell driven by the movement of the two cells on either side of it. Its surface air flows poleward from the subtropical highs as the westerlies and rises at the subpolar 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Three Cells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polar cell (60° to 90°):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dense air sinks over the poles and forms the polar highs. It flows towards 60° as the polar easterlies, where it meets warmer air, rises and returns poleward at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Hadley Cell</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Hadley cell works in the following four steps: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Step 1, rising air at the Equator: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Strong heating near the Equator makes the air expand, become light and rise. This creates the equatorial low pressure, or ITCZ, with cumulonimbus clouds and heavy rain.</a:t>
            </a:r>
            <a:endParaRPr lang="en-US" sz="2800" dirty="0"/>
          </a:p>
        </p:txBody>
      </p:sp>
      <p:pic>
        <p:nvPicPr>
          <p:cNvPr id="6" name="Image 0" descr="/home/claude/f4/img/v2/hadley_fir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Hadley cell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flow towards the poles aloft: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about 15 km, the tropopause stops the air from rising further, so it spreads out towards the poles. As it moves, it loses heat by radiation and becomes cooler and denser.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sinking air at about 30°: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30° N and S, the cooled air sinks and is warmed by compression, so no clouds can form. This creates the subtropical high pressure and explains the great hot deserts, such as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Tricellular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Hadley Cell</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return flow at the surface: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surface, the air flows back to the Equator to replace the rising air. Deflected by the Coriolis effect, it becomes the north-east trade winds, which in West Africa blow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anticyclone from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anticyclone is high pressure with sinking air and clear weather; a depression is low pressure with rising air,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the Hadley cell creates the Sahara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rising at the Equator moves poleward, cools and sinks near 30° N, forming high pressure where clouds cannot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Pressure is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Sinking air forms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cell between the Equator and 30° is the ______ cell.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why warm air rises.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 atmosphérique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Hadley cell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cellule de Hadley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L'anticyclone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Pressure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 and pressure systems. Distinguish anticyclones and cyclones and their weather. Describe the global pressure belts. Explain the tricellular model and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pressure belts and the tricellular circulation and relate them to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Pressure Systems; The Three Cells; The Hadley Cell.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why warm air rises.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press on a table to show weight.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rising and sinking air.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belts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three cells.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four steps of the cell.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2026-09-29T11:17:39Z</dcterms:created>
  <dcterms:modified xsi:type="dcterms:W3CDTF">2026-09-29T11:17:39Z</dcterms:modified>
</cp:coreProperties>
</file>