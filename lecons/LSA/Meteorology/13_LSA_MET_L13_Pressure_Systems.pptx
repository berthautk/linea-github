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barometer, hectopascal, anticyclone, cyclone (depression), pressure belts, ITCZ, tricellular model, Hadley, Ferrel and polar cells, Coriolis effect. At the end, you should be able to do this: learners are able to explain the pressure belts and the tricellular circulation and relate them to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Define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Atmospheric pressure is the weight of the air pressing on a unit area of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atmospheric pressure and pressure systems. Number 2: distinguish anticyclones and cyclones and their weather. Number 3: describe the global pressure belts. Number 4: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Warm air rises and cool air sinks. Rising air cools and forms clouds. The Sahara lies near 20–30°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Watching the weather news, you see heavy thunderstorms over the Congo Basin near the Equator while the Sahara, near 25° N, has clear skies and dry heat. The presenter speaks of "low pressure" over one region and "high pressure" over the other. In Garoua, the dry north-east wind blows for months, then the moist south-west wind comes. You ask: "What are these pressure systems, and how do they organise the winds and weather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pressure systems and the global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heavy rain near the Equator?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in a low-pressure zone (the ITCZ), cools and forms rain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Sahara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sinks in the subtropical high-pressure belt,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pressure on weather maps to understand the coming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great belts of pressure and winds that control the climates of the world and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instrument measures atmospheric pressure?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low and high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is associated with an anticyclone?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Clear skies, dry and calm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pressure belts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around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cells.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cells of each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Hadley, Ferrel and polar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surface winds complete the Hadley cell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winds (the Harmattan over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Anticyclone and Cyclone (depression).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Tricellular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Pressure systems are presented as follows. Copy the point on Atmospheric pressure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pressure (anticyclone) on the left, then draw the diagram on the right: low and high pressure.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Systems. On this slide we have Low pressure (cyclone, depression) and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Distribution of Pressure Belts. The pressure belts of the world are the following. Copy the point on Equatorial low (ITCZ)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Distribution of Pressure Belts. On this slide we have Subtropical highs (about 30° N and S) and Subpolar lows (about 60° N and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Distribution of Pressure Belts. On this slide we have Polar highs and Seasonal shift.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Tricellular Model. The tricellular model is presented as follows. On this slide we have Three cells.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Tricellular Model.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the three cells.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Hadley cell, step 1 on the left, then draw the diagram on the right: the Hadley cell.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Tricellular Model. On this slide we have Steps 2 and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anticyclone from a depression.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anticyclone is high pressure with sinking air and clear weather; a depression is low pressure with rising air, clouds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the Hadley cell creates the Sahara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rising at the Equator moves poleward, cools and sinks near 30° N, forming high pressure where clouds cannot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why warm air rises.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barometer, hectopascal, anticyclone, cyclone (depression), pressure belts, ITCZ, tricellular model, Hadley, Ferrel and polar cells, Coriolis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systems (anticyclones and cyclones); global distribution of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Atmospheric pressure is the weight of the air pressing on a unit area of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pressure 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anticyclones and cyclones and their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rises and cool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lies near 20–30°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Watching the weather news, you see heavy thunderstorms over the Congo Basin near the Equator while the Sahara, near 25° N, has clear skies and dry heat.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presenter speaks of "low pressure" over one region and "high pressure" over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dry north-east wind blows for months, then the moist south-west wind comes.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are these pressure systems, and how do they organise the winds and weather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pressure systems and the global circulation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heavy rain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in a low-pressure zone (the ITCZ), cools and forms rain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Sahara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pressure on weather maps to understand the coming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great belts of pressure and winds that control the climates of the world and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press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associated with an anticyclone?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dry and calm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around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of each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Ferrel and polar cells.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surface winds complete the Hadley cell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winds (the Harmattan over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force exerted by the weight of the air on a unit area of the surface, measured in hectopascals (hPa).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high-pressure system of sinking air that brings clear, dry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Cyclone (depression):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low-pressure system of rising air that brings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Tricellular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three circulation cells in each hemisphere that carry heat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systems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pressure at sea level is about 1,013 hPa; it falls with altitude.</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pressure (anticyclone):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sinks and spreads out at the surface, giving clear, dry and calm weather.</a:t>
            </a:r>
            <a:endParaRPr lang="en-US" sz="3600" dirty="0"/>
          </a:p>
        </p:txBody>
      </p:sp>
      <p:pic>
        <p:nvPicPr>
          <p:cNvPr id="5" name="Image 0" descr="/home/claude/f4/img/v2/met2_pressur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and high pressure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pressure (cyclone, depression):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converges and rises, giving clouds, rain and often storms.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moves 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pressure belts of the world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Equatorial low (ITCZ):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Strong heating makes air rise near the Equator, giving heavy rain and rainforests, as in southern Cameroon.</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Pressure Belts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and gives arid conditions and deserts like the Sahara.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Subpolar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polar air meets warmer air, which rises and forms depressions.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Pressure Belts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belts move north and south with the overhead sun, which explains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Tricellular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tricellular model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Three cells: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Hadley cell: from the Equator to about 30°.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Ferrel cell: from about 30° to 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Tricellular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Polar cell: from about 60°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Tricellular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cells carry heat from the zone of surplus to the zones of deficit.</a:t>
            </a:r>
            <a:endParaRPr lang="en-US" sz="3600" dirty="0"/>
          </a:p>
        </p:txBody>
      </p:sp>
      <p:pic>
        <p:nvPicPr>
          <p:cNvPr id="5" name="Image 0" descr="/home/claude/f4/img/v2/tricellula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cells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Tricellular Model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Hadley cell, 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heated at the Equator rises and forms the ITCZ, with heavy rain.</a:t>
            </a:r>
            <a:endParaRPr lang="en-US" sz="3600" dirty="0"/>
          </a:p>
        </p:txBody>
      </p:sp>
      <p:pic>
        <p:nvPicPr>
          <p:cNvPr id="5" name="Image 0" descr="/home/claude/f4/img/v2/hadley_fir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Hadley cell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Tricellular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 2 and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high altitude the air moves poleward, cools and sinks near 30°, forming the subtropical high and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Surface air returns to the Equator; deflected by the Coriolis effect, it becomes the north-east trade winds, the Harmattan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anticyclone from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anticyclone is high pressure with sinking air and clear weather; a depression is low pressure with rising air,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Hadley cell creates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rising at the Equator moves poleward, cools and sinks near 30° N, forming high pressure where clouds cannot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Sinking air forms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the Equator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 atmosphérique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Hadley 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 de Hadley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pressure systems. Distinguish anticyclones and cyclones and their weather. Describe the global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Systems; Global Distribution of Pressure Belts; The Tricellular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why warm air rises.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rising and sinking air.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belts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cells.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four steps of the cell.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2026-09-28T22:18:56Z</dcterms:created>
  <dcterms:modified xsi:type="dcterms:W3CDTF">2026-09-28T22:18:56Z</dcterms:modified>
</cp:coreProperties>
</file>