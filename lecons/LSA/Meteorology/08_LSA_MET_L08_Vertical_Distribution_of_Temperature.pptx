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Vertical Distribution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Vertical Distribution of Heat in the Atmosphere. The key notions we shall use today are: environmental lapse rate, terrestrial radiation, air density, pressure, expansion, adiabatic cooling. At the end, you should be able to do this: learners are able to explain why temperature falls with altitude and calculate temperatures at different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Geographical Factors Affecting Temperature. The question was: Define the environmental lapse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environmental lapse rate is the rate at which air temperature falls with height, on average 6.5 °C per 1,000 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vertical variation of temperature in the troposphere. Number 2: define and use the environmental lapse rate. Number 3: explain why the atmosphere is heated from below. Number 4: explain the roles of air density and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troposphere is the lowest layer. The ground heats the air above it. Mountains are cooler than plains.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holidays, your family drives from Garoua to Rhumsiki in the Mandara Mountains. As the car climbs past Guider, the air through the window becomes cooler and cooler, and at Rhumsiki you feel a little cold. Yet you are higher, so "closer to the Sun". You ask: "Why does it get colder as we go up, and by how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why temperature decreases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air heated directly by the Sun?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mainly from below, by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rate of cooling with height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environmental lapse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lapse rate to estimate temperatures before travelling to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why highlands are cool and helps us to calculate temperatures at different altitudes.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and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If Garoua (about 200 m) is at 35 °C, what is the temperature at 1,200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35 − 6.5 = 28.5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summit of Mount Cameroon cold while Buea is warm?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summit (4,095 m) is about 25 °C cooler because of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atmosphere is heated from below.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the air warmest in the troposphere?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ground, the source of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why temperature falls with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thin air at altitude hold little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fewer gas molecules, dust and water vapour to absorb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rising air expands and cools.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to rising air as pressure falls?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and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Environmental lapse rate (ELR) and Terrestrial radiation.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Air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Vertical Variation of Temperature. Temperature varies with height as follows. Copy the point on General rule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Vertical Variation of Temperature. On this slide we have Average rate and Worked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Mountains in the tropics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Fall of Temperature with Height. Temperature falls with height for the following reasons. Copy the point on Heating from below on the left, then draw the diagram on the right: heating from below.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Denser air below on the left, then draw the diagram on the right: why temperature falls with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Fall of Temperature with Height. On this slide we have Thin air above.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and expansion on the left, then draw the diagram on the right: rising air cools.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it colder at the top of a mountain than on the plain although it is "closer to the Sun"?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air is heated from the ground; higher air is thinner, holds less heat and cools by expansion.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If it is 30 °C at sea level, what is the temperature at 2,000 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30 − (2 × 6.5) = 17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troposphere; number 2, ; number 6, 5; number 3,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temperature inversion.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Temperature Inversion.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VERTICAL DISTRIBUTION OF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Vertical Distribution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Distribution of Heat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Vertical Distribution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lapse rate, terrestrial radiation, air density, pressure, expansion, adiabatic cooling.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decrease of temperature with height in the troposphere; the environmental lapse rate; reasons for the lapsing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temperature falls with altitude and calculate temperatures at different heights.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Geographical Factors Affecting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environmental lapse rate is the rate at which air temperature falls with height, on average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vertical variation of temperature in the troposphere.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use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atmosphere is heated from below.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roles of air density and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troposphere is the lowest layer.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ground heats the air above 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are cooler than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holidays, your family drives from Garoua to Rhumsiki in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car climbs past Guider, the air through the window becomes cooler and cooler, and at Rhumsiki you feel a little cold.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you are higher, so "closer to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it get colder as we go up, and by how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why temperature decreases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air heated directly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mainly from below, by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rate of cooling with height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lapse rate to estimate temperatures before travelling to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why highlands are cool and helps us to calculate temperatures at different altitudes.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and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(about 200 m) is at 35 °C, what is the temperature at 1,200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35 − 6.5 = 28.5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summit of Mount Cameroon cold while Buea is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summit (4,095 m) is about 25 °C cooler because of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eated_be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atmosphere is heated from below.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air warmest 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ground, the source of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el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Why temperature falls with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thin air at altitude hold little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fewer gas molecules, dust and water vapour to absorb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arce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rising air expands and cools.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rising air as pressure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Vertical Distribution of Heat in the Atmosphere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Vertical Distribution of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lapse rate (ELR):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air temperature falls with height, on average 6.5 °C per 1,000 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Terrestrial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long-wave heat given off by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air (mass) in a given volume.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Vertical Variation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varies with height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General rule: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the troposphere, temperature falls as altitude increases.</a:t>
            </a:r>
            <a:endParaRPr lang="en-US" sz="3600" dirty="0"/>
          </a:p>
        </p:txBody>
      </p:sp>
      <p:pic>
        <p:nvPicPr>
          <p:cNvPr id="5" name="Image 0" descr="/home/claude/f4/img/v2/lapse_rat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Vertical Variation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Average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fall is about 6.5 °C for every 1,000 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Worked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35 °C in Garoua (about 200 m), a place at 1,200 m would be at about 35 − 6.5 = 28.5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Vertical Variation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Mountains in the tropics: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summit of Mount Cameroon (4,095 m) is about 25 °C cooler than the coast and can have frost.</a:t>
            </a:r>
            <a:endParaRPr lang="en-US" sz="36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Fall of Temperature with Height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Temperature falls with height for the following reasons: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Heating from below: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Sunlight passes through the air and heats the ground, which warms the air above it, so the air is warmest near the ground.</a:t>
            </a:r>
            <a:endParaRPr lang="en-US" sz="3000" dirty="0"/>
          </a:p>
        </p:txBody>
      </p:sp>
      <p:pic>
        <p:nvPicPr>
          <p:cNvPr id="5" name="Image 0" descr="/home/claude/f4/img/v2/heated_below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heating from below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Fall of Temperature with Height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Denser air below: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Gravity keeps most gases, dust and water vapour near the ground, and they absorb and keep heat.</a:t>
            </a:r>
            <a:endParaRPr lang="en-US" sz="3600" dirty="0"/>
          </a:p>
        </p:txBody>
      </p:sp>
      <p:pic>
        <p:nvPicPr>
          <p:cNvPr id="5" name="Image 0" descr="/home/claude/f4/img/v2/met2_elr.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why temperature falls with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Fall of Temperature with Height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Thin air above: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high altitudes, there are fewer particles to absorb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Fall of Temperature with Height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and expansion: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Rising air meets lower pressure, expands and cools.</a:t>
            </a:r>
            <a:endParaRPr lang="en-US" sz="3600" dirty="0"/>
          </a:p>
        </p:txBody>
      </p:sp>
      <p:pic>
        <p:nvPicPr>
          <p:cNvPr id="5" name="Image 0" descr="/home/claude/f4/img/v2/parcel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rising air cools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colder at the top of a mountain than on the plain although it is "closer to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heated from the ground; higher air is thinner, holds less heat and cools by expansion.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it is 30 °C at sea level, what is the temperature at 2,000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(2 × 6.5) = 17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lapse rate is ______ °C per 1,000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Rising air expands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Terrestrial 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Vertical Distribution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vertical variation of temperature in the troposphere. Define and use the environmental lapse rate. Explain why the atmosphere is heated from below. Explain the roles of air density and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temperature falls with altitude and calculate temperatures at different heights.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Vertical Variation of Temperature; Reasons for the Fall of Temperature with Height.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Buea and the summit.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feel the air above hot 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three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the cold gas from a spray.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2026-09-29T03:12:36Z</dcterms:created>
  <dcterms:modified xsi:type="dcterms:W3CDTF">2026-09-29T03:12:36Z</dcterms:modified>
</cp:coreProperties>
</file>