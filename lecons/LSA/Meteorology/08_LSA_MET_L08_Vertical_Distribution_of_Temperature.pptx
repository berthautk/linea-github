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Vertical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environmental lapse rate, terrestrial radiation, air density, pressure, expansion, adiabatic cooling. At the end, you should be able to do this: learners are able to explain why temperature falls with altitude and calculate temperatures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Geographical Factors Affecting Temperature. The question was: Define the environmental lapse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environmental lapse rate is the rate at which air temperature falls with height, on average 6.5 °C per 1,000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vertical variation of temperature in the troposphere. Number 2: define and use the environmental lapse rate. Number 3: explain why the atmosphere is heated from below. Number 4: explain the roles of air density and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troposphere is the lowest layer. The ground heats the air above it. Mountains are cooler than plains.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holidays, your family drives from Garoua to Rhumsiki in the Mandara Mountains. As the car climbs past Guider, the air through the window becomes cooler and cooler, and at Rhumsiki you feel a little cold. Yet you are higher, so "closer to the Sun". You ask: "Why does it get colder as we go up, and by how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temperature decreases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air heated directly by the Sun?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mainly from below, by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rate of cooling with height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environmental lapse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lapse rate to estimate temperatures before travelling to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why highlands are cool and helps us to calculate temperatures at different altitudes.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If Garoua (about 200 m) is at 35 °C, what is the temperature at 1,200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35 − 6.5 = 28.5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summit of Mount Cameroon cold while Buea is warm?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summit (4,095 m) is about 25 °C cooler because of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atmosphere is heated from below.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air warmest in the troposphere?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ground, the source of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why temperature falls with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thin air at altitude hold little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fewer gas molecules, dust and water vapour to absorb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rising air expands and cools.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rising air as pressure falls?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Environmental lapse rate (ELR).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Adiabatic change and Terrestrial radiation.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the Variation of Temperature with Height. Temperature varies with height in the following way. Copy the point on General rule on the left, then draw the diagram on the right: the fall of temperature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Variation of Temperature with Height. Copy the point on Worked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Mountains in the tropics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Vertical Lapsing of Temperature. Temperature falls with height for the following reasons. Copy the point on Heating from below on the left, then draw the diagram on the right: the air heated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Denser air near the ground on the left, then draw the diagram on the right: density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Vertical Lapsing of Temperature. Copy the point on Thin air at high altitudes: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Adiabatic cooling on the left, then draw the diagram on the right: a rising parcel of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it colder at the top of a mountain than on the plain although it is "closer to the Sun"?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air is heated from the ground; higher air is thinner, holds less heat and cools by expansion.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If it is 30 °C at sea level, what is the temperature at 2,000 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(2 × 6.5) = 17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 number 6, 5; number 3,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temperature inversion.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Temperature Inversion.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VERTICAL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Vertical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lapse rate, terrestrial radiation, air density, pressure, expansion, adiabatic cooling.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decrease of temperature with height in the troposphere; the environmental lapse rate; reasons for the lapsing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Geographical Factors Affecting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 is the rate at which air temperature falls with height, on average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vertical variation of temperature in the troposphere.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use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air density and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troposphere is the lowest layer.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heats the air above 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 than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holidays, your family drives from Garoua to Rhumsiki in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car climbs past Guider, the air through the window becomes cooler and cooler, and at Rhumsiki you feel a little cold.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are higher, so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it get colder as we go up, and by how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temperature decreases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air heated directly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mainly from below, by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rate of cooling with height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lapse rate to estimate temperatures before travelling to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why highlands are cool and helps us to calculate temperatures at different altitudes.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(about 200 m) is at 35 °C, what is the temperature at 1,200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35 − 6.5 = 28.5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summit of Mount Cameroon cold while Buea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summit (4,095 m) is about 25 °C cooler because of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ed_be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atmosphere is heated from below.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air warmest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the source of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el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temperature falls with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thin air at altitude hold little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fewer gas molecules, dust and water vapour to absorb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rising air expands and cools.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rising air as pressure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air temperature falls with height, on average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change of temperature of rising or sinking air caused by expansion or compression, without heat being added or removed.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given off by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Temperature varies with height in the following way:</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General rule: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the troposphere, temperature falls as altitude increases, on average by 6.5 °C for every 1,000 m. This fall is called the environmental lapse rate, but it changes with the time of day, the season and the place.</a:t>
            </a:r>
            <a:endParaRPr lang="en-US" sz="3000" dirty="0"/>
          </a:p>
        </p:txBody>
      </p:sp>
      <p:pic>
        <p:nvPicPr>
          <p:cNvPr id="5" name="Image 0" descr="/home/claude/f4/img/v2/lapse_rat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fall of temperature with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Worked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it is 35 °C in Garoua (about 200 m), a place 1,000 m higher, at 1,200 m, would be at about 35 − 6.5 = 28.5 °C. The same calculation shows why highland towns are cooler than lowland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Mountains in the tropics: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summit of Mount Cameroon (4,095 m) is about 25 °C cooler than the coast at Limbe, and it can have frost. Kilimanjaro, close to the Equator, even has permanent snow.</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Temperature falls with height for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Heating from below: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Sunlight passes through the air and heats the ground, which then gives off heat to the air above it. The air is therefore warmest near the ground and cooler as we move away from it.</a:t>
            </a:r>
            <a:endParaRPr lang="en-US" sz="3200" dirty="0"/>
          </a:p>
        </p:txBody>
      </p:sp>
      <p:pic>
        <p:nvPicPr>
          <p:cNvPr id="5" name="Image 0" descr="/home/claude/f4/img/v2/heated_below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air heated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Denser air near the ground: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Gravity keeps most of the gases, water vapour and dust near the ground. These absorb and keep terrestrial radiation, so the lower air holds more heat.</a:t>
            </a:r>
            <a:endParaRPr lang="en-US" sz="3600" dirty="0"/>
          </a:p>
        </p:txBody>
      </p:sp>
      <p:pic>
        <p:nvPicPr>
          <p:cNvPr id="5" name="Image 0" descr="/home/claude/f4/img/v2/met2_elr.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Thin air at high altitudes: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up, the air contains fewer molecules and less water vapour. It can therefore absorb and keep only a little heat, even if it receives strong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Adiabatic cooling: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air rises, it meets lower pressure, expands and cools, without losing heat to its surroundings. This adiabatic cooling makes rising air colder with height.</a:t>
            </a:r>
            <a:endParaRPr lang="en-US" sz="3600" dirty="0"/>
          </a:p>
        </p:txBody>
      </p:sp>
      <p:pic>
        <p:nvPicPr>
          <p:cNvPr id="5" name="Image 0" descr="/home/claude/f4/img/v2/parcel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rising parcel of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colder at the top of a mountain than on the plain although it is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heated from the ground; higher air is thinner, holds less heat and cools by expansion.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it is 30 °C at sea level, what is the temperature at 2,000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(2 × 6.5) = 17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lapse rate is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air expands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Terrestrial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Vertical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vertical variation of temperature in the troposphere. Define and use the environmental lapse rate. Explain why the atmosphere is heated from below. Explain the roles of air density and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the Variation of Temperature with Height; Reasons for the Vertical Lapsing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Buea and the summit.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feel the air above hot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three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the cold gas from a spray.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2026-09-29T12:18:26Z</dcterms:created>
  <dcterms:modified xsi:type="dcterms:W3CDTF">2026-09-29T12:18:26Z</dcterms:modified>
</cp:coreProperties>
</file>