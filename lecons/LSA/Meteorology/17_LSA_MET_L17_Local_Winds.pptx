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Lst>
  <p:notesMasterIdLst>
    <p:notesMasterId r:id="rId7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notesMaster" Target="notesMasters/notesMaster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Local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Atmospheric Motions, and the sub-topic is Microscale (Local) Winds. The key notions we shall use today are: local wind, sea breeze, land breeze, anabatic (valley) wind, katabatic (mountain) wind, foehn, Chinook. At the end, you should be able to do this: learners are able to explain the daily local winds of coasts and mountains and their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Tropical Seasonal Winds: Monsoon and Harmattan. The question was: Define a sea breeze.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sea breeze is a cool wind that blows from the sea to the land during the day.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five things. Number 1: define local winds. Number 2: explain sea and land breezes. Number 3: explain anabatic and katabatic winds. Number 4: explain foehn winds. Number 5: describe the effects of local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Air moves from high to low pressure. Land heats and cools faster than water. Cold air is heavy and sinks.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Your friend lives in a village at the foot of the Mandara Mountains. He tells you that every evening after sunset, a cool breeze flows down from the slopes through the village and makes the nights pleasant, while during the day a gentle warm breeze blows up towards the mountains. Your cousin in Limbe says the same thing happens with the sea: a cool wind from the sea in the afternoon, and from the land at night. You ask: "Why do these winds change direction every day?"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understand local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cool wind flowing down the slopes at night?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mountain (katabatic)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the wind in Limbe blow from the sea in the afternoon?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land is hotter than the sea, so low pressure forms over the land: it is a sea breeze.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sea and land breezes for fishing and ventilation, and protect crops in valleys from cold night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explains daily winds that affect the comfort, farming and fishing of people near coasts and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the sea breeze.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direction does the sea breeze blow?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the sea to the land, during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fishermen at sea.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can fishermen use the land breeze?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helps to push their boats out to sea at night or dawn.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anabatic and katabatic winds.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air flow down the slopes at night?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slopes cool quickly, the air becomes cold and heavy, and gravity pulls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foehn effect.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the foehn warm and dry?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lost its moisture on the windward side and warms as it descends.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local winds.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danger of warm, dry foehn winds.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Forest fires (and rapid snowmelt).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Local winds and Sea breeze.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Land breeze, Anabatic wind and Katabatic wind.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Categories of Local Winds. Local winds are explained as follows. Copy the point on Meaning: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Thermal local winds on the left, then draw the diagram on the right: local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Categories of Local Winds. Copy the point on Relief (dynamic) local winds: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Land and Sea Breezes. Land and sea breezes form and act as follows. Copy the point on Sea breeze (by day) on the left, then draw the diagram on the right: the sea breeze.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and Sea Breezes. Copy the point on Land breeze (at night):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Land and Sea Breezes. Copy the point on Comfort in coastal towns: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Use by fishermen on the left, then draw the diagram on the right: fishing canoes.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Anabatic and Katabatic Winds. Winds on mountain slopes form and act as follows. Copy the point on Anabatic (valley) wind on the left, then draw the diagram on the right: anabatic and katabatic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Anabatic and Katabatic Winds. Copy the point on Katabatic (mountain) wind: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Anabatic and Katabatic Winds. Copy the point on Cool evenings at the foot of mountains: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Anabatic and Katabatic Winds. Copy the point on Frost and fog in cold regions: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Foehn Winds. Foehn winds form and act as follows. Copy the point on On the windward side on the left, then draw the diagram on the right: the Foehn wind.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Foehn Winds. Copy the point on On the leeward side: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Foehn Winds. Copy the point on Examples: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Foehn Winds. Copy the point on Effects on snow and vegetation: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Effects of Winds on Weather and Man. Local winds have the following effects on weather and man. Copy the point on On temperature and comfort: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Winds on Weather and Man. Copy the point on On clouds and rain: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Winds on Weather and Man. Copy the point on On agriculture: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Effects of Winds on Weather and Man. Copy the point on On fishing and energy: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Explain why a sea breeze differs from a land breeze.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by day the land is hotter than the sea and wind blows from the sea; at night the land is cooler and wind blows from the land.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a katabatic wind cold?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air cooled on the slopes at night, which becomes heavy and flows down.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breeze; number 2, katabatic; number 3, foehn.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Define an air mass.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Air Masses.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17: LOCAL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gif"/><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Local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Atmospheric Motions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Microscale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Local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Local wind, sea breeze, land breeze, anabatic (valley) wind, katabatic (mountain) wind, foehn, Chinook.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local winds; land and sea breezes; valley and mountain winds; foehn winds; effects of local winds on weather and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daily local winds of coasts and mountains and their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Tropical Seasonal Winds: Monsoon and Harmattan):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sea breeze is a cool wind that blows from the sea to the land during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local winds.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sea and land breezes.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anabatic and katabatic winds.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foehn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effects of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Air moves from high to low pressure.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Land heats and cools faster than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Cold air is heavy and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friend lives in a village at the foot of 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 tells you that every evening after sunset, a cool breeze flows down from the slopes through the village and makes the nights pleasant, while during the day a gentle warm breeze blows up towards the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Your cousin in Limbe says the same thing happens with the sea: a cool wind from the sea in the afternoon, and from the land at night.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"Why do these winds change direction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understand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cool wind flowing down the slopes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mountain (katabatic)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wind in Limbe blow from the sea in the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land is hotter than the sea, so low pressure forms over the land: it is a sea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sea and land breezes for fishing and ventilation, and protect crops in valleys from cold night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explains daily winds that affect the comfort, farming and fishing of people near coasts and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eabreeze.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sea breeze.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direction does the sea breeze blow?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the sea to the land, during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sh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Fishermen at sea.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fishermen use the land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LAND AND SEA BREEZES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helps to push their boats out to sea at night or dawn.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VALLEY AND MOUNTAIN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nabatic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Anabatic and katabatic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VALLEY AND MOUNTAIN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air flow down the slopes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VALLEY AND MOUNTAIN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slopes cool quickly, the air becomes cold and heavy, and gravity pulls it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FOEHN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oeh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foehn effect.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FOEHN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foehn warm and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FOEHN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lost its moisture on the windward side and warms as it descends.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EFFECTS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met2_local.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local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danger of warm, dry foehn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EFFECTS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fires (and rapid snowmelt).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Atmospheric Motions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Microscale (Local)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Local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winds produced over a small area by local differences of temperature and pressure.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cool wind blowing from the sea to the land during the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breeze: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wind blowing from the land to the sea at night.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Anabatic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warm wind blowing up the slopes during the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Katabatic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cold wind blowing down the slopes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Local Winds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Local winds are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Local winds blow over a small area, such as a coast or a valley, and usually last only a few hours. They are caused by local differences of heating between land and sea or between slopes and valleys, or by relief.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Local Winds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Thermal local winds: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Thermal local winds are caused by the unequal heating of neighbouring surfaces. Land and sea breezes and anabatic and katabatic winds belong to this category.</a:t>
            </a:r>
            <a:endParaRPr lang="en-US" sz="3600" dirty="0"/>
          </a:p>
        </p:txBody>
      </p:sp>
      <p:pic>
        <p:nvPicPr>
          <p:cNvPr id="5" name="Image 0" descr="/home/claude/f4/img/v2/met2_local.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local winds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Local Winds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(dynamic) local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Relief local winds are caused by air that is forced to cross mountains. The Foehn and the Chinook belong to this category.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and Sea Breezes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Land and sea breezes form and act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Sea breeze (by day):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By day, the land heats faster than the sea, so the air above it rises and a low pressure forms. Cool, moist air then blows from the sea towards the land, usually from late morning to evening.</a:t>
            </a:r>
            <a:endParaRPr lang="en-US" sz="3200" dirty="0"/>
          </a:p>
        </p:txBody>
      </p:sp>
      <p:pic>
        <p:nvPicPr>
          <p:cNvPr id="5" name="Image 0" descr="/home/claude/f4/img/v2/seabreeze_day.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sea breeze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and Sea Breezes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breeze (at night):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the land cools faster than the sea, so a high pressure forms over it. Air then blows gently from the land towards the sea, which is warmer.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and Sea Breezes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Comfort in coastal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towns such as Limbe, Kribi and Douala feel the sea breeze on hot afternoons. The cool air makes them more comfortable.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Land and Sea Breezes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Use by fishermen: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Fishermen use the land breeze to sail out to sea at dawn. They use the sea breeze to return in the afternoon.</a:t>
            </a:r>
            <a:endParaRPr lang="en-US" sz="3600" dirty="0"/>
          </a:p>
        </p:txBody>
      </p:sp>
      <p:pic>
        <p:nvPicPr>
          <p:cNvPr id="5" name="Image 0" descr="/home/claude/f4/img/v2/f2t_fishing.jpg">    </p:cNvPr>
          <p:cNvPicPr>
            <a:picLocks noChangeAspect="1"/>
          </p:cNvPicPr>
          <p:nvPr/>
        </p:nvPicPr>
        <p:blipFill>
          <a:blip r:embed="rId1"/>
          <a:stretch>
            <a:fillRect/>
          </a:stretch>
        </p:blipFill>
        <p:spPr>
          <a:xfrm>
            <a:off x="6537960" y="2400897"/>
            <a:ext cx="5470855" cy="3034615"/>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fishing canoes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Anabatic and Katabatic Winds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Winds on mountain slopes form and act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Anabatic (valley) wind: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By day, the sun heats the slopes more than the air at the same height over the valley. The warm, light air rises up the slopes, often forming clouds on the summits in the afternoon.</a:t>
            </a:r>
            <a:endParaRPr lang="en-US" sz="3200" dirty="0"/>
          </a:p>
        </p:txBody>
      </p:sp>
      <p:pic>
        <p:nvPicPr>
          <p:cNvPr id="5" name="Image 0" descr="/home/claude/f4/img/v2/anabatic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anabatic and katabatic winds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Anabatic and Katabatic Winds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Katabatic (mountain) 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night, the slopes lose heat quickly and cool the air in contact with them. This cold, heavy air flows down into the valley, where it collects.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Anabatic and Katabatic Winds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Cool evenings at the foot of mountains: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Villages at the foot of the Mandara Mountains and the Adamawa Plateau receive cool katabatic breezes after sunset. These breezes make the evenings pleasant.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Anabatic and Katabatic Winds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Frost and fog in cold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cold regions, katabatic winds bring frost and fog to valley floors. On the ice caps of Greenland and Antarctica, they can be very strong.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Foehn Winds</a:t>
            </a:r>
            <a:endParaRPr lang="en-US" sz="3600" dirty="0"/>
          </a:p>
        </p:txBody>
      </p:sp>
      <p:sp>
        <p:nvSpPr>
          <p:cNvPr id="4" name="Text 2"/>
          <p:cNvSpPr/>
          <p:nvPr/>
        </p:nvSpPr>
        <p:spPr>
          <a:xfrm>
            <a:off x="365760" y="1783080"/>
            <a:ext cx="603504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Foehn winds form and act as follows: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On the windward side: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Moist air is forced to rise over a mountain range, cools and forms clouds. It loses most of its moisture as rain or snow on the windward slope.</a:t>
            </a:r>
            <a:endParaRPr lang="en-US" sz="3600" dirty="0"/>
          </a:p>
        </p:txBody>
      </p:sp>
      <p:pic>
        <p:nvPicPr>
          <p:cNvPr id="5" name="Image 0" descr="/home/claude/f4/img/v2/foehn_big.png">    </p:cNvPr>
          <p:cNvPicPr>
            <a:picLocks noChangeAspect="1"/>
          </p:cNvPicPr>
          <p:nvPr/>
        </p:nvPicPr>
        <p:blipFill>
          <a:blip r:embed="rId1"/>
          <a:stretch>
            <a:fillRect/>
          </a:stretch>
        </p:blipFill>
        <p:spPr>
          <a:xfrm>
            <a:off x="6537960" y="2849678"/>
            <a:ext cx="5470855" cy="2137053"/>
          </a:xfrm>
          <a:prstGeom prst="rect">
            <a:avLst/>
          </a:prstGeom>
        </p:spPr>
      </p:pic>
      <p:sp>
        <p:nvSpPr>
          <p:cNvPr id="6" name="Text 3"/>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Foehn wind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Foehn Winds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leeward side: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dry air then descends the other side and is compressed, so it warms quickly at the dry adiabatic rate. It reaches the foot of the mountain much warmer and drier than it was at the start.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Foehn Winds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Foehn blows in the valleys of the Alps, and the Chinook on the eastern side of the Rocky Mountains. They can raise the temperature by 20 °C in a few hours.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Foehn Winds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on snow and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Foehn winds melt snow quickly, which is good for early grazing but can cause floods. They also dry the vegetation and increase the risk of forest fires.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Effects of Winds on Weather and Man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Local winds have the following effects on weather and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temperature and comfort: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breezes cool coastal towns on hot afternoons, and katabatic winds bring cool nights to valleys. These winds make life more pleasant in hot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Effects of Winds on Weather and Man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clouds and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Sea breezes and anabatic winds make moist air rise, which forms clouds and afternoon showers on coasts and mountains. Foehn winds, on the other hand, bring dry, clear weather to the leeward 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Effects of Winds on Weather and Man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Foehn winds melt snow early and help grapes and fruit to ripen. Katabatic winds can bring frost to valleys, so farmers plant sensitive crops on the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Effects of Winds on Weather and Man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fishing and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use land and sea breezes to sail out and return. Steady local winds can also drive wind turbines to produce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a sea breeze differs from a land breeze.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day the land is hotter than the sea and wind blows from the sea; at night the land is cooler and wind blows from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a katabatic wind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air cooled on the slopes at night, which becomes heavy and flows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wind from the sea by day is a sea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wind blowing down slopes at night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Chinook is a ______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an air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Air Masses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Local 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 local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breeze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brise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Katabatic 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 catabatique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Anabatic 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 anabatique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Leeward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Sous 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Atmospheric Motions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local winds. Explain sea and land breezes. Explain anabatic and katabatic winds. Explain foehn winds. Describe the effects of local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daily local winds of coasts and mountains and their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Meaning and Categories of Local Winds; Land and Sea Breezes; Anabatic and Katabatic Winds; Foehn Winds; Effects of Winds on Weather and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air mass.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coastline, LAND and SEA.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fishing at Limbe.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day and night arrows.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the mountain and the two sides.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effects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Meteorology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“Fishermen, Lake Tana” by A.Davey, CC BY 2.0, via Flickr (https://www.flickr.com/photos/40595948@N00/2260748777)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2026-10-06T05:43:44Z</dcterms:created>
  <dcterms:modified xsi:type="dcterms:W3CDTF">2026-10-06T05:43:44Z</dcterms:modified>
</cp:coreProperties>
</file>