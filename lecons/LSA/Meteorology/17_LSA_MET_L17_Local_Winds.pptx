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Local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Atmospheric Motions, and the sub-topic is Microscale (Local) Winds. The key notions we shall use today are: local wind, sea breeze, land breeze, anabatic (valley) wind, katabatic (mountain) wind, foehn, Chinook. At the end, you should be able to do this: learners are able to explain the daily local winds of coasts and mountains and their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Tropical Seasonal Winds: Monsoon and Harmattan. The question was: Define a sea breeze.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sea breeze is a cool wind that blows from the sea to the land during the day.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local winds. Number 2: explain sea and land breezes. Number 3: explain anabatic and katabatic winds. Number 4: explain foehn winds. Number 5: describe the effects of local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Air moves from high to low pressure. Land heats and cools faster than water. Cold air is heavy and sinks.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friend lives in a village at the foot of the Mandara Mountains. He tells you that every evening after sunset, a cool breeze flows down from the slopes through the village and makes the nights pleasant, while during the day a gentle warm breeze blows up towards the mountains. Your cousin in Limbe says the same thing happens with the sea: a cool wind from the sea in the afternoon, and from the land at night. You ask: "Why do these winds change direction every day?"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local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cool wind flowing down the slopes at night?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mountain (katabatic)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wind in Limbe blow from the sea in the afternoon?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land is hotter than the sea, so low pressure forms over the land: it is a sea breeze.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sea and land breezes for fishing and ventilation, and protect crops in valleys from cold night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daily winds that affect the comfort, farming and fishing of people near coasts and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sea breeze.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direction does the sea breeze blow?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sea to the land, during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fishermen at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can fishermen use the land breeze?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helps to push their boats out to sea at night or dawn.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anabatic and katabatic winds.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air flow down the slopes at night?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slopes cool quickly, the air becomes cold and heavy, and gravity pulls it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foehn effect.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foehn warm and dry?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lost its moisture on the windward side and warms as it descends.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local winds.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danger of warm, dry foehn winds.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Forest fires (and rapid snowmelt).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Local winds and Sea breeze.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Land breeze, Anabatic wind and Katabatic wind.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 and Sea Breezes. Land and sea breezes form as follows. Copy the point on Sea breeze (day) on the left, then draw the diagram on the right: the sea breeze.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 and Sea Breezes. On this slide we have Land breeze (night).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on the left, then draw the diagram on the right: fishermen at sea.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Valley and Mountain Winds. Valley and mountain winds form as follows. Copy the point on Anabatic (valley) wind on the left, then draw the diagram on the right: anabatic and katabatic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Valley and Mountain Winds. On this slide we have Katabatic (mountain) wind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Foehn Winds. Foehn winds form as follows. Copy the point on Windward side on the left, then draw the diagram on the right: the foehn effect.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Foehn Winds. On this slide we have Leeward side, Examples and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Local Winds on Weather and Man. Local winds have the following effects. Copy the point on Temperature on the left, then draw the diagram on the right: the local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Local Winds on Weather and Man. On this slide we have Agriculture and Pollution.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Local Winds on Weather and Man. On this slide we have Comfort and energy.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why a sea breeze differs from a land breeze.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by day the land is hotter than the sea and wind blows from the sea; at night the land is cooler and wind blows from the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a katabatic wind cold?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air cooled on the slopes at night, which becomes heavy and flows down.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breeze; number 2, katabatic; number 3, foehn.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an air mass.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Air Masses.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17: LOCAL WINDS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Local Winds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Motions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Microscale (Local)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Local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Local wind, sea breeze, land breeze, anabatic (valley) wind, katabatic (mountain) wind, foehn, Chinook.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local winds; land and sea breezes; valley and mountain winds; foehn winds; effects of local winds on weather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daily local winds of coasts and mountains and their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Tropical Seasonal Winds: Monsoon and Harmattan):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sea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sea breeze is a cool wind that blows from the sea to the land during the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local winds.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sea and land breezes.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anabatic and katabatic winds.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foehn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effects of local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Air moves from high to low pressure.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Land heats and cools faster than water.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Cold air is heavy and sinks.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friend lives in a village at the foot of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tells you that every evening after sunset, a cool breeze flows down from the slopes through the village and makes the nights pleasant, while during the day a gentle warm breeze blows up towards the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cousin in Limbe says the same thing happens with the sea: a cool wind from the sea in the afternoon, and from the land at night.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 these winds change direction every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local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cool wind flowing down the slopes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mountain (katabatic)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wind in Limbe blow from the sea in the afternoon?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hotter than the sea, so low pressure forms over the land: it is a sea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sea and land breezes for fishing and ventilation, and protect crops in valleys from cold night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daily winds that affect the comfort, farming and fishing of people near coasts and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eabreez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sea breeze.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direction does the sea breeze blow?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sea to the land, during the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Fishermen at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fishermen use the land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to push their boats out to sea at night or dawn.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VALLEY AND MOUNTAIN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nabati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Anabatic and katabatic winds.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VALLEY AND MOUNTAIN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air flow down the slopes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VALLEY AND MOUNTAIN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slopes cool quickly, the air becomes cold and heavy, and gravity pulls it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FOEHN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oeh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foehn effect.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FOEHN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foehn warm and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FOEHN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lost its moisture on the windward side and warms as it descends.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et2_local.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local winds.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danger of warm, dry foehn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fires (and rapid snowmelt).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Atmospheric Motions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Microscale (Local) Winds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Local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winds produced over a small area by local differences of temperature and pressure.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 breeze: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cool wind blowing from the sea to the land during the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breeze: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wind blowing from the land to the sea at night.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Anabatic 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warm wind blowing up the slopes during the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Katabatic 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cold wind blowing down the slopes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Land and Sea Breezes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Land and sea breezes form as follows: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Sea breeze (day):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 land heats faster than the sea, so low pressure forms over the land and cool, moist air blows in from the sea.</a:t>
            </a:r>
            <a:endParaRPr lang="en-US" sz="3400" dirty="0"/>
          </a:p>
        </p:txBody>
      </p:sp>
      <p:pic>
        <p:nvPicPr>
          <p:cNvPr id="5" name="Image 0" descr="/home/claude/f4/img/v2/seabreeze_day.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sea breeze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Land and Sea Breezes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breeze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cools faster than the sea, so high pressure forms over the land and air blows out to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Land and Sea Breezes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Coastal towns such as Limbe, Kribi and Douala feel sea breezes in the afternoon.</a:t>
            </a:r>
            <a:endParaRPr lang="en-US" sz="3600" dirty="0"/>
          </a:p>
        </p:txBody>
      </p:sp>
      <p:pic>
        <p:nvPicPr>
          <p:cNvPr id="5" name="Image 0" descr="/home/claude/f4/img/v2/f2t_fish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fishermen at sea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Valley and Mountain Winds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Valley and mountain winds form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Anabatic (valley) wind: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By day, the sun heats the slopes, and the warm, light air rises up the slopes from the valley.</a:t>
            </a:r>
            <a:endParaRPr lang="en-US" sz="3600" dirty="0"/>
          </a:p>
        </p:txBody>
      </p:sp>
      <p:pic>
        <p:nvPicPr>
          <p:cNvPr id="5" name="Image 0" descr="/home/claude/f4/img/v2/anabatic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anabatic and katabatic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Valley and Mountain Winds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Katabatic (mountain) 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night, the slopes cool quickly, and cold, heavy air flows down into the valley.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at the foot of the Mandara Mountains receive cool katabatic breezes after sunset.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Foehn Winds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Foehn winds form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Windward side: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Moist air rises over a mountain, cools and loses its moisture as rain.</a:t>
            </a:r>
            <a:endParaRPr lang="en-US" sz="3600" dirty="0"/>
          </a:p>
        </p:txBody>
      </p:sp>
      <p:pic>
        <p:nvPicPr>
          <p:cNvPr id="5" name="Image 0" descr="/home/claude/f4/img/v2/foeh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foehn effect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Foehn Winds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Leeward side: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dry air descends, is compressed and warms quickly.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Foehn of the Alps and the Chinook of the Rocky Mountains.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melt snow rapidly and increase the risk of forest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of Local Winds on Weather and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Local winds have the following effects: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Sea breezes cool coastal towns on hot afternoons.</a:t>
            </a:r>
            <a:endParaRPr lang="en-US" sz="3600" dirty="0"/>
          </a:p>
        </p:txBody>
      </p:sp>
      <p:pic>
        <p:nvPicPr>
          <p:cNvPr id="5" name="Image 0" descr="/home/claude/f4/img/v2/met2_local.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local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of Local Winds on Weather and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Katabatic winds bring cold air into valleys and can damage crops, while foehn winds ripen fruit but dry the soil.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breezes can carry pollution out to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of Local Winds on Weather and Man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Comfort and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Gentle breezes are pleasant, dusty winds cause diseases, and steady winds can drive wind turbines.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a sea breeze differs from a land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day the land is hotter than the sea and wind blows from the sea; at night the land is cooler and wind blows from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katabatic wind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air cooled on the slopes at night, which becomes heavy and flows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wind from the sea by day is a sea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wind blowing down slopes at night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Chinook is a ______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air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Air Masses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Local 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 local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Katabatic 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 catabatique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Anabatic 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 anabatique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Leeward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Sous 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Atmospheric Motions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Local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local winds. Explain sea and land breezes. Explain anabatic and katabatic winds. Explain foehn winds. Describe the effects of local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daily local winds of coasts and mountains and their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Land and Sea Breezes; Valley and Mountain Winds; Foehn Winds; Effects of Local Winds on Weather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air mass.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coastline, LAND and SEA.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fishing at Limbe.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day and night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mountain and the two sides.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effects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“Fishermen, Lake Tana” by A.Davey, CC BY 2.0, via Flickr (https://www.flickr.com/photos/40595948@N00/2260748777)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2026-09-29T03:12:39Z</dcterms:created>
  <dcterms:modified xsi:type="dcterms:W3CDTF">2026-09-29T03:12:39Z</dcterms:modified>
</cp:coreProperties>
</file>