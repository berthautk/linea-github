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Heat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The Earth's Heat Budget on a Global Scale. The key notions we shall use today are: heat transfer, advection, air mass, ocean current, terrestrial radiation, conduction, convection, latent heat. At the end, you should be able to do this: learners are able to explain how heat moves horizontally and vertically in the atmosphere, using the seasons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The Earth's Radiation Balance. The question was: Define advection.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Advection is the horizontal transfer of heat or moisture by moving air.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distinguish horizontal and vertical heat transfer. Number 2: explain advection by air masses and ocean currents. Number 3: explain conduction and convection. Number 4: explain latent heat. Number 5: explain why the atmosphere is heated from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tropics have an energy surplus. The Harmattan comes from the Sahara. Winds and ocean currents carry heat.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the Harmattan blows from the north over Garoua: it is hot by day, dusty and very dry, and it cracks our lips. Around May, before the rains, the air becomes heavy, humid and extremely hot, and the wind comes from the south. You ask: "Why does the air feel so different in the two seasons, and how does the heat of the ground get into the air?"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how heat is moved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we call the horizontal movement of heat by wind?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Advection.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humid air before a storm feel so hot?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stores latent heat, released when its vapour condenses.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shade and ventilation at home to reduce heat gained by conduction and radiation.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how the atmosphere gets its heat and how winds change the weather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harmattan haze.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Harmattan an example of advection or convection?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Advection (horizontal movement of an air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warm current flows along the coast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Guinea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four ways heat moves.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conduction?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Transfer of heat by direct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convection.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air heated by the ground rise?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becomes lighter (less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steam rising.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is latent heat released into the atmosphere?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When water vapour condenses into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Heat transfer and Advection.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Sensible heat flux and Latent heat flux.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Conduction and Convection.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Horizontal Heat Transfer. Heat is transferred horizontally in the following ways. Copy the point on Advection by air masses and winds on the left, then draw the diagram on the right: advection by air masses.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Transfer by ocean currents on the left, then draw the diagram on the right: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Vertical Heat Transfer. The lower atmosphere obtains and keeps its heat in the following ways. Copy the point on Absorption of radiation on the left, then draw the diagram on the right: the air heated from below.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Vertical Heat Transfer. Copy the point on Conduction: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Convection on the left, then draw the diagram on the right: convection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Latent heat of vaporisation on the left, then draw the diagram on the right: evaporation.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advection from convection.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advection is horizontal transfer of heat by wind; convection is vertical transfer by rising and sinking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atmosphere said to be heated from below?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sunlight heats the ground first, and the ground then heats the air by radiation, conduction and convection.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conduction; number 2, convection; number 3, latent.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how temperature changes from the Equator to the poles.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Latitudinal Distribution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HEAT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gif"/><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Heat 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Earth's Heat Budget on a Global Scale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Heat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Heat transfer, advection, air mass, ocean current, terrestrial radiation, conduction, convection, latent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Horizontal heat transfer (advection by air masses and winds, ocean currents); vertical heat transfer (terrestrial radiation, conduction, convection, latent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heat moves horizontally and vertically in the atmosphere, using the seasons of Garoua.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The Earth's Radiation Balance):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advection.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Advection is the horizontal transfer of heat or moisture by moving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horizontal and vertical heat transfer.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advection by air masses and ocean currents.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conduction and convection.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latent heat.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 atmosphere is heated from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tropics have an energy surplus.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comes from the Sahara.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Winds and ocean currents carry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the Harmattan blows from the north over Garoua: it is hot by day, dusty and very dry, and it cracks our lips.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May, before the rains, the air becomes heavy, humid and extremely hot, and the wind comes from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does the air feel so different in the two seasons, and how does the heat of the ground get into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how heat is moved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horizontal movement of heat by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humid air before a storm feel so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stores latent heat, released when its vapour condenses.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shade and ventilation at home to reduce heat gained by conduction and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how the atmosphere gets its heat and how winds change the weather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TRANSFER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Harmattan haze.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Harmattan an example of advection or convection?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Advection (horizontal movement of an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TRANSFER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warm current flows along the coast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HORIZONTAL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Guinea Current.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et2_transfer.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Four ways heat moves.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conduction?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Transfer of heat by direct contact.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onvec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convection.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air heated by the ground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lighter (less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stea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Steam rising.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latent heat released into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VERTICAL TRANSFER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water vapour condenses into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Earth's Heat Budget on a Global Scale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Heat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transfer: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heat from warmer to cooler places.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horizontal transfer of heat or moisture by moving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Sensible heat flux: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heat carried by air that we can feel and measure with a thermometer.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Latent heat flux: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heat carried in water vapour, taken during evaporation and released during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transfer of heat by direct contact.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vertical transfer of heat by rising warm air and sinking cool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Heat is transferred horizontally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Advection by air masses and winds: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An air mass takes the heat and moisture of its source region and carries them when it moves. For example, the Harmattan brings hot, dry and dusty Saharan air to Garoua in the dry season, while the monsoon brings warm, moist air from the Atlantic.</a:t>
            </a:r>
            <a:endParaRPr lang="en-US" sz="2800" dirty="0"/>
          </a:p>
        </p:txBody>
      </p:sp>
      <p:pic>
        <p:nvPicPr>
          <p:cNvPr id="5" name="Image 0" descr="/home/claude/f4/img/v2/met2_transfer.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advection by air masses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Horizontal Heat Transfer</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Transfer by ocean currents: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Warm currents carry heat from the tropics towards the poles, and cold currents bring cool water towards the Equator. For example, the warm Guinea Current keeps the coast of Cameroon warm and humid, while the cold Benguela Current cools the coast of Namibia.</a:t>
            </a:r>
            <a:endParaRPr lang="en-US" sz="3200" dirty="0"/>
          </a:p>
        </p:txBody>
      </p:sp>
      <p:pic>
        <p:nvPicPr>
          <p:cNvPr id="5" name="Image 0" descr="/home/claude/f4/img/v2/ocean_currents_big.png">    </p:cNvPr>
          <p:cNvPicPr>
            <a:picLocks noChangeAspect="1"/>
          </p:cNvPicPr>
          <p:nvPr/>
        </p:nvPicPr>
        <p:blipFill>
          <a:blip r:embed="rId1"/>
          <a:stretch>
            <a:fillRect/>
          </a:stretch>
        </p:blipFill>
        <p:spPr>
          <a:xfrm>
            <a:off x="6537960" y="2550490"/>
            <a:ext cx="5470855" cy="2735428"/>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ocean currents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lower atmosphere obtains and keeps its heat in the following ways: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Absorption of radiation: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Solar radiation crosses the air and heats the ground, which then gives off long-wave terrestrial radiation. Water vapour and carbon dioxide absorb this radiation, so the atmosphere is heated mainly from below.</a:t>
            </a:r>
            <a:endParaRPr lang="en-US" sz="2800" dirty="0"/>
          </a:p>
        </p:txBody>
      </p:sp>
      <p:pic>
        <p:nvPicPr>
          <p:cNvPr id="5" name="Image 0" descr="/home/claude/f4/img/v2/heated_below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air heated from below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hot ground heats the thin layer of air in direct contact with it. Since air is a poor conductor, this process only heats the first few centimetres.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Convection: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Air heated at the surface becomes light and rises, while cooler, denser air sinks to replace it. These currents carry heat upwards and are the main way the lower atmosphere is heated.</a:t>
            </a:r>
            <a:endParaRPr lang="en-US" sz="3600" dirty="0"/>
          </a:p>
        </p:txBody>
      </p:sp>
      <p:pic>
        <p:nvPicPr>
          <p:cNvPr id="5" name="Image 0" descr="/home/claude/f4/img/v2/convection_last.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convection currents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Vertical Heat Transfer</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Latent heat of vaporisation: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When water evaporates from the Benue, Lake Lagdo and plants, it takes heat and stores it in the vapour. This heat is released high up when the vapour condenses into clouds, and it warms the upper air.</a:t>
            </a:r>
            <a:endParaRPr lang="en-US" sz="3400" dirty="0"/>
          </a:p>
        </p:txBody>
      </p:sp>
      <p:pic>
        <p:nvPicPr>
          <p:cNvPr id="5" name="Image 0" descr="/home/claude/f4/img/v2/lsa_steam.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evaporation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advection from convection.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Advection is horizontal transfer of heat by wind; convection is vertical transfer by rising and sinking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atmosphere said to be heated from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Sunlight heats the ground first, and the ground then heats the air by radiation, conduction and convection.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Transfer of heat by contact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Rising warm air is an example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Heat stored in water vapour is ______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how temperature changes from the Equator to the poles.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Latitudinal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transfer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transfert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Latent 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 latente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Heat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horizontal and vertical heat transfer. Explain advection by air masses and ocean currents. Explain conduction and convection. Explain latent heat. Explain why the atmosphere is heated from below.</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heat moves horizontally and vertically in the atmosphere, using the seasons of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Horizontal Heat Transfer; Vertical Heat Transfer.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how temperature changes from the Equator to the poles.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Harmattan.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locate the Gulf of Guinea.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touch the handle of a hot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watch smoke rise from a fire.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steam from a pot.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“Tea Anyone?” by Beegee49 (Thanks for 12m views,account locked, CC BY-ND 2.0, via Flickr (https://www.flickr.com/photos/66358983@N07/42256910960)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2026-09-29T11:13:37Z</dcterms:created>
  <dcterms:modified xsi:type="dcterms:W3CDTF">2026-09-29T11:13:37Z</dcterms:modified>
</cp:coreProperties>
</file>