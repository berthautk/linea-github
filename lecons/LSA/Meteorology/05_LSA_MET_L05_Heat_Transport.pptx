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Heat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transfer, advection, air mass, ocean current, terrestrial radiation, conduction, convection, latent heat. At the end, you should be able to do this: learners are able to explain how heat moves horizontally and vertically in the atmosphere, using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Earth's Radiation Balance. The question was: Define advection.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Advection is the horizontal transfer of heat or moisture by moving air.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horizontal and vertical heat transfer. Number 2: explain advection by air masses and ocean currents. Number 3: explain conduction and convection. Number 4: explain latent heat. Number 5: explain why the atmosphere is heated from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The Harmattan comes from the Sahara. Winds and ocean currents carry heat.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Harmattan blows from the north over Garoua: it is hot by day, dusty and very dry, and it cracks our lips. Around May, before the rains, the air becomes heavy, humid and extremely hot, and the wind comes from the south. You ask: "Why does the air feel so different in the two seasons, and how does the heat of the ground get into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how heat is moved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horizontal movement of heat by wind?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humid air before a storm feel so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stores latent heat, released when its vapour condenses.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shade and ventilation at home to reduce heat gained by conduction and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the atmosphere gets its heat and how winds change the weather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Harmattan an example of advection or convection?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Advection (horizontal movement of an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warm current flows along the coast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Guinea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heat moves.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conduction?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Transfer of heat by direct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air heated by the ground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lighter (less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steam rising.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is latent heat released into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vapour condenses into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transfer and Advection.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Conduction and Convection.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Latent heat.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Heat Transfer. Heat is transferred horizontally in the following ways. Copy the point on Advection by air masses on the left, then draw the diagram on the right: how heat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Horizontal Heat Transfer. On this slide we have Ocean currents.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Heat Transfer. Heat is transferred vertically in the following ways. Copy the point on Heated from below on the left, then draw the diagram on the right: the atmosphere is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On this slide we have Conduction.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Convection on the left, then draw the diagram on the right: convection.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Latent heat on the left, then draw the diagram on the right: steam rising.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advection from convection.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advection is horizontal transfer of heat by wind; convection is vertical transfer by rising and sinking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atmosphere said to be heated from below?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sunlight heats the ground first, and the ground then heats the air by radiation, conduction and convection.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conduction; number 2, convection; number 3,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from the Equator to the poles.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Latitudinal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HEAT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Heat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Heat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transfer, advection, air mass, ocean current,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heat transfer (advection by air masses and winds, ocean currents); vertical heat transfer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Earth's Radiation Balance):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horizontal and vertical heat transfer.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advection by air masses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conduction and convection.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latent heat.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and ocean currents carry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Harmattan blows from the north over Garoua: it is hot by day, dusty and very dry, and it cracks our lips.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May, before the rains, the air becomes heavy, humid and extremely hot, and the wind comes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air feel so different in the two seasons, and how does the heat of the ground get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heat is moved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horizontal movement of heat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humid air before a storm feel so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latent heat, released when its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shade and ventilation at home to reduce heat gained by conduction and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the atmosphere gets its heat and how winds change the weather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an example of advection or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(horizontal movement of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warm current flows along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transfe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heat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Transfer of heat by direct contact.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heated by the ground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lighter (less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Steam rising.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latent heat released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vapour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heat from warmer to cooler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transfer of heat by direct contact.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vertical transfer of heat by rising warm air and sinking cool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"hidden" heat stored in water vapour during evaporation and released during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Heat is transferred horizontally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Advection by air masses: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An air mass takes the character of its source and carries its heat and moisture when it moves.</a:t>
            </a:r>
            <a:endParaRPr lang="en-US" sz="3400" dirty="0"/>
          </a:p>
        </p:txBody>
      </p:sp>
      <p:pic>
        <p:nvPicPr>
          <p:cNvPr id="5" name="Image 0" descr="/home/claude/f4/img/v2/met2_transfe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heat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Harmattan carries hot, dry and dusty Saharan air to Garoua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warm water poleward and cold water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warm Guinea Current keeps the coast of Cameroon warm and humid.</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Heat is transferred vertically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Heated from below: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Sunlight crosses the air and heats the ground, which gives off terrestrial radiation that warms the air.</a:t>
            </a:r>
            <a:endParaRPr lang="en-US" sz="3200" dirty="0"/>
          </a:p>
        </p:txBody>
      </p:sp>
      <p:pic>
        <p:nvPicPr>
          <p:cNvPr id="5" name="Image 0" descr="/home/claude/f4/img/v2/heated_below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atmosphere is heated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heats the air touching it, but only the first few centimetres.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light air rises and cool, dense air sinks, forming currents that heat the lower atmosphere; it is the most important process.</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Latent heat: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Evaporation from the Benue, Lake Lagdo and plants stores heat, which is released high up when clouds form.</a:t>
            </a:r>
            <a:endParaRPr lang="en-US" sz="3600" dirty="0"/>
          </a:p>
        </p:txBody>
      </p:sp>
      <p:pic>
        <p:nvPicPr>
          <p:cNvPr id="5" name="Image 0" descr="/home/claude/f4/img/v2/lsa_stea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steam rising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advection from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horizontal transfer of heat by wind; convection is vertical transfer by rising and sinking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atmosphere said to be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heats the ground first, and the ground then heats the air by radiation, conduction and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Transfer of heat by contact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warm air is an example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stored in water vapour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transfer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transfert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Heat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horizontal and vertical heat transfer. Explain advection by air masses and ocean currents. Explain conduction and convection. Explain latent heat. Explain why the atmosphere is heated from below.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Horizontal Heat Transfer; Vertical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from the Equator to the poles.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Gulf of Guinea.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handle of a hot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watch smoke rise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steam from a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“Tea Anyone?” by Beegee49 (Thanks for 12m views,account locked, CC BY-ND 2.0, via Flickr (https://www.flickr.com/photos/66358983@N07/42256910960)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2026-09-28T22:18:55Z</dcterms:created>
  <dcterms:modified xsi:type="dcterms:W3CDTF">2026-09-28T22:18:55Z</dcterms:modified>
</cp:coreProperties>
</file>