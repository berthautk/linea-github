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Weather Observation, Prediction, Modification and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Weather Observation. The key notions we shall use today are: weather element, weather station, Stevenson screen, rain gauge, barometer, anemometer, radiosonde, Doppler radar, weather satellite, numerical weather prediction, cloud seeding, synoptic chart, isobar, front. At the end, you should be able to do this: learners are able to explain how weather is observed, forecast, modified and mapped, and read a simple synoptic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Mountain Climates. The question was: Name one instrument of a weather station.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thermometer, a rain gauge, a barometer, a wind vane, an anemometer or a hygrometer (any 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name the weather elements and the instruments used to measure them. Number 2: explain how weather is predicted. Number 3: describe techniques of weather modification. Number 4: read the main symbols of a synoptic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Pressure is measured with a barometer. Anticyclones bring clear weather. Fronts separate air masses.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Before planting cotton, a farmer near Garoua listens to the weather forecast on the radio, which announces the first rains for next week. At the airport, a pilot checks satellite images before taking off, and in the newspaper you see a map full of lines and symbols. You ask: "How do meteorologists observe the weather, how do they forecast it, and how do they draw it on maps?"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weather is observed, predicted and mapped.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instrument measures rainfall?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 gauge.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weather map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synoptic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weather forecasts before farming, travelling or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shows how weather information is produced and used by farmers, pilots, fishermen and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instruments of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thermometers kept in a weather station?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 Stevenson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launching a radiosonde.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radiosonde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humidity and pressure at different heights.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weather radar.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Doppler radar detect?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intensity and movement of rain and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weather modification.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cloud seeding?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Adding silver iodide or dry ice to clouds to make them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symbols of a synoptic chart.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closely spaced isobars indicate?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Weather observation and Weather forecasting.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Weather modification, Synoptic chart and Isobar.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Elements Observed at a Weather Station. The main elements of weather are observed as follows. Copy the point on Temperature on the left, then draw the diagram on the right: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Rainfall (precipitation) on the left, then draw the diagram on the right: a rain gauge.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Elements Observed at a Weather Station. Copy the point on Cloud cover: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Upper-Air and Remote Observation. The upper air and large areas are observed with the following instruments. Copy the point on Radiosonde on the left, then draw the diagram on the right: a radiosonde.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Doppler radar on the left, then draw the diagram on the right: a weather radar.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Upper-Air and Remote Observation. Copy the point on Weather satellites: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Prediction. Weather is predicted in the following steps. Copy the point on Collection of data on the left, then draw the diagram on the right: weather observations.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Prediction. Copy the point on Numerical models: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Prediction. Copy the point on Forecasts for users: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Modification. People try to modify the weather by the following techniques. Copy the point on Cloud seeding on the left, then draw the diagram on the right: weather modification.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Modification. Copy the point on Hail suppression: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Modification. Copy the point on Fog dispersal: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Modification. Copy the point on Hurricane modification: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Mapping: the Synoptic Chart. A synoptic chart shows the weather with the following elements. Copy the point on Isobars on the left, then draw the diagram on the right: a synoptic chart.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Mapping: the Synoptic Chart. Copy the point on Pressure systems: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Fronts on the left, then draw the diagram on the right: the symbols of fronts.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Mapping: the Synoptic Chart. Copy the point on Station models and uses: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a radiosonde works.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balloon carries instruments into the upper air; they measure temperature, humidity and pressure and send the data by radio.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synoptic chart and how is it used?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weather map summarising conditions over a large area at one time; it is used to analyse and forecast the weather.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gauge; number 2, isobars; number 3, seeding.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hydrology.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Introduction to Hydrology.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2: WEATHER OBSERVATION, PREDICTION, MODIFICATION AND MAPPING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Observation, Prediction, Modification and Mapping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element, weather station, Stevenson screen, rain gauge, barometer, anemometer, radiosonde, Doppler radar, weather satellite, numerical weather prediction, cloud seeding, synoptic chart, isobar, front.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 (elements and instruments); weather prediction; weather modification techniques; weather mapping with synoptic charts.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 is observed, forecast, modified and mapped, and read a simple synoptic chart.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Mountain 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instrument of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thermometer, a rain gauge, a barometer, a wind vane, an anemometer or a hygrometer (any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weather elements and the instruments used to measure them.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weather is predicted.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techniques of weather modification.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main symbols of a synoptic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Pressure is measured with a barometer.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Anticyclones bring clear weather.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Fronts separate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planting cotton, a farmer near Garoua listens to the weather forecast on the radio, which announces the first rains for next week.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airport, a pilot checks satellite images before taking off, and in the newspaper you see a map full of lines and symbols.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do meteorologists observe the weather, how do they forecast it, and how do they draw it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weather is observed, predicted and mapped.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weather map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synoptic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weather forecasts before farming, travelling or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shows how weather information is produced and used by farmers, pilots, fishermen and the 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Instruments of 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thermometers kept in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Stevenson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radioso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Launching a radiosonde.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radiosonde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humidity and pressure at different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rad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radar.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Doppler radar detect?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intensity and movement of rain and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MODIFICATION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et2_modif.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Weather modification.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MODIFICATION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cloud seeding?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MODIFICATION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Adding silver iodide or dry ice to clouds to make them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t2_front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Symbols of a synoptic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closely spaced isobars indicate?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 Observation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observation: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measurement and recording of the elements of the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forecasting: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prediction of future weather from observations and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deliberate action of people to change the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Synoptic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weather map summarising the weather over a large area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Isobar: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joining places of equal atmospheric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Observed at a Weather Station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main elements of weather are observed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Temperature is measured in °C with thermometers kept in a white, ventilated Stevenson screen, 1.25 m above the ground and out of direct sunlight. Maximum and minimum thermometers give the highest and lowest temperatures of each day.</a:t>
            </a:r>
            <a:endParaRPr lang="en-US" sz="2800" dirty="0"/>
          </a:p>
        </p:txBody>
      </p:sp>
      <p:pic>
        <p:nvPicPr>
          <p:cNvPr id="6" name="Image 0" descr="/home/claude/f4/img/v2/instrument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Observed at a Weather Station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Rainfall (precipitation):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Rainfall is measured in millimetres with a rain gauge placed in an open area away from trees and buildings. The water collected is measured every morning at the same time.</a:t>
            </a:r>
            <a:endParaRPr lang="en-US" sz="3400" dirty="0"/>
          </a:p>
        </p:txBody>
      </p:sp>
      <p:pic>
        <p:nvPicPr>
          <p:cNvPr id="6" name="Image 0" descr="/home/claude/f4/img/v2/f4_raingauge.jpg">    </p:cNvPr>
          <p:cNvPicPr>
            <a:picLocks noChangeAspect="1"/>
          </p:cNvPicPr>
          <p:nvPr/>
        </p:nvPicPr>
        <p:blipFill>
          <a:blip r:embed="rId1"/>
          <a:stretch>
            <a:fillRect/>
          </a:stretch>
        </p:blipFill>
        <p:spPr>
          <a:xfrm>
            <a:off x="6537960" y="2400160"/>
            <a:ext cx="5470855" cy="303608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rain gauge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A) Elements Observed at a Weather Station</a:t>
            </a:r>
            <a:endParaRPr lang="en-US" sz="29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 cover is estimated by looking at the sky and dividing it into eighths, called oktas. A sky with no clouds is 0 okta and a completely covered sky is 8 oktas.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Upper-Air and Remote Observation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The upper air and large areas are observed with the following instruments: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Radiosonde: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A radiosonde is a small box of instruments carried up to about 30 km by a balloon filled with hydrogen or helium. It sends the temperature, humidity and pressure of the upper air by radio, and tracking it gives the wind.</a:t>
            </a:r>
            <a:endParaRPr lang="en-US" sz="2600" dirty="0"/>
          </a:p>
        </p:txBody>
      </p:sp>
      <p:pic>
        <p:nvPicPr>
          <p:cNvPr id="6" name="Image 0" descr="/home/claude/f4/img/v2/lsa_radiosond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radiosonde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Upper-Air and Remote Observation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Doppler radar: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A Doppler radar sends out radio waves that are reflected by raindrops and hailstones. It shows where it is raining, how heavily, and in which direction and how fast the storm is moving.</a:t>
            </a:r>
            <a:endParaRPr lang="en-US" sz="3400" dirty="0"/>
          </a:p>
        </p:txBody>
      </p:sp>
      <p:pic>
        <p:nvPicPr>
          <p:cNvPr id="6" name="Image 0" descr="/home/claude/f4/img/v2/lsa_radar.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weather radar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Upper-Air and Remote Observation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Weather satellites: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Geostationary satellites, such as Meteosat over Africa, stay above the same place and send images every 15 minutes. Polar-orbiting satellites pass over the whole Earth and measure temperature and moisture at different heights.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Prediction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Weather is predicted in the following steps: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Collection of data: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Thousands of stations, ships, balloons, radars and satellites send their observations to world weather centres several times a day. The data are exchanged between countries through the World Meteorological Organization.</a:t>
            </a:r>
            <a:endParaRPr lang="en-US" sz="2800" dirty="0"/>
          </a:p>
        </p:txBody>
      </p:sp>
      <p:pic>
        <p:nvPicPr>
          <p:cNvPr id="5" name="Image 0" descr="/home/claude/f4/img/v2/met2_ob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weather observations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Prediction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Numerical models: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Powerful computers solve the equations of the atmosphere to calculate the future weather. Forecasts are fairly reliable for about five to seven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Prediction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Forecasts for users: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Meteorologists interpret the models and inform the public, farmers, pilots and fishermen. In Cameroon, this is done by the National Meteorological Service, whose forecasts help farmers to plan sowing.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Modification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People try to modify the weather by the following techniques: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Cloud seeding: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Aircraft or rockets spread silver iodide or dry ice into clouds, which act as nuclei on which ice crystals and drops grow. This can increase rain or snow by about 10 %, and it is used in dry countries such as the United Arab Emirates.</a:t>
            </a:r>
            <a:endParaRPr lang="en-US" sz="2800" dirty="0"/>
          </a:p>
        </p:txBody>
      </p:sp>
      <p:pic>
        <p:nvPicPr>
          <p:cNvPr id="5" name="Image 0" descr="/home/claude/f4/img/v2/met2_modif.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weather modification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Modification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suppression: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Seeding a storm cloud with many nuclei makes many small hailstones instead of a few large ones. The small stones melt before reaching the ground, which protects crops and vineyards.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Modification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dispersal: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airports, fog is cleared by seeding supercooled fog with dry ice or by heating the air with burners. This allows aircraft to land and take off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Modification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Hurricane 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Scientists tried to weaken hurricanes by seeding the clouds around their eye in the Stormfury project (1962 to 1983). The results were not clear, and this technique remains experimental because of the risks.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Weather Mapping: the Synoptic Chart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 synoptic chart shows the weather with the following elements: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Isobars: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Isobars join places with the same pressure, usually drawn every 4 hPa. Close isobars show a steep pressure gradient and strong winds, while widely spaced isobars show light winds.</a:t>
            </a:r>
            <a:endParaRPr lang="en-US" sz="3200" dirty="0"/>
          </a:p>
        </p:txBody>
      </p:sp>
      <p:pic>
        <p:nvPicPr>
          <p:cNvPr id="5" name="Image 0" descr="/home/claude/f4/img/v2/synoptic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synoptic chart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Weather Mapping: the Synoptic Chart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letter H marks the centre of an anticyclone, with clear and stable weather. The letter L marks a depression, with clouds, rain and strong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Weather Mapping: the Synoptic Chart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Fronts: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cold front is a blue line with triangles and brings cooler air and heavy showers. A warm front is a red line with semicircles and brings steady rain, and an occluded front is a purple line with both symbols.</a:t>
            </a:r>
            <a:endParaRPr lang="en-US" sz="3600" dirty="0"/>
          </a:p>
        </p:txBody>
      </p:sp>
      <p:pic>
        <p:nvPicPr>
          <p:cNvPr id="5" name="Image 0" descr="/home/claude/f4/img/v2/met2_front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symbols of fronts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Weather Mapping: the Synoptic Chart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Station models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symbols at each station show its temperature, wind, cloud cover and weather. By comparing charts drawn every few hours, forecasters follow the movement of weather systems for aviation, shipping and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a radiosonde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balloon carries instruments into the upper air; they measure temperature, humidity and pressure and send the data by radio.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synoptic chart and how is it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weather map summarising conditions over a large area at one time; it is used to analyse and forecast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Rainfall is measured with a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of equal pressure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Silver iodide is used for cloud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Introduction to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forecast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prévision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L'isobare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seeding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L'ensemencement des nuages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weather elements and the instruments used to measure them. Explain how weather is predicted. Describe techniques of weather modification. Read the main symbols of a synoptic chart.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 is observed, forecast, modified and mapped, and read a simple synoptic chart.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Elements Observed at a Weather Station; Upper-Air and Remote Observation; Weather Prediction; Weather Modification; Weather Mapping: the Synoptic Chart.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hydrology.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visit or describe a weather station.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weather balloon.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listen to a radio forecast.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techniques.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isobars around an L and an 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“wea01144” by NOAA Photo Library, CC BY 2.0, via Flickr (https://www.flickr.com/photos/51647007@N08/5083800180)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“ILX - Central Illinois Doppler Radar - NOAA” by HAM guy, CC BY 2.0, via Flickr (https://www.flickr.com/photos/10728157@N00/363045232)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(Rainfall (precipitation)):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2026-10-06T05:43:46Z</dcterms:created>
  <dcterms:modified xsi:type="dcterms:W3CDTF">2026-10-06T05:43:46Z</dcterms:modified>
</cp:coreProperties>
</file>