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Weather Observation, Prediction, Modification and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Weather Observation. The key notions we shall use today are: weather element, weather station, Stevenson screen, rain gauge, barometer, anemometer, radiosonde, Doppler radar, weather satellite, numerical weather prediction, cloud seeding, synoptic chart, isobar, front. At the end, you should be able to do this: learners are able to explain how weather is observed, forecast, modified and mapped, and read a simple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Mountain Climates. The question was: Compare the climate of Buea and Douala and explain two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Buea (about 900 m) is cooler than Douala (sea level) because temperature falls with height. Buea is also often misty and cloudy, while Douala is hotter and more humid.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name the weather elements and the instruments used to measure them. Number 2: explain how weather is predicted. Number 3: describe techniques of weather modification. Number 4: read the main symbols of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is measured with a barometer. Anticyclones bring clear weather. Fronts separate air masses.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planting cotton, a farmer near Garoua listens to the weather forecast on the radio, which announces the first rains for next week. At the airport, a pilot checks satellite images before taking off, and in the newspaper you see a map full of lines and symbols. You ask: "How do meteorologists observe the weather, how do they forecast it, and how do they draw it on maps?"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weather is observed, predicted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instrument measures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gauge.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weather map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before farming, travelling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weather information is produced and used by farmers, pilots, fishermen and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instruments of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thermometers kept in a weather 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Stevenson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launching a radiosonde.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radiosonde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humidity and pressure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weather radar.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Doppler radar detect?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intensity and movement of rain and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weather modification.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cloud seeding?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Adding silver iodide or dry ice to clouds to make them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symbols of a synoptic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closely spaced isobars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observation and Weather forecasting.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modification, Synoptic chart and Isobar.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Observation. Weather is observed with the following elements and instruments. Copy the point on Weather station on the left, then draw the diagram on the right: instruments of a weather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Elements and instruments.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Radiosonde on the left, then draw the diagram on the right: a radiosonde.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Doppler radar on the left, then draw the diagram on the right: a weather radar.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Weather satellites.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Prediction. Weather is predicted as follows. Copy the point on Data collection on the left, then draw the diagram on the right: elements and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On this slide we have Numerical models and Meteorologists.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Modification. The main techniques of weather modification are the following. Copy the point on Cloud seeding on the left, then draw the diagram on the right: weather modification.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On this slide we have Hail suppression, Fog dispersal and Hurricane modification.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Mapping: the Synoptic Chart. A synoptic chart has the following components. Copy the point on Isobars on the left, then draw the diagram on the right: symbols of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systems on the left, then draw the diagram on the right: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On this slide we have Fronts.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radiosonde 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balloon carries instruments into the upper air; they measure temperature, humidity and pressure and send the data by radio.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synoptic chart and how is it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weather map summarising conditions over a large area at one time; it is used to analyse and forecast the weather.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gauge; number 2, isobars; number 3,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WEATHER OBSERVATION, PREDICTION, MODIFICATION AND MAPPING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Observation, Prediction, Modification and Mapping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element, weather station, Stevenson screen, rain gauge, barometer, anemometer, radiosonde, Doppler radar, weather satellite, numerical weather prediction, cloud seeding, synoptic chart, isobar, front.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 (elements and instruments); weather prediction; weather modification techniques; weather mapping with synoptic charts.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Mountain 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Buea and Douala and explain two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Buea (about 900 m) is cooler than Douala (sea level) because temperature falls with height. Buea is also often misty and cloudy, while Douala is hotter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and the instruments used to measure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weather is predicted.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techniques of weather modification.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main symbols of 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is measured with a barometer.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Anticyclones bring clear weather.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Fronts separate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planting cotton, a farmer near Garoua listens to the weather forecast on the radio, which announces the first rains for next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airport, a pilot checks satellite images before taking off, and in the newspaper you see a map full of lines and symbols.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 meteorologists observe the weather, how do they forecast it, and how do they draw it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weather is observed, predicted and mapped.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weather map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before farming, travelling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weather information is produced and used by farmers, pilots, fishermen and the 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Instruments of 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thermometers kept in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Stevenson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radioso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Launching a radiosonde.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radiosonde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humidity and pressure at different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rad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radar.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Doppler radar detect?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and movement of rain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modif.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modification.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Adding silver iodide or dry ice to clouds to make them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fron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Symbols of a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isobars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 Observation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observation: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recording of the elements of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forecasting: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prediction of future weather from observations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deliberate action of people to change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Synoptic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weather map summarising the weather over a large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 is observed with the following elements and instruments: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Thermometers are kept in a white, ventilated Stevenson screen, with a rain gauge, a wind vane and an anemometer nearby.</a:t>
            </a:r>
            <a:endParaRPr lang="en-US" sz="32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instruments of a weather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and instruments: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thermometers (°C).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rain gauge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barometer (hPa).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wind vane and anemometer.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hygrometer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 cover: estimated in eighths (oktas).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Radiosonde: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balloon carries instruments that send temperature, humidity and pressure data from the upper air by radio.</a:t>
            </a:r>
            <a:endParaRPr lang="en-US" sz="3600" dirty="0"/>
          </a:p>
        </p:txBody>
      </p:sp>
      <p:pic>
        <p:nvPicPr>
          <p:cNvPr id="5" name="Image 0" descr="/home/claude/f4/img/v2/lsa_radioson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radiosonde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Doppler radar: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detects the intensity and movement of rain, winds and storms.</a:t>
            </a:r>
            <a:endParaRPr lang="en-US" sz="3600" dirty="0"/>
          </a:p>
        </p:txBody>
      </p:sp>
      <p:pic>
        <p:nvPicPr>
          <p:cNvPr id="5" name="Image 0" descr="/home/claude/f4/img/v2/lsa_rad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 radar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satellites: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Geostationary satellites watch the same area, and polar-orbiting satellites pass over the whole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 is predicted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Data 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Thousands of stations, balloons, radars and satellites send observations to weather centres.</a:t>
            </a:r>
            <a:endParaRPr lang="en-US" sz="3600" dirty="0"/>
          </a:p>
        </p:txBody>
      </p:sp>
      <p:pic>
        <p:nvPicPr>
          <p:cNvPr id="5" name="Image 0" descr="/home/claude/f4/img/v2/met2_ob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elements and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Numerical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Computers solve equations of the atmosphere to forecast the weather days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Meteorologists: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interpret the models and inform the public, farmers, pilots and fishermen, as the National Meteorological Service of Cameroon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techniques of weather modification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Cloud seeding: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Silver iodide or dry ice is added to clouds to increase rain in dry areas.</a:t>
            </a:r>
            <a:endParaRPr lang="en-US" sz="3600" dirty="0"/>
          </a:p>
        </p:txBody>
      </p:sp>
      <p:pic>
        <p:nvPicPr>
          <p:cNvPr id="5" name="Image 0" descr="/home/claude/f4/img/v2/met2_modif.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modification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suppression: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Seeding keeps hailstones small to protect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dispersal: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Heating or dry ice clears fog at airports.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Hurricane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remains experimental because of the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synoptic chart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of equal pressure; close isobars mean strong winds, widely spaced isobars mean calm weather.</a:t>
            </a:r>
            <a:endParaRPr lang="en-US" sz="3600" dirty="0"/>
          </a:p>
        </p:txBody>
      </p:sp>
      <p:pic>
        <p:nvPicPr>
          <p:cNvPr id="5" name="Image 0" descr="/home/claude/f4/img/v2/met2_fron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symbols of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 marks an anticyclone (clear, stable weather), L marks a depression (clouds and rain).</a:t>
            </a:r>
            <a:endParaRPr lang="en-US" sz="3600" dirty="0"/>
          </a:p>
        </p:txBody>
      </p:sp>
      <p:pic>
        <p:nvPicPr>
          <p:cNvPr id="5" name="Image 0" descr="/home/claude/f4/img/v2/synopti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front: blue line with triangles, bringing cooler air and storms.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front: red line with semicircles, bringing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Occluded front: purple line with both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Synoptic charts help to forecast weather for aviation, shipping and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radiosonde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balloon carries instruments into the upper air; they measure temperature, humidity and pressure and send the data by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synoptic chart and how is it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map summarising conditions over a large area at one time; it is used to analyse and forecast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measured with a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pressure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Silver iodide is used for cloud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forecast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prévision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seeding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L'ensemencement des nuages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weather elements and the instruments used to measure them. Explain how weather is predicted. Describe techniques of weather modification. Read the main symbols of a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Observation; Weather Prediction; Weather Modification; Weather Mapping: the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visit or describe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weather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listen to a radio forecast.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techniques.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isobars around an L and an 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“wea01144” by NOAA Photo Library, CC BY 2.0, via Flickr (https://www.flickr.com/photos/51647007@N08/5083800180)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“ILX - Central Illinois Doppler Radar - NOAA” by HAM guy, CC BY 2.0, via Flickr (https://www.flickr.com/photos/10728157@N00/363045232)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2026-09-29T03:12:40Z</dcterms:created>
  <dcterms:modified xsi:type="dcterms:W3CDTF">2026-09-29T03:12:40Z</dcterms:modified>
</cp:coreProperties>
</file>