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Weather Observation, Prediction, Modification and Mapping.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Weather Observation. The key notions we shall use today are: weather element, weather station, Stevenson screen, rain gauge, barometer, anemometer, radiosonde, Doppler radar, weather satellite, numerical weather prediction, cloud seeding, synoptic chart, isobar, front. At the end, you should be able to do this: learners are able to explain how weather is observed, forecast, modified and mapped, and read a simple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Mountain Climates. The question was: Name one instrument of a weather station.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thermometer, a rain gauge, a barometer, a wind vane, an anemometer or a hygrometer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name the weather elements and the instruments used to measure them. Number 2: explain how weather is predicted. Number 3: describe techniques of weather modification. Number 4: read the main symbols of a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Pressure is measured with a barometer. Anticyclones bring clear weather. Fronts separate air masses.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Before planting cotton, a farmer near Garoua listens to the weather forecast on the radio, which announces the first rains for next week. At the airport, a pilot checks satellite images before taking off, and in the newspaper you see a map full of lines and symbols. You ask: "How do meteorologists observe the weather, how do they forecast it, and how do they draw it on maps?"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weather is observed, predicted and 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instrument measures rainfall?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 gauge.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weather map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weather forecasts before farming, travelling or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shows how weather information is produced and used by farmers, pilots, fishermen and the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instruments of a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thermometers kept in a weather 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 Stevenson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launching a radiosonde.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radiosonde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humidity and pressure at different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weather radar.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Doppler radar detect?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intensity and movement of rain and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weather modification.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cloud seeding?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Adding silver iodide or dry ice to clouds to make them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symbols of a synoptic chart.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closely spaced isobars indicate?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 observation and Weather forecasting.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Weather modification, Synoptic chart and Isobar.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Observation. Weather is observed with the following elements and instruments. Copy the point on Weather station on the left, then draw the diagram on the right: instruments of a weather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Observation. On this slide we have Elements and instruments.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Observation.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Radiosonde on the left, then draw the diagram on the right: a radiosonde.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Doppler radar on the left, then draw the diagram on the right: a weather radar.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Observation. On this slide we have Weather satellites.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Prediction. Weather is predicted as follows. Copy the point on Data collection on the left, then draw the diagram on the right: elements and instruments.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Prediction. On this slide we have Numerical models and Meteorologists.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Modification. The main techniques of weather modification are the following. Copy the point on Cloud seeding on the left, then draw the diagram on the right: weather modification.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Modification. On this slide we have Hail suppression, Fog dispersal and Hurricane modification.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Mapping: the Synoptic Chart. A synoptic chart has the following components. Copy the point on Isobars on the left, then draw the diagram on the right: symbols of a synoptic chart.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systems on the left, then draw the diagram on the right: a synoptic chart.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Mapping: the Synoptic Chart. On this slide we have Fronts.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Mapping: the Synoptic Chart.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a radiosonde works.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balloon carries instruments into the upper air; they measure temperature, humidity and pressure and send the data by radio.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synoptic chart and how is it used?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weather map summarising conditions over a large area at one time; it is used to analyse and forecast the weather.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gauge; number 2, isobars; number 3, seeding.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air masses that affect the climate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The Climate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WEATHER OBSERVATION, PREDICTION, MODIFICATION AND MAPPING</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Observation, Prediction, Modification and Mapping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Observation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Weather Observation, Prediction, Modification and Mapping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element, weather station, Stevenson screen, rain gauge, barometer, anemometer, radiosonde, Doppler radar, weather satellite, numerical weather prediction, cloud seeding, synoptic chart, isobar, front.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observation (elements and instruments); weather prediction; weather modification techniques; weather mapping with synoptic charts.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weather is observed, forecast, modified and mapped, and read a simple synoptic chart.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Mountain Climates):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instrument of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thermometer, a rain gauge, a barometer, a wind vane, an anemometer or a hygrometer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weather elements and the instruments used to measure them.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weather is predicted.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techniques of weather modification.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main symbols of a synoptic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is measured with a barometer.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Anticyclones bring clear weather.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Fronts separate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Before planting cotton, a farmer near Garoua listens to the weather forecast on the radio, which announces the first rains for next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airport, a pilot checks satellite images before taking off, and in the newspaper you see a map full of lines and symbols.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do meteorologists observe the weather, how do they forecast it, and how do they draw it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weather is observed, predicted and mapped.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weather map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synoptic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weather forecasts before farming, travelling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shows how weather information is produced and used by farmers, pilots, fishermen and the 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strum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Instruments of a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thermometers kept in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Stevenson screen.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radioso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Launching a radiosonde.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radiosonde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humidity and pressure at different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rad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 radar.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Doppler radar detect?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intensity and movement of rain and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modif.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Weather modification.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cloud seeding?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Adding silver iodide or dry ice to clouds to make them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fron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Symbols of a synoptic chart.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closely spaced isobars indicate?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 Observation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Weather Observation, Prediction, Modification and Mapping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observation: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measurement and recording of the elements of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forecasting: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prediction of future weather from observations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modification: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deliberate action of people to change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Synoptic chart: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weather map summarising the weather over a large area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Isobar: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equal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Weather is observed with the following elements and instruments: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Weather station: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Thermometers are kept in a white, ventilated Stevenson screen, with a rain gauge, a wind vane and an anemometer nearby.</a:t>
            </a:r>
            <a:endParaRPr lang="en-US" sz="3200" dirty="0"/>
          </a:p>
        </p:txBody>
      </p:sp>
      <p:pic>
        <p:nvPicPr>
          <p:cNvPr id="5" name="Image 0" descr="/home/claude/f4/img/v2/instrumen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instruments of a weather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Elements and instruments: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thermometers (°C).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Rainfall: rain gauge (mm).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barometer (hPa).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wind vane and anemometer.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Humidity: hygrometer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 cover: estimated in eighths (oktas).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Radiosonde: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balloon carries instruments that send temperature, humidity and pressure data from the upper air by radio.</a:t>
            </a:r>
            <a:endParaRPr lang="en-US" sz="3600" dirty="0"/>
          </a:p>
        </p:txBody>
      </p:sp>
      <p:pic>
        <p:nvPicPr>
          <p:cNvPr id="5" name="Image 0" descr="/home/claude/f4/img/v2/lsa_radiosond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radiosonde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Doppler radar: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detects the intensity and movement of rain, winds and storms.</a:t>
            </a:r>
            <a:endParaRPr lang="en-US" sz="3600" dirty="0"/>
          </a:p>
        </p:txBody>
      </p:sp>
      <p:pic>
        <p:nvPicPr>
          <p:cNvPr id="5" name="Image 0" descr="/home/claude/f4/img/v2/lsa_rad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weather radar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satellites: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Geostationary satellites watch the same area, and polar-orbiting satellites pass over the whole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Weather Prediction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Weather is predicted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Data collection: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Thousands of stations, balloons, radars and satellites send observations to weather centres.</a:t>
            </a:r>
            <a:endParaRPr lang="en-US" sz="3600" dirty="0"/>
          </a:p>
        </p:txBody>
      </p:sp>
      <p:pic>
        <p:nvPicPr>
          <p:cNvPr id="5" name="Image 0" descr="/home/claude/f4/img/v2/met2_ob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elements and instruments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Weather Prediction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Numerical models: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Computers solve equations of the atmosphere to forecast the weather days ahead.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Meteorologists: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interpret the models and inform the public, farmers, pilots and fishermen, as the National Meteorological Service of Cameroon 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Modification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techniques of weather modification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Cloud seeding: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Silver iodide or dry ice is added to clouds to increase rain in dry areas.</a:t>
            </a:r>
            <a:endParaRPr lang="en-US" sz="3600" dirty="0"/>
          </a:p>
        </p:txBody>
      </p:sp>
      <p:pic>
        <p:nvPicPr>
          <p:cNvPr id="5" name="Image 0" descr="/home/claude/f4/img/v2/met2_modif.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modification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Modification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Hail suppression: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Seeding keeps hailstones small to protect crops.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dispersal: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Heating or dry ice clears fog at airports.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Hurricane modification: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remains experimental because of the risks.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synoptic chart has the following components: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Isobars: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Lines of equal pressure; close isobars mean strong winds, widely spaced isobars mean calm weather.</a:t>
            </a:r>
            <a:endParaRPr lang="en-US" sz="3600" dirty="0"/>
          </a:p>
        </p:txBody>
      </p:sp>
      <p:pic>
        <p:nvPicPr>
          <p:cNvPr id="5" name="Image 0" descr="/home/claude/f4/img/v2/met2_front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symbols of a synoptic chart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systems: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 marks an anticyclone (clear, stable weather), L marks a depression (clouds and rain).</a:t>
            </a:r>
            <a:endParaRPr lang="en-US" sz="3600" dirty="0"/>
          </a:p>
        </p:txBody>
      </p:sp>
      <p:pic>
        <p:nvPicPr>
          <p:cNvPr id="5" name="Image 0" descr="/home/claude/f4/img/v2/synopti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synoptic chart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front: blue line with triangles, bringing cooler air and storms.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front: red line with semicircles, bringing steady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Occluded front: purple line with both symbols.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Synoptic charts help to forecast weather for aviation, shipping and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a radiosonde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balloon carries instruments into the upper air; they measure temperature, humidity and pressure and send the data by radio.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synoptic chart and how is it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weather map summarising conditions over a large area at one time; it is used to analyse and forecast 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Rainfall is measured with a rain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of equal pressure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Silver iodide is used for cloud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that affect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forecast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prévision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L'isobare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 seeding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L'ensemencement des nuages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Weather Observation, Prediction, Modification and Mapping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weather elements and the instruments used to measure them. Explain how weather is predicted. Describe techniques of weather modification. Read the main symbols of a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weather is observed, forecast, modified and mapped, and read a simple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Weather Observation; Weather Prediction; Weather Modification; Weather Mapping: the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air masses that affect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visit or describe a weather station.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weather balloon.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listen to a radio forecast.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techniques.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isobars around an L and an 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“wea01144” by NOAA Photo Library, CC BY 2.0, via Flickr (https://www.flickr.com/photos/51647007@N08/5083800180)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“ILX - Central Illinois Doppler Radar - NOAA” by HAM guy, CC BY 2.0, via Flickr (https://www.flickr.com/photos/10728157@N00/363045232)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2026-09-29T03:37:08Z</dcterms:created>
  <dcterms:modified xsi:type="dcterms:W3CDTF">2026-09-29T03:37:08Z</dcterms:modified>
</cp:coreProperties>
</file>