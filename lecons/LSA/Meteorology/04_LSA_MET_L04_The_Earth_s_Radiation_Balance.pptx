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insolation, terrestrial radiation, energy surplus, energy deficit, angle of incidence, albedo, heat transfer. At the end, you should be able to do this: learners are able to explain why the tropics have an energy surplus and the high latitudes a deficit, and how heat is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Define the heat budget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heat budget is the balance between the solar energy received by the Earth and the energy it sends back to space.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heat budget. Number 2: locate the zones of energy surplus and deficit. Number 3: explain the reasons for the latitudinal imbalance. Number 4: explain how the atmosphere and oceans balance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Solar radiation is reduced by reflection, scattering and absorption. Snow has a high albedo. Garoua is at about 9°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December, you call a friend from Garoua who now plays football in Marseille, France. You complain about the strong sun and the dry Harmattan; he complains about the freezing cold and wears a coat, gloves and a hat. You ask: "How can two places on the same Earth receive such different amounts of heat at the same time, and why do the tropics not keep getting hotter?"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unequal distribution and balance of heat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sun stronger in Garoua than in Marseille in December?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receives near-vertical rays; Marseille receives slanting rays that spread the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 tropics not keep getting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the extra heat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idea of the heat budget to explain differences in climate between Cameroon and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large differences in temperature on Earth and of the global circulation of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radiation 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Earth as a whole gaining or losing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Neither: incoming and outgoing energy are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surplus and deficit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Garoua in the zone of surplus or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zone of surplus.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direct and slanting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slanting rays heat less?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spread the same energy over a larger area and cross more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reasons for the imbalance.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ice reduce the heating of polar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high albedo reflects most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way heat is carried from the tropics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(atmospheric circulation) or ocean currents such as the Gulf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budget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Positive balance (surplus) and Negative balance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Radiation Balance. The Earth as a whole has the following radiation balance. Copy the point on Global balance on the left, then draw the diagram on the right: the radiation 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Zones of Positive and Negative Balance. The balance differs between the following latitudinal zones. Copy the point on The inter-tropical zone (positive balance) on the left, then draw the diagram on the right: zones of surplus and deficit.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Zones of Positive and Negative Balance. Copy the point on Mid-latitudes and polar zones (negative balance):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The differences between the zones are explained by the following reasons. Copy the point on Angle of incidence on the left, then draw the diagram on the right: the angle of the sun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Thickness of atmosphere crossed on the left, then draw the diagram on the right: the path of the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Copy the point on Albedo: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Copy the point on Length of 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The surplus of the tropics is carried to the zones of deficit by the following mechanisms. Copy the point on Atmospheric circulation on the left, then draw the diagram on the right: heat transfer towards the poles.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Balancing Mechanisms. Copy the point on Transfer of latent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a farmer in Garoua receive more intense heat than a fisherman in Norway?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 over Garoua, so its rays are concentrated; in Norway the rays are slanting and spread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mechanisms that transfer heat from the tropics to the poles.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(atmospheric circulation) and ocean currents.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albedo; number 3,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advection.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insolation, terrestrial radiation, energy surplus, energy deficit, angle of incidence, albedo, heat transfer.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heat budget; latitudinal heat imbalance (zones of surplus and deficit); reasons for the imbalance;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budget is the balance between the solar energy received by the Earth and the energy it sends back to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zones of energy surplus and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latitudinal imbalance.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atmosphere and oceans balance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Solar radiation is reduced by reflection, scattering and absorption.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has a high albedo.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December, you call a friend from Garoua who now plays football in Marseille, France.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complain about the strong sun and the dry Harmattan; he complains about the freezing cold and wears a coat, gloves and a hat.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two places on the same Earth receive such different amounts of heat at the same time, and 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unequal distribution and balance of heat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sun stronger in Garoua than in Marseille in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receives near-vertical rays; Marseille receives slanting rays that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idea of the heat budget to explain differences in climate between Cameroon and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large differences in temperature on Earth and of the global circulation of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radiation 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as a whole gaining or losing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incoming and outgoing energy are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surplu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in the zone of surplus or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zone of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Direct and slanting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slanting rays heat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spread the same energy over a larger area and cross more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imbal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Reasons for the imbalance.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ice reduce the heating of polar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 albedo reflects most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heat is carried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or ocean currents such as the Gulf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incoming solar radiation and outgoing terrestrial radiation.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energy given off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balance (surplus):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receives more energy than it loses.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balance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loses more energy than it receives.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Radiation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Earth as a whole has the following radiation balance: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Global balance: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Over a year, the energy the Earth receives from the Sun equals the energy it sends back to space as terrestrial radiation. This is why the average temperature of the Earth stays stable, at about 15 °C.</a:t>
            </a:r>
            <a:endParaRPr lang="en-US" sz="3000" dirty="0"/>
          </a:p>
        </p:txBody>
      </p:sp>
      <p:pic>
        <p:nvPicPr>
          <p:cNvPr id="5" name="Image 0" descr="/home/claude/f4/img/v2/radiation_balanc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radiation 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Radiation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carbon dioxide and methane absorb part of the terrestrial radiation and send it back to the ground. They keep the Earth about 33 °C warmer than it would be without an atmosphere.</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Zones of Positive and Negative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balance differs between the following latitudinal zones: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inter-tropical zone (positive balance):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Between about 35 to 40° N and S, incoming solar radiation is greater than outgoing radiation. These latitudes, which include all of Cameroon, have an energy surplus and are warm all year.</a:t>
            </a:r>
            <a:endParaRPr lang="en-US" sz="3000" dirty="0"/>
          </a:p>
        </p:txBody>
      </p:sp>
      <p:pic>
        <p:nvPicPr>
          <p:cNvPr id="5" name="Image 0" descr="/home/claude/f4/img/v2/met2_surplus.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zones of surplus and deficit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Zones of Positive and Negative Balance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Mid-latitudes and polar zones (negative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poles from about 35 to 40°, the Earth loses more radiation to space than it receives. These regions have an energy deficit, so they are cool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differences between the zones are explained by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 is high, so its energy is concentrated on a small area. Near the poles the rays are slanting and the same energy is spread over a much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sun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Thickness of atmosphere crossed: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Slanting rays cross a thicker layer of air before reaching the ground. They therefore lose more energy by reflection, scattering and absorption.</a:t>
            </a:r>
            <a:endParaRPr lang="en-US" sz="3600" dirty="0"/>
          </a:p>
        </p:txBody>
      </p:sp>
      <p:pic>
        <p:nvPicPr>
          <p:cNvPr id="5" name="Image 0" descr="/home/claude/f4/img/v2/met2_imbala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path of the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and snow in polar regions reflect up to 85 % of the radiation they receive. Dark forests and oceans of the tropics absorb most of it and become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Polar regions have months of darkness in winter, when they receive no solar radiation at all. The tropics have about 12 hours of daylight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surplus of the tropics is carried to the zones of deficit by the following mechanisms: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Atmospheric circulation: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Winds, air masses and storms carry warm air towards the poles and cold air towards the Equator. They transfer about two-thirds of the heat that moves from the tropics to higher latitudes.</a:t>
            </a:r>
            <a:endParaRPr lang="en-US" sz="2800" dirty="0"/>
          </a:p>
        </p:txBody>
      </p:sp>
      <p:pic>
        <p:nvPicPr>
          <p:cNvPr id="5" name="Image 0" descr="/home/claude/f4/img/v2/heat_transfer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transfer towards the poles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such as the Gulf Stream carry warm water towards the poles, while cold currents bring cool water towards the Equator. They transfer about one-third of the surplus heat.</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 of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that evaporates from tropical oceans stores heat in its vapour. Winds carry this vapour to higher latitudes, where the heat is released when it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farmer in Garoua receive more intense heat than a fisherman in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over Garoua, so its rays are concentrated; in Norway the rays are slanting and spread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mechanisms that transfer heat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tropics have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Snow has a high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______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Locate the zones of energy surplus and deficit. Explain the reasons for the latitudinal imbalance. Explain how the atmosphere and oceans balance the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Radiation Balance; Zones of Positive and Negative Balance; Reasons for the Differences;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advection.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surplus in red and deficit in blue on a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four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trace the Gulf Stream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2026-09-29T12:18:25Z</dcterms:created>
  <dcterms:modified xsi:type="dcterms:W3CDTF">2026-09-29T12:18:25Z</dcterms:modified>
</cp:coreProperties>
</file>