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Earth's Radiation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budget, insolation, terrestrial radiation, energy surplus, energy deficit, angle of incidence, albedo, heat transfer. At the end, you should be able to do this: learners are able to explain why the tropics have an energy surplus and the high latitudes a deficit, and how heat is redistributed.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Solar Radiation. The question was: Define the heat budget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heat budget is the balance between the solar energy received by the Earth and the energy it sends back to space.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heat budget. Number 2: locate the zones of energy surplus and deficit. Number 3: explain the reasons for the latitudinal imbalance. Number 4: explain how the atmosphere and oceans balance the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Solar radiation is reduced by reflection, scattering and absorption. Snow has a high albedo. Garoua is at about 9° 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December, you call a friend from Garoua who now plays football in Marseille, France. You complain about the strong sun and the dry Harmattan; he complains about the freezing cold and wears a coat, gloves and a hat. You ask: "How can two places on the same Earth receive such different amounts of heat at the same time, and why do the tropics not keep getting hotter?"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unequal distribution and balance of heat on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sun stronger in Garoua than in Marseille in December?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receives near-vertical rays; Marseille receives slanting rays that spread the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the tropics not keep getting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Winds and ocean currents carry the extra heat towards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idea of the heat budget to explain differences in climate between Cameroon and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origin of the large differences in temperature on Earth and of the global circulation of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radiation 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Earth as a whole gaining or losing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Neither: incoming and outgoing energy are balanced.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surplus and deficit by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Garoua in the zone of surplus or deficit?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zone of surplus.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direct and slanting rays.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slanting rays heat less?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spread the same energy over a larger area and cross more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reasons for the imbalance.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ice reduce the heating of polar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high albedo reflects most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one way heat is carried from the tropics to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Winds (atmospheric circulation) or ocean currents such as the Gulf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budget and Terrestrial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Energy surplus and Energy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Global Heat Budget. The global heat budget is presented as follows. Copy the point on Global balance on the left, then draw the diagram on the right: the radiation balance.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Global Heat Budget. On this slide we have Unequal by latitude.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Latitudinal Heat Imbalance. The zones of surplus and deficit are the following. Copy the point on Zone of surplus on the left, then draw the diagram on the right: surplus and deficit.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Latitudinal Heat Imbalance. On this slide we have Zones of deficit.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Imbalance. The reasons for the latitudinal imbalance are the following. Copy the point on Angle of incidence on the left, then draw the diagram on the right: direct and slanting rays.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Imbalance. On this slide we have Albedo.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Atmospheric path on the left, then draw the diagram on the right: reasons for the imbalance.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Imbalance. On this slide we have Length of day.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Balancing Mechanisms (Global Heat Transfer). Heat is transferred from the tropics towards the poles as follows. Copy the point on Atmospheric circulation on the left, then draw the diagram on the right: heat transfer.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Ocean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Balancing Mechanisms (Global Heat Transfer). On this slide we have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a farmer in Garoua receive more intense heat than a fisherman in Norway?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sun is high over Garoua, so its rays are concentrated; in Norway the rays are slanting and spread out.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mechanisms that transfer heat from the tropics to the poles.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winds (atmospheric circulation) and ocean currents.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surplus; number 2, albedo; number 3, 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advection.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Heat Transport.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EARTH'S RADIATION BALANCE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Earth's Radiation Balance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Earth's Radiation Balance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budget, insolation, terrestrial radiation, energy surplus, energy deficit, angle of incidence, albedo, heat transfer.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global heat budget; latitudinal heat imbalance (zones of surplus and deficit); reasons for the imbalance; balancing mechanisms.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Solar Radiation):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heat budget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budget is the balance between the solar energy received by the Earth and the energy it sends back to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heat budget.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zones of energy surplus and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latitudinal imbalance.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atmosphere and oceans balance the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Solar radiation is reduced by reflection, scattering and absorption.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Snow has a high albedo.</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at about 9°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December, you call a friend from Garoua who now plays football in Marseille, France.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complain about the strong sun and the dry Harmattan; he complains about the freezing cold and wears a coat, gloves and a hat.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can two places on the same Earth receive such different amounts of heat at the same time, and 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unequal distribution and balance of heat on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sun stronger in Garoua than in Marseille in December?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receives near-vertical rays; Marseille receives slanting rays that spread the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tropics not keep getting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and ocean currents carry the extra heat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idea of the heat budget to explain differences in climate between Cameroon and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origin of the large differences in temperature on Earth and of the global circulation of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diation_bal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radiation 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Earth as a whole gaining or losing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HEAT BUDGET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Neither: incoming and outgoing energy are balanced.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t2_surplus.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Surplus and deficit by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Garoua in the zone of surplus or deficit?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zone of surplus.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Direct and slanting rays.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slanting rays heat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spread the same energy over a larger area and cross more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imbala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Reasons for the imbalance.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ice reduce the heating of polar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high albedo reflects most sunlight.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way heat is carried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BALANCE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or ocean currents such as the Gulf 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Earth's Radiation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budget: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between incoming solar radiation and outgoing terrestrial radiation.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energy given off by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surplus: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receives more energy than it loses.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an area loses more energy than it receives.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global heat budget is presented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Global balance: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energy received from the Sun equals the energy sent back, so the average temperature of the Earth stays stable.</a:t>
            </a:r>
            <a:endParaRPr lang="en-US" sz="3400" dirty="0"/>
          </a:p>
        </p:txBody>
      </p:sp>
      <p:pic>
        <p:nvPicPr>
          <p:cNvPr id="5" name="Image 0" descr="/home/claude/f4/img/v2/radiation_balanc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radiation balance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vapour and carbon dioxide trap part of the terrestrial radiation, keeping the Earth about 33 °C warmer.</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Global Heat Budget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by 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balance is not the same at every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Latitudinal Heat Imbalance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zones of surplus and deficit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Zone of surplus: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Between about 35–40° N and S, incoming radiation exceeds outgoing radiation, as in all of Cameroon.</a:t>
            </a:r>
            <a:endParaRPr lang="en-US" sz="3200" dirty="0"/>
          </a:p>
        </p:txBody>
      </p:sp>
      <p:pic>
        <p:nvPicPr>
          <p:cNvPr id="5" name="Image 0" descr="/home/claude/f4/img/v2/met2_surplus.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surplus and deficit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Latitudinal Heat Imbalance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Zones of deficit: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the poles from about 35–40°, outgoing radiation exceeds incoming radiation, so these regions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reasons for the latitudinal imbalance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Angle of incidence: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 is high and energy is concentrated; near the poles it is low and energy is spread out.</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direct and slanting rays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Albedo: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and snow reflect much energy, while forests and oceans absorb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Atmospheric path: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Slanting rays cross a thicker layer of air and lose more energy by scattering and absorption.</a:t>
            </a:r>
            <a:endParaRPr lang="en-US" sz="3600" dirty="0"/>
          </a:p>
        </p:txBody>
      </p:sp>
      <p:pic>
        <p:nvPicPr>
          <p:cNvPr id="5" name="Image 0" descr="/home/claude/f4/img/v2/met2_imbalanc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reasons for the imbalance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Imbalance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of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Polar regions have months of darkness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(Global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Heat is transferred from the tropics towards the poles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Atmospheric circulation: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Winds such as the trade winds and westerlies, and storms, carry about two-thirds of the heat transferred.</a:t>
            </a:r>
            <a:endParaRPr lang="en-US" sz="3200" dirty="0"/>
          </a:p>
        </p:txBody>
      </p:sp>
      <p:pic>
        <p:nvPicPr>
          <p:cNvPr id="5" name="Image 0" descr="/home/claude/f4/img/v2/heat_transf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transfer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(Global Heat Transfer)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like the Gulf Stream carry heat poleward, and cold currents bring cool water towards the Equator.</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Balancing Mechanisms (Global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these transfers, the tropics would become hotter and hotter and the poles colder and colder.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farmer in Garoua receive more intense heat than a fisherman in Norway?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high over Garoua, so its rays are concentrated; in Norway the rays are slanting and spread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mechanisms that transfer heat from the tropics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(atmospheric circulation)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tropics have an energy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Snow has a high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Gulf Stream is a ______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budget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bilan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surplus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L'excédent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 deficit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déficit d'énergie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Earth's Radiation Balance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heat budget. Locate the zones of energy surplus and deficit. Explain the reasons for the latitudinal imbalance. Explain how the atmosphere and oceans balance the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the tropics have an energy surplus and the high latitudes a deficit, and how heat is redistributed.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Global Heat Budget; The Latitudinal Heat Imbalance; Reasons for the Imbalance; Balancing Mechanisms (Global Heat Transfer).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advection.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arrows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surplus in red and deficit in blue on a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shine a torch straight and slanted.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four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trace the Gulf Stream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2026-09-29T03:12:36Z</dcterms:created>
  <dcterms:modified xsi:type="dcterms:W3CDTF">2026-09-29T03:12:36Z</dcterms:modified>
</cp:coreProperties>
</file>