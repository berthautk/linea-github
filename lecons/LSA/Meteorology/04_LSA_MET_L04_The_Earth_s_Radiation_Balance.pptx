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The Earth's Radiation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The Earth's Heat Budget on a Global Scale. The key notions we shall use today are: heat budget, insolation, terrestrial radiation, energy surplus, energy deficit, angle of incidence, albedo, heat transfer. At the end, you should be able to do this: learners are able to explain why the tropics have an energy surplus and the high latitudes a deficit, and how heat is redistributed.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Solar Radiation. The question was: Define the heat budget of the Earth.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heat budget is the balance between the solar energy received by the Earth and the energy it sends back to space.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the heat budget. Number 2: locate the zones of energy surplus and deficit. Number 3: explain the reasons for the latitudinal imbalance. Number 4: explain how the atmosphere and oceans balance the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Solar radiation is reduced by reflection, scattering and absorption. Snow has a high albedo. Garoua is at about 9° 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December, you call a friend from Garoua who now plays football in Marseille, France. You complain about the strong sun and the dry Harmattan; he complains about the freezing cold and wears a coat, gloves and a hat. You ask: "How can two places on the same Earth receive such different amounts of heat at the same time, and why do the tropics not keep getting hotter?"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the unequal distribution and balance of heat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sun stronger in Garoua than in Marseille in December?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receives near-vertical rays; Marseille receives slanting rays that spread the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the tropics not keep getting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Winds and ocean currents carry the extra heat towards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idea of the heat budget to explain differences in climate between Cameroon and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origin of the large differences in temperature on Earth and of the global circulation of air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radiation balance.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Earth as a whole gaining or losing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Neither: incoming and outgoing energy are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surplus and deficit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Garoua in the zone of surplus or deficit?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zone of surplus.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direct and slanting rays.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slanting rays heat less?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spread the same energy over a larger area and cross more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reasons for the imbalance.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ice reduce the heating of polar 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high albedo reflects most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way heat is carried from the tropics to the poles.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Winds (atmospheric circulation) or ocean currents such as the Gulf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Heat budget and Terrestrial radiation.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Positive balance (surplus) and Negative balance (deficit).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Global Radiation Balance. The Earth as a whole has the following radiation balance. Copy the point on Global balance on the left, then draw the diagram on the right: the radiation balance.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greenhouse effect on the left, then draw the diagram on the right: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Zones of Positive and Negative Balance. The balance differs between the following latitudinal zones. Copy the point on The inter-tropical zone (positive balance) on the left, then draw the diagram on the right: zones of surplus and deficit.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Zones of Positive and Negative Balance. Copy the point on Mid-latitudes and polar zones (negative balance):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Differences. The differences between the zones are explained by the following reasons. Copy the point on Angle of incidence on the left, then draw the diagram on the right: the angle of the sun rays.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Thickness of atmosphere crossed on the left, then draw the diagram on the right: the path of the rays.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Differences. Copy the point on Albedo: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Differences. Copy the point on Length of day: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Balancing Mechanisms. The surplus of the tropics is carried to the zones of deficit by the following mechanisms. Copy the point on Atmospheric circulation on the left, then draw the diagram on the right: heat transfer towards the poles.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Ocean currents on the left, then draw the diagram on the right: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Balancing Mechanisms. Copy the point on Transfer of latent heat: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a farmer in Garoua receive more intense heat than a fisherman in Norway?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sun is high over Garoua, so its rays are concentrated; in Norway the rays are slanting and spread out.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mechanisms that transfer heat from the tropics to the poles.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winds (atmospheric circulation) and ocean currents.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surplus; number 2, albedo; number 3,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advection.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Heat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THE EARTH'S RADIATION BALANCE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Earth's Radiation Balance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Earth's Heat Budget on a Global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The Earth's Radiation Balance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Heat budget, insolation, terrestrial radiation, energy surplus, energy deficit, angle of incidence, albedo, heat transfer.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global heat budget; latitudinal heat imbalance (zones of surplus and deficit); reasons for the imbalance; balancing mechanisms.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the tropics have an energy surplus and the high latitudes a deficit, and how heat is redistributed.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Solar Radiation):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heat budget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heat budget is the balance between the solar energy received by the Earth and the energy it sends back to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heat budget.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zones of energy surplus and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latitudinal imbalance.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the atmosphere and oceans balance the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Solar radiation is reduced by reflection, scattering and absorption.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Snow has a high albedo.</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at about 9°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December, you call a friend from Garoua who now plays football in Marseille, France.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complain about the strong sun and the dry Harmattan; he complains about the freezing cold and wears a coat, gloves and a hat.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can two places on the same Earth receive such different amounts of heat at the same time, and why do the tropics not keep getting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the unequal distribution and balance of heat on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sun stronger in Garoua than in Marseille in December?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receives near-vertical rays; Marseille receives slanting rays that spread the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 tropics not keep getting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carry the extra heat towards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idea of the heat budget to explain differences in climate between Cameroon and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origin of the large differences in temperature on Earth and of the global circulation of air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HEAT BUDGET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diation_bal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radiation balance.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HEAT BUDGET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Earth as a whole gaining or losing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HEAT BUDGET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Neither: incoming and outgoing energy are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IMBALANCE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t2_surplus.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Surplus and deficit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Garoua in the zone of surplus or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zone of surplus.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Direct and slanting rays.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slanting rays heat less?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spread the same energy over a larger area and cross more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et2_imbalanc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Reasons for the imbalance.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ice reduce the heating of polar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high albedo reflects most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way heat is carried from the tropics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(atmospheric circulation) or ocean currents such as the Gulf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budget: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incoming solar radiation and outgoing terrestrial radiation.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Terrestrial 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long-wave heat energy given off by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balance (surplus):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situation where an area receives more energy than it loses.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balance (deficit):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situation where an area loses more energy than it receives.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Global Radiation Balance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Earth as a whole has the following radiation balance:</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Global balance: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Over a year, the energy the Earth receives from the Sun equals the energy it sends back to space as terrestrial radiation. This is why the average temperature of the Earth stays stable, at about 15 °C.</a:t>
            </a:r>
            <a:endParaRPr lang="en-US" sz="3000" dirty="0"/>
          </a:p>
        </p:txBody>
      </p:sp>
      <p:pic>
        <p:nvPicPr>
          <p:cNvPr id="5" name="Image 0" descr="/home/claude/f4/img/v2/radiation_balance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radiation balance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Global Radiation Balance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greenhouse effect: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vapour, carbon dioxide and methane absorb part of the terrestrial radiation and send it back to the ground. They keep the Earth about 33 °C warmer than it would be without an atmosphere.</a:t>
            </a:r>
            <a:endParaRPr lang="en-US" sz="3600" dirty="0"/>
          </a:p>
        </p:txBody>
      </p:sp>
      <p:pic>
        <p:nvPicPr>
          <p:cNvPr id="5" name="Image 0" descr="/home/claude/f4/img/v2/greenhous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Zones of Positive and Negative Balance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balance differs between the following latitudinal zones: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The inter-tropical zone (positive balance):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Between about 35 to 40° N and S, incoming solar radiation is greater than outgoing radiation. These latitudes, which include all of Cameroon, have an energy surplus and are warm all year.</a:t>
            </a:r>
            <a:endParaRPr lang="en-US" sz="3000" dirty="0"/>
          </a:p>
        </p:txBody>
      </p:sp>
      <p:pic>
        <p:nvPicPr>
          <p:cNvPr id="5" name="Image 0" descr="/home/claude/f4/img/v2/met2_surplus.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zones of surplus and deficit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Zones of Positive and Negative Balance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Mid-latitudes and polar zones (negative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Towards the poles from about 35 to 40°, the Earth loses more radiation to space than it receives. These regions have an energy deficit, so they are cool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differences between the zones are explained by the following reasons: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Angle of incidence: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Near the Equator the sun is high, so its energy is concentrated on a small area. Near the poles the rays are slanting and the same energy is spread over a much larger area.</a:t>
            </a:r>
            <a:endParaRPr lang="en-US" sz="3200" dirty="0"/>
          </a:p>
        </p:txBody>
      </p:sp>
      <p:pic>
        <p:nvPicPr>
          <p:cNvPr id="5" name="Image 0" descr="/home/claude/f4/img/v2/sun_rays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angle of the sun rays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Thickness of atmosphere crossed: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Slanting rays cross a thicker layer of air before reaching the ground. They therefore lose more energy by reflection, scattering and absorption.</a:t>
            </a:r>
            <a:endParaRPr lang="en-US" sz="3600" dirty="0"/>
          </a:p>
        </p:txBody>
      </p:sp>
      <p:pic>
        <p:nvPicPr>
          <p:cNvPr id="5" name="Image 0" descr="/home/claude/f4/img/v2/met2_imbalance.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path of the rays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Albedo: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and snow in polar regions reflect up to 85 % of the radiation they receive. Dark forests and oceans of the tropics absorb most of it and become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Differences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Polar regions have months of darkness in winter, when they receive no solar radiation at all. The tropics have about 12 hours of daylight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Balancing Mechanisms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surplus of the tropics is carried to the zones of deficit by the following mechanisms: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Atmospheric circulation: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Winds, air masses and storms carry warm air towards the poles and cold air towards the Equator. They transfer about two-thirds of the heat that moves from the tropics to higher latitudes.</a:t>
            </a:r>
            <a:endParaRPr lang="en-US" sz="2800" dirty="0"/>
          </a:p>
        </p:txBody>
      </p:sp>
      <p:pic>
        <p:nvPicPr>
          <p:cNvPr id="5" name="Image 0" descr="/home/claude/f4/img/v2/heat_transfer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heat transfer towards the poles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Balancing Mechanisms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Ocean currents: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Warm currents such as the Gulf Stream carry warm water towards the poles, while cold currents bring cool water towards the Equator. They transfer about one-third of the surplus heat.</a:t>
            </a:r>
            <a:endParaRPr lang="en-US" sz="3600" dirty="0"/>
          </a:p>
        </p:txBody>
      </p:sp>
      <p:pic>
        <p:nvPicPr>
          <p:cNvPr id="5" name="Image 0" descr="/home/claude/f4/img/v2/ocean_currents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ocean currents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Balancing Mechanisms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Transfer of latent heat: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that evaporates from tropical oceans stores heat in its vapour. Winds carry this vapour to higher latitudes, where the heat is released when it condenses into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 farmer in Garoua receive more intense heat than a fisherman in Norway?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is high over Garoua, so its rays are concentrated; in Norway the rays are slanting and spread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mechanisms that transfer heat from the tropics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(atmospheric circulation)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tropics have an energy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Snow has a high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Gulf Stream is a ______ current.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advection.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Heat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budget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bilan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radiation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rayonnement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 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 d'énergie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 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 d'énergie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The Earth's Radiation Balance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heat budget. Locate the zones of energy surplus and deficit. Explain the reasons for the latitudinal imbalance. Explain how the atmosphere and oceans balance the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tropics have an energy surplus and the high latitudes a deficit, and how heat is redistributed.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Global Radiation Balance; Zones of Positive and Negative Balance; Reasons for the Differences; Balancing Mechanisms.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advection.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arrows in and out.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shade surplus in red and deficit in blue on a sketch.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shine a torch straight and slanted.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the four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trace the Gulf Stream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2026-09-29T11:13:36Z</dcterms:created>
  <dcterms:modified xsi:type="dcterms:W3CDTF">2026-09-29T11:13:36Z</dcterms:modified>
</cp:coreProperties>
</file>