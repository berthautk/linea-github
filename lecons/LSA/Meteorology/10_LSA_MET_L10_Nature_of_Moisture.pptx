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Nature of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Atmospheric Humidity. The key notions we shall use today are: atmospheric moisture, humidity, evaporation, transpiration, states of water, absolute humidity, relative humidity, saturation, dew point. At the end, you should be able to do this: learners are able to explain the humidity of the air in the rainy and dry seasons of Garoua and calculate relative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Temperature Inversion. The question was: Define relative humidity.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Relative humidity is the amount of water vapour in the air compared with the maximum it can hold at that temperature, in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atmospheric moisture and humidity. Number 2: identify the sources of moisture. Number 3: describe the three states of water in the atmosphere. Number 4: distinguish absolute and relative humidity. Number 5: explain the factors and importance of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vapour is a variable gas. Latent heat is stored in water vapour. The Harmattan is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during the rainy season in Garoua, you play football with friends. Although the sun is not very hot, you sweat a lot and your clothes feel damp and sticky. In January, during the Harmattan, the air was so dry that your lips cracked and the same game did not make you feel so uncomfortable. You ask: "What invisible thing in the air makes it so sticky in August and so dry in January?"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nature of atmospheric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invisible thing in the air?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vapour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moisture around Garoua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Evaporation from the Benue and Lake Lagdo, the soil,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drink enough water in dry, hot weather and protect water bodies and vegetation that feed moisture to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humidity, which controls clouds, rain and our comfort.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sources of moisture in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from seas, lakes and rivers,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three states can water exist in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Gas (vapour), liquid (droplets) and solid (ice crystals).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absolute and relative humidity.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relative humidity of 100 %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is saturated.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relative humidity changes with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relative humidity rise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cools and can hold less vapour.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hygrometer.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instrument measures humidity?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hygrometer (or wet- and dry-bulb thermometers).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moisture and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Absolute humidity and Relative humidity.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Moisture. Atmospheric moisture is presented as follows. On this slide we have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Moisture.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Illustration on the left, then draw the diagram on the right: the water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Moisture. On this slide we have Gaseous state and Liquid state.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Solid state on the left, then draw the diagram on the right: ice.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Measurement of Humidity. Humidity is measured in the following ways. Copy the point on Absolute humidity on the left, then draw the diagram on the right: absolute and relative humidity.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Humidity. On this slide we have Relative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Worked example on the left, then draw the diagram on the right: rH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Instrument on the left, then draw the diagram on the right: a hygrometer.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Importance of Humidity. Humidity depends on the following factors and has the following importance. On this slide we have Temperature and Nearness to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Importance of Humidity. On this slide we have Seasons and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Importance of Humidity.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absolute humidity from relative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absolute humidity is the mass of vapour in a volume of air; relative humidity compares this amount with the maximum possible at that temperature, in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we feel hotter in humid weather?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sweat evaporates slowly, so the body cools less.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hygrometer; number 2, saturated; number 3, dew.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clouds.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Forms of Condensation and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NATURE OF MOISTURE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Nature of Moisture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Nature of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moisture, humidity, evaporation, transpiration, states of water, absolute humidity, relative humidity, saturation, dew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sources of atmospheric moisture; the three states of water; absolute and relative humidity; factors of humidity; importance of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Temperature Inversion):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 humidity is the amount of water vapour in the air compared with the maximum it can hold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moisture and humidity.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sources of moisture.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states of water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absolute and relative humidity.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importance of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vapour is a variable gas.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Latent heat is stored in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during the rainy season in Garoua, you play football with friends.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Although the sun is not very hot, you sweat a lot and your clothes feel damp and sticky.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during the Harmattan, the air was so dry that your lips cracked and the same game did not make you feel so uncomfortable.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invisible thing in the air makes it so sticky in August and so dry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nature of atmospheric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invisible thing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moisture around Garoua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the Benue and Lake Lagdo, the soil,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Drink enough water in dry, hot weather and protect water bodies and vegetation that feed moisture 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humidity, which controls clouds, rain and our comfort.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moisture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seas, lakes and rivers,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ic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three states can water exist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(vapour), liquid (droplets) and solid (ice crystals).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umid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Absolute and relative humidity.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relative humidity of 100 %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humidit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Relative humidity changes with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relative humidity rise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HUMIDITY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and can hold less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hygro.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hygrometer.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hygrometer (or wet- and dry-bulb thermometers).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Atmospheric Humidity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moisture: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present in the atmosphere as vapour, droplets or ice.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Absolute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 of water vapour in a volume of air, in grams per cubic metre (g/m³).</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vapour in the air compared with the maximum it can hold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Atmospheric moisture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from oceans, lakes (Lagdo) and rivers (Benue).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from moist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These sources feed the water cycle.</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water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Gaseous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Invisible water vapour is the most common form.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Liquid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Droplets form clouds, fog, dew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Moisture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Solid state: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Ice crystals form high clouds, snow, frost and hail.</a:t>
            </a:r>
            <a:endParaRPr lang="en-US" sz="3600" dirty="0"/>
          </a:p>
        </p:txBody>
      </p:sp>
      <p:pic>
        <p:nvPicPr>
          <p:cNvPr id="5" name="Image 0" descr="/home/claude/f4/img/v2/lsa_ic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Humidity is measured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Absolute humidity: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 example, 15 g/m³ means 15 grams of vapour in each cubic metre of air.</a:t>
            </a:r>
            <a:endParaRPr lang="en-US" sz="3600" dirty="0"/>
          </a:p>
        </p:txBody>
      </p:sp>
      <p:pic>
        <p:nvPicPr>
          <p:cNvPr id="5" name="Image 0" descr="/home/claude/f4/img/v2/humidit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absolute and relative humidity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RH = actual vapour ÷ maximum vapour at that temperature × 100; at 100 % the air is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Worked 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at 30 °C can hold about 30 g/m³; if it holds 15 g/m³, RH = 15 ÷ 30 × 100 = 50 %.</a:t>
            </a:r>
            <a:endParaRPr lang="en-US" sz="3600" dirty="0"/>
          </a:p>
        </p:txBody>
      </p:sp>
      <p:pic>
        <p:nvPicPr>
          <p:cNvPr id="5" name="Image 0" descr="/home/claude/f4/img/v2/met2_humidit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RH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Instrument: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Humidity is measured with a hygrometer or with wet- and dry-bulb thermometers.</a:t>
            </a:r>
            <a:endParaRPr lang="en-US" sz="3600" dirty="0"/>
          </a:p>
        </p:txBody>
      </p:sp>
      <p:pic>
        <p:nvPicPr>
          <p:cNvPr id="5" name="Image 0" descr="/home/claude/f4/img/v2/lsa_hygro.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hygrometer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Importance of Humidity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Humidity depends on the following factors and has the following importance: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can hold more vapour; when air cools, RH rises, which is why dew forms at dawn.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Nearness to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Douala is more humid than inland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Importance of Humidity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RH is very low with the Harmattan (under 20 %) and high in the rainy season (over 70 %).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source of clouds, fog, dew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Importance of Humidity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High humidity in hot weather makes us feel hotter because sweat evaporates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influences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absolute humidity from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humidity is the mass of vapour in a volume of air; relative humidity compares this amount with the maximum possible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we feel hotter in humid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Sweat evaporates slowly, so the body cools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at 100 % relative humidity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temperature at which condensation begins is the ______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Moisture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Relative 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 relative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Nature of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moisture and humidity. Identify the sources of moisture. Describe the three states of water in the atmosphere. Distinguish absolute and relative humidity. Explain the factors and importance of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Atmospheric Moisture; Types and Measurement of Humidity; Factors and Importance of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clouds.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water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ice, water and steam.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fill a cup to the brim.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RH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wet a cloth and wave it.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“Thrice” by mpardo.photo, CC0 1.0, via Flickr (https://www.flickr.com/photos/130551911@N05/16875162129)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“Sling hydrometer used on 1953 Mount Everest expedition” by G H Zeal Limited, CC BY-NC-SA 4.0, via sciencemuseum (https://collection.sciencemuseumgroup.org.uk/objects/co8593941/sling-hydrometer-used-on-1953-mount-everest-expedition)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2026-09-28T22:18:56Z</dcterms:created>
  <dcterms:modified xsi:type="dcterms:W3CDTF">2026-09-28T22:18:56Z</dcterms:modified>
</cp:coreProperties>
</file>