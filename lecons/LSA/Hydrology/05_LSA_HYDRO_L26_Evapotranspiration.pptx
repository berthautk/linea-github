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26: Evapotranspiration.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1: Understanding and managing atmospheric and hydrological phenomena and hazards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Drainage Basin Hydrological Cycle, and the sub-topic is Components of the Drainage Basin Hydrological Cycle. The key notions we shall use today are: evaporation, transpiration, evapotranspiration, potential and actual evapotranspiration, evaporation pan, lysimeter. At the end, you should be able to do this: learners are able to explain evapotranspiration, how it is measured and why it varies.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25: How Human Activities Affect the Hydrological Cycle. The question was: Identify one place in your town that floods and suggest two solutions.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a low area near the market floods after heavy rain because drains are blocked with rubbish. Solutions: clean and enlarge the drains, and stop building on the floodplain.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evaporation, transpiration and evapotranspiration. Number 2: distinguish potential and actual evapotranspiration. Number 3: explain the factors and significance of evapotranspiration.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Evaporation takes in latent heat. Evapotranspiration is an output of the drainage basin.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the dry season, the water of a pond in Garoua drops by about 1 cm every day even though nobody uses it. Around the pond, the leaves of the trees stay green.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pond loses water every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Where does the water go?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Into the air by evaporation.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How do the trees lose water?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Through their leaves by transpiration.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reduce water losses by evaporation in farming and water storage.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main way water leaves the land, which matters for farming and water supply.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evaporation and transpiration.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the difference between evaporation and transpiration?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Evaporation is from water and soil; transpiration is from the leaves of plants.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clothes drying in the sun.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Which weather dries clothes fastest? Why?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Hot, dry, sunny and windy weather, which increases evaporation.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dense equatorial forest.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is evapotranspiration very high in the equatorial forest?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High heat, much water and many leaves that transpire.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the dry Sahara desert.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In the Sahara, potential evapotranspiration is very high, but actual evapotranspiration is very low. Why?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There is almost no water available to evaporate.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weather station where evaporation is measured.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Name one instrument used to measure evaporation.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An evaporation pan (also a lysimeter or evaporimeter).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Types and Process. Evapotranspiration can be understood as follows. On this slide we have Evapotranspiration.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Types and Process. On this slide we have Types.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Types and Process. On this slide we have Process.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evaporation and transpiration.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Measurement and Variations. Evapotranspiration is measured and varies as follows. On this slide we have Measurement.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Measurement and Variations. On this slide we have Space-time variations.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Factors and Significance. The main factors and significance of evapotranspiration are. On this slide we have Climatic factors.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Factors and Significance. On this slide we have Surface factors and Significance.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Distinguish PET and AET.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pET assumes water is always available; AET is the real loss, limited by the water available.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three factors of evapotranspiration.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temperature, wind, humidity (also sunshine, vegetation, soil water).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transpiration; number 2, pan; number 3, lower.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Put the same amount of water in two cups, one in the sun and one in the shade. Measure after two days.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27: Precipitation as the Input of the Drainage Basin.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26: EVAPOTRANSPIRATION</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26</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Evapotranspiration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1: Understanding and managing atmospheric and hydrological phenomena and hazards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Drainage Basin Hydrological Cycle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Components of the Drainage Basin Hydrological Cycle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26: Evapotranspiration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Evaporation, transpiration, evapotranspiration, potential and actual evapotranspiration, evaporation pan, lysimeter.</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types, process, measurement, variations, factors and significance of evapotranspiration.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evapotranspiration, how it is measured and why it varies.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25: How Human Activities Affect the Hydrological Cycle):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Identify one place in your town that floods and suggest two solutions.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a low area near the market floods after heavy rain because drains are blocked with rubbish. Solutions: clean and enlarge the drains, and stop building on the floodplain.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evaporation, transpiration and evapotranspiration.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Distinguish potential and actual evapotranspiration.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factors and significance of evapotranspiration.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Evaporation takes in latent heat.</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Evapotranspiration is an output of the drainage basin.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dry season, the water of a pond in Garoua drops by about 1 cm every day even though nobody uses it. Around the pond, the leaves of the trees stay green.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pond loses water every day.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does the water go?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Into the air by evaporation.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the trees lose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Through their leaves by transpiration.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Reduce water losses by evaporation in farming and water storage.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main way water leaves the land, which matters for farming and water supply.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PROCESS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evapotranspiratio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Evaporation and transpiration.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PROCESS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difference between evaporation and transpiration?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PROCESS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Evaporation is from water and soil; transpiration is from the leaves of plants.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FACTORS: WEATHER</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4_laundry.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Clothes drying in the sun.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FACTORS: WEATHER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weather dries clothes fastest? Why?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FACTORS: WEATHER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Hot, dry, sunny and windy weather, which increases evaporation.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SPACE-TIME VARIATIONS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rainfores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dense equatorial forest.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SPACE-TIME VARIATIONS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evapotranspiration very high in the equatorial forest?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SPACE-TIME VARIATIONS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High heat, much water and many leaves that transpire.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POTENTIAL AND ACTUAL</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erg.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dry Sahara desert.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POTENTIAL AND ACTUAL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Sahara, potential evapotranspiration is very high, but actual evapotranspiration is very low. Why?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POTENTIAL AND ACTUAL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There is almost no water available to evaporate.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MEASUREMENT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4_stevenso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weather station where evaporation is measured.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MEASUREMENT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one instrument used to measure evaporation.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MEASUREMENT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 evaporation pan (also a lysimeter or evaporimeter).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The Drainage Basin Hydrological Cycle</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Components of the Drainage Basin Hydrological Cycle</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26: Evapotranspiration</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Types and Process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Evapotranspiration can be understood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Evapotranspiration: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total loss of water to the atmosphere by evaporation from surfaces and by transpiration from plants.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Types and Process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Types: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Potential evapotranspiration (PET) is the amount that would be lost if water were always available. Actual evapotranspiration (AET) is the amount really lost, which is lower when water is short.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Types and Process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Process: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Evaporation changes liquid water into vapour using the sun's energy. Transpiration is water taken by roots and lost through the stomata of leaves.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Types and Process</a:t>
            </a:r>
            <a:endParaRPr lang="en-US" sz="3600" dirty="0"/>
          </a:p>
        </p:txBody>
      </p:sp>
      <p:pic>
        <p:nvPicPr>
          <p:cNvPr id="4" name="Image 0" descr="/home/claude/f4/img/v2/evapotranspiratio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evaporation and transpiration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Measurement and Variations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Evapotranspiration is measured and varies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Measurement: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Evaporation is measured with an evaporation pan or a Piche evaporimeter. Evapotranspiration can be measured with a lysimeter or calculated with formulas such as Thornthwaite's.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Measurement and Variations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Space-time variations: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high in hot, sunny, windy regions and in the dry season. It is low in cold regions and at night.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Factors and Significance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main factors and significance of evapotranspiration are: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Climatic 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High temperature, sunshine, wind and low humidity increase evapotranspiration. This is why clothes dry fast on a hot, windy day.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Factors and Significance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Surface 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Available water, vegetation type, leaf area and soil colour also matter. Forests transpire much more than bare land.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Significance: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main output of the drainage basin and returns about two-thirds of rainfall to the air. It recycles moisture that feeds rainfall, as in the Congo forest.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PET and AET.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PET assumes water is always available; AET is the real loss, limited by the water available.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factors of evapotranspiration.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Temperature, wind, humidity (also sunshine, vegetation, soil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Loss of water from leaves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Evaporation is measured with an evaporation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In deserts, AET is ______ than PET.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Put the same amount of water in two cups, one in the sun and one in the shade. Measure after two days.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27: Precipitation as the Input of the Drainage Basin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Evaporation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L'évaporation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Transpiration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transpiration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Evapotranspiration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L'évapotranspiration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Leaf</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feuille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Wind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vent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Measurement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mesure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Drainage Basin Hydrological Cycle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26: Evapotranspiration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evaporation, transpiration and evapotranspiration. Distinguish potential and actual evapotranspiration. Explain the factors and significance of evapotranspiration.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evapotranspiration, how it is measured and why it varies.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Types and Process; Measurement and Variations; Factors and Significance.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Put the same amount of water in two cups, one in the sun and one in the shade. Measure after two days.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tie a plastic bag on a leafy branch: drops appear.</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compare drying in the rainy and dry seasons.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mention forests near Kribi.</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compare an empty and a full bucket in the sun.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describe a pan of water measured every day.</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1 (Meteorology, Climatology &amp; Hydrology).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“Bright Blue Home” by Clav, CC BY-NC-SA 2.0, via Flickr (https://www.flickr.com/photos/37005711@N00/2797194021)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“Amazon 11” by CIAT International Center for Tropical Agriculture, CC BY-SA 2.0, via Flickr (https://www.flickr.com/photos/38476503@N08/5641587148)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“Desert trekking in Merzouga” by Antonio Cinotti , CC BY-NC-ND 2.0, via Flickr (https://www.flickr.com/photos/46378751@N02/15331399979)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“Adelaide. Urrbrae. The weather station at the Waite campus of the Univ” by denisbin, CC BY-ND 2.0, via Flickr (https://www.flickr.com/photos/82134796@N03/49865994827)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2026-09-29T12:18:31Z</dcterms:created>
  <dcterms:modified xsi:type="dcterms:W3CDTF">2026-09-29T12:18:31Z</dcterms:modified>
</cp:coreProperties>
</file>