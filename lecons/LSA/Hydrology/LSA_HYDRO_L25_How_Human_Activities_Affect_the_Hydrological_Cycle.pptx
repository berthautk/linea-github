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25: How Human Activities Affect the Hydrological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rain on a roof and on a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blocked gutters in 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bare soil after clearing.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Lagdo, Mbakaou and Songloulou.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lake in 1963 and 2007.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impermeable 2. runoff 3. reservoir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25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Human Activities Affect the Hydrological Cycle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Water in Storage and Circulation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and the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25: How Human Activities Affect the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Urbanisation, impermeable surface, deforestation, dam, reservoir, irrigation, watershed management.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Effects of urbanisation, agriculture, forestry, damming and irrigation; degradation of watersheds and management strategies.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people change the water cycle and propose ways to manage watersheds.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effects of urbanisation on the water cycle.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effects of agriculture, deforestation, dams and irrigation.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strategies to manage watersheds.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drainage basin has inputs, stores, flows and outputs.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Infiltration fills the soil and ground water.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rainy season, parts of Douala are flooded after a single heavy storm. Old people say that floods were rare when there were fewer houses and more trees.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Floods have increased in Douala.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has changed?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More roofs, roads and drains and fewer trees.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this cause floods?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cannot soak in and runs quickly to the rivers.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our activities cause floods and water shortages, and how to prevent them.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URBANISATION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rban_hydro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river's response to rain before and after a town is built.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URBANISATION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a town change the river after rain?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URBANISATION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peak is higher and comes sooner, so floods are more likely.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URBANISATION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streetfl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1619" y="1691640"/>
            <a:ext cx="814571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flooded street in a town.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URBANISATION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towns flood easily?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URBANISATION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Roofs and roads are impermeable, and blocked drains cannot carry the water.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FARMING AND FORESTRY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logging_tru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Logs from a cut forest.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FARMING AND FORESTRY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cutting forests change the water cycle?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FARMING AND FORESTRY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 interception and infiltration, more runoff, erosion and floods.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DAMS AND IRRIGATION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d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spillway of a large dam.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DAMS AND IRRIGATION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good and one bad effect of a dam on a river.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DAMS AND IRRIGATION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Good: it stores water and controls floods. Bad: more evaporation and less water and silt downstream.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DAMS AND IRRIGATION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lakechad_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2594" y="1691640"/>
            <a:ext cx="796376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Lake Chad shrinking from 1963 to 2007.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DAMS AND IRRIGATION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has Lake Chad shrunk?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DAMS AND IRRIGATION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 rain (droughts) and water taken from its rivers for irrigation.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Human Activities Affect the Hydrological Cycle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Global Water in Storage and Circulation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Man and the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25: How Human Activities Affect the Hydrological Cycle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Impermeable surface: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surface that water cannot pass through, like concrete or tar.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Reservoir: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lake made by a dam to store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Watershed management: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careful use and protection of a drainage basin.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Effects of Human Activities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Urbanisation: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Roofs and roads stop infiltration, and drains carry water fast to rivers. Floods become higher and quicker.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Farming and forestry: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Deforestation and overgrazing reduce interception and infiltration. Runoff, soil erosion and floods increase.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Effects of Human Activities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Dams and irrigation: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Dams store water and control floods, but evaporation increases. Irrigation takes water from rivers and lakes, like Lake Chad.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Management Strategies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 towns: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Clean drains and keep open green spaces. Stop building in river beds and swamps.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 rural areas: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 trees, make terraces and contour ridges, and control bush fires. These help water to soak into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Management Strategies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Water resources: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water carefully and share it between users. Protect springs and catchments from pollution.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how urbanisation increases floods.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Impermeable surfaces stop infiltration and drains carry water quickly to rivers.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to manage a watershed.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 trees and make terraces (also clean drains, control building).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Concrete and tar are ______ surfaces.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Cutting forests increases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lake made by a dam is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Identify one place in your town that floods and suggest two solutions.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26: Evapotranspiration.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L'inondation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barrage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Deforestation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déforestation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caniveau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Reservoir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retenue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gestion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Water in Storage and Circulation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25: How Human Activities Affect the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effects of urbanisation on the water cycle. Explain the effects of agriculture, deforestation, dams and irrigation. Suggest strategies to manage watersheds.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people change the water cycle and propose ways to manage watersheds.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Impermeable surface, Reservoir, Watershed management; II. Effects of Human Activities: Urbanisation, Farming and forestry, Dams and irrigation; III. Management Strategies: In towns, In rural areas, Water resources.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one place in your town that floods and suggest two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“Vicenza flooding Nov.1, 2010” by US Army Africa, CC BY 2.0, via Flickr (https://www.flickr.com/photos/36281822@N08/5157191333)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“Logging truck, Cameroon” by World Resources, CC BY-NC-SA 2.0, via Flickr (https://www.flickr.com/photos/26107309@N05/4764354366)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“Fontana Dam Spillway” by Frank Kehren, CC BY-NC-ND 2.0, via Flickr (https://www.flickr.com/photos/77759596@N00/9256852611)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“Lake Chad: almost gone” by GRIDArendal, CC BY-NC-SA 2.0, via Flickr (https://www.flickr.com/photos/148768555@N05/32323646926)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2026-09-27T04:25:35Z</dcterms:created>
  <dcterms:modified xsi:type="dcterms:W3CDTF">2026-09-27T04:25:35Z</dcterms:modified>
</cp:coreProperties>
</file>