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Lst>
  <p:notesMasterIdLst>
    <p:notesMasterId r:id="rId5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notesMaster" Target="notesMasters/notesMaster1.xml"/><Relationship Id="rId60" Type="http://schemas.openxmlformats.org/officeDocument/2006/relationships/presProps" Target="presProps.xml"/><Relationship Id="rId61" Type="http://schemas.openxmlformats.org/officeDocument/2006/relationships/viewProps" Target="viewProps.xml"/><Relationship Id="rId62" Type="http://schemas.openxmlformats.org/officeDocument/2006/relationships/theme" Target="theme/theme1.xml"/><Relationship Id="rId6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25: How Human Activities Affect the Hydrological Cycle.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Lower Sixth Arts. It belongs to Module 1: Understanding and managing atmospheric and hydrological phenomena and hazards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Global Water in Storage and Circulation, and the sub-topic is Man and the Hydrological Cycle. The key notions we shall use today are: urbanisation, impermeable surface, deforestation, dam, reservoir, irrigation, watershed management. At the end, you should be able to do this: learners are able to explain how people change the water cycle and propose ways to manage watersheds.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24: The Drainage Basin as an Open System. The question was: Draw the drainage basin of a stream near your school and label its parts.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The sketch shows the stream, its source, tributaries, confluences and mouth, with the watershed drawn around the basin on the surrounding hills.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explain the effects of urbanisation on the water cycle. Number 2: explain the effects of agriculture, deforestation, dams and irrigation. Number 3: suggest strategies to manage watersheds.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A drainage basin has inputs, stores, flows and outputs. Infiltration fills the soil and ground water.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Every rainy season, parts of Douala are flooded after a single heavy storm. Old people say that floods were rare when there were fewer houses and more trees.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Floods have increased in Douala.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has changed?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More roofs, roads and drains and fewer trees.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How does this cause floods?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Rain cannot soak in and runs quickly to the rivers.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manage our watersheds: plant trees, keep drains clean and avoid building in floodplains.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how our activities cause floods and water shortages, and how to prevent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a river's response to rain before and after a town is built.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How does a town change the river after rain?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peak is higher and comes sooner, so floods are more likely.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a flooded street in a town.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Why do towns flood easily?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Roofs and roads are impermeable, and blocked drains cannot carry the water.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logs from a cut forest.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How does cutting forests change the water cycle?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Less interception and infiltration, more runoff, erosion and floods.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the spillway of a large dam.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Give one good and one bad effect of a dam on a river.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Good: it stores water and controls floods. Bad: more evaporation and less water and silt downstream.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lake Chad shrinking from 1963 to 2007.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Why has Lake Chad shrunk?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Less rain (droughts) and water taken from its rivers for irrigation.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Modified hydrological cycle and Watershed degradation.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Urbanisation. Towns affect the hydrological cycle in the following ways. On this slide we have Impermeable surfaces.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Urbanisation. On this slide we have Drains and channels.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Urbanisation. On this slide we have Water use and pollution.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river flow before and after urbanisation.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Agriculture and Forestry. Farming and forestry change the cycle as follows. On this slide we have Deforestation.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Agriculture and Forestry. On this slide we have Farming practices.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Damming and Irrigation. Dams and irrigation modify rivers and water stores. On this slide we have Dams.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Damming and Irrigation. On this slide we have Irrigation.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Watershed Degradation and Management. Degradation and its management strategies are. On this slide we have Degradation.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Watershed Degradation and Management. On this slide we have Management strategies.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Explain how urbanisation increases floods.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impermeable surfaces stop infiltration and drains carry water quickly to rivers.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two ways to manage a watershed.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plant trees and make terraces (also clean drains, control building).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impermeable; number 2, runoff; number 3, reservoir.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Identify one place in your town that floods and suggest two solutions.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26: Evapotranspiration.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LESSON 25: HOW HUMAN ACTIVITIES AFFECT THE HYDROLOGICAL CYCLE</a:t>
            </a:r>
            <a:endParaRPr lang="en-US" sz="12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slideLayout" Target="../slideLayouts/slideLayout2.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slideLayout" Target="../slideLayouts/slideLayout2.xml"/><Relationship Id="rId3" Type="http://schemas.openxmlformats.org/officeDocument/2006/relationships/notesSlide" Target="../notesSlides/notesSlide5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LOWER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25</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How Human Activities Affect the Hydrological Cycle</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Lower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1: Understanding and managing atmospheric and hydrological phenomena and hazards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Global Water in Storage and Circulation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Man and the Hydrological Cycle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25: How Human Activities Affect the Hydrological Cycle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Urbanisation, impermeable surface, deforestation, dam, reservoir, irrigation, watershed management.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Effects of urbanisation, agriculture, forestry, damming and irrigation; degradation of watersheds and management strategies.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how people change the water cycle and propose ways to manage watersheds.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24: The Drainage Basin as an Open System):</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the drainage basin of a stream near your school and label its parts.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sketch shows the stream, its source, tributaries, confluences and mouth, with the watershed drawn around the basin on the surrounding hills.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effects of urbanisation on the water cycle.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effects of agriculture, deforestation, dams and irrigation.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Suggest strategies to manage watersheds.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A drainage basin has inputs, stores, flows and outputs.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Infiltration fills the soil and ground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Every rainy season, parts of Douala are flooded after a single heavy storm. Old people say that floods were rare when there were fewer houses and more trees.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Floods have increased in Douala.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has changed?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More roofs, roads and drains and fewer trees.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does this cause floods?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Rain cannot soak in and runs quickly to the rivers.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Manage our watersheds: plant trees, keep drains clean and avoid building in floodplains.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how our activities cause floods and water shortages, and how to prevent them.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URBANISATION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urban_hydro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river's response to rain before and after a town is built.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URBANISATION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does a town change the river after rain?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URBANISATION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peak is higher and comes sooner, so floods are more likely.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URBANISATION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lsa_streetflood.jpg">    </p:cNvPr>
          <p:cNvPicPr>
            <a:picLocks noChangeAspect="1"/>
          </p:cNvPicPr>
          <p:nvPr/>
        </p:nvPicPr>
        <p:blipFill>
          <a:blip r:embed="rId1"/>
          <a:stretch>
            <a:fillRect/>
          </a:stretch>
        </p:blipFill>
        <p:spPr>
          <a:xfrm>
            <a:off x="2253375" y="1783080"/>
            <a:ext cx="768494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flooded street in a town.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URBANISATION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 towns flood easily?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URBANISATION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Roofs and roads are impermeable, and blocked drains cannot carry the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AGRICULTURE AND FORESTRY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2t_logging_truck.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Logs from a cut forest.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AGRICULTURE AND FORESTRY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does cutting forests change the water cycle?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AGRICULTURE AND FORESTRY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Less interception and infiltration, more runoff, erosion and floods.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DAMMING AND IRRIGATION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lsa_dam.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spillway of a large dam.</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DAMMING AND IRRIGATION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good and one bad effect of a dam on a river.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DAMMING AND IRRIGATION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Good: it stores water and controls floods. Bad: more evaporation and less water and silt downstream.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WATERSHED DEGRADATION AND MANAGEMENT</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lsa_lakechad_maps.jpg">    </p:cNvPr>
          <p:cNvPicPr>
            <a:picLocks noChangeAspect="1"/>
          </p:cNvPicPr>
          <p:nvPr/>
        </p:nvPicPr>
        <p:blipFill>
          <a:blip r:embed="rId1"/>
          <a:stretch>
            <a:fillRect/>
          </a:stretch>
        </p:blipFill>
        <p:spPr>
          <a:xfrm>
            <a:off x="2339203" y="1783080"/>
            <a:ext cx="7513289"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Lake Chad shrinking from 1963 to 2007.</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WATERSHED DEGRADATION AND MANAGEMENT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has Lake Chad shrunk?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WATERSHED DEGRADATION AND MANAGEMENT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Less rain (droughts) and water taken from its rivers for irrigation.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Global Water in Storage and Circulation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Man and the Hydrological Cycle</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25: How Human Activities Affect the Hydrological Cycle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Modified hydrological cycle: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water cycle changed by human activities.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Watershed degradation: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damage to a drainage basin by deforestation, erosion and pollution.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Urbanisation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Towns affect the hydrological cycle in the following ways: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Impermeable surfaces: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Roofs, roads and concrete stop infiltration. More rain becomes fast overland flow.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Urbanisation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Drains and channels: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Gutters carry water quickly to rivers, so lag time is shorter and flood peaks are higher. This is why Douala and Yaoundé flood often.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Urbanisation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Water use and pollution: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Towns take water from rivers and aquifers and return polluted waste water. Groundwater levels fall around big cities.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Urbanisation</a:t>
            </a:r>
            <a:endParaRPr lang="en-US" sz="3600" dirty="0"/>
          </a:p>
        </p:txBody>
      </p:sp>
      <p:pic>
        <p:nvPicPr>
          <p:cNvPr id="4" name="Image 0" descr="/home/claude/f4/img/v2/urban_hydro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river flow before and after urbanisation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Agriculture and Forestry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Farming and forestry change the cycle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Deforestation: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Cutting trees reduces interception and transpiration. More water runs off quickly, causing soil erosion and floods.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Agriculture and Forestry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Farming practices: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Ploughing, overgrazing and bush fires leave soils bare and compacted. Terraces, cover crops and tree planting increase infiltration.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Damming and Irrigation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Dams and irrigation modify rivers and water stores: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Dams: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store water in reservoirs, control floods and regulate flow, as at Lagdo and Mbakaou. But they increase evaporation, trap silt and change downstream ecosystems.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Damming and Irrigation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Irrigation: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takes water from rivers and aquifers to fields, increasing evaporation. Over-use has helped to shrink Lake Chad and can cause salty soils.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Watershed Degradation and Management</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Degradation and its management strategies are: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Degradation: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Deforestation, overgrazing, mining and pollution damage watersheds. Springs dry up, rivers silt up and floods become more frequent.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Watershed Degradation and Management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Management strategies: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Reforestation, soil conservation, protected catchments and control of building in floodplains. Integrated basin management, such as the Lake Chad Basin Commission, coordinates water use.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Explain how urbanisation increases floods.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Impermeable surfaces stop infiltration and drains carry water quickly to rivers.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ways to manage a watershed.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Plant trees and make terraces (also clean drains, control building).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Concrete and tar are ______ surfaces.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Cutting forests increases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lake made by a dam is a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Identify one place in your town that floods and suggest two solutions.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26: Evapotranspiration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4"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Flood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L'inondation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Dam</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barrage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Deforestation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déforestation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Drain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caniveau</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Reservoir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retenue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Management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gestion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5"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Global Water in Storage and Circulation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25: How Human Activities Affect the Hydrological Cycle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Explain the effects of urbanisation on the water cycle. Explain the effects of agriculture, deforestation, dams and irrigation. Suggest strategies to manage watersheds.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how people change the water cycle and propose ways to manage watersheds.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6"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Urbanisation; Agriculture and Forestry; Damming and Irrigation; Watershed Degradation and Management.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Identify one place in your town that floods and suggest two solutions.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compare rain on a roof and on a field.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describe blocked gutters in town.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describe bare soil after clearing.</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mention Lagdo, Mbakaou and Songloulou.</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compare the lake in 1963 and 2007.</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1 (Meteorology, Climatology &amp; Hydrology).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“Vicenza flooding Nov.1, 2010” by US Army Africa, CC BY 2.0, via Flickr (https://www.flickr.com/photos/36281822@N08/5157191333)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“Logging truck, Cameroon” by World Resources, CC BY-NC-SA 2.0, via Flickr (https://www.flickr.com/photos/26107309@N05/4764354366)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“Fontana Dam Spillway” by Frank Kehren, CC BY-NC-ND 2.0, via Flickr (https://www.flickr.com/photos/77759596@N00/9256852611)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“Lake Chad: almost gone” by GRIDArendal, CC BY-NC-SA 2.0, via Flickr (https://www.flickr.com/photos/148768555@N05/32323646926)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57</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57</Slides>
  <Notes>57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57</vt:i4>
      </vt:variant>
    </vt:vector>
  </HeadingPairs>
  <TitlesOfParts>
    <vt:vector size="6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2026-09-27T10:07:53Z</dcterms:created>
  <dcterms:modified xsi:type="dcterms:W3CDTF">2026-09-27T10:07:53Z</dcterms:modified>
</cp:coreProperties>
</file>