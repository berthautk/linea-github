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33: Storm Hydrographs.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and label the 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two main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round plate and a long ruler.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 roof and a forest.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flood warnings on the radio.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lag time 2. flashy 3. longer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33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 Hydrographs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33: Storm Hydrographs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Storm hydrograph, peak discharge, lag time, rising limb, falling limb, flashy and subdued hydrographs.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Channel flow and discharge; storm hydrographs, their characteristics and types; factors (dynamic and static); flood prediction.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storm hydrograph and explain what controls its shape.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and label a storm hydrograph.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flashy, subdued and double-peak hydrographs.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hydrograph shape and lag time, and their use for flood prediction.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 = area × velocity.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and bare land increase runoff.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a storm in the hills above Limbe, the river floods the town only two hours later. After a similar storm near Kribi, a forest river rises slowly over two days and does not flood.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respond to storms at different speeds.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graph shows a river's response to a storm?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storm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did the forest river rise slowly?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forest slowed the water and let it infiltrate.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and predict floods after storms.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STORM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storm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STORM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lag time?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STORM HYDROGRAPH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time between the peak of the rain and the peak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hydrograph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Flashy, subdued and double-peak hydrographs.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hydrograph is the most dangerous for floods?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flashy one: a high peak comes very quickly.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STATIC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basin_sha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Basin shape and the speed of the flood.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STATIC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a round basin give a higher, faster peak?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STATIC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from all parts reaches the main river at about the same time.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DYNAMIC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rban_hydro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effect of a town on the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DYNAMIC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urbanisation change lag time and peak?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DYNAMIC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time becomes shorter and the peak higher.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FLOOD PREDICTION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floodvill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village.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FLOOD PREDICTION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hydrographs help to protect people?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FLOOD PREDICTION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show when and how high a flood will come, so people can be warned.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Hydrographs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33: Storm Hydrographs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hydrograph: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graph showing the discharge of a river during and after a storm.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Peak discharge: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highest discharge reached after the storm.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time between peak rainfall and peak discharge.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and Types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Parts: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rising limb shows discharge increasing, and the falling limb shows it decreasing. Quick flow sits above base flow.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Flashy hydrograph: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has a short lag time, a high peak and steep limbs. It gives sudden floods.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and Types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Subdued and double-peak hydrographs: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subdued hydrograph has a long lag time and a low peak. A double peak shows quick flow followed by slower throughflow, or two storms.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Flood Prediction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Dynamic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Intense, long rain and saturated soils give high peaks. Towns and deforestation shorten lag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Static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Small, round, steep basins with clay or impermeable rock give flashy hydrographs. A high drainage density also speeds up the flow.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Flood Prediction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Flood prediction: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Hydrographs show how high and how fast a river will rise. They help to warn people and design bridges and dams.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Flood Prediction (3/3)</a:t>
            </a:r>
            <a:endParaRPr lang="en-US" sz="3600" dirty="0"/>
          </a:p>
        </p:txBody>
      </p:sp>
      <p:pic>
        <p:nvPicPr>
          <p:cNvPr id="13" name="Image 0" descr="/home/claude/f4/img/v2/storm_hydrograph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and label the hydrograph.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Label the parts of a storm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Rainfall, rising limb, peak, falling limb, lag time, base flow, quick flow.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factors that give a flashy hydrograph.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Intense rain and urbanisation (also steep slopes, impermeable rock, round basin).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time between peak rain and peak discharge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hydrograph with a high, quick peak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Forests make the lag time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flashy and a subdued hydrograph and give two causes of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34: River Regimes.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Hydrograph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L'hydrogramme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pointe de crue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Lag time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temps de réponse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crue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Rising limb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courbe de montée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33: Storm Hydrographs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and label a storm hydrograph. Distinguish flashy, subdued and double-peak hydrographs. Explain the factors of hydrograph shape and lag time, and their use for flood prediction.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read a storm hydrograph and explain what controls its shape.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Storm hydrograph, Peak discharge, Lag time; II. Characteristics and Types: Parts, Flashy hydrograph, Subdued and double-peak hydrographs; III. Factors and Flood Prediction: Dynamic factors, Static factors, Flood prediction.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flashy and a subdued hydrograph and give two causes of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2026-09-27T04:25:36Z</dcterms:created>
  <dcterms:modified xsi:type="dcterms:W3CDTF">2026-09-27T04:25:36Z</dcterms:modified>
</cp:coreProperties>
</file>