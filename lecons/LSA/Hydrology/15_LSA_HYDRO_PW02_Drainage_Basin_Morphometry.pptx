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Drainage Basin Morphometry.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Drainage Basin Morphometry, and the sub-topic is Morphometric Analysis of Drainage Networks. The key notions we shall use today are: morphometry, stream order, Strahler, bifurcation ratio, drainage density, hydraulic radius, sinuosity. At the end, you should be able to do this: learners are able to measure and calculate the main morphometric properties of a drainage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Plotting and Analysing Storm Hydrographs and River Regimes. The question was: Plot the storm hydrograph from the table on graph paper and describe it in five sentences.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hydrograph rises from a base flow of about 5 m³/s to a peak of about 27 m³/s. The lag time is about 13 hours; the rising limb is steep and the falling limb is gentle, so the flood risk is fairly high.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order streams using Strahler's method. Number 2: calculate the bifurcation ratio and drainage density. Number 3: calculate channel properties (area, hydraulic radius, sinuosity) and interpret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drainage basin has a main river and tributaries. Small, round basins give flashy floods.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Learners receive a topographic map of a basin near Dschang. The teacher asks them to count the streams, give each one an order and calculate numbers that describe the basin.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basin must be described with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measurement of basins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Morphometry.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method is used to order streams?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Strahler's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drainage basins to predict floods and plan land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describe drainage basins with numbers and to predict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stream ordering by Strahler's method.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When two first-order streams meet, what order is the stream below?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Second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calculating the bifurcation ratio.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high bifurcation ratio suggest?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elongated basin with a lower, slower flood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drainage basin.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basin of 50 km² has 100 km of streams. What is its drainage density?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100 ÷ 50 = 2 km per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Wouri estuary and Douala seen from a satellite.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a dense network of channels tell us about a basin?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Impermeable ground or heavy rain; water reaches rivers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channel measurements and formulas.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A channel is 8 m wide with a mean depth of 2 m and a wetted perimeter of 12 m. Find the hydraulic radius.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Area = 8 × 2 = 16 m²; hydraulic radius = 16 ÷ 12 ≈ 1.3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Classification. Basin morphometry can be understood as follows. On this slide we have Basin morphometry.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Classification. On this slide we have Classification of properties.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Linear Properties. The linear properties of a channel are calculated as follows. On this slide we have Channel measurements.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Linear Properties. On this slide we have Wetted perimeter and hydraulic radius.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Linear Properties. On this slide we have Efficiency and sinuosity.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channel measurements.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Areal Properties. The areal properties of a basin are calculated as follows. On this slide we have Drainage density.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Areal Properties. On this slide we have Stream frequency.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Areal Properties. On this slide we have Stream order and bifurcation ratio.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strahler stream ordering.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Drainage Morphometric Laws. Horton's laws describe drainage networks. On this slide we have Law of stream numbers.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Drainage Morphometric Laws. On this slide we have Law of stream lengths.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basin has 30 first-order and 8 second-order streams. Find the bifurcation ratio.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30 ÷ 8 = 3.75.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does a high drainage density show?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impermeable ground or steep, bare slopes; fast runoff and flashy floods.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Strahler; number 2, basin area; number 3, perimeter.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On a topographic map, order the streams of a small basin and calculate its bifurcation ratio.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4: The Drainage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2: DRAINAGE BASIN MORPHOMETRY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Drainage Basin Morphometry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Drainage Basin Morphometry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Morphometric Analysis of Drainage Networks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Drainage Basin Morphometry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Morphometry, stream order, Strahler, bifurcation ratio, drainage density, hydraulic radius, sinuosity.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Linear properties (channel characteristics) and areal properties (basin size, drainage density, stream order, bifurcation ratio); morphometric laws.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and calculate the main morphometric properties of a drainage basin.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Plotting and Analysing Storm Hydrographs and River Regimes):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Plot the storm hydrograph from the table on graph paper and describe it in five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hydrograph rises from a base flow of about 5 m³/s to a peak of about 27 m³/s. The lag time is about 13 hours; the rising limb is steep and the falling limb is gentle, so the flood risk is fairly high.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Order streams using Strahler's method.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bifurcation ratio and drainage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channel properties (area, hydraulic radius, sinuosity) and interpret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has a main river and tributaries.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Small, round basins give flashy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receive a topographic map of a basin near Dschang. The teacher asks them to count the streams, give each one an order and calculate numbers that describe the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basin must be described with measurements.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measurement of basins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Morphometry.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method is used to order streams?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Strahler's method.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drainage basins to predict floods and plan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describe drainage basins with numbers and to predict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STREAM ORDER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trah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Stream ordering by Strahler's method.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STREAM ORDER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two first-order streams meet, what order is the stream below?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STREAM ORDER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Second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BIFURCATION RATIO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ifurc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Calculating the bifurcation ratio.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BIFURCATION RATIO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high bifurcation ratio suggest?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BIFURCATION RATIO</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elongated basin with a lower, slower flood peak.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DRAINAGE DENSITY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rainage_basi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drainage basin.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DRAINAGE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basin of 50 km² has 100 km of streams. What is its drainage density?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DRAINAGE DENSITY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100 ÷ 50 = 2 km per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DRAINAGE TEXTURE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wouri_s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Wouri estuary and Douala seen from a satellite.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DRAINAGE TEXTURE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dense network of channels tell us about a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AREAL PROPERTIES: DRAINAGE TEXTURE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Impermeable ground or heavy rain; water reaches rivers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LINEAR PROPERTIES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orphomet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Channel measurements and formulas.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LINEAR PROPERTIES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channel is 8 m wide with a mean depth of 2 m and a wetted perimeter of 12 m. Find the hydraulic radius.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LINEAR PROPERTIES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Area = 8 × 2 = 16 m²; hydraulic radius = 16 ÷ 12 ≈ 1.3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Drainage Basin Morphometry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Morphometric Analysis of Drainage Networks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Drainage Basin Morphometry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Basin morphometry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Basin morphometry: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measurement and analysis of the size, shape and network of a drainage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Classification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of properties: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Linear properties concern the channels (length, width, depth, slope). Areal properties concern the basin (area, density, stream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Linear Properties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linear properties of a channel are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Channel measurements: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Length, slope, width and depth are measured in the field or on maps. Cross-section area = width × mean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Linear Properties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Wetted perimeter and hydraulic radius: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wetted perimeter is the length of bed and banks in contact with water. Hydraulic radius = cross-section area ÷ wetted perimeter.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Linear Properties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Efficiency and sinuosity: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high hydraulic radius means an efficient channel with little friction and fast flow. Sinuosity = channel length ÷ straight-line length.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Linear Properties</a:t>
            </a:r>
            <a:endParaRPr lang="en-US" sz="3600" dirty="0"/>
          </a:p>
        </p:txBody>
      </p:sp>
      <p:pic>
        <p:nvPicPr>
          <p:cNvPr id="4" name="Image 0" descr="/home/claude/f4/img/v2/morphomet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channel measurements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Areal Properties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areal properties of a basin are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Drainage density = total stream length ÷ basin area (km/km²). A high density shows impermeable rock, heavy rain and a high flood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Areal Properties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Stream frequency: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Stream frequency = number of streams ÷ basin area. It shows how finely the basin is dissected.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Areal Properties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Stream order and bifurcation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Strahler's method, two streams of the same order make the next order. Bifurcation ratio = number of streams of one order ÷ number of the next order; a low ratio means a higher flood risk.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Areal Properties</a:t>
            </a:r>
            <a:endParaRPr lang="en-US" sz="3600" dirty="0"/>
          </a:p>
        </p:txBody>
      </p:sp>
      <p:pic>
        <p:nvPicPr>
          <p:cNvPr id="4" name="Image 0" descr="/home/claude/f4/img/v2/strah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Strahler stream ordering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Drainage Morphometric Laws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Horton's laws describe drainage networks: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 of stream numbers: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streams decreases in a regular way as the order increases. The bifurcation ratio is fairly constant, about 3 to 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Drainage Morphometric Laws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 of stream lengths: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mean length of streams increases with order. Higher-order streams are longer.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basin has 30 first-order and 8 second-order streams. Find the bifurcation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30 ÷ 8 = 3.75.</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high drainage density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Impermeable ground or steep, bare slopes; fast runoff and flashy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Stream ordering uses the method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Drainage density = total stream length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Hydraulic radius = area ÷ wetted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order the streams of a small basin and calculate its bifurcation ratio.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The Drainage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Stream order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L'ordre des cours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 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 de 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Bifurcation ratio</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rapport de confluence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Channel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Width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largeur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profondeur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Drainage Basin Morphometry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Drainage Basin Morphometry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Order streams using Strahler's method. Calculate the bifurcation ratio and drainage density. Calculate channel properties (area, hydraulic radius, sinuosity) and interpret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and calculate the main morphometric properties of a drainage basin.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Classification; Linear Properties; Areal Properties; Drainage Morphometric Laws.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On a topographic map, order the streams of a small basin and calculate its bifurcation ratio.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stream network and number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do the division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dense and sparse networks.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do the calculation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“Duala, Camerún (Douala, Cameroon)” by migmasat, Public domain 1.0, via Flickr (https://www.flickr.com/photos/197415759@N06/54386998088)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2026-09-27T10:31:28Z</dcterms:created>
  <dcterms:modified xsi:type="dcterms:W3CDTF">2026-09-27T10:31:28Z</dcterms:modified>
</cp:coreProperties>
</file>