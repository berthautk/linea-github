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32: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runoff, discharge, quick flow, base flow, velocity, cross-section, current meter. At the end, you should be able to do this: learners are able to explain runoff, measure river discharge and explain what controls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31: The Soil Moisture Budget. The question was: With rainfall figures for your town, mark the wet and dry months and suggest a farming calendar.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Garoua: wet months May–October, dry months November–April. Plant at the start of the rains (May–June) and harvest in October; irrigate or grow dry-season crops (muskwari) on residual moisture.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runoff and its components. Number 2: calculate river discharge. Number 3: explain the factors and significance of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Water reaches rivers by overland flow, throughflow and base flow. Runoff is an output of the basin.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Engineers at a river near Bertoua measure the width, depth and speed of the water every month. They want to know how much water passes each second before building a small power station.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Engineers need to know how much water the river carries.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amount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discharge.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they calculate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Cross-section area ×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river runoff wisely and reduce floods by good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river flow, which is needed for water supply, dams and flood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river full after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runoff?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water that flows over and through the ground into rivers and back 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flows that feed the channel.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flow keeps rivers flowing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Base flow from ground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stream gauging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river section has an area of 20 m² and water flows at 2 m/s. What is the discharge?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 × 2 = 40 m³/s (cumecs).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river in flood.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factors that increase runoff.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steep slopes, impermeable rock or towns (also saturated soil, bare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fishing on the Wouri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uses of river runoff for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Fishing, transport, water supply and hydro-electricity.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Runoff. Runoff can be understood as follows. On this slide we have Runoff.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Runoff. On this slide we have Components.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quick flow and base 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and Measurement. Runoff is described and measured as follows. On this slide we have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and Measurement. On this slide we have Measurement.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Factors of Runoff. Runoff depends on the following factors. On this slide we have Climatic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Factors of Runoff. On this slide we have Basin and channel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Factors of Runoff. On this slide we have Land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Significance of Runoff. Runoff is important because. On this slide we have In the hydrological cycle.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Significance of Runoff. On this slide we have For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is river discharge calculated?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cross-section area × velocity.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quick flow and base flow.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quick flow reaches the river soon after rain; base flow comes slowly from ground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m³/s (cumecs); number 2, base; number 3,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Measure the width, depth and float speed of a stream near you and calculate its discharge.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33: Storm Hydrographs.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32: RUNOFF</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Runoff</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32: Runoff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Runoff, discharge, quick flow, base flow, velocity, cross-section, current meter.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components, characteristics, measurement, factors and significance of runoff.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runoff, measure river discharge and explain what controls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31: The Soil Moisture Budget):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rainfall figures for your town, mark the wet and dry months and suggest a farming calendar.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wet months May–October, dry months November–April. Plant at the start of the rains (May–June) and harvest in October; irrigate or grow dry-season crops (muskwari) on residual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runoff and its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river discharge.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significance of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reaches rivers by overland flow, throughflow and base flow.</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Runoff is an output of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Engineers at a river near Bertoua measure the width, depth and speed of the water every month. They want to know how much water passes each second before building a small power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Engineers need to know how much water the river carries.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amount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they calculate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Cross-section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river runoff wisely and reduce floods by good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river flow, which is needed for water supply, dams and flood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full after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that flows over and through the ground into rivers and back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asi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Flows that feed the channel.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flow keeps rivers flowing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Base flow from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gau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stream gauging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river section has an area of 20 m² and water flows at 2 m/s. What is the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 × 2 = 40 m³/s (cumecs).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GENERAL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floo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in flood.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GENERAL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that increase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GENERAL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steep slopes, impermeable rock or towns (also saturated soil, bare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wou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Fishing on the Wouri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river runoff for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transport, water supply and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Runoff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Runoff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Runoff: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water that flows from a drainage basin into rivers and out of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Runoff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Quick flow is made of overland flow and fast throughflow after rain. Base flow comes slowly from groundwater and keeps rivers flowing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Runoff</a:t>
            </a:r>
            <a:endParaRPr lang="en-US" sz="3600" dirty="0"/>
          </a:p>
        </p:txBody>
      </p:sp>
      <p:pic>
        <p:nvPicPr>
          <p:cNvPr id="4" name="Image 0" descr="/home/claude/f4/img/v2/basi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quick flow and base flow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and Measurement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Runoff is described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Runoff has a volume (discharge), a speed and a frequency. Discharge is measured in cubic metres per second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and Measurement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Discharge = cross-section area × velocity. Velocity is measured with a flow meter or a float, and gauging stations record water levels continuously.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of Runoff</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Runoff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amount, intensity and duration and evapotranspiration control runoff. Heavy storms produce high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of Runoff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Basin and channel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shape, slope, soil, rock and drainage density affect how fast water reaches the river. Steep, round basins on clay give rapid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of Runoff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reduce runoff, while farming, overgrazing and urbanisation increase it. Dams regulate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 of Runoff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Runoff is important because: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the 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returns water from the land to the sea and balances the global cycle. It transports sediment and shapes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 of Runoff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supplies water for drinking, irrigation, hydro-electricity and transport. High runoff can cause floods and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river discharge calculated?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Cross-section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quick flow and base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Quick flow reaches the river soon after rain; base flow comes slowly from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Discharge is measured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from the ground water that feeds rivers is ______ flow.</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Discharge = area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width, depth and float speed of a stream near you and calculate its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Storm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Runoff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Velocity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vitesse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Base 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débit de base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Channel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Current 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moulinet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32: Runoff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runoff and its components. Calculate river discharge. Explain the factors and significance of runoff.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runoff, measure river discharge and explain what controls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Runoff; Characteristics and Measurement; General Factors of Runoff; Significance of Runoff.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the width, depth and float speed of a stream near you and calculate its discharge.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stream after a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stream that never dries.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climatic and basin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rivers used in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“Embudo Stream Gaging Station (Rio Arriba County, New Mexico)” by cmh2315fl, CC BY-NC 2.0, via Flickr (https://www.flickr.com/photos/21953562@N07/32142798192)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“Fishing on the Wouri River” by Karlplatz, CC BY-NC-ND 2.0, via Flickr (https://www.flickr.com/photos/36973264@N00/3158348)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2026-09-29T03:12:44Z</dcterms:created>
  <dcterms:modified xsi:type="dcterms:W3CDTF">2026-09-29T03:12:44Z</dcterms:modified>
</cp:coreProperties>
</file>