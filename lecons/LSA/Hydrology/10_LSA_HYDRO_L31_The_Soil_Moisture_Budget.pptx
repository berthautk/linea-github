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soil moisture budget, surplus, deficit, recharge, utilisation, moisture regime. At the end, you should be able to do this: learners are able to read a soil moisture budget graph and relate it to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Soil Moisture Storage. The question was: Weigh a cup of wet soil, dry it in the sun, weigh it again and calculate the water lost.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wet soil 200 g, dry soil 160 g. Water lost = 40 g, so moisture content = 40 ÷ 160 × 100 = 25 %.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soil moisture budget. Number 2: read the periods of surplus, utilisation, deficit and recharge on a graph. Number 3: explain soil moisture regimes and their use in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the input; evapotranspiration is an output. Field capacity and wilting point are states of soil moisture.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Farmers in the North plant cotton when the rains start and harvest when the soil is drying. An agronomist shows them a graph comparing rain with water loss month by month.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need to know when the soil has enough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two things does the graph compare?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Precipitation and potential evapotranspiration.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this balance?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farming calendar and irrigation using the soil moisture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yearly balance of water in the soil and to plan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moisture budget for a tropical wet and dry climate.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months is there a surplus? A deficit?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Surplus from about June to September; deficit from about November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At the start of the rains, where does the rain water go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refills the dry soil (recharge).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dry fields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during the deficit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dry, plants wilt and rivers are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cotton field in the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farmers plant at the start of the recharge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crops grow while the soil has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irrigation.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farmers grow crops during the deficit period?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Soil Moisture Balance. The soil moisture budget can be understood as follows. On this slide we have Soil moisture budget.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Soil Moisture Balance. On this slide we have Balance.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soil moisture budget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Seasonal Variations. In a tropical station such as Garoua, the budget changes as follows. On this slide we have Recharge.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Seasonal Variations. On this slide we have Surplus.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Seasonal Variations. On this slide we have Utilisation and deficit.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Moisture Regimes. Soil moisture regimes differ between climates. On this slide we have Humid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Moisture Regimes. On this slide we have Seasonal and arid regimes.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soil moisture recharge?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refilling of dry soil by rain at the start of the rainy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in the deficit period?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pET is greater than rain, the soil is dry and plants wilt.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surplus; number 2, recharge; number 3, 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With rainfall figures for your town, mark the wet and dry months and suggest a farming calendar.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Runoff.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THE SOIL MOISTURE BUDGET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 Moisture Budget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The Soil Moisture Budget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moisture budget, surplus, deficit, recharge, utilisation, moisture regime.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soil moisture balance; seasonal variations; soil moisture regimes.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soil moisture budget graph and relate it to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Soil Moisture Storage):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Weigh a cup of wet soil, dry it in the sun, weigh it again and calculate the water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wet soil 200 g, dry soil 160 g. Water lost = 40 g, so moisture content = 40 ÷ 160 × 100 = 25 %.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soil moisture budget.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the periods of surplus, utilisation, deficit and recharge on a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soil moisture regimes and their use 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the input; evapotranspiration is an output.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Field capacity and wilting point are states of soil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the North plant cotton when the rains start and harvest when the soil is drying. An agronomist shows them a graph comparing rain with water loss month by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need to know when the soil has enough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two things does the graph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Precipitation and potential evapotranspiration.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farming calendar and irrigation using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yearly balance of water in the soil and to plan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budge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moisture budget for a tropical wet and dry climate.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months is there a surplus?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BALANCE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Surplus from about June to September; deficit from about November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rains, where does the rain water go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RECHARGE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refills the dry soil (recharge).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fields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during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SEASONAL VARIATIONS: DEFICIT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dry, plants wilt and rivers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cotton field in the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plant at the start of the recharge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crops grow while the soil has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crops during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FOR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moisture budget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moisture budget: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balance between the water entering the soil (precipitation) and the water leaving it (evapotranspiration) through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precipitation is greater than PET, there is a surplus; when it is smaller, the soil store is used and a deficit follows. Budget = P − PET ± change in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Soil Moisture Balance</a:t>
            </a:r>
            <a:endParaRPr lang="en-US" sz="3600" dirty="0"/>
          </a:p>
        </p:txBody>
      </p:sp>
      <p:pic>
        <p:nvPicPr>
          <p:cNvPr id="4" name="Image 0" descr="/home/claude/f4/img/v2/soil_budge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soil moisture budget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 a tropical station such as Garoua, the budget changes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rains, precipitation first refills the dry soil store. There is little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Surplus: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soil reaches field capacity, extra water runs off or percolates to groundwater. Rivers rise and floods may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Seasonal Variations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Utilisation and deficit: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rains stop, plants use the soil water store. When it is empty, there is a deficit and plants suffer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Moisture Regimes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regimes differ between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 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equatorial regions the soil is moist all year, with a surplus most months. Crops can grow at any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Moisture Regimes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Seasonal and arid regimes: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tropical regions there is a surplus in the rainy season and a deficit in the dry season. In deserts there is a deficit almost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moisture recharge?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refilling of dry soil by rain at the start of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deficit period?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PET is greater than rain, the soil is dry and plants wilt.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rain is greater than PET and the soil is full, there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Refilling dry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stored soil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rainfall figures for your town, mark the wet and dry months and suggest a farming calendar.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Budget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Farming calendar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calendrier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The Soil Moisture Budget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soil moisture budget. Read the periods of surplus, utilisation, deficit and recharge on a graph. Explain soil moisture regimes and their use in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soil moisture budget graph and relate it to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Soil Moisture Balance; Seasonal Variations; Soil Moisture Regimes.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With rainfall figures for your town, mark the wet and dry months and suggest a farming calendar.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first rains.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the planting months of cotton and millet.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irrigated rice in Yagoua.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2026-09-27T10:31:27Z</dcterms:created>
  <dcterms:modified xsi:type="dcterms:W3CDTF">2026-09-27T10:31:27Z</dcterms:modified>
</cp:coreProperties>
</file>