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Plotting and Analysing Storm Hydrographs and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Hydrology, and the sub-topic is Hydrological Problems. The key notions we shall use today are: discharge data, hydrograph, regime graph, lag time, peak flow, low flow. At the end, you should be able to do this: learners are able to plot and interpret storm hydrographs and regime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River Regimes. The question was: Using the regime graph, write when the Sanaga is best for hydro-electricity and why dams are needed.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Sanaga is highest from September to November, the best time for hydro-electricity. Dams such as Lom Pangar store water to keep turbines working in the low-water season (February to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plot a storm hydrograph from data. Number 2: calculate lag time and read peak discharge. Number 3: plot and interpret a regime graph and give the uses of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storm hydrograph shows discharge after a storm. A regime graph shows discharge over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Water wants to build a small dam on a stream in the West Region. An engineer gives the class a table of rainfall and discharge after a storm and asks them to draw and read the graph.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data must be plotted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will the class draw?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engineer need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know the highest flood the dam must resist.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hydrological data to predict floods and plan water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graphs to understand floods and river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and discharge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At what hour is rain heaviest? At what hour is discharge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at hour 6; discharge at hour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storm hydrograph drawn from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Using the table, what is the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12 − 6 = 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gauging station that records discharge.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discharge data collected?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gauging stations that measure water level and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regime graphs of two rivers.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regime does the Benue have? What problem does its low flow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boats cannot reach Garoua and water is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engineers study hydrographs before building a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design the spillway for the highest floods and plan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Storm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River regime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 Storm Hydrograph. A storm hydrograph is plotted as follows. On this slide we have Axes.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 Storm Hydrograph. On this slide we have Plotting and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plotted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Analysing a River Regime. A regime graph is plotted and analysed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river regime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Rain peaks at hour 3 and discharge at hour 9. What is the lag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hours.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hydrographs in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designing dams and bridges (also flood defences,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vertical; number 2, bars; number 3, lag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Plot the storm hydrograph from the table on graph paper and describe it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Drainage Basin Morphometry.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PLOTTING AND ANALYSING STORM HYDROGRAPHS AND RIVER REGIMES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Analysing Storm Hydrographs and 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Discharge data, hydrograph, regime graph, lag time, peak flow, low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Plot discharge data; interpret peak and low flows; identify regimes and their factors; uses of hydrographs in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is highest from September to November, the best time for hydro-electricity. Dams such as Lom Pangar store water to keep turbines working in the low-water season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 storm hydrograph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lag time and read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and interpret a regime graph and give the uses of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storm hydrograph shows discharge after a storm.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regime graph shows discharge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Water wants to build a small dam on a stream in the West Region. An engineer gives the class a table of rainfall and discharge after a storm and asks them to draw and read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data must be plotted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will the class draw?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engineer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know the highest flood the dam must resist.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hydrological data to predict floods and plan water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graphs to understand floods and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and discharge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hour is rain heaviest? At what hour is discharge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at hour 6; discharge at hour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storm hydrograph drawn from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12 − 6 = 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gauging station that records discharge.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discharge data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gauging stations that measure water level and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Regime graphs of two rivers.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regime does the Benue have? What problem does its low flow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boats cannot reach Garoua and water is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engineers study hydrographs before building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design the spillway for the highest floods and plan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Hydrology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Problems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river discharge against time during and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the mean monthly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is plotted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(hours) is placed on the x-axis and discharge (m³/s) on the left y-axis. Rainfall (mm) is shown as bars on a second y-axis at the top or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each discharge value and join the points with a smooth curve. Draw the base flow line under the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peak rainfall and the peak discharge and measure the lag time between them. Describe the rising and falling limbs.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plotted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regime graph is plotted and analysed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the months on the x-axis and mean discharge on the y-axis. Draw bars or a line for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high-water and low-water periods and calculate the ratio between them. Relate them to rainfall and to the type of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Hydrographs and regimes are used to design dams, bridges and flood warnings. They also help to plan navigation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river regime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peaks at hour 3 and discharge at hour 9.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hydrographs in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Designing dams and bridges (also flood defences,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plotted on the ______ axis.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drawn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Engineer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L'ingénieur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a storm hydrograph from data. Calculate lag time and read peak discharge. Plot and interpret a regime graph and give the uses of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Plotting a Storm Hydrograph; Plotting and Analysing a River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the storm hydrograph from the table on graph paper and describe it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points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a staff gauge.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plot monthly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hydrographs.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2026-09-29T03:12:44Z</dcterms:created>
  <dcterms:modified xsi:type="dcterms:W3CDTF">2026-09-29T03:12:44Z</dcterms:modified>
</cp:coreProperties>
</file>