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1: Plotting and Analysing Storm Hydrographs and River Regimes.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Hydrology, and the sub-topic is Hydrological Problems. The key notions we shall use today are: discharge data, hydrograph, regime graph, lag time, peak flow, low flow. At the end, you should be able to do this: learners are able to plot and interpret storm hydrographs and regime graphs.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34: River Regimes. The question was: Using the regime graph, write when the Sanaga is best for hydro-electricity and why dams are needed.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Sanaga is highest from September to November, the best time for hydro-electricity. Dams such as Lom Pangar store water to keep turbines working in the low-water season (February to April).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plot a storm hydrograph from data. Number 2: calculate lag time and read peak discharge. Number 3: plot and interpret a regime graph and give the uses of hydrographs.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 storm hydrograph shows discharge after a storm. A regime graph shows discharge over a year.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Ministry of Water wants to build a small dam on a stream in the West Region. An engineer gives the class a table of rainfall and discharge after a storm and asks them to draw and read the graph.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data must be plotted and interpreted.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graph will the class draw?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storm hydrograph.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does the engineer need it?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 know the highest flood the dam must resist.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hydrological data to predict floods and plan water projects.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use graphs to understand floods and river 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rainfall and discharge after a storm.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At what hour is rain heaviest? At what hour is discharge highest?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Rain at hour 6; discharge at hour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storm hydrograph drawn from data.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Using the table, what is the lag time?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12 − 6 = 6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gauging station that records discharge.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are discharge data collected?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At gauging stations that measure water level and velocity.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regime graphs of two rivers.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type of regime does the Benue have? What problem does its low flow cause?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simple tropical regime; boats cannot reach Garoua and water is scarce.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dam spillway.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do engineers study hydrographs before building a dam?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design the spillway for the highest floods and plan water storage.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Storm hydrograph.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River regime graph.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Plotting a Storm Hydrograph. A storm hydrograph is plotted as follows. On this slide we have Axes.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Plotting a Storm Hydrograph. On this slide we have Plotting and Reading.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 plotted storm hydrograph.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Plotting and Analysing a River Regime. A regime graph is plotted and analysed as follows. On this slide we have Plotting.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Plotting and Analysing a River Regime. On this slide we have Analysis.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Plotting and Analysing a River Regime. On this slide we have Uses.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 river regime graph.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Rain peaks at hour 3 and discharge at hour 9. What is the lag time?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6 hours.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uses of hydrographs in engineering.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designing dams and bridges (also flood defences, irrigation).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vertical; number 2, bars; number 3, lag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Plot the storm hydrograph from the table on graph paper and describe it in five sentences.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2: Drainage Basin Morphometry.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PRACTICAL WORK 1: PLOTTING AND ANALYSING STORM HYDROGRAPHS AND RIVER REGIMES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Plotting and Analysing Storm Hydrographs and River Regimes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Hydrology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Hydrological Problems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1: Plotting and Analysing Storm Hydrographs and River Regimes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Discharge data, hydrograph, regime graph, lag time, peak flow, low flow.</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Plot discharge data; interpret peak and low flows; identify regimes and their factors; uses of hydrographs in engineering.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plot and interpret storm hydrographs and regime graphs.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34: River Regimes):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Using the regime graph, write when the Sanaga is best for hydro-electricity and why dams are needed.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Sanaga is highest from September to November, the best time for hydro-electricity. Dams such as Lom Pangar store water to keep turbines working in the low-water season (February to April).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Plot a storm hydrograph from data.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lag time and read peak discharge.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Plot and interpret a regime graph and give the uses of hydrographs.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storm hydrograph shows discharge after a storm.</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regime graph shows discharge over a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Ministry of Water wants to build a small dam on a stream in the West Region. An engineer gives the class a table of rainfall and discharge after a storm and asks them to draw and read the graph.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data must be plotted and interpreted.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graph will the class draw?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storm hydrograph.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engineer need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know the highest flood the dam must resist.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hydrological data to predict floods and plan water projects.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use graphs to understand floods and river 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DATA</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w_data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Rainfall and discharge after a storm.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DATA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what hour is rain heaviest? At what hour is discharge highest?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DATA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 at hour 6; discharge at hour 12.</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PLOTTING A STORM HYDROGRAPH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storm_hydrograp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storm hydrograph drawn from data.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PLOTTING A STORM HYDROGRAPH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Using the table, what is the lag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PLOTTING A STORM HYDROGRAPH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12 − 6 = 6 hours.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COLLECTING DATA</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gaug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gauging station that records discharge.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COLLECTING DATA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are discharge data collected?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COLLECTING DATA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gauging stations that measure water level and velocity.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REGIME GRAPHS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regim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Regime graphs of two rivers.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REGIME GRAPHS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type of regime does the Benue have? What problem does its low flow cause?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REGIME GRAPHS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simple tropical regime; boats cannot reach Garoua and water is scarce.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INTERPRETATION AND 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dam.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dam spillway.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INTERPRETATION AND 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engineers study hydrographs before building a dam?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INTERPRETATION AND 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design the spillway for the highest floods and plan water storage.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Hydrology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Hydrological Problems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1: Plotting and Analysing Storm Hydrographs and River Regimes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Storm hydrograph: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graph of river discharge against time during and after a storm.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River regime graph: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graph of the mean monthly discharge of a river over a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Plotting a Storm Hydrograph</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 storm hydrograph is plotted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Axes: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Time (hours) is placed on the x-axis and discharge (m³/s) on the left y-axis. Rainfall (mm) is shown as bars on a second y-axis at the top or right.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Plotting a Storm Hydrograph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Plotting: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Plot each discharge value and join the points with a smooth curve. Draw the base flow line under the curve.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Reading: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Mark the peak rainfall and the peak discharge and measure the lag time between them. Describe the rising and falling limbs.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Plotting a Storm Hydrograph</a:t>
            </a:r>
            <a:endParaRPr lang="en-US" sz="3600" dirty="0"/>
          </a:p>
        </p:txBody>
      </p:sp>
      <p:pic>
        <p:nvPicPr>
          <p:cNvPr id="4" name="Image 0" descr="/home/claude/f4/img/v2/storm_hydrograp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 plotted storm hydrograph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Plotting and Analysing a River Regime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 regime graph is plotted and analysed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Plotting: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Place the months on the x-axis and mean discharge on the y-axis. Draw bars or a line for each month.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Plotting and Analysing a River Regime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Analysis: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Identify the high-water and low-water periods and calculate the ratio between them. Relate them to rainfall and to the type of regime.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Plotting and Analysing a River Regime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Hydrographs and regimes are used to design dams, bridges and flood warnings. They also help to plan navigation and irrigation.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Plotting and Analysing a River Regime</a:t>
            </a:r>
            <a:endParaRPr lang="en-US" sz="3600" dirty="0"/>
          </a:p>
        </p:txBody>
      </p:sp>
      <p:pic>
        <p:nvPicPr>
          <p:cNvPr id="4" name="Image 0" descr="/home/claude/f4/img/v2/regim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 river regime graph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 peaks at hour 3 and discharge at hour 9. What is the lag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6 hours.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uses of hydrographs in engineering.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Designing dams and bridges (also flood defences, irrigation).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Discharge is plotted on the ______ axis.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Rain is drawn as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time between peak rain and peak discharge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Plot the storm hydrograph from the table on graph paper and describe it in five sentences.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2: Drainage Basin Morphometry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Graph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graphique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Axis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L'axe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Data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données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Peak flow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débit de pointe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Low flow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L'étiage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Engineer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L'ingénieur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Hydrology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1: Plotting and Analysing Storm Hydrographs and River Regimes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Plot a storm hydrograph from data. Calculate lag time and read peak discharge. Plot and interpret a regime graph and give the uses of hydrographs.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plot and interpret storm hydrographs and regime graphs.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Plotting a Storm Hydrograph; Plotting and Analysing a River Regime.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Plot the storm hydrograph from the table on graph paper and describe it in five sentences.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copy the table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plot the points on graph paper.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explain a staff gauge.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plot monthly data.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uses of hydrographs.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“Embudo Stream Gaging Station (Rio Arriba County, New Mexico)” by cmh2315fl, CC BY-NC 2.0, via Flickr (https://www.flickr.com/photos/21953562@N07/32142798192)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“Fontana Dam Spillway” by Frank Kehren, CC BY-NC-ND 2.0, via Flickr (https://www.flickr.com/photos/77759596@N00/9256852611)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2026-09-29T12:18:33Z</dcterms:created>
  <dcterms:modified xsi:type="dcterms:W3CDTF">2026-09-29T12:18:33Z</dcterms:modified>
</cp:coreProperties>
</file>