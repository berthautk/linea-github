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24: The Drainage Basin as an Open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basin with a main river and tributaries.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tributaries of the Sanaga (Mbam, Lom).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water on soil in a bottle.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river after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watershed 2. infiltration 3. throughflow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Drainage Basin as an Open System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The Drainage Basin as an Open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basin, watershed, source, tributary, confluence, mouth, open system, input, output, throughflow.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 of a drainage basin; inputs, outputs, stores and flows of the basin hydrological cycle.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drainage basin and explain how water enters, is stored, moves and leaves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drainage basin and its parts.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 basin is an open 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its inputs, stores, flows and outputs.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water cycle is a closed system.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flow from their source to their mouth.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heavy rain on the Adamawa Plateau, the Sanaga rises at Nachtigal days later, far away. Learners wonder how rain on hills far away reaches the river.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how rain reaches a river.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 area drained by a river?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drainage basin.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drainage basin a closed system?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it is an open system: water enters and leaves.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a river basin works, which is needed to manage floods and water supply.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drainage_bas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parts of a drainage basin.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line that separates two drainage basins?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watershed (divide).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head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small stream near its source.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a river begin? What joins it on the way?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DRAINAGE BASIN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its source; tributaries join it at confluences.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ope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Inputs, stores and outputs.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input and what are the outputs of a drainage basin?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Input: precipitation. Outputs: evapotranspiration and runoff.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basi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Stores and flows in a drainage basin.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flows that carry water from the surface to the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(into the soil) and percolation (into the rock).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nachtig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at the Nachtigal falls.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store is the river? How does water reach it?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 AND FLOWS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channel store; by overland flow, throughflow and base flow.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Drainage Basin as an Open System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Water in Storage and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24: The Drainage Basin as an Open System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of land drained by a river and its tributaries.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Watershed: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 line that separates two drainage basins.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system where matter and energy enter and leave.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moving sideways through the soil to the river.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Drainage Basin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basin has a source, a main river, tributaries, confluences and a mouth. The watershed forms its edge.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Open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enters as precipitation and leaves as evapotranspiration and runoff. The amount stored changes with the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Inputs, Stores, Flows, Outputs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 and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 is the input. Water is stored on plants (interception), on the surface, in the soil, in rocks and in the channel.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moves by throughfall, infiltration, percolation, overland flow, throughflow and base flow. These flows carry water to the river.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Inputs, Stores, Flows, Outputs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leaves by evapotranspiration to the air. It also leaves as river runoff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Inputs, Stores, Flows, Outputs (3/3)</a:t>
            </a:r>
            <a:endParaRPr lang="en-US" sz="3600" dirty="0"/>
          </a:p>
        </p:txBody>
      </p:sp>
      <p:pic>
        <p:nvPicPr>
          <p:cNvPr id="13" name="Image 0" descr="/home/claude/f4/img/v2/basi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system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drainage basin an open system?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enters as precipitation and leaves as evapotranspiration and runoff.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stores in a drainage basin.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Interception, soil water, ground water (also surface and channel).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edge of a drainage basin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moving into the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moving through the soil to the river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drainage basin of a stream near your school and label its parts.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25: Human Activities and the Hydrological Cycle.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bassin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Watershed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ligne de partage des eaux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L'affluent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L'embouchure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The Drainage Basin as an Open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drainage basin and its parts. Explain why a basin is an open system. Describe its inputs, stores, flows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drainage basin and explain how water enters, is stored, moves and leaves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Drainage basin, Watershed, Open system, Throughflow; II. The Drainage Basin: Parts, Open system; III. Inputs, Stores, Flows, Outputs: Input and stores, Flows,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drainage basin of a stream near your school and label its parts.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“Cherry Run (Headwaters) (3)” by Nicholas_T, CC BY 2.0, via Flickr (https://www.flickr.com/photos/14922165@N00/8690621015)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“Chutes de Natchigal” by friel, CC BY-NC-SA 2.0, via Flickr (https://www.flickr.com/photos/91702411@N00/2692932)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