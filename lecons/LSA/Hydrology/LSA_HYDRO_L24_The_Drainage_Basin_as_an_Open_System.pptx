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24: The Drainage Basin as an Open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basin with a main river and tributaries.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name tributaries of the Sanaga (Mbam, Lom).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three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pour water on soil in a bottle.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river after 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watershed 2. infiltration 3. throughflow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HYDROLOGY  —  LESSON 24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Drainage Basin as an Open System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1: Understanding and managing atmospheric and hydrological phenomena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Water in Storage and Circulation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Hydrological Cycle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24: The Drainage Basin as an Open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Drainage basin, watershed, source, tributary, confluence, mouth, open system, input, output, throughflow.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of a drainage basin; inputs, outputs, stores and flows of the basin hydrological cycle.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a drainage basin and explain how water enters, is stored, moves and leaves it.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drainage basin and its parts.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basin is an open system.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its inputs, stores, flows and outputs.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water cycle is a closed system.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 flow from their source to their mouth.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heavy rain on the Adamawa Plateau, the Sanaga rises at Nachtigal days later, far away. Learners wonder how rain on hills far away reaches the river.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Learners do not know how rain reaches a river.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we call the area drained by a river?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drainage basin.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the drainage basin a closed system?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No, it is an open system: water enters and leaves.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how a river basin works, which is needed to manage floods and water supply.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DRAINAGE BASIN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drainage_basi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parts of a drainage basin.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DRAINAGE BASIN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line that separates two drainage basins?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DRAINAGE BASIN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watershed (divide).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DRAINAGE BASIN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lsa_headwa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small stream near its source.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DRAINAGE BASIN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a river begin? What joins it on the way?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DRAINAGE BASIN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its source; tributaries join it at confluences.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AN OPEN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open_syste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Inputs, stores and outputs.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AN OPEN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input and what are the outputs of a drainage basin?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AN OPEN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Input: precipitation. Outputs: evapotranspiration and runoff.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STORES AND FLOWS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basin_syste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Stores and flows in a drainage basin.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STORES AND FLOWS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flows that carry water from the surface to the ground water.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STORES AND FLOWS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Infiltration (into the soil) and percolation (into the rock).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STORES AND FLOWS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lsa_nachtig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Sanaga at the Nachtigal falls.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STORES AND FLOWS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store is the river? How does water reach it?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STORES AND FLOWS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channel store; by overland flow, throughflow and base flow.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Drainage Basin as an Open System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Global Water in Storage and Circulation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Hydrological Cycle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24: The Drainage Basin as an Open System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Drainage basin: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area of land drained by a river and its tributaries.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Watershed: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high line that separates two drainage basins.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system: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system where matter and energy enter and leave.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Throughflow: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water moving sideways through the soil to the river.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Drainage Basin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Parts: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basin has a source, a main river, tributaries, confluences and a mouth. The watershed forms its edge.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Open system: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enters as precipitation and leaves as evapotranspiration and runoff. The amount stored changes with the seasons.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Inputs, Stores, Flows, Outputs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Input and stores: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Precipitation is the input. Water is stored on plants (interception), on the surface, in the soil, in rocks and in the channel.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Flows: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moves by throughfall, infiltration, percolation, overland flow, throughflow and base flow. These flows carry water to the river.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Inputs, Stores, Flows, Outputs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Outputs: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leaves by evapotranspiration to the air. It also leaves as river runoff to the sea.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Inputs, Stores, Flows, Outputs (3/3)</a:t>
            </a:r>
            <a:endParaRPr lang="en-US" sz="3600" dirty="0"/>
          </a:p>
        </p:txBody>
      </p:sp>
      <p:pic>
        <p:nvPicPr>
          <p:cNvPr id="13" name="Image 0" descr="/home/claude/f4/img/v2/basin_syste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system diagram.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a drainage basin an open system?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enters as precipitation and leaves as evapotranspiration and runoff.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three stores in a drainage basin.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Interception, soil water, ground water (also surface and channel).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edge of a drainage basin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moving into the soil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moving through the soil to the river is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the drainage basin of a stream near your school and label its parts.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25: Human Activities and the Hydrological Cycle.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Drainage basin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bassin versant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Watershed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ligne de partage des eaux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Tributary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L'affluent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Confluence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confluence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L'embouchure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Water in Storage and Circulation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24: The Drainage Basin as an Open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drainage basin and its parts. Explain why a basin is an open system. Describe its inputs, stores, flows and outputs.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a drainage basin and explain how water enters, is stored, moves and leaves it.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Drainage basin, Watershed, Open system, Throughflow; II. The Drainage Basin: Parts, Open system; III. Inputs, Stores, Flows, Outputs: Input and stores, Flows, Outputs.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drainage basin of a stream near your school and label its parts.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1 (Meteorology, Climatology &amp; Hydrology).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“Cherry Run (Headwaters) (3)” by Nicholas_T, CC BY 2.0, via Flickr (https://www.flickr.com/photos/14922165@N00/8690621015)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“Chutes de Natchigal” by friel, CC BY-NC-SA 2.0, via Flickr (https://www.flickr.com/photos/91702411@N00/2692932)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2026-09-26T18:17:46Z</dcterms:created>
  <dcterms:modified xsi:type="dcterms:W3CDTF">2026-09-26T18:17:46Z</dcterms:modified>
</cp:coreProperties>
</file>