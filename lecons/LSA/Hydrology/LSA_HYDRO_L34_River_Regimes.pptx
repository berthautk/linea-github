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34: River Regimes.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Garoua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Benue.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trace the Nile and its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Lagdo on the Benue and Mbakaou on the Djerem.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regime 2. simple 3. regulate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 Regimes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34: River Regimes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 regime, simple regime, complex regime, high water, low water, regulation.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illustrations and factors of river regimes (long-term, seasonal variation of runoff).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regime graph and explain the regimes of rivers in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river regime.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simple and complex regimes with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river regimes.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varies with the seasons in Cameroon.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flow comes from ground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March, boats cannot reach Garoua because the Benue is too shallow. In September the same river is wide and full, and boats from Nigeria can arrive.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flow of the Benue changes greatly during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yearly pattern of a river's flow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regime.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Benue full in September?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rainy season in the north ends then.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seasonal flow of rivers, which is important for navigation, farming and dams.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egim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Monthly discharge of the Sanaga and the Benue.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is the Benue at Garoua highest and lowest?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Highest in September; lowest from February to April.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ben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 River.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can boats reach Garoua only a few months each year?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is deep enough only during high water (August–October).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nachtig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Sanaga at Nachtigal.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Sanaga has one main high-water period. What type of regime is this?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simple (tropical) regime with one flood season.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n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Nile River.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Nile is fed by several climate zones. What type of regime does it have?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complex regime.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d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dam spillway.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dams change a river's regime?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store water in the wet season and release it in the dry season (regulation).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 Regimes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34: River Regimes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 regime: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pattern of changes in a river's discharge during the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regime: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regime with one period of high water and one of low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Complex regime: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regime with several high-water periods, fed by different sources.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Regimes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Simple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depend on one source, often the rain of one season. The Benue has one flood in August–September.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Equatorial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in the south, like the Nyong, can have two high-water periods. This follows the two rainy seasons.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Regimes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Complex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 rivers like the Nile and the Congo cross several climate zones. Their tributaries flood at different times.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amount and season of rain control the regime. High evapotranspiration lowers the flow in the dry season.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Basin characteristics: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Permeable rocks and lakes store water and give steady flow. Forests also slow the flow.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Human activities: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 regulate flow, and irrigation takes water out. Deforestation makes floods higher and low flows lower.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(3/3)</a:t>
            </a:r>
            <a:endParaRPr lang="en-US" sz="3600" dirty="0"/>
          </a:p>
        </p:txBody>
      </p:sp>
      <p:pic>
        <p:nvPicPr>
          <p:cNvPr id="13" name="Image 0" descr="/home/claude/f4/img/v2/regim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regime 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river regime?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pattern of changes in a river's discharge during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simple and complex regimes.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Simple: one high and one low period; complex: several high periods from different sources.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yearly pattern of discharge is the river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regime with one flood season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 ______ the flow of rivers.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the regime graph, write when the Sanaga is best for hydro-electricity and why dams are needed.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4: The Drainage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River regime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régime fluvial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eaux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L'étiage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navigation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régularisation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des crues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34: River Regimes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river regime. Describe simple and complex regimes with examples. Explain the factors of river regimes.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regime graph and explain the regimes of rivers in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River regime, Simple regime, Complex regime; II. Types of Regimes: Simple regimes, Equatorial regimes, Complex regimes; III. Factors: Climate, Basin characteristics, Human activities.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the regime graph, write when the Sanaga is best for hydro-electricity and why dams are needed.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“Niamey, Niger” by LenDog64, CC BY-ND 2.0, via Flickr (https://www.flickr.com/photos/45968460@N03/4422209893)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“Chutes de Natchigal” by friel, CC BY-NC-SA 2.0, via Flickr (https://www.flickr.com/photos/91702411@N00/2692932)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“Egypt-5B-023 - Approaching Aswan” by archer10 (Dennis), CC BY-SA 2.0, via Flickr (https://www.flickr.com/photos/22490717@N02/2217394088)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“Fontana Dam Spillway” by Frank Kehren, CC BY-NC-ND 2.0, via Flickr (https://www.flickr.com/photos/77759596@N00/9256852611)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2026-09-26T18:17:50Z</dcterms:created>
  <dcterms:modified xsi:type="dcterms:W3CDTF">2026-09-26T18:17:50Z</dcterms:modified>
</cp:coreProperties>
</file>