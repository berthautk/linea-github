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27: Precipitation as the Input of the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precipitation, rain gauge, intensity, duration, frequency, isohyet. At the end, you should be able to do this: learners are able to measure precipitation and explain its role as the input of the drainage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26: Evapotranspiration. The question was: Put the same amount of water in two cups, one in the sun and one in the shade. Measure after two days.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cup in the sun loses more water than the cup in the shade. Higher temperature and sunshine provide more energy for evaporation.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precipitation and its characteristics (amount, intensity, duration). Number 2: explain how precipitation is measured. Number 3: explain its variations and significance for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There are three types of rainfall. Rainfall decreases from the coast inland in Cameroon.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Two towns both receive 50 mm of rain on the same day. In one town the rain falls in 30 minutes and causes floods; in the other it falls gently all day and causes no damage.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same amount of rain has different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different between the two rains?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intensity (mm per hour).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intense rain cause floods?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cannot absorb it fast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and record rainfall to plan farming and water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rain that feeds rivers, soils and ground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heavy rain in a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precipitation called the input of the drainage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only way water enters the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rain gauge.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is rainfall measured? In what unit?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With a rain gauge, in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three types of rainfall.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type gives short, intense afternoon storms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Convectional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annual rainfall of three towns.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Douala get four times more rain than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sea and at the foot of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monthly rainfall at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months does most of Garoua's rain fall?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May to October, with a peak in August.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Types and Process. Precipitation as an input can be understood as follows. On this slide we have Precipitation.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Process.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Types and Process.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rainfall.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Measurement and Variations. Precipitation is measured and varies as follows. On this slide we have Measurement.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Space variations.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Measurement and Variations. On this slide we have Time variations.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rainfall in Douala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precipitation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rainfall intensity? Why is it important?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amount of rain per hour; intense rain gives more runoff and floods.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two ways of measuring rainfall.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 gauge and weather radar (also satellites).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millimetres; number 2, isohyet; number 3, intensity.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Make a rain gauge with a bottle and record rainfall for one week.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Interception as a Store.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27: PRECIPITATION AS THE INPUT OF THE DRAINAGE BASIN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Precipitation as the Input of the Drainage Basin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27: Precipitation as the Input of the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 rain gauge, intensity, duration, frequency, isohyet.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Precipitation as the input: meaning, types, measurement, variations in space and time, factors and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measure precipitation and explain its role as the input of the drainage basin.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26: Evapotranspiration):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the same amount of water in two cups, one in the sun and one in the shade. Measure after two days.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cup in the sun loses more water than the cup in the shade. Higher temperature and sunshine provide more energy for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precipitation and its characteristics (amount, intensity, duration).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precipitation is measured.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variations and significance for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three types of rainfall.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decreases from the coast inland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towns both receive 50 mm of rain on the same day. In one town the rain falls in 30 minutes and causes floods; in the other it falls gently all day and causes no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same amount of rain has different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between the two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intensity (mm per hour).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intense rain cause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cannot absorb it fast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and record rainfall to plan farming and water supply.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rain that feeds rivers, soils and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heavy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Heavy rain in a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precipitation called the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only way water enters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aingauge.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rain gauge.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measured? In what unit?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a rain gauge, in millimetres.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three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gives short, intense afternoon storms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AND PROCESS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Annual rainfall of three towns.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Douala get four times more rain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SPACE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 and at the foot of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Monthly rainfall at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months does most of Garoua's rain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TIME VARIATIONS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May to October, with a peak in August.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27: Precipitation as the Input of the Drainage Basin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as an input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water that falls from the atmosphere to the ground, as rain, snow, hail or drizzle. It is the main input of the drainage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rises, cools to its dew point and water vapour condenses on nuclei. Droplets grow by collision or around ice crystals until they are heavy enough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Convectional rain comes from heated rising air, relief rain from air forced over mountains, and frontal (cyclonic) rain from warm air rising over cold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Types and Process</a:t>
            </a:r>
            <a:endParaRPr lang="en-US" sz="3600" dirty="0"/>
          </a:p>
        </p:txBody>
      </p:sp>
      <p:pic>
        <p:nvPicPr>
          <p:cNvPr id="4" name="Image 0" descr="/home/claude/f4/img/v2/rainfal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rainfall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Precipitation is measured and varies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is measured with a rain gauge and recorded in millimetres every day at the same time. Radar and satellites estimate rain 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Space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decreases from the coast inland and increases on windward slopes. Douala receives about 4,000 mm but Garoua about 1,000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variations: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varies with the seasons, from year to year and even during a day. In Garoua most rain falls from June to September.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Measurement and Variations</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rainfall in Douala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precipitation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Pressure belts, air masses, relief, distance from the sea and ocean currents control precipitation. Intensity, duration and frequency vary with the type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feeds all other stores and flows of the basin. Its intensity decides whether water infiltrates or runs off and causes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rainfall intensity? Why is it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rain per hour; intense rain gives more runoff and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ways of measuring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gauge and weather radar (also satellites).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 is measured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line joining places with equal rain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amount of rain per hour is the rainfall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rain gauge with a bottle and record rainfall for one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Interception as a Store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Precipitation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Isohyet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L'isohyète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27: Precipitation as the Input of the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precipitation and its characteristics (amount, intensity, duration). Explain how precipitation is measured. Explain its variations and significance for the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measure precipitation and explain its role as the input of the drainage basin.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Types and Process; Measurement and Variations;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Make a rain gauge with a bottle and record rainfall for one week.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last heavy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make a simple rain gauge with a bottle.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three types.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rainfall figures.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 with the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“Heavy rain. Johannesburg, South Africa” by varfolomeev, CC BY-NC 2.0, via Flickr (https://www.flickr.com/photos/45427632@N02/49745935146)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“Sarasota - Rain Gauge (in 23rd Year)” by roger4336, CC BY-SA 2.0, via Flickr (https://www.flickr.com/photos/24736216@N07/8370429863)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2026-09-29T12:18:31Z</dcterms:created>
  <dcterms:modified xsi:type="dcterms:W3CDTF">2026-09-29T12:18:31Z</dcterms:modified>
</cp:coreProperties>
</file>