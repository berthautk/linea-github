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Precipitation as the Input of the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precipitation, rain gauge, intensity, duration, frequency, isohyet. At the end, you should be able to do this: learners are able to measure precipitation and explain its role as the input of the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Evapotranspiration. The question was: Put the same amount of water in two cups, one in the sun and one in the shade. Measure after two days.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cup in the sun loses more water than the cup in the shade. Higher temperature and sunshine provide more energy for evaporation.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its characteristics (amount, intensity, duration). Number 2: explain how precipitation is measured. Number 3: explain its variations and significance for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There are three types of rainfall. Rainfall decreases from the coast inland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towns both receive 50 mm of rain on the same day. In one town the rain falls in 30 minutes and causes floods; in the other it falls gently all day and causes no damage.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same amount of rain has different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different between the two rains?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intensity (mm per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intense rain cause floods?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cannot absorb it fast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rain that feeds rivers, soils and ground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precipitation called the input of the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only way water enters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rain gauge.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rainfall measured? In what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rain gauge, in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types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type gives short, intense afternoon storms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annual rainfall of three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get four times more rain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sea and at the foot of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monthly rainfall at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months does most of Garoua's rain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May to October, with a peak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Precipitation as an input can be understood as follows. On this slide we have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Precipitation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 variations.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rainfall in Douala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precipitation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rainfall intensity? Why is it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rain per hour; intense rain gives more runoff and floods.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of measuring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 gauge and weather radar (also satellites).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millimetres; number 2, isohyet; number 3, intensity.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rain gauge with a bottle and record rainfall for one week.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Interception as a Store.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27: PRECIPITATION AS THE INPUT OF THE DRAINAGE BASIN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 as the Input of the Drainage Basin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Precipitation as the Input of the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 rain gauge, intensity, duration, frequency, isohyet.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 as the input: meaning, types, measurement, variations in space and time, factors and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precipitation and explain its role as the input of the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Evapotranspiration):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 same amount of water in two cups, one in the sun and one in the shade. Measure after two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cup in the sun loses more water than the cup in the shade. Higher temperature and sunshine provide more energy for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its characteristics (amount, intensity, duration).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precipitation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variations and significance for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decreases from the coast inland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towns both receive 50 mm of rain on the same day. In one town the rain falls in 30 minutes and causes floods; in the other it falls gently all day and causes no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amount of rain has different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between the two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(mm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intense rain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cannot absorb it fast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rain that feeds rivers, soils and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precipitation called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only way water enters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 gauge.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measured? In what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rain gauge,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gives short, intense afternoon storms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Annual rainfall of three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get four times more rain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at the foot of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Monthly rainfall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months does most of Garoua's rain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May to October, with a peak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27: Precipitation as the Input of the Drainage Basin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as an input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water that falls from the atmosphere to the ground, as rain, snow, hail or drizzle. It is the main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cools to its dew point and water vapour condenses on nuclei. Droplets grow by collision or around ice crystals until they are heavy enough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 comes from heated rising air, relief rain from air forced over mountains, and frontal (cyclonic) rain from warm air rising over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measured with a rain gauge and recorded in millimetres every day at the same time. Radar and satellites estimate rain 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decreases from the coast inland and increases on windward slopes. Douala receives about 4,000 mm but Garoua about 1,000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varies with the seasons, from year to year and even during a day. In Garoua most rain falls from June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rainfall in Douala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precipitation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Pressure belts, air masses, relief, distance from the sea and ocean currents control precipitation. Intensity, duration and frequency vary with the type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feeds all other stores and flows of the basin. Its intensity decides whether water infiltrates or runs off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rainfall intensity?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rain per hour; intense rain gives more runoff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of measuring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gauge and weather radar (also satellites).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measured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joining places with equal rain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amount of rain per hour is the rainfall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rain gauge with a bottle and record rainfall for one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Interception as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Isohyet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L'isohyète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Precipitation as the Input of the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its characteristics (amount, intensity, duration). Explain how precipitation is measured. Explain its variations and significance for the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precipitation and explain its role as the input of the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rain gauge with a bottle and record rainfall for one week.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make a simple rain gauge with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three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rainfall figures.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 with the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2026-09-29T03:12:42Z</dcterms:created>
  <dcterms:modified xsi:type="dcterms:W3CDTF">2026-09-29T03:12:42Z</dcterms:modified>
</cp:coreProperties>
</file>