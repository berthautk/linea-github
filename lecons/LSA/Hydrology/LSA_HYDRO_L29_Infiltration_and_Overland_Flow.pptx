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29: Infiltration and Overland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pour water slowly, then fast, on a pot of soil.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two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waterlogged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sand and clay.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farming in the Far North.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infiltration 2. capacity 3. saturation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29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Infiltration and Overland Flow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29: Infiltration and Overland Flow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Infiltration, infiltration capacity, infiltration rate, Hortonian overland flow, saturation overland flow, infiltrometer.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types, process, measurement, variations, factors and significance of infiltration and overland flow.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rain soaks in or runs off, and how to increase infiltration.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infiltration and infiltration capacity.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Hortonian and saturation overland flow.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and significance of infiltration.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Intense rain gives more runoff.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can store water.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a storm in Maroua, water runs over a hard, bare football field and cuts small channels, but in the nearby millet field with zai pits the water soaks into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bare ground the water runs off instead of soaking in.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water soaking into the soil?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Infiltration.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zai pits help?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hold the water so it has time to infiltrate.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to keep water in the soil and reduce erosion and floods.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overland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rain soaks in, then flows over the surface.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does water start to flow over the surface?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the soil cannot take in more water.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OVERLAND FLOW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infiltra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Infiltration capacity falls during a storm.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OVERLAND FLOW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Hortonian overland flow?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OVERLAND FLOW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 that happens when rain falls faster than the soil can absorb it.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OVERLAND FLOW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pudd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lying on the surface after rain.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OVERLAND FLOW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is full of water. What type of overland flow follows?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 OF OVERLAND FLOW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Saturation overland flow.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gully on bare ground.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factors that reduce infiltration.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Bare, compacted or clay soil, steep slopes, and very intense rain.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z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Zai pits in the Sahel.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farmers dig zai pits?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hold rain so it infiltrates and waters the crops.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Infiltration and Overland Flow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29: Infiltration and Overland Flow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Infiltration: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water from the surface into the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Infiltration capacity: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greatest rate at which a soil can absorb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Overland 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flowing over the surface of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Process, Types and Measurement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Process: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first dry soil absorbs water fast. As the pores fill, the infiltration rate falls.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Hortonian overland 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happens when rain intensity is greater than infiltration capacity. It is common on bare, hard ground in dry areas.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Process, Types and Measurement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Saturation overland 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happens when the soil is already full of water. It is common in valley bottoms and in long rainy seasons.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infiltrometer, a ring pushed into the soil, measures how fast water sinks. It is given in mm per hour.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Sandy, loose soils with vegetation absorb water fast. Clay, compacted or bare soils and steep slopes absorb little.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Variations: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Infiltration is high at the start of the rains and low when soils are saturated. It is low in towns because of concrete.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Significance: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Infiltration fills soil water and ground water. Overland flow causes quick floods and soil erosion.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(3/3)</a:t>
            </a:r>
            <a:endParaRPr lang="en-US" sz="3600" dirty="0"/>
          </a:p>
        </p:txBody>
      </p:sp>
      <p:pic>
        <p:nvPicPr>
          <p:cNvPr id="13" name="Image 0" descr="/home/claude/f4/img/v2/infiltra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graph.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Hortonian and saturation overland flow.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Hortonian: rain faster than infiltration capacity; saturation: the soil is already full.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to increase infiltration.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cover and zai pits (also terraces, mulching).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soaking into the soil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maximum rate of infiltration is the infiltration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 when the soil is full is ______ overland flow.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Pour one litre of water on bare ground and on grass. Time how long it takes to soak in.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30: Soil Moisture Storage.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Infiltration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L'infiltration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Overland 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ruissellement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Saturated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L'argile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29: Infiltration and Overland Flow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infiltration and infiltration capacity. Distinguish Hortonian and saturation overland flow. Explain the factors and significance of infiltration.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rain soaks in or runs off, and how to increase infiltration.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Infiltration, Infiltration capacity, Overland flow; II. Process, Types and Measurement: Process, Hortonian overland flow, Saturation overland flow, Measurement; III. Factors and Significance: Factors, Variations,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Pour one litre of water on bare ground and on grass. Time how long it takes to soak 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“Powerline Road after the rain.” by Jill Bazeley, CC BY-NC 2.0, via Flickr (https://www.flickr.com/photos/13111532@N07/29857035555)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“Women sowing okra in zai holes” by abossuet, CC BY-NC 2.0, via Flickr (https://www.flickr.com/photos/30450178@N07/7175750825)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2026-09-26T18:17:49Z</dcterms:created>
  <dcterms:modified xsi:type="dcterms:W3CDTF">2026-09-26T18:17:49Z</dcterms:modified>
</cp:coreProperties>
</file>