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notesMasterIdLst>
    <p:notesMasterId r:id="rId5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notesMaster" Target="notesMasters/notes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24: The Drainage Basin as an Open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Global Water in Storage and Circulation, and the sub-topic is The Hydrological Cycle. The key notions we shall use today are: drainage basin, watershed, source, tributary, confluence, mouth, open system, input, output, throughflow. At the end, you should be able to do this: learners are able to describe a drainage basin and explain how water enters, is stored, moves and leaves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23: The Hydrological Cycle. The question was: Draw the global water cycle and write the quantities on the arrows.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Ocean evaporation 413 → rain on oceans 373 and 40 carried to land by winds; land evaporation 73 + 40 = rain on land 113; runoff 40 returns to the oceans.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 drainage basin and its parts. Number 2: explain why a basin is an open system. Number 3: describe its inputs, stores, flows and outputs.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global water cycle is a closed system. Rivers flow from their source to their mouth.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After heavy rain on the Adamawa Plateau, the Sanaga rises at Nachtigal days later, far away. Learners wonder how rain on hills far away reaches the river.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Learners do not know how rain reaches a river.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 we call the area drained by a river?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drainage basin.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Is the drainage basin a closed system?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No, it is an open system: water enters and leaves.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the drainage basins that supply our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a river basin works, which is needed to manage floods and water supply.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parts of a drainage basin.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the line that separates two drainage basins?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watershed (divide).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small stream near its source.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Where does a river begin? What joins it on the way?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At its source; tributaries join it at confluences.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inputs, stores and outputs.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the input and what are the outputs of a drainage basin?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Input: precipitation. Outputs: evapotranspiration and runoff.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stores and flows in a drainage basin.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Name the flows that carry water from the surface to the ground water.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Infiltration (into the soil) and percolation (into the rock).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the Sanaga at the Nachtigal falls.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Which store is the river? How does water reach 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channel store; by overland flow, throughflow and base 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Drainage basin and Watershed.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Open system.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Concept of the Drainage Basin. A drainage basin has the following parts. On this slide we have Source and mouth.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Concept of the Drainage Basin. On this slide we have Tributaries and confluence.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parts of a drainage basin.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Drainage Basin as an Open System. The drainage basin receives and loses water as follows. On this slide we have Input.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Drainage Basin as an Open System. On this slide we have Outputs.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drainage basin as an open system.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Stores and Flows. Inside the basin, water is stored and transferred. On this slide we have Stores.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Stores and Flows. On this slide we have Flows (transfers).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Stores and Flows. On this slide we have Cascading system.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stores and flows in a drainage basin.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Why is a drainage basin an open system?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water enters as precipitation and leaves as evapotranspiration and runoff.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three stores in a drainage basin.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interception, soil water, ground water (also surface and channel).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watershed; number 2, infiltration; number 3, throughflow.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the drainage basin of a stream near your school and label its parts.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25: How Human Activities Affect the Hydrological Cycle.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24: THE DRAINAGE BASIN AS AN OPEN SYSTEM</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Drainage Basin as an Open System</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Global Water in Storage and Circulation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Hydrological Cycle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24: The Drainage Basin as an Open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Drainage basin, watershed, source, tributary, confluence, mouth, open system, input, output, throughflow.</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Concept of a drainage basin; inputs, outputs, stores and flows of the basin hydrological cycle.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a drainage basin and explain how water enters, is stored, moves and leaves it.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23: The Hydrological Cycle):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global water cycle and write the quantities on the arrows.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Ocean evaporation 413 → rain on oceans 373 and 40 carried to land by winds; land evaporation 73 + 40 = rain on land 113; runoff 40 returns to the oceans.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 drainage basin and its parts.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why a basin is an open system.</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its inputs, stores, flows and outputs.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global water cycle is a closed system.</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Rivers flow from their source to their mouth.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After heavy rain on the Adamawa Plateau, the Sanaga rises at Nachtigal days later, far away. Learners wonder how rain on hills far away reaches the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Learners do not know how rain reaches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the area drained by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drainage basin.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the drainage basin a closed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it is an open system: water enters and leaves.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the drainage basins that supply our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a river basin works, which is needed to manage floods and water supply.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CONCEPT OF DRAINAGE BASIN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drainage_basi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parts of a drainage basin.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CONCEPT OF DRAINAGE BASIN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line that separates two drainage basins?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CONCEPT OF DRAINAGE BASIN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watershed (divide).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CONCEPT OF DRAINAGE BASIN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headwat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small stream near its source.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CONCEPT OF DRAINAGE BASIN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a river begin? What joins it on the 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CONCEPT OF DRAINAGE BASIN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its source; tributaries join it at confluences.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AN OPEN SYSTEM: INPUTS AND OUTPUTS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open_syste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Inputs, stores and outputs.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AN OPEN SYSTEM: INPUTS AND OUTPUTS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input and what are the outputs of a drainage basin?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AN OPEN SYSTEM: INPUTS AND OUTPUTS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Input: precipitation. Outputs: evapotranspiration and runoff.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STORES AND FLOWS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basin_syste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Stores and flows in a drainage basin.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STORES AND FLOWS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flows that carry water from the surface to the ground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STORES AND FLOWS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Infiltration (into the soil) and percolation (into the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STORES AND FLOWS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nachtiga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Sanaga at the Nachtigal falls.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STORES AND FLOWS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store is the river? How does water reach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STORES AND FLOWS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channel store; by overland flow, throughflow and base flow.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Global Water in Storage and Circulation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Hydrological Cycle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24: The Drainage Basin as an Open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Drainage basin: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area of land drained by a river and its tributaries.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Watershed: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high ground that separates two drainage basins.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Open system: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system that receives inputs from outside and loses outputs to the outside.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Concept of the Drainage Basin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 drainage basin has the following parts: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Source and mouth: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river begins at its source, often in the hills, and ends at its mouth in a sea, a lake or another river. The Benue rises on the Adamawa Plateau.</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Concept of the Drainage Basin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Tributaries and confluence: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Tributaries are smaller rivers that join the main river. The point where they meet is the confluence.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Concept of the Drainage Basin</a:t>
            </a:r>
            <a:endParaRPr lang="en-US" sz="3600" dirty="0"/>
          </a:p>
        </p:txBody>
      </p:sp>
      <p:pic>
        <p:nvPicPr>
          <p:cNvPr id="4" name="Image 0" descr="/home/claude/f4/img/v2/drainage_basi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parts of a drainage basin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Drainage Basin as an Open System</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drainage basin receives and loses water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Input: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main input is precipitation (rain, snow). Energy from the sun also enters the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Drainage Basin as an Open System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Outputs: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leaves by evapotranspiration to the atmosphere and by river discharge to the sea. Some may leave as deep groundwater flow.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Drainage Basin as an Open System</a:t>
            </a:r>
            <a:endParaRPr lang="en-US" sz="3600" dirty="0"/>
          </a:p>
        </p:txBody>
      </p:sp>
      <p:pic>
        <p:nvPicPr>
          <p:cNvPr id="4" name="Image 0" descr="/home/claude/f4/img/v2/open_syste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drainage basin as an open system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Stores and Flows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Inside the basin, water is stored and transferred: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Stores: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Interception (on plants), surface storage (puddles, lakes), soil moisture, groundwater and the river channel. Water stays in each store for different lengths of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Stores and Flows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Flows (transfers):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Throughfall and stemflow carry water to the ground; infiltration and percolation carry it down. Overland flow, throughflow and groundwater flow carry it to the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Stores and Flows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Cascading system: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output of one store is the input of the next. For example, infiltration moves water from the surface to the soil store.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Stores and Flows</a:t>
            </a:r>
            <a:endParaRPr lang="en-US" sz="3600" dirty="0"/>
          </a:p>
        </p:txBody>
      </p:sp>
      <p:pic>
        <p:nvPicPr>
          <p:cNvPr id="4" name="Image 0" descr="/home/claude/f4/img/v2/basin_syste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stores and flows in a drainage basin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a drainage basin an open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enters as precipitation and leaves as evapotranspiration and runoff.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stores in a drainage basin.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Interception, soil water, ground water (also surface and channel).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edge of a drainage basin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Water moving into the soil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Water moving through the soil to the river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drainage basin of a stream near your school and label its parts.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25: How Human Activities Affect the Hydrological Cycle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Drainage basin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bassin versant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Watershed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ligne de partage des eaux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Tributary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L'affluent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Confluence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confluence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Mouth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L'embouchure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Source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source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Global Water in Storage and Circulation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24: The Drainage Basin as an Open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drainage basin and its parts. Explain why a basin is an open system. Describe its inputs, stores, flows and outputs.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a drainage basin and explain how water enters, is stored, moves and leaves it.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Concept of the Drainage Basin; The Drainage Basin as an Open System; Stores and Flows.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the drainage basin of a stream near your school and label its parts.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 basin with a main river and tributaries.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name tributaries of the Sanaga (Mbam, Lom).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three boxes.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pour water on soil in a bottle.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a river after rain.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“Cherry Run (Headwaters) (3)” by Nicholas_T, CC BY 2.0, via Flickr (https://www.flickr.com/photos/14922165@N00/8690621015)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“Chutes de Natchigal” by friel, CC BY-NC-SA 2.0, via Flickr (https://www.flickr.com/photos/91702411@N00/2692932)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57</Slides>
  <Notes>57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57</vt:i4>
      </vt:variant>
    </vt:vector>
  </HeadingPairs>
  <TitlesOfParts>
    <vt:vector size="6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2026-09-29T03:12:41Z</dcterms:created>
  <dcterms:modified xsi:type="dcterms:W3CDTF">2026-09-29T03:12:41Z</dcterms:modified>
</cp:coreProperties>
</file>