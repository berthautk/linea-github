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The Drainage Basin as an Open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The Hydrological Cycle. The key notions we shall use today are: drainage basin, watershed, source, tributary, confluence, mouth, open system, input, output, throughflow. At the end, you should be able to do this: learners are able to describe a drainage basin and explain how water enters, is stored, moves and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The Hydrological Cycle. The question was: Draw the global water cycle and write the quantities on the arrows.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Ocean evaporation 413 → rain on oceans 373 and 40 carried to land by winds; land evaporation 73 + 40 = rain on land 113; runoff 40 returns to the oceans.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drainage basin and its parts. Number 2: explain why a basin is an open system. Number 3: describe its inputs, stores, flows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global water cycle is a closed system. Rivers flow from their source to their mouth.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heavy rain on the Adamawa Plateau, the Sanaga rises at Nachtigal days later, far away. Learners wonder how rain on hills far away reaches the river.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how rain reaches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area drained by 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the drainage basin a closed system?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an open system: water enters and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drainage basins that supply our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a river basin works, which is needed to manage floods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line that separates two drainage basins?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watershed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small stream near its source.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a river begin? What joins it on the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its source; tributaries join it at confluences.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inputs, stores and outputs.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and what are the outputs of a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 precipitation. Outputs: evapotranspiration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stores and flows in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flows that carry water from the surface to the ground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Infiltration (into the soil) and percolation (into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Sanaga at the Nachtigal falls.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store is the river? How does water reach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channel store; by overland flow, throughflow and base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basin and Watershed.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Open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the Drainage Basin. A drainage basin has the following parts. On this slide we have Source and mouth.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the Drainage Basin. On this slide we have Tributaries and confluence.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parts of a drainage basin.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Basin as an Open System. The drainage basin receives and loses water as follows. On this slide we have Input.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Basin as an Open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Stores and Flows. Inside the basin, water is stored and transferred. On this slide we have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and Flows. On this slide we have Flows (transfers).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and Flows. On this slide we have Cascading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stores and flows in a drainage basin.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as precipitation and leaves as evapotranspiration and runoff.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stores in a drainage basin.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interception, soil water, ground water (also surface and channel).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watershed; number 2, infiltration; number 3, throughflow.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drainage basin of a stream near your school and label its parts.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How Human Activities Affect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THE DRAINAGE BASIN AS AN OPEN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Basin as an Open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The Drainage Basin as an Open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watershed, source, tributary, confluence, mouth, open system, input, output, throughflow.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a drainage basin; inputs, outputs, stores and flows of the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drainage basin and explain how water enters, is stored, moves and leaves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global water cycle and write the quantities on the arrows.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Ocean evaporation 413 → rain on oceans 373 and 40 carried to land by winds; land evaporation 73 + 40 = rain on land 113; runoff 40 returns to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drainage basin and its parts.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a basin is an open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inputs, stores, flows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global water cycle is a closed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their source to their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heavy rain on the Adamawa Plateau, the Sanaga rises at Nachtigal days later, far away. Learners wonder how rain on hills far away reaches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how rain reaches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drainage basin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an open system: water enters and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drainage basins that supply our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a river basin works, which is needed to manage floods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line that separates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watershed (divide).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eadw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small stream near its source.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 river begin? What joins it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its source; tributaries join it at confluences.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stores and outputs.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and what are the outputs of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 precipitation. Outputs: evapotranspiration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Stores and flows in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flows that carry water from the surface to the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 (into the soil) and percolation (into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the Nachtigal falls.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store is the river? How does water reach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channel store; by overland flow, throughflow and base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The Drainage Basin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of land drained by a river and its tributaries.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 ground that separates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that receives inputs from outside and loses outputs to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drainage basin has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and 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begins at its source, often in the hills, and ends at its mouth in a sea, a lake or another river. 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Tributaries and confluence: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are smaller rivers that join the main river. The point where they meet is the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parts of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basin receives and loses water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input is precipitation (rain, snow). Energy from the sun also enters the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by evapotranspiration to the atmosphere and by river discharge to the sea. Some may leave as deep groundwater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Inside the basin, water is stored and transferred: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(on plants), surface storage (puddles, lakes), soil moisture, groundwater and the river channel. Water stays in each store for different lengths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(transfers):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Throughfall and stemflow carry water to the ground; infiltration and percolation carry it down. Overland flow, throughflow and groundwater flow carry it to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Cascading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output of one store is the input of the next. For example, infiltration moves water from the surface to the soil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stores and flows in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as precipitation and leaves as evapotranspiration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stores in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soil water, ground water (also surface and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edge of a drainage basin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moving into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moving through the soil to the river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drainage basin of a stream near your school and label its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How Human Activities Affect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The Drainage Basin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drainage basin and its parts. Explain why a basin is an open system. Describe its inputs, stores, flows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drainage basin and explain how water enters, is stored, moves and leaves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the Drainage Basin; The Drainage Basin as an Open System; Stores and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drainage basin of a stream near your school and label its parts.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basin with a main river and tributaries.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tributaries of the Sanaga (Mbam, Lom).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soil in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river after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“Cherry Run (Headwaters) (3)” by Nicholas_T, CC BY 2.0, via Flickr (https://www.flickr.com/photos/14922165@N00/8690621015)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2026-09-29T12:18:30Z</dcterms:created>
  <dcterms:modified xsi:type="dcterms:W3CDTF">2026-09-29T12:18:30Z</dcterms:modified>
</cp:coreProperties>
</file>