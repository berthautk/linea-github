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Practical Work 2: Drainage Basin Morphometry.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stream network and number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division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dense and sparse networks.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Strahler 2. basin area 3. perimeter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PRACTICAL WORK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Drainage Basin Morphometry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Basin Morphometry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Morphometric Analysis of Drainage Networks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Drainage Basin Morphometry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Morphometry, stream order, Strahler, bifurcation ratio, drainage density, hydraulic radius, sinuosity.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properties (channel characteristics) and areal properties (basin size, drainage density, stream order, bifurcation ratio); morphometric laws.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and calculate the main morphometric properties of a drainage basin.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streams using Strahler's method.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bifurcation ratio and drainage density.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channel properties (area, hydraulic radius, sinuosity) and interpret them.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drainage basin has a main river and tributaries.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round basins give flashy floods.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receive a topographic map of a basin near Dschang. The teacher asks them to count the streams, give each one an order and calculate numbers that describe the basin.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basin must be described with measurements.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measurement of basins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Morphometry.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method is used to order streams?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Strahler's method.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describe drainage basins with numbers and to predict floods.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STREAM ORDER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trahl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Stream ordering by Strahler's method.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STREAM ORDER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two first-order streams meet, what order is the stream below?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STREAM ORDER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Second order.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BIFURCATION RATIO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ifurc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Calculating the bifurcation ratio.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BIFURCATION RATIO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high bifurcation ratio suggest?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BIFURCATION RATIO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elongated basin with a lower, slower flood peak.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AREAL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drainage_basi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drainage basin.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AREAL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basin of 50 km² has 100 km of streams. What is its drainage density?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AREAL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 ÷ 50 = 2 km per km².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AREAL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wouri_s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Wouri estuary and Douala seen from a satellite.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AREAL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dense network of channels tell us about a basin?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AREAL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Impermeable ground or heavy rain; water reaches rivers quickly.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LINEAR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morphometr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Channel measurements and formulas.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LINEAR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channel is 8 m wide with a mean depth of 2 m and a wetted perimeter of 12 m. Find the hydraulic radius.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LINEAR PROPERTIES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Area = 8 × 2 = 16 m²; hydraulic radius = 16 ÷ 12 ≈ 1.3 m.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Drainage Basin Morphometry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Drainage Basin Morphometry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Morphometric Analysis of Drainage Networks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2: Drainage Basin Morphometry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Morphometry: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measurement of the shape and size of drainage basins and channels.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Stream order: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rank of a stream in the network.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Bifurcation ratio: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streams of one order divided by the number of the next order.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Drainage density: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total length of streams divided by the basin area.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Linear Properties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Channel measurements: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measure length, width, depth, slope and the wetted perimeter. Cross-section area = width × mean depth.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Hydraulic radius: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area ÷ wetted perimeter. A high hydraulic radius means an efficient channel with less friction.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Linear Properties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Sinuosity: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channel length ÷ straight-line length. A value above 1.5 shows a meandering river.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Areal Properties and Laws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Stream order: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Strahler's method, sources are first order, and two streams of the same order make the next order. A lower-order stream joining does not change the order.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Bifurcation ratio: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values lie between 3 and 5. Low values suggest round basins with high flood risk.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Areal Properties and Laws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Drainage density: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high on impermeable rocks, steep slopes and bare land. High density means faster runoff and flashy floods.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Horton's laws: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number of streams decreases with order in a regular way. Their mean length increases with order.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Areal Properties and Laws (3/3)</a:t>
            </a:r>
            <a:endParaRPr lang="en-US" sz="3600" dirty="0"/>
          </a:p>
        </p:txBody>
      </p:sp>
      <p:pic>
        <p:nvPicPr>
          <p:cNvPr id="13" name="Image 0" descr="/home/claude/f4/img/v2/strahl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stream orders.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basin has 30 first-order and 8 second-order streams. Find the bifurcation ratio.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 ÷ 8 = 3.75.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high drainage density show?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Impermeable ground or steep, bare slopes; fast runoff and flashy floods.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Stream ordering uses the method of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Drainage density = total stream length ÷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Hydraulic radius = area ÷ wetted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topographic map, order the streams of a small basin and calculate its bifurcation ratio.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ends the Hydrology branch; the next branch is Biogeography.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order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L'ordre des cours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density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densité de drainage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Bifurcation ratio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rapport de confluence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largeur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profondeur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Basin Morphometry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Drainage Basin Morphometry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streams using Strahler's method. Calculate the bifurcation ratio and drainage density. Calculate channel properties (area, hydraulic radius, sinuosity) and interpret them.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measure and calculate the main morphometric properties of a drainage basin.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Morphometry, Stream order, Bifurcation ratio, Drainage density; II. Linear Properties: Channel measurements, Hydraulic radius, Sinuosity; III. Areal Properties and Laws: Stream order, Bifurcation ratio, Drainage density, Horton's laws.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 topographic map, order the streams of a small basin and calculate its bifurcation ratio.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“Duala, Camerún (Douala, Cameroon)” by migmasat, Public domain 1.0, via Flickr (https://www.flickr.com/photos/197415759@N06/54386998088)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2026-09-26T18:17:50Z</dcterms:created>
  <dcterms:modified xsi:type="dcterms:W3CDTF">2026-09-26T18:17:50Z</dcterms:modified>
</cp:coreProperties>
</file>