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30: Soil Moisture Storage.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squeeze a wet sponge, then let it drip.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dig a small hole and feel the soil.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soil in March.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rice fields at Yagoua or Ndop.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three states.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saturated 2. wilting 3. Sandy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30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Moisture Storage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30: Soil Moisture Storage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moisture, saturation, field capacity, wilting point, available water, tensiometer.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types, states (field capacity, wilting point), measurement, variations, factors and significance of soil moisture.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states of soil moisture and their importance for crops.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soil moisture and its types.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saturation, field capacity and wilting point.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factors and significance of soil moisture.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Infiltration fills the soil with water.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take water through their roots.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February, maize planted early in Ngaoundéré wilts and dies, while maize planted after the first rains grows well. Farmers say "the soil was not yet wet enough".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Crops die when the soil holds too little water.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point where plants wilt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wilting point.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should farmers plant?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the soil has enough moisture, after the first rains.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water in the soil, which feeds crops and rivers.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STATES OF SOIL MOISTURE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oil_stat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Saturation, field capacity and wilting point.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STATES OF SOIL MOISTURE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field capacity?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STATES OF SOIL MOISTURE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water the soil keeps after the extra water has drained away.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oi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profile.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soil water stored?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pores between soil particles, mostly in the topsoil and subsoil.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cracked_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Cracked soil in the dry season.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this soil above or below the wilting point? What happens to crops?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Below; crops wilt and die.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rice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flooded rice field.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state of this soil?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Saturated: all its pores are full of water.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cotton_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healthy cotton field.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Between which two states can plants use soil water?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Between field capacity and wilting point (available water).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Moisture Storage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30: Soil Moisture Storage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moisture: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water held in the pores of the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 capacity: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water left in the soil after gravity water has drained away.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Wilting point: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level at which plants can no longer take water from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Available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water between field capacity and wilting point that plants can use.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Types, States and Measurement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Gravity water drains down quickly after rain. Capillary water is held in small pores, and hygroscopic water is held tightly on particles.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States: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saturation all pores are full. At field capacity the soil is moist, and at wilting point it is too dry for plants.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Types, States and Measurement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Measurement: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samples are weighed wet and dry. A tensiometer measures how tightly water is held.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Clay and humus hold much water, and sand holds little. Rain, evapotranspiration and plant cover also matter.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Variations: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moisture is high in the rainy season and low in the dry season. It is higher in valleys than on slopes.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Significance: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water feeds plants and supplies throughflow to rivers. It decides when farmers can plant.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(3/3)</a:t>
            </a:r>
            <a:endParaRPr lang="en-US" sz="3600" dirty="0"/>
          </a:p>
        </p:txBody>
      </p:sp>
      <p:pic>
        <p:nvPicPr>
          <p:cNvPr id="13" name="Image 0" descr="/home/claude/f4/img/v2/soil_stat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three states.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field capacity and wilting point.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 capacity: water left after drainage; wilting point: too dry for plants to take water.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clay soils hold more water than sandy soils?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Their pores are very small and hold water tightly.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all pores are full, the soil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die at the ______ point.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______ soils hold the least water.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Weigh a cup of wet soil, dry it in the sun, weigh it again and calculate the water lost.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31: The Soil Moisture Budget.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moisture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L'humidité du sol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capacity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capacité au champ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Wilting point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point de flétrissement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L'humus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culture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30: Soil Moisture Storage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soil moisture and its types. Explain saturation, field capacity and wilting point. Explain factors and significance of soil moisture.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states of soil moisture and their importance for crops.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moisture, Field capacity, Wilting point, Available water; II. Types, States and Measurement: Types, States, Measurement; III. Factors and Significance: Factors, Variations, Significance.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 a cup of wet soil, dry it in the sun, weigh it again and calculate the water lost.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“Cracked Earth” by Aleatoric Consonance, CC BY 2.0, via Flickr (https://www.flickr.com/photos/93921318@N00/3772011444)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“A woman harvesting rice, Barotse floodplain, Zambia. Photo by Georgina” by WorldFish, CC BY-NC-ND 2.0, via Flickr (https://www.flickr.com/photos/61545321@N06/7848727138)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“Cotton Fields, U.S. 65, Tensas Parish, Louisiana (4)” by Ken Lund, CC BY-SA 2.0, via Flickr (https://www.flickr.com/photos/75683070@N00/3934873451)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2026-09-27T04:25:35Z</dcterms:created>
  <dcterms:modified xsi:type="dcterms:W3CDTF">2026-09-27T04:25:35Z</dcterms:modified>
</cp:coreProperties>
</file>