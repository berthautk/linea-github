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Soil Moisture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Drainage Basin Hydrological Cycle, and the sub-topic is Components of the Drainage Basin Hydrological Cycle. The key notions we shall use today are: soil moisture, saturation, field capacity, wilting point, available water, tensiometer. At the end, you should be able to do this: learners are able to explain the states of soil moisture and their importance for crops.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29: Infiltration and Overland Flow. The question was: Pour one litre of water on bare ground and on grass. Time how long it takes to soak in.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water soaks in faster on the grass than on the bare ground. Grass roots and organic matter keep the soil porous, while bare ground is compacted and crusted.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moisture and its types. Number 2: explain saturation, field capacity and wilting point. Number 3: explain factors and significance of soil moisture.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Infiltration fills the soil with water. Plants take water through their roots.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February, maize planted early in Ngaoundéré wilts and dies, while maize planted after the first rains grows well. Farmers say "the soil was not yet wet enough".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Crops die when the soil holds too little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point where plants wilt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wilting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When should farmers plant?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When the soil has enough moisture, after the first 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conserve soil moisture for crops through mulching and good farming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water in the soil, which feeds crops and rivers.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saturation, field capacity and wilting point.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field capacity?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water the soil keeps after the extra water has drained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 soil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is soil water stored?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pores between soil particles, mostly in the topsoil and subsoil.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cracked soil in the dry season.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Is this soil above or below the wilting point? What happens to crops?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Below; crops wilt and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flooded rice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the state of this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Saturated: all its pores are full of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healthy cotton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Between which two states can plants use soil water?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field capacity and wilting point (available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Types of Soil Moisture. Soil moisture can be understood as follows. On this slide we have Soil moisture.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Types of Soil Moisture. On this slide we have Types.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soil water in the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States of Soil Moisture. Soil moisture exists in the following states. On this slide we have Saturation.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States of Soil Moisture. On this slide we have Field capacity.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States of Soil Moisture. On this slide we have Wilting point.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states of soil moisture.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Measurement, Variations and Factors. Soil moisture is measured and varies as follows. On this slide we have Measurement.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Measurement, Variations and Factors. On this slide we have Space-time variations and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Soil moisture is important because. On this slide we have For plants and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Significance. On this slide we have For the hydrological cycle.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field capacity and wilting point.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field capacity: water left after drainage; wilting point: too dry for plants to take water.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clay soils hold more water than sandy soils?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their pores are very small and hold water tightly.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saturated; number 2, wilting; number 3, Sandy.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Weigh a cup of wet soil, dry it in the sun, weigh it again and calculate the water lost.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31: The Soil Moisture Budget.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30: SOIL MOISTURE STORAGE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 Soil Moisture Storage</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Soil Moisture Storage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Components of the Drainage Basin Hydrological Cycle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Soil Moisture Storage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moisture, saturation, field capacity, wilting point, available water, tensiometer.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types, states (field capacity, wilting point), measurement, variations, factors and significance of soil moisture.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states of soil moisture and their importance for crops.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29: Infiltration and Overland Flow):</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Pour one litre of water on bare ground and on grass. Time how long it takes to soak 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soaks in faster on the grass than on the bare ground. Grass roots and organic matter keep the soil porous, while bare ground is compacted and crusted.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moisture and its types.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saturation, field capacity and wilting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factors and significance of soil moisture.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Infiltration fills the soil with water.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take water through their roots.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February, maize planted early in Ngaoundéré wilts and dies, while maize planted after the first rains grows well. Farmers say "the soil was not yet wet enough".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Crops die when the soil holds too little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point where plants wilt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wilting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should farmers plant?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soil has enough moisture, after the first rains.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Conserve soil moisture for crops through mulching and good farming practices.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water in the soil, which feeds crops and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STATES OF SOIL MOISTURE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oil_st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Saturation, field capacity and wilting point.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STATES OF SOIL MOISTURE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field capacity?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STATES OF SOIL MOISTURE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water the soil keeps after the extra water has drained away.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SOIL WATER</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SOIL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soil water stored?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TYPES OF SOIL WATER</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pores between soil particles, mostly in the topsoil and subsoil.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DRY SEASON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cracked_soil.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Cracked soil in the dry season.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DRY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this soil above or below the wilting point? What happens to crops?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DRY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Below; crops wilt and die.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WET SEASON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flooded rice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WET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state of this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VARIATIONS: WET SEASON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Saturated: all its pores are full of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7.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tton_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healthy cotton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7.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two states can plants use soil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7.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field capacity and wilting point (available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Drainage Basin Hydrological Cycle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Components of the Drainage Basin Hydrological Cycle</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Soil Moisture Storage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Moisture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moisture: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water held in the pores of the soil between the surface and the water table.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Types: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Gravitational water drains down through large pores after rain. Capillary water is held in small pores and used by plants, while hygroscopic water is held tightly around particles.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Types of Soil Moisture</a:t>
            </a:r>
            <a:endParaRPr lang="en-US" sz="3600" dirty="0"/>
          </a:p>
        </p:txBody>
      </p:sp>
      <p:pic>
        <p:nvPicPr>
          <p:cNvPr id="4" name="Image 0" descr="/home/claude/f4/img/v2/soil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soil water in the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exists in the following states: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Saturation: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All pores are full of water after heavy rain. Extra water drains or runs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Field capacity: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maximum water the soil can hold after gravitational water has drained away. This is the best state for plant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Wilting point: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point where the remaining water is held too tightly for roots to take. Plants wilt and die if it continues.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States of Soil Moisture</a:t>
            </a:r>
            <a:endParaRPr lang="en-US" sz="3600" dirty="0"/>
          </a:p>
        </p:txBody>
      </p:sp>
      <p:pic>
        <p:nvPicPr>
          <p:cNvPr id="4" name="Image 0" descr="/home/claude/f4/img/v2/soil_stat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states of soil moisture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is measured and varies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Measurement: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sample is weighed wet, dried in an oven and weighed again; the difference is the water content. Tensiometers and probes measure moisture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Measurement, Variations and Factors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Space-time variations: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Soils are wet in the rainy season and dry in the dry season. Valley bottoms are wetter than hill tops.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Rainfall, evapotranspiration, soil texture, organic matter and vegetation control soil moisture. Clay holds more water than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moisture is important because: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plants and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use the water between field capacity and wilting point. It decides the length of the growing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Significance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the hydrological cycle: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controls infiltration, runoff and groundwater recharge. Dry soils absorb the first rains, while wet soils cause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field capacity and wilting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Field capacity: water left after drainage; wilting point: too dry for plants to take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clay soils hold more water than sandy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pores are very small and hold water tightly.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When all pores are full, the soil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Plants die at the ______ point.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______ soils hold the least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Weigh a cup of wet soil, dry it in the sun, weigh it again and calculate the water lost.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The Soil Moisture Budget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moisture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L'humidité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Field capacity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capacité au champ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Wilting point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point de flétrissement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Crop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culture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Drainage Basin Hydrological Cycle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Soil Moisture Storage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moisture and its types. Explain saturation, field capacity and wilting point. Explain factors and significance of soil moisture.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states of soil moisture and their importance for crops.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Types of Soil Moisture; States of Soil Moisture; Measurement, Variations and Factors; Significance.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Weigh a cup of wet soil, dry it in the sun, weigh it again and calculate the water lost.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squeeze a wet sponge, then let it drip.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dig a small hole and feel the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soil in March.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mention rice fields at Yagoua or Ndop.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three states.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“Cracked Earth” by Aleatoric Consonance, CC BY 2.0, via Flickr (https://www.flickr.com/photos/93921318@N00/3772011444)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“Cotton Fields, U.S. 65, Tensas Parish, Louisiana (4)” by Ken Lund, CC BY-SA 2.0, via Flickr (https://www.flickr.com/photos/75683070@N00/3934873451)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2026-09-27T09:30:21Z</dcterms:created>
  <dcterms:modified xsi:type="dcterms:W3CDTF">2026-09-27T09:30:21Z</dcterms:modified>
</cp:coreProperties>
</file>