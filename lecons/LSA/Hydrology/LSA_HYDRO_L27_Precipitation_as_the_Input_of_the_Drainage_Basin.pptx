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27: Precipitation as the Input of the Drainage Basin.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the last heavy 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make a simple rain gauge with a bottle.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three 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rainfall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read the graph with the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millimetres 2. isohyet 3. intensity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HYDROLOGY  —  LESSON 27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 as the Input of the Drainage Basin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1: Understanding and managing atmospheric and hydrological phenomena and hazards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Drainage Basin Hydrological Cycle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Components of the Drainage Basin Hydrological Cycle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27: Precipitation as the Input of the Drainage Basin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Precipitation, rain gauge, intensity, duration, frequency, isohyet.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Precipitation as the input: meaning, types, measurement, variations in space and time, factors and significance.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measure precipitation and explain its role as the input of the drainage basin.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precipitation and its characteristics (amount, intensity, duration).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precipitation is measured.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its variations and significance for the basin.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three types of rainfall.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decreases from the coast inland in Cameroon.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towns both receive 50 mm of rain on the same day. In one town the rain falls in 30 minutes and causes floods; in the other it falls gently all day and causes no damage.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same amount of rain has different effects.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different between the two rains?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intensity (mm per hour).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intense rain cause floods?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soil cannot absorb it fast enough.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the rain that feeds rivers, soils and ground water.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4_heavyr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Heavy rain in a town.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precipitation called the input of the drainage basin?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only way water enters the basin.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MEASUREMENT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4_raingau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6430" y="1691640"/>
            <a:ext cx="815609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rain gauge.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MEASUREMENT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is rainfall measured? In what unit?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MEASUREMENT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 a rain gauge, in millimetres.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rainfall_typ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three types of rainfall.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type gives short, intense afternoon storms in the tropics?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Convectional rain.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VARIATIONS IN SPACE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rain_compar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996" y="1691640"/>
            <a:ext cx="1072896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Annual rainfall of three towns.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VARIATIONS IN SPACE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Douala get four times more rain than Garoua?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VARIATIONS IN SPACE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near the sea and at the foot of mountains.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VARIATIONS IN TIME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garoua_climat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Monthly rainfall at Garoua.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VARIATIONS IN TIME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which months does most of Garoua's rain fall?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VARIATIONS IN TIME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May to October, with a peak in August.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Precipitation as the Input of the Drainage Basin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The Drainage Basin Hydrological Cycle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Components of the Drainage Basin Hydrological Cycle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27: Precipitation as the Input of the Drainage Basin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Precipitation: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all water that falls from the air to the ground.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Rainfall intensity: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amount of rain that falls in a given time, in mm per hour.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Isohyet: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line on a map joining places with the same rainfall.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 and Measurement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Types: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Rain, drizzle, snow and hail are forms of precipitation. Rain can be convectional, relief or frontal.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Measurement: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rain gauge collects rain, which is measured in millimetres every day. Radar and satellites estimate rain over large areas.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 and Measurement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Characteristics: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describe rain by its amount, intensity, duration and frequency. Intense rain gives more runoff than gentle rain.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Variations, Factors and Significance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In space: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 varies with latitude, distance from the sea and relief. In Cameroon it falls from over 4,000 mm on the coast to under 600 mm in the Far North.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In time: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 varies between seasons and between years. The north has one rainy season and the south has two.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Variations, Factors and Significance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Significance: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Precipitation fills soils, ground water and rivers. Too much causes floods, and too little causes droughts.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rainfall intensity? Why is it important?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amount of rain per hour; intense rain gives more runoff and floods.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two ways of measuring rainfall.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 gauge and weather radar (also satellites).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 is measured in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line joining places with equal rain is an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amount of rain per hour is the rainfall ______.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Make a rain gauge with a bottle and record rainfall for one week.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28: Interception.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Precipitation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précipitations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 gauge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pluviomètre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Intensity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L'intensité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durée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Isohyet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L'isohyète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Drought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sécheresse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Drainage Basin Hydrological Cycle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27: Precipitation as the Input of the Drainage Basin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precipitation and its characteristics (amount, intensity, duration). Explain how precipitation is measured. Explain its variations and significance for the basin.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measure precipitation and explain its role as the input of the drainage basin.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Precipitation, Rainfall intensity, Isohyet; II. Types and Measurement: Types, Measurement, Characteristics; III. Variations, Factors and Significance: In space, In time, Significance.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a rain gauge with a bottle and record rainfall for one week.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1 (Meteorology, Climatology &amp; Hydrology).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“Heavy rain. Johannesburg, South Africa” by varfolomeev, CC BY-NC 2.0, via Flickr (https://www.flickr.com/photos/45427632@N02/49745935146)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“Sarasota - Rain Gauge (in 23rd Year)” by roger4336, CC BY-SA 2.0, via Flickr (https://www.flickr.com/photos/24736216@N07/8370429863)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2026-09-26T18:17:48Z</dcterms:created>
  <dcterms:modified xsi:type="dcterms:W3CDTF">2026-09-26T18:17:48Z</dcterms:modified>
</cp:coreProperties>
</file>