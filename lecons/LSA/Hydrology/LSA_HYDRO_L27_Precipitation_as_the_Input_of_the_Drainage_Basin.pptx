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27: Precipitation as the Input of the Drainage Basin.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last heavy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simple rain gauge with a bottle.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rainfall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 with the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millimetres 2. isohyet 3. intensity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as the Input of the Drainage Basin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Precipitation as the Input of the Drainage Basin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Precipitation, rain gauge, intensity, duration, frequency, isohyet.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 as the input: meaning, types, measurement, variations in space and time, factors and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precipitation and explain its role as the input of the drainage basin.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precipitation and its characteristics (amount, intensity, duration).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precipitation is measured.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its variations and significance for the basin.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types of rainfall.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decreases from the coast inland in Cameroon.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towns both receive 50 mm of rain on the same day. In one town the rain falls in 30 minutes and causes floods; in the other it falls gently all day and causes no damage.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amount of rain has different effects.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different between the two rains?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intensity (mm per hour).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intense rain cause floods?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cannot absorb it fast enough.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rain that feeds rivers, soils and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heavy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in a town.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precipitation called the input of the drainage basin?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only way water enters the basin.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aingau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430" y="1691640"/>
            <a:ext cx="815609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rain gauge.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rainfall measured? In what unit?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rain gauge, in millimetres.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types of rainfall.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type gives short, intense afternoon storms in the tropics?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Convectional rain.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SPACE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rain_compa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Annual rainfall of three towns.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SPACE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Douala get four times more rain than Garoua?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SPACE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sea and at the foot of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Monthly rainfall at Garoua.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months does most of Garoua's rain fall?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VARIATIONS IN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May to October, with a peak in August.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 as the Input of the Drainage Basin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27: Precipitation as the Input of the Drainage Basin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all water that falls from the air to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intensity: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amount of rain that falls in a given time, in mm per hour.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Isohyet: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on a map joining places with the same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Rain, drizzle, snow and hail are forms of precipitation. Rain can be convectional, relief or frontal.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rain gauge collects rain, which is measured in millimetres every day. Radar and satellites estimate rain over large areas.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describe rain by its amount, intensity, duration and frequency. Intense rain gives more runoff than gentle rain.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space: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varies with latitude, distance from the sea and relief. In Cameroon it falls from over 4,000 mm on the coast to under 600 mm in the Far North.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varies between seasons and between years. The north has one rainy season and the south has two.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 fills soils, ground water and rivers. Too much causes floods, and too little causes droughts.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rainfall intensity? Why is it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of rain per hour; intense rain gives more runoff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ways of measuring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 and weather radar (also satellites).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is measured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line joining places with equal rain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of rain per hour is the rainfall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rain gauge with a bottle and record rainfall for one week.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28: Interception.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précipitations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gauge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pluviomètre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L'intensité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durée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Isohyet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L'isohyète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Drought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sécheresse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Precipitation as the Input of the Drainage Basin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precipitation and its characteristics (amount, intensity, duration). Explain how precipitation is measured. Explain its variations and significance for the basin.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precipitation and explain its role as the input of the drainage basin.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Precipitation, Rainfall intensity, Isohyet; II. Types and Measurement: Types, Measurement, Characteristics; III. Variations, Factors and Significance: In space, In time,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rain gauge with a bottle and record rainfall for one week.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“Heavy rain. Johannesburg, South Africa” by varfolomeev, CC BY-NC 2.0, via Flickr (https://www.flickr.com/photos/45427632@N02/49745935146)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“Sarasota - Rain Gauge (in 23rd Year)” by roger4336, CC BY-SA 2.0, via Flickr (https://www.flickr.com/photos/24736216@N07/8370429863)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