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How Human Activities Affect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Man and the Hydrological Cycle. The key notions we shall use today are: urbanisation, impermeable surface, deforestation, dam, reservoir, irrigation, watershed management. At the end, you should be able to do this: learners are able to explain how people change the water cycle and propose ways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The Drainage Basin as an Open System. The question was: Draw the drainage basin of a stream near your school and label its parts.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stream, its source, tributaries, confluences and mouth, with the watershed drawn around the basin on the surrounding hills.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urbanisation on the water cycle. Number 2: explain the effects of agriculture, deforestation, dams and irrigation. Number 3: suggest strategies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inputs, stores, flows and outputs. Infiltration fills the soil and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are flooded after a single heavy storm. Old people say that floods were rare when there were fewer houses and more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have increased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roofs, roads and drains and fewer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this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Rain cannot soak in and runs quickly to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our watersheds: plant trees, keep drains clean and avoid building in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our activities cause floods and water shortages, and how to prevent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river's response to rain before and after a town is built.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a town change the river after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peak is higher and comes sooner, so floods are more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street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flood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Roofs and roads are impermeable, and blocked drains cannot carry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a cut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cutting forests change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interception and infiltration, more runoff,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spillway of a large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good and one bad effect of a dam on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it stores water and controls floods. Bad: more evaporation and less water and silt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shrinking from 1963 to 2007.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has Lake Chad shrunk?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(droughts) and water taken from its rivers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Modified hydrological cycle and Watershed degradation.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Towns affect the hydrological cycle in the following ways. On this slide we have Impermeable surfaces.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Drains and channels.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Water use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river flow before and after urbanisation.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and Forestry. Farming and forestry change the cycle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and Forestry. On this slide we have Farming practices.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Damming and Irrigation. Dams and irrigation modify rivers and water stores. On this slide we have Dams.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Damming and Irrigation.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Watershed Degradation and Management. Degradation and its management strategies are. On this slide we have Degradation.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Watershed Degradation and Management. On this slide we have Management strategies.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urbanisation increases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surfaces stop infiltration and drains carry water quickly to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make terraces (also clean drains, control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impermeable; number 2, runoff;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place in your town that floods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Evapotranspiration.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HOW HUMAN ACTIVITIES AFFECT THE HYDROLOGICAL CYCLE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How Human Activities Affect 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and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impermeable surface, deforestation, dam, reservoir, irrigation, watershed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urbanisation, agriculture, forestry, damming and irrigation; degradation of watersheds and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The Drainage Basin as an Open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stream, its source, tributaries, confluences and mouth, with the watershed drawn around the basin on the surrounding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urbanisation on the water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agriculture, deforestation, dams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strategies to manage watersheds.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inputs, stores, flows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are flooded after a single heavy storm. Old people say that floods were rare when there were fewer houses and more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have increased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roofs, roads and drains and fewer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cannot soak in and runs quickly to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our watersheds: plant trees, keep drains clean and avoid building in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our activities cause floods and water shortages, and how to prevent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river's response to rain before and after a town is built.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town change the river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peak is higher and comes sooner, so floods are more likely.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and roads are impermeable, and blocked drains cannot carry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cut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cutting forests change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interception and infiltration, more runoff,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spillway of a large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and one bad effect of a dam on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it stores water and controls floods. Bad: more evaporation and less water and silt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chad_maps.jpg">    </p:cNvPr>
          <p:cNvPicPr>
            <a:picLocks noChangeAspect="1"/>
          </p:cNvPicPr>
          <p:nvPr/>
        </p:nvPicPr>
        <p:blipFill>
          <a:blip r:embed="rId1"/>
          <a:stretch>
            <a:fillRect/>
          </a:stretch>
        </p:blipFill>
        <p:spPr>
          <a:xfrm>
            <a:off x="2339203" y="1783080"/>
            <a:ext cx="751328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shrinking from 1963 to 2007.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Lake Chad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(droughts) and water taken from its rivers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 and the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cycle changed by human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to a drainage basin by deforestation,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affect the hydrological cycle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Impermeable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roads and concrete stop infiltration. More rain becomes fast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Drains and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Gutters carry water quickly to rivers, so lag time is shorter and flood peaks are higher. This is why Douala and Yaoundé flood often.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use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take water from rivers and aquifers and return polluted waste water. Groundwater levels fall around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river flow before and after urbanisation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and forestry change the cycle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reduces interception and transpiration. More water runs off quickly, causing soil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overgrazing and bush fires leave soils bare and compacted. Terraces, cover crops and tree planting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Dams and irrigation modify rivers and water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reservoirs, control floods and regulate flow, as at Lagdo and Mbakaou. But they increase evaporation, trap silt and change downstream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water from rivers and aquifers to fields, increasing evaporation. Over-use has helped to shrink Lake Chad and can cause salty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and its management strategies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mining and pollution damage watersheds. Springs dry up, rivers silt up and floods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strategies: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soil conservation, protected catchments and control of building in floodplains. Integrated basin management, such as the Lake Chad Basin Commission, coordinates water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urbanisation increases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surfaces stop infiltration and drains carry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make terraces (also clean drains, control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Concrete and tar are ______ surfaces.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forests increases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made by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urbanisation on the water cycle. Explain the effects of agriculture, deforestation, dams and irrigation. Suggest strategies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Urbanisation; Agriculture and Forestry; Damming and Irrigation; Watershed Degradation and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place in your town that floods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rain on a roof and on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blocked gutters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bare soil after clearing.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Lagdo, Mbakaou and Songloulou.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lake in 1963 and 2007.</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2026-09-29T12:18:30Z</dcterms:created>
  <dcterms:modified xsi:type="dcterms:W3CDTF">2026-09-29T12:18:30Z</dcterms:modified>
</cp:coreProperties>
</file>