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Lst>
  <p:notesMasterIdLst>
    <p:notesMasterId r:id="rId5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notesMaster" Target="notesMasters/notesMaster1.xml"/><Relationship Id="rId58" Type="http://schemas.openxmlformats.org/officeDocument/2006/relationships/presProps" Target="presProps.xml"/><Relationship Id="rId59" Type="http://schemas.openxmlformats.org/officeDocument/2006/relationships/viewProps" Target="viewProps.xml"/><Relationship Id="rId60" Type="http://schemas.openxmlformats.org/officeDocument/2006/relationships/theme" Target="theme/theme1.xml"/><Relationship Id="rId6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Practical Work 1: Plotting and Analysing Storm Hydrographs and River Regimes.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Lower Sixth Arts. It belongs to Module 1: Understanding and managing atmospheric and hydrological phenomena and hazards across the world in general and Cameroon in particular.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Hydrology, and the sub-topic is Hydrological Problems. The key notions we shall use today are: discharge data, hydrograph, regime graph, lag time, peak flow, low flow. At the end, you should be able to do this: learners are able to plot and interpret storm hydrographs and regime graphs.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Further Study 4: The Drainage of Cameroon. The question was: Draw the map of Cameroon with the four basins and two rivers in each.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Atlantic basin: Sanaga, Wouri. Niger basin: Benue, Faro. Lake Chad basin: Logone, Chari. Congo basin: Sangha, Dja.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plot a storm hydrograph from data. Number 2: calculate lag time and read peak discharge. Number 3: plot and interpret a regime graph and give the uses of hydrographs.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A storm hydrograph shows discharge after a storm. A regime graph shows discharge over a year.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The Ministry of Water wants to build a small dam on a stream in the West Region. An engineer gives the class a table of rainfall and discharge after a storm and asks them to draw and read the graph.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data must be plotted and interpreted.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What graph will the class draw?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A storm hydrograph.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Why does the engineer need it?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To know the highest flood the dam must resist.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use hydrological data to predict floods and plan water projects.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practical work helps us to use graphs to understand floods and river flow.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diagram: rainfall and discharge after a storm.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At what hour is rain heaviest? At what hour is discharge highest?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Rain at hour 6; discharge at hour 12.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diagram: the storm hydrograph drawn from data.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Using the table, what is the lag time?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12 − 6 = 6 hours.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a gauging station that records discharge.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How are discharge data collected?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At gauging stations that measure water level and velocity.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diagram: regime graphs of two rivers.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What type of regime does the Benue have? What problem does its low flow cause?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A simple tropical regime; boats cannot reach Garoua and water is scarce.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a dam spillway.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Why do engineers study hydrographs before building a dam?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To design the spillway for the highest floods and plan water storage.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Storm hydrograph.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definitions. On this slide we have River regime graph.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Plotting a Storm Hydrograph. A storm hydrograph is plotted as follows. On this slide we have Axes.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Plotting a Storm Hydrograph. On this slide we have Plotting and Reading.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a plotted storm hydrograph.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Plotting and Analysing a River Regime. A regime graph is plotted and analysed as follows. On this slide we have Plotting.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Plotting and Analysing a River Regime. On this slide we have Analysis.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Plotting and Analysing a River Regime. On this slide we have Uses.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a river regime graph.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Rain peaks at hour 3 and discharge at hour 9. What is the lag time?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6 hours.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Give two uses of hydrographs in engineering.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designing dams and bridges (also flood defences, irrigation).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vertical; number 2, bars; number 3, lag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Plot the storm hydrograph from the table on graph paper and describe it in five sentences.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Practical Work 2: Drainage Basin Morphometry.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LOWER SIXTH ARTS</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PRACTICAL WORK 1: PLOTTING AND ANALYSING STORM HYDROGRAPHS AND RIVER REGIMES</a:t>
            </a:r>
            <a:endParaRPr lang="en-US" sz="12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GBHS 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jp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jp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image-54-1.png"/><Relationship Id="rId2" Type="http://schemas.openxmlformats.org/officeDocument/2006/relationships/slideLayout" Target="../slideLayouts/slideLayout2.xml"/><Relationship Id="rId3"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image" Target="../media/image-55-1.png"/><Relationship Id="rId2" Type="http://schemas.openxmlformats.org/officeDocument/2006/relationships/slideLayout" Target="../slideLayouts/slideLayout2.xml"/><Relationship Id="rId3" Type="http://schemas.openxmlformats.org/officeDocument/2006/relationships/notesSlide" Target="../notesSlides/notesSlide55.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LOWER SIXTH ARTS</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Practical Work 1: Plotting and Analysing Storm Hydrographs and River Regimes</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Plotting and Analysing Storm Hydrographs and River Regimes</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Lower Sixth Arts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1: Understanding and managing atmospheric and hydrological phenomena and hazards across the world in general and Cameroon in particular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Hydrology</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Hydrological Problems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Practical Work 1: Plotting and Analysing Storm Hydrographs and River Regimes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Discharge data, hydrograph, regime graph, lag time, peak flow, low flow.</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Plot discharge data; interpret peak and low flows; identify regimes and their factors; uses of hydrographs in engineering.</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plot and interpret storm hydrographs and regime graphs.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(Further Study 4: The Drainage of Cameroon):</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Draw the map of Cameroon with the four basins and two rivers in each.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Atlantic basin: Sanaga, Wouri. Niger basin: Benue, Faro. Lake Chad basin: Logone, Chari. Congo basin: Sangha, Dja.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Plot a storm hydrograph from data.</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Calculate lag time and read peak discharge.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Plot and interpret a regime graph and give the uses of hydrographs.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A storm hydrograph shows discharge after a storm.</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A regime graph shows discharge over a year.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Ministry of Water wants to build a small dam on a stream in the West Region. An engineer gives the class a table of rainfall and discharge after a storm and asks them to draw and read the graph.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data must be plotted and interpreted.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graph will the class draw?</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storm hydrograph.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does the engineer need it?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To know the highest flood the dam must resist.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Use hydrological data to predict floods and plan water projects.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practical work helps us to use graphs to understand floods and river flow.</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THE DATA</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pw_data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Rainfall and discharge after a storm.</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THE DATA</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At what hour is rain heaviest? At what hour is discharge highest?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THE DATA</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Rain at hour 6; discharge at hour 12.</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PLOTTING A STORM HYDROGRAPH</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storm_hydrograph_big.png">    </p:cNvPr>
          <p:cNvPicPr>
            <a:picLocks noChangeAspect="1"/>
          </p:cNvPicPr>
          <p:nvPr/>
        </p:nvPicPr>
        <p:blipFill>
          <a:blip r:embed="rId1"/>
          <a:stretch>
            <a:fillRect/>
          </a:stretch>
        </p:blipFill>
        <p:spPr>
          <a:xfrm>
            <a:off x="1215564" y="1783080"/>
            <a:ext cx="976056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storm hydrograph drawn from data.</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PLOTTING A STORM HYDROGRAPH</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Using the table, what is the lag time?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PLOTTING A STORM HYDROGRAPH</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12 − 6 = 6 hours.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COLLECTING DATA</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lsa_gauge.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gauging station that records discharge.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COLLECTING DATA</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are discharge data collected?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COLLECTING DATA</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At gauging stations that measure water level and velocity.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REGIME GRAPHS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regime_big.png">    </p:cNvPr>
          <p:cNvPicPr>
            <a:picLocks noChangeAspect="1"/>
          </p:cNvPicPr>
          <p:nvPr/>
        </p:nvPicPr>
        <p:blipFill>
          <a:blip r:embed="rId1"/>
          <a:stretch>
            <a:fillRect/>
          </a:stretch>
        </p:blipFill>
        <p:spPr>
          <a:xfrm>
            <a:off x="1215564" y="1783080"/>
            <a:ext cx="976056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Regime graphs of two rivers.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REGIME GRAPHS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type of regime does the Benue have? What problem does its low flow cause?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REGIME GRAPHS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simple tropical regime; boats cannot reach Garoua and water is scarce.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INTERPRETATION AND USES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lsa_dam.jpg">    </p:cNvPr>
          <p:cNvPicPr>
            <a:picLocks noChangeAspect="1"/>
          </p:cNvPicPr>
          <p:nvPr/>
        </p:nvPicPr>
        <p:blipFill>
          <a:blip r:embed="rId1"/>
          <a:stretch>
            <a:fillRect/>
          </a:stretch>
        </p:blipFill>
        <p:spPr>
          <a:xfrm>
            <a:off x="2250369" y="1783080"/>
            <a:ext cx="769095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dam spillway.</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INTERPRETATION AND USES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do engineers study hydrographs before building a dam?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INTERPRETATION AND USES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To design the spillway for the highest floods and plan water storage.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Hydrology</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Hydrological Problems</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Practical Work 1: Plotting and Analysing Storm Hydrographs and River Regimes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Storm hydrograph: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graph of river discharge against time during and after a storm.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River regime graph: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graph of the mean monthly discharge of a river over a year.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Plotting a Storm Hydrograph</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A storm hydrograph is plotted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Axes: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Time (hours) is placed on the x-axis and discharge (m³/s) on the left y-axis. Rainfall (mm) is shown as bars on a second y-axis at the top or right.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Plotting a Storm Hydrograph (continued)</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Plotting: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Plot each discharge value and join the points with a smooth curve. Draw the base flow line under the curve.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Reading: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Mark the peak rainfall and the peak discharge and measure the lag time between them. Describe the rising and falling limbs.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Plotting a Storm Hydrograph</a:t>
            </a:r>
            <a:endParaRPr lang="en-US" sz="3600" dirty="0"/>
          </a:p>
        </p:txBody>
      </p:sp>
      <p:pic>
        <p:nvPicPr>
          <p:cNvPr id="4" name="Image 0" descr="/home/claude/f4/img/v2/storm_hydrograph_big.png">    </p:cNvPr>
          <p:cNvPicPr>
            <a:picLocks noChangeAspect="1"/>
          </p:cNvPicPr>
          <p:nvPr/>
        </p:nvPicPr>
        <p:blipFill>
          <a:blip r:embed="rId1"/>
          <a:stretch>
            <a:fillRect/>
          </a:stretch>
        </p:blipFill>
        <p:spPr>
          <a:xfrm>
            <a:off x="1215564" y="1783080"/>
            <a:ext cx="976056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a plotted storm hydrograph</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Plotting and Analysing a River Regime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A regime graph is plotted and analysed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Plotting: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Place the months on the x-axis and mean discharge on the y-axis. Draw bars or a line for each month.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Plotting and Analysing a River Regime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Analysis: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Identify the high-water and low-water periods and calculate the ratio between them. Relate them to rainfall and to the type of regime.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Plotting and Analysing a River Regime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Uses: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Hydrographs and regimes are used to design dams, bridges and flood warnings. They also help to plan navigation and irrigation.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Plotting and Analysing a River Regime</a:t>
            </a:r>
            <a:endParaRPr lang="en-US" sz="3600" dirty="0"/>
          </a:p>
        </p:txBody>
      </p:sp>
      <p:pic>
        <p:nvPicPr>
          <p:cNvPr id="4" name="Image 0" descr="/home/claude/f4/img/v2/regime_big.png">    </p:cNvPr>
          <p:cNvPicPr>
            <a:picLocks noChangeAspect="1"/>
          </p:cNvPicPr>
          <p:nvPr/>
        </p:nvPicPr>
        <p:blipFill>
          <a:blip r:embed="rId1"/>
          <a:stretch>
            <a:fillRect/>
          </a:stretch>
        </p:blipFill>
        <p:spPr>
          <a:xfrm>
            <a:off x="1215564" y="1783080"/>
            <a:ext cx="976056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a river regime graph</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Rain peaks at hour 3 and discharge at hour 9. What is the lag time?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6 hours.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uses of hydrographs in engineering.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Designing dams and bridges (also flood defences, irrigation).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Discharge is plotted on the ______ axis.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Rain is drawn as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time between peak rain and peak discharge is the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Plot the storm hydrograph from the table on graph paper and describe it in five sentences.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Practical Work 2: Drainage Basin Morphometry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52"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Graph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graphique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Axis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L'axe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Data</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Les données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Peak flow</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débit de pointe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Low flow</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L'étiage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Engineer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L'ingénieur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Hydrology</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Practical Work 1: Plotting and Analysing Storm Hydrographs and River Regimes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Plot a storm hydrograph from data. Calculate lag time and read peak discharge. Plot and interpret a regime graph and give the uses of hydrographs.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plot and interpret storm hydrographs and regime graphs.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Plotting a Storm Hydrograph; Plotting and Analysing a River Regime.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Plot the storm hydrograph from the table on graph paper and describe it in five sentences.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copy the table on the board.</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plot the points on graph paper.</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explain a staff gauge.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plot monthly data.</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list uses of hydrographs.</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National Geography Syllabus, MINESEC/IGE/IP-SS, 2019 — Module 1 (Meteorology, Climatology &amp; Hydrology).</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“Embudo Stream Gaging Station (Rio Arriba County, New Mexico)” by cmh2315fl, CC BY-NC 2.0, via Flickr (https://www.flickr.com/photos/21953562@N07/32142798192)</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“Fontana Dam Spillway” by Frank Kehren, CC BY-NC-ND 2.0, via Flickr (https://www.flickr.com/photos/77759596@N00/9256852611)</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55</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55</Slides>
  <Notes>55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55</vt:i4>
      </vt:variant>
    </vt:vector>
  </HeadingPairs>
  <TitlesOfParts>
    <vt:vector size="5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2026-09-27T09:30:23Z</dcterms:created>
  <dcterms:modified xsi:type="dcterms:W3CDTF">2026-09-27T09:30:23Z</dcterms:modified>
</cp:coreProperties>
</file>