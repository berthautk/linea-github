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Practical Work 1: Plotting and Analysing Storm Hydrographs and River Regimes.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copy the table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plot the points on graph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a staff gauge.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plot monthly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uses of hydrographs.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vertical 2. bars 3. lag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HYDROLOGY  —  PRACTICAL WORK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and Analysing Storm Hydrographs and River Regimes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Hydrology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Hydrological Problems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1: Plotting and Analysing Storm Hydrographs and River Regimes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data, hydrograph, regime graph, lag time, peak flow, low flow.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discharge data; interpret peak and low flows; identify regimes and their factors; uses of hydrographs in engineering.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plot and interpret storm hydrographs and regime graphs.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storm hydrograph from data.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lag time and read peak discharge.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and interpret a regime graph and give the uses of hydrographs.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storm hydrograph shows discharge after a storm.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regime graph shows discharge over a year.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Ministry of Water wants to build a small dam on a stream in the West Region. An engineer gives the class a table of rainfall and discharge after a storm and asks them to draw and read the graph.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data must be plotted and interpreted.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graph will the class draw?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storm hydrograph.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engineer need it?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know the highest flood the dam must resist.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practical work helps us to use graphs to understand floods and river flow.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pw_data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Rainfall and discharge after a storm.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what hour is rain heaviest? At what hour is discharge highest?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at hour 6; discharge at hour 12.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PLOTTING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storm_hydrograp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storm hydrograph drawn from data.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PLOTTING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the table, what is the lag time?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PLOTTING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12 − 6 = 6 hours.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PLOTTING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gau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gauging station that records discharge.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PLOTTING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are discharge data collected?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PLOTTING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gauging stations that measure water level and velocity.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REGIME GRAPHS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regim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Regime graphs of two rivers.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REGIME GRAPHS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type of regime does the Benue have? What problem does its low flow cause?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REGIME GRAPHS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simple tropical regime; boats cannot reach Garoua and water is scarce.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d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dam spillway.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engineers study hydrographs before building a dam?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the spillway for the highest floods and plan water storage.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Plotting and Analysing Storm Hydrographs and River Regimes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Hydrology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Hydrological Problems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Work 1: Plotting and Analysing Storm Hydrographs and River Regimes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Hydrograph: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graph of river discharge against time.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 flow: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highest discharge on the graph.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flow: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lowest discharge, usually in the dry season.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Method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Storm hydrograph: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time on the horizontal axis and discharge on the vertical axis. Draw rain as bars and discharge as a line.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Reading: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 the peak rain and the peak discharge. Calculate the lag time and describe the rising and falling limbs.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Method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Regime graph: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Plot the mean monthly discharge for a year. Identify the high-water and low-water months.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Interpretation and Uses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Interpretation: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 the shape of the graph to rain, soil, slopes and land use. Name the regime type and its factors.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Water problems: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Areas with long low-water periods face shortages. Areas with flashy floods face flood damage.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Interpretation and Uses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Uses in engineering: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Hydrographs help to design dams, bridges and flood defences. They also help to plan irrigation and water supply.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peaks at hour 3 and discharge at hour 9. What is the lag time?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hours.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uses of hydrographs in engineering.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Designing dams and bridges (also flood defences, irrigation).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Discharge is plotted on the ______ axis.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is drawn as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time between peak rain and peak discharge is the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Plot the storm hydrograph from the table on graph paper and describe it in five sentences.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Practical Work 2: Drainage Basin Morphometry.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graphique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L'axe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données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débit de pointe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L'étiage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L'ingénieur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1: Plotting and Analysing Storm Hydrographs and River Regimes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a storm hydrograph from data. Calculate lag time and read peak discharge. Plot and interpret a regime graph and give the uses of hydrographs.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plot and interpret storm hydrographs and regime graphs.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Hydrograph, Peak flow, Low flow; II. Method: Storm hydrograph, Reading, Regime graph; III. Interpretation and Uses: Interpretation, Water problems, Uses in engineering.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the storm hydrograph from the table on graph paper and describe it in five sentences.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“Embudo Stream Gaging Station (Rio Arriba County, New Mexico)” by cmh2315fl, CC BY-NC 2.0, via Flickr (https://www.flickr.com/photos/21953562@N07/32142798192)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“Fontana Dam Spillway” by Frank Kehren, CC BY-NC-ND 2.0, via Flickr (https://www.flickr.com/photos/77759596@N00/9256852611)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2026-09-26T18:17:50Z</dcterms:created>
  <dcterms:modified xsi:type="dcterms:W3CDTF">2026-09-26T18:17:50Z</dcterms:modified>
</cp:coreProperties>
</file>