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33: Storm Hydrographs.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storm hydrograph, peak discharge, lag time, rising limb, falling limb, flashy and subdued hydrographs. At the end, you should be able to do this: learners are able to read a storm hydrograph and explain what controls its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32: Runoff. The question was: Measure the width, depth and float speed of a stream near you and calculate its discharge.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width 4 m, mean depth 0.5 m, so area = 2 m²; a float travels 10 m in 20 s, so velocity = 0.5 m/s. Discharge = 2 × 0.5 = 1 m³/s.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and label a storm hydrograph. Number 2: distinguish flashy, subdued and double-peak hydrographs. Number 3: explain the factors of hydrograph shape and lag time, and their use for flood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Discharge = area × velocity. Towns and bare land increase runoff.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storm in the hills above Limbe, the river floods the town only two hours later. After a similar storm near Kribi, a forest river rises slowly over two days and does not flood.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Rivers respond to storms at different speeds.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graph shows a river's response to a storm?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storm hydrograph.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forest river rise slowly?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forest slowed the water and let it infiltrate.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hydrographs to predict floods and warn people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predict floods after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storm hydrograph.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lag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time between the peak of the rain and the peak discharge.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flashy, subdued and double-peak hydrographs.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hydrograph is the most dangerous for floods?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flashy one: a high peak comes very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basin shape and the speed of the flood.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does a round basin give a higher, faster peak?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from all parts reaches the main river at about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effect of a town on the hydrograph.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urbanisation change lag time and peak?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Lag time becomes shorter and the peak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hydrographs help to protect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show when and how high a flood will come, so people can be warned.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Channel flow and Discharge.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Storm hydrograph.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a Storm Hydrograph. A storm hydrograph has the following parts. On this slide we have Rising limb and peak discharge and Lag time.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a Storm Hydrograph. On this slide we have Falling limb and base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storm hydrograph.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Hydrographs. There are three main types of hydrographs. On this slide we have Flashy hydrograph and Subdued hydrograph.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Hydrographs. On this slide we have Double-peak hydrograph.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flashy and subdued hydrographs.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Affecting the Shape and Lag Time. The shape of a hydrograph depends on two groups of factors. On this slide we have Dynamic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the Shape and Lag Time. On this slide we have Static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the Shape and Lag Time. On this slide we have Flood prediction.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basin shape and hydrograph shape.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Label the parts of a storm hydrograph.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rainfall, rising limb, peak, falling limb, lag time, base flow, quick flow.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that give a flashy hydrograph.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intense rain and urbanisation (also steep slopes, impermeable rock, round basin).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lag time; number 2, flashy; number 3,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flashy and a subdued hydrograph and give two causes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34: River Regimes.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33: STORM HYDROGRAPHS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Storm Hydrographs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33: Storm Hydrographs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Storm hydrograph, peak discharge, lag time, rising limb, falling limb, flashy and subdued hydrographs.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Channel flow and discharge; storm hydrographs, their characteristics and types; factors (dynamic and static); flood prediction.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 storm hydrograph and explain what controls its shape.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32: Runoff):</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width, depth and float speed of a stream near you and calculate its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width 4 m, mean depth 0.5 m, so area = 2 m²; a float travels 10 m in 20 s, so velocity = 0.5 m/s. Discharge = 2 × 0.5 = 1 m³/s.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label a storm hydrograph.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flashy, subdued and double-peak hydrographs.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hydrograph shape and lag time, and their use for flood prediction.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Discharge = area × velocity.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and bare land increase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storm in the hills above Limbe, the river floods the town only two hours later. After a similar storm near Kribi, a forest river rises slowly over two days and does not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respond to storms at different speeds.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graph shows a river's response to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storm hydrograph.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forest river rise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slowed the water and let it infiltrate.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hydrographs to predict floods and warn people in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predict floods after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lag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time between the peak of the rain and the peak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HYDROGRAPHS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hydrograp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Flashy, subdued and double-peak hydrographs.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HYDROGRAPHS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hydrograph is the most dangerous for floods?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HYDROGRAPHS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flashy one: a high peak comes very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STATIC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asin_sha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Basin shape and the speed of the flood.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STATIC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round basin give a higher, faster peak?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STATIC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from all parts reaches the main river at about the same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DYNAMIC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rban_hydro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effect of a town on the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DYNAMIC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urbanisation change lag time and peak?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DYNAMIC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Lag time becomes shorter and the peak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FLOOD PREDICTION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FLOOD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hydrographs help to protect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FLOOD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show when and how high a flood will come, so people can be warned.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33: Storm Hydrographs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Channel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flowing in a river channel.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Discharge: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volume of water passing a point per second, in m³/s.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showing how the discharge of a river changes after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a Storm Hydrograph</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storm hydrograph has the following parts: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Rising limb and peak discharge: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rising limb shows discharge increasing after the rain. The peak is the highest discharge.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Lag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time between peak rainfall and peak discharge. A short lag time means a high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a Storm Hydrograph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limb and base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falling limb shows discharge decreasing after the peak. Base flow is the groundwater part that continues between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a Storm Hydrograph</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Hydrographs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three main types of hydrographs: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Flashy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steep rising limb, a high peak and a short lag time. It shows a high risk of flash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Subdued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gentle rising limb, a low peak and a long lag time. The flood risk is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Hydrographs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Double-peak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two peaks, from two storms or from quick flow followed by slower throughflow. It can also come from two tributaries.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Hydrographs</a:t>
            </a:r>
            <a:endParaRPr lang="en-US" sz="3600" dirty="0"/>
          </a:p>
        </p:txBody>
      </p:sp>
      <p:pic>
        <p:nvPicPr>
          <p:cNvPr id="4" name="Image 0" descr="/home/claude/f4/img/v2/hydrograp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flashy and subdued hydrographs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Shape and Lag Time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shape of a hydrograph depends on two groups of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Dynamic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type, intensity, duration and frequency, and land use, change with time. Intense storms and urbanisation shorten lag time and raise the peak.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Shape and Lag Time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Basin size, shape, relief, soil and rock stay the same. Small, round, steep basins on impermeable rock give flashy hydrographs.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Shape and Lag Time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prediction: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studying past hydrographs, engineers predict flood peaks and lag times. Warnings allow people to move away and protect property.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Affecting the Shape and Lag Time</a:t>
            </a:r>
            <a:endParaRPr lang="en-US" sz="3600" dirty="0"/>
          </a:p>
        </p:txBody>
      </p:sp>
      <p:pic>
        <p:nvPicPr>
          <p:cNvPr id="4" name="Image 0" descr="/home/claude/f4/img/v2/basin_sha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basin shape and hydrograph shape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Label the parts of a storm hydrograph.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rising limb, peak, falling limb, lag time, base flow, quick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that give a flashy hydrograph.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Intense rain and urbanisation (also steep slopes, impermeable rock, round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time between peak rain and peak discharge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hydrograph with a high, quick peak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Forests make the lag time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flashy and a subdued hydrograph and give two causes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34: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L'hydrogramme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pointe de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 de réponse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Rising limb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montée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33: Storm Hydrographs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and label a storm hydrograph. Distinguish flashy, subdued and double-peak hydrographs. Explain the factors of hydrograph shape and lag time, and their use for flood prediction.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 storm hydrograph and explain what controls its shape.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of a Storm Hydrograph; Types of Hydrographs; Factors Affecting the Shape and Lag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flashy and a subdued hydrograph and give two causes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and label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main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a round plate and a long ruler.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roof and a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flood warnings on the radio.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2026-09-29T03:12:44Z</dcterms:created>
  <dcterms:modified xsi:type="dcterms:W3CDTF">2026-09-29T03:12:44Z</dcterms:modified>
</cp:coreProperties>
</file>