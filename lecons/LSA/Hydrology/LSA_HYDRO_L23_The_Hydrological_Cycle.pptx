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23: The Hydrological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cycle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water boiling in a closed 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do the calculation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explain residence time with a bus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stores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ocean 2. runoff 3. Sun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HYDROLOGY  —  LESSON 23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Hydrological Cycle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1: Understanding and managing atmospheric and hydrological phenomena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Water in Storage and Circulation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Hydrological Cycle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23: The Hydrological Cycle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Hydrological cycle, system, store, flow, closed system, residence time.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Meaning; systems approach; the global hydrological cycle as a closed system with its stores, flows and quantities.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the global water cycle as a closed system with stores and flows.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hydrological cycle.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systems approach (stores and flows).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global cycle as a closed system with quantities.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evaporates, condenses and falls as rain.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water is in the oceans.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teacher says that the water we drink today may once have been drunk by a dinosaur. Learners laugh, but the teacher insists that water is never lost; it only moves.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Learners do not see how water moves and is reused.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water lost from the Earth?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No. The total amount stays the same.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this movement called?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hydrological (water) cycle.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how water moves between the sea, the air and the land.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water_cycl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the water cycle.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main processes of the water cycle.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Evaporation, condensation, precipitation and runoff.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 CLOSED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earth_spa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1691640"/>
            <a:ext cx="804672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Earth: its water never leaves the planet.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 CLOSED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global water cycle called a closed system?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 CLOSED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water enters or leaves the Earth; it only moves between stores.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 CLOSED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global_cycl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Flows between the stores.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 CLOSED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Evaporation from the ocean is 413 and rain on the ocean is 373. Where do the other 40 go?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 CLOSED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fall on land and return to the sea as runoff (40).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STORES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4_cumulonimbu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746" y="1691640"/>
            <a:ext cx="8155459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Clouds: water stored in the atmosphere.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STORES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the atmosphere a big or a small store? Why is it important?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STORES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small store, but water passes through it quickly and gives all the rain.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STORES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lsa_lak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lake: a surface store of water.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STORES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three stores of water on land.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STORES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Lakes and rivers, soil water, ground water (also ice and plants).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Hydrological Cycle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Global Water in Storage and Circulation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 Hydrological Cycle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23: The Hydrological Cycle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Hydrological cycle: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continuous movement of water between the sea, the air and the land.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place where water is kept for some time.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movement of water from one store to another.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Closed system: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system where nothing enters or leaves, only energy.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Systems Approach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Stores: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stores are oceans, ice, ground water, lakes, soil, rivers, plants and the atmosphere. The ocean is by far the largest.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Flows: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moves by evaporation, condensation, precipitation, infiltration and runoff. The Sun gives the energy for these flows.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Systems Approach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Residence time: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stays thousands of years in oceans and ice. It stays only about 9 days in the atmosphere.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Global Cycle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Over the oceans: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413 thousand km³ evaporate every year, and 373 fall back as rain. The rest is carried over the land.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Over the land: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113 thousand km³ fall as rain, and 73 return to the air by evapotranspiration. About 40 flow back to the sea as runoff.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Global Cycle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Balance: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total amount of water on Earth does not change. What leaves one store enters another.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Global Cycle (3/3)</a:t>
            </a:r>
            <a:endParaRPr lang="en-US" sz="3600" dirty="0"/>
          </a:p>
        </p:txBody>
      </p:sp>
      <p:pic>
        <p:nvPicPr>
          <p:cNvPr id="13" name="Image 0" descr="/home/claude/f4/img/v2/global_cycl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diagram.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global hydrological cycle a closed system?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does not enter or leave the Earth; it only moves between stores.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four flows of the water cycle.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Evaporation, condensation, precipitation, runoff (also infiltration).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largest store of water is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returns from land to sea as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energy of the water cycle comes from the ______.</a:t>
            </a:r>
            <a:endParaRPr lang="en-US" sz="3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the global water cycle and write the quantities on the arrows.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24: The Drainage Basin as an Open System.</a:t>
            </a:r>
            <a:endParaRPr lang="en-US" sz="4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cycle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cycle de l'eau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stock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flux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system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système fermé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Runoff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L'écoulement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Evaporation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L'évaporation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Water in Storage and Circulation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23: The Hydrological Cycle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the hydrological cycle. Explain the systems approach (stores and flows). Describe the global cycle as a closed system with quantities.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the global water cycle as a closed system with stores and flows.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Hydrological cycle, Store, Flow, Closed system; II. The Systems Approach: Stores, Flows, Residence time; III. The Global Cycle: Over the oceans, Over the land, Balance.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the global water cycle and write the quantities on the arrows.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1 (Meteorology, Climatology &amp; Hydrology).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“Blue Marble, Eastern Hemisphere March 2014” by NASA Goddard Photo and Video, CC BY 2.0, via nasa (https://www.flickr.com/photos/24662369@N07/14990033062)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“06172012 Sunday evening pulse storms/cumulonimbi” by StormRider93 | Into the Storm, CC BY-NC-ND 2.0, via Flickr (https://www.flickr.com/photos/65232104@N04/7395715628)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“Lake Kamburu” by World Bank Photo Collection, CC BY-NC-ND 2.0, via Flickr (https://www.flickr.com/photos/10816734@N03/25644146245)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2026-09-27T04:25:34Z</dcterms:created>
  <dcterms:modified xsi:type="dcterms:W3CDTF">2026-09-27T04:25:34Z</dcterms:modified>
</cp:coreProperties>
</file>