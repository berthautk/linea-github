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hydrological cycle, system, store, flow, closed system, residence time. At the end, you should be able to do this: learners are able to describe the global water cycle as a closed system with stores and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Introduction to Hydrology. The question was: List the sources of water in your area and say which ones dry up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Sources in Garoua: the Benue river, wells, boreholes, streams (mayos) and rain water. Wells and mayos often dry up in the dry season, while boreholes and the Benue remain.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Number 2: explain the systems approach (stores and flows). Number 3: describe the global cycle as a closed system with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evaporates, condenses and falls as rain. Most water is in the oceans.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says that the water we drink today may once have been drunk by a dinosaur. Learners laugh, but the teacher insists that water is never lost; it only moves.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see how water moves and is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water lost from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total amount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movement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hydrological (water)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circulation of water on Earth to manage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water moves between the sea, the air and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processes of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condensation, precipitation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its water never leaves the planet.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global water cycle called a closed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water enters or leaves the Earth; it only moves between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flows between the stores.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Evaporation from the ocean is 413 and rain on the ocean is 373. Where do the other 40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fall on land and return to the sea as runoff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clouds: water stored in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atmosphere a big or a small store? Why is it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store, but water passes through it quickly and gives all the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lake: a surface store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three stores of water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Lakes and rivers, soil water, ground water (also ice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Hydrological Cycle. The hydrological cycle can be understood as follows. On this slide we have Hydrological (water)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Systems Approach. The hydrological cycle can be studied as a system. On this slide we have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Systems Approach. On this slide we have Closed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(Storages). The main stores of the global cycle are. On this slide we have Oceans.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Ice, groundwater, lakes and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Flows (Linkages) and Quantities. Water moves between the stores through the following flows. On this slide we have Evaporation and 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global water cycle (thousand km³ per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global hydrological cycle a closed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does not enter or leave the Earth; it only moves between stores.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flows of the water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condensation, precipitation, runoff (also infiltration).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ocean; number 2, runoff; number 3,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global water cycle and write the quantities on the arrows.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The Drainage Basin as an Open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cycle, system, store, flow, closed system, residence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systems approach; the global hydrological cycle as a closed system with its stores, flows and quantities.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Introduction to Hydrology):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Sources in Garoua: the Benue river, wells, boreholes, streams (mayos) and rain water. Wells and mayos often dry up in the dry season, while boreholes and the Benue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systems approach (stores and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cycle as a closed system with quantities.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evaporates, condenses and falls as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water is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says that the water we drink today may once have been drunk by a dinosaur. Learners laugh, but the teacher insists that water is never lost; it only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see how water moves and is reused.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water lost from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total amount stays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movement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hydrological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circulation of water on Earth to manage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water moves between the sea, the air and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processes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its water never leaves the planet.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water cycle called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water enters or leaves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between the stores.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ocean is 413 and rain on the ocean is 373. Where do the other 40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fall on land and return to the sea as runoff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water stored in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atmosphere a big or a small store?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store, but water passes through it quickly and gives all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 a surface store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of water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and rivers, soil water, ground water (also ice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(water)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oceans, the atmosphere and the land. It is powered by solar energy and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studied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is a set of stores linked by flows or transfers of matter and energy. It has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Closed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global scale, the water cycle is a closed system, because no water enters or leaves the Earth. Only energy (sunlight)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stores of the global cycle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by far the largest store, with about 1,338 million km³ of water. Water may stay there for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groundwater, lakes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caps and groundwater are large stores on land. Lakes, rivers and soil moisture are small but important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small store (about 13,000 km³). But water passes through it quickly, in about 9 days, so it feeds all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Flows (Linkages) and Quantities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moves between the stores through the following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413,000 km³ evaporate from the oceans and 73,000 km³ from the land each year. They move water up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373,000 km³ fall on the oceans and 113,000 km³ on the land. More falls on land than evaporates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extra 40,000 km³ that falls on land returns to the sea by rivers and groundwater flow. This keeps the cycle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global water cycle (thousand km³ per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hydrological cycle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does not enter or leave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flows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runoff (also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store of water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returns from land to sea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energy of the water cycle comes from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Closed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fermé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Explain the systems approach (stores and flows). Describe the global cycle as a closed system with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Hydrological Cycle; The Systems Approach; Stores (Storages); Flows (Linkages) and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global water cycle and write the quantities on the arrows.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water boiling in a closed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residence time with a bus stop.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stores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2026-09-27T10:07:53Z</dcterms:created>
  <dcterms:modified xsi:type="dcterms:W3CDTF">2026-09-27T10:07:53Z</dcterms:modified>
</cp:coreProperties>
</file>