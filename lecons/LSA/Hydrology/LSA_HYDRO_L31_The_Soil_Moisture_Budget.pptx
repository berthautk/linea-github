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31: The Soil Moisture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two curves.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first rains.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dry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the planting months of cotton and millet.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irrigated rice in Yagoua.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surplus 2. recharge 3. utilisation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31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Soil Moisture Budget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31: The Soil Moisture Budget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moisture budget, surplus, deficit, recharge, utilisation, moisture regime.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soil moisture balance; seasonal variations; soil moisture regimes.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soil moisture budget graph and relate it to farming.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soil moisture budget.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periods of surplus, utilisation, deficit and recharge on a graph.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soil moisture regimes and their use in farming.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 is the input; evapotranspiration is an output.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capacity and wilting point are states of soil moisture.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in the North plant cotton when the rains start and harvest when the soil is drying. An agronomist shows them a graph comparing rain with water loss month by month.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need to know when the soil has enough water.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two things does the graph compare?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Precipitation and potential evapotranspiration.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this balance?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moisture budget.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yearly balance of water in the soil and to plan farming.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BUDGET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budge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moisture budget for a tropical wet and dry climate.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BUDGET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months is there a surplus? A deficit?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BUDGET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Surplus from about June to September; deficit from about November to April.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ainysea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rainy season.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start of the rains, where does the rain water go first?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refills the dry soil (recharge).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drou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Dry fields in the dry season.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during the deficit period?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is dry, plants wilt and rivers are low.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otton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cotton field in the north.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farmers plant at the start of the recharge period?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 crops grow while the soil has water.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piv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farmers grow crops during the deficit period?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irrigation.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Moisture Budget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31: The Soil Moisture Budget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moisture budget: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balance between the water entering and leaving the soil over a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Surplus: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rain is greater than evapotranspiration and the soil is full.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Deficit: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evapotranspiration is greater than rain and the soil is dry.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Soil Moisture Balance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Recharge: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the rains start, rain is greater than PET. The water first refills the dry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Surplus: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the soil reaches field capacity, extra water drains away. It feeds ground water and rivers.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Soil Moisture Balance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Utilisation and deficit: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PET becomes greater than rain, plants use the stored soil water. When it is used up, there is a deficit.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Regimes and Uses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Regimes: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Humid regions have a surplus most of the year. Dry regions have a deficit most of the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budget shows when to plant and when to irrigate. It also helps to predict floods and low river flows.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Regimes and Uses (2/2)</a:t>
            </a:r>
            <a:endParaRPr lang="en-US" sz="3600" dirty="0"/>
          </a:p>
        </p:txBody>
      </p:sp>
      <p:pic>
        <p:nvPicPr>
          <p:cNvPr id="13" name="Image 0" descr="/home/claude/f4/img/v2/soil_budge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graph.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soil moisture recharge?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refilling of dry soil by rain at the start of the rainy season.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in the deficit period?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PET is greater than rain, the soil is dry and plants wilt.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rain is greater than PET and the soil is full, there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Refilling dry soil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stored soil water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 rainfall figures for your town, mark the wet and dry months and suggest a farming calendar.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32: Runoff.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bilan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Surplus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L'excédent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déficit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Farming calendar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calendrier agricole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31: The Soil Moisture Budget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soil moisture budget. Read the periods of surplus, utilisation, deficit and recharge on a graph. Explain soil moisture regimes and their use in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soil moisture budget graph and relate it to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moisture budget, Surplus, Deficit; II. The Soil Moisture Balance: Recharge, Surplus, Utilisation and deficit; III. Regimes and Uses: Regimes, Uses.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rainfall figures for your town, mark the wet and dry months and suggest a farming calendar.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“Farmer” by CIFOR, CC BY-NC-ND 2.0, via Flickr (https://www.flickr.com/photos/45423546@N07/35708569412)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“Imagine a world without trees” by aloshbennett, CC BY 2.0, via Flickr (https://www.flickr.com/photos/13203757@N00/3480223314)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“Cotton Fields, U.S. 65, Tensas Parish, Louisiana (4)” by Ken Lund, CC BY-SA 2.0, via Flickr (https://www.flickr.com/photos/75683070@N00/3934873451)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“Mid-West Agriculture” by Djof, CC BY-NC-SA 2.0, via Flickr (https://www.flickr.com/photos/10787942@N00/147222315)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2026-09-26T18:17:49Z</dcterms:created>
  <dcterms:modified xsi:type="dcterms:W3CDTF">2026-09-26T18:17:49Z</dcterms:modified>
</cp:coreProperties>
</file>