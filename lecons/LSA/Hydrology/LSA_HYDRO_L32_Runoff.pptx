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32: Runoff.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stream after a storm.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stream that never dries.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do the calculation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climatic and basin factors.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rivers used in Cameroon.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m³/s (cumecs) 2. base 3. velocity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HYDROLOGY  —  LESSON 32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Runoff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Components of 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32: Runoff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Runoff, discharge, quick flow, base flow, velocity, cross-section, current meter.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Meaning, components, characteristics, measurement, factors and significance of runoff.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runoff, measure river discharge and explain what controls it.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runoff and its components.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river discharge.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factors and significance of runoff.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reaches rivers by overland flow, throughflow and base flow.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Runoff is an output of the basin.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Engineers at a river near Bertoua measure the width, depth and speed of the water every month. They want to know how much water passes each second before building a small power station.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Engineers need to know how much water the river carries.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this amount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discharge.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they calculate it?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Cross-section area × velocity.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river flow, which is needed for water supply, dams and flood control.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muddyri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river full after rain.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runoff?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water that flows over and through the ground into rivers and back to the sea.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basin_system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Flows that feed the channel.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flow keeps rivers flowing in the dry season?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 flow from ground water.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gau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stream gauging station.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river section has an area of 20 m² and water flows at 2 m/s. What is the discharge?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 × 2 = 40 m³/s (cumecs).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floo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river in flood.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factors that increase runoff.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Heavy rain, steep slopes, impermeable rock or towns (also saturated soil, bare land).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wour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Fishing on the Wouri River.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uses of river runoff for people.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Fishing, transport, water supply and hydro-electricity.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Runoff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Components of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32: Runoff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Runoff: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water that flows from the land into rivers and the sea.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Discharge: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volume of water passing a point in a river each second, in m³/s.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Quick flow: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water that reaches the river quickly after rain.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 flow: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water that reaches the river slowly from the ground water.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Components, Characteristics and Measurement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Components: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Runoff includes overland flow, throughflow and base flow. Quick flow comes after storms, and base flow lasts all year.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Characteristics: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Runoff is described by its volume, speed and frequency of floods. It changes with storms and seasons.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Components, Characteristics and Measurement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Measurement: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Discharge = cross-section area × velocity. Velocity is measured with a current meter or a float.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Significance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Climatic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Intense and long rain give much runoff. High evapotranspiration reduces it.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Basin and channel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Large, steep basins with impermeable rock give more runoff. Smooth, deep channels carry water faster.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Significance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Land use: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Towns and bare land increase runoff, and forests reduce it. Runoff is used for water supply, fishing, transport and power.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is river discharge calculated?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Cross-section area × velocity.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quick flow and base flow.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Quick flow reaches the river soon after rain; base flow comes slowly from ground water.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Discharge is measured in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from the ground water that feeds rivers is ______ flow.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Discharge = area ×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Measure the width, depth and float speed of a stream near you and calculate its discharge.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33: Storm Hydrographs.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Runoff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L'écoulement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Discharge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débit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vitesse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flow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débit de base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Channel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chenal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meter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moulinet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32: Runoff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runoff and its components. Calculate river discharge. Explain the factors and significance of runoff.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runoff, measure river discharge and explain what controls it.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Runoff, Discharge, Quick flow, Base flow; II. Components, Characteristics and Measurement: Components, Characteristics, Measurement; III. Factors and Significance: Climatic factors, Basin and channel factors, Land use.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 the width, depth and float speed of a stream near you and calculate its discharge.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“Parana River Floodplain, Northern Argentina (NASA, International Space” by NASA's Marshall Space Flight Center, CC BY-NC 2.0, via nasa (https://www.flickr.com/photos/28634332@N05/5684050889)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“Embudo Stream Gaging Station (Rio Arriba County, New Mexico)” by cmh2315fl, CC BY-NC 2.0, via Flickr (https://www.flickr.com/photos/21953562@N07/32142798192)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“Flood in Accra” by Stig Nygaard, CC BY 2.0, via Flickr (https://www.flickr.com/photos/10259776@N00/181742000)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“Fishing on the Wouri River” by Karlplatz, CC BY-NC-ND 2.0, via Flickr (https://www.flickr.com/photos/36973264@N00/3158348)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2026-09-26T18:17:49Z</dcterms:created>
  <dcterms:modified xsi:type="dcterms:W3CDTF">2026-09-26T18:17:49Z</dcterms:modified>
</cp:coreProperties>
</file>