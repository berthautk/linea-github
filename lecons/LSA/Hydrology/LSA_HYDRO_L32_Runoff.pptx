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runoff, discharge, quick flow, base flow, velocity, cross-section, current meter. At the end, you should be able to do this: learners are able to explain runoff, measure river discharge and explain what controls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The Soil Moisture Budget. The question was: With rainfall figures for your town, mark the wet and dry months and suggest a farming calendar.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wet months May–October, dry months November–April. Plant at the start of the rains (May–June) and harvest in October; irrigate or grow dry-season crops (muskwari) on residual moisture.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runoff and its components. Number 2: calculate river discharge. Number 3: explain the factors and significance of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reaches rivers by overland flow, throughflow and base flow. Runoff is an output of the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Engineers at a river near Bertoua measure the width, depth and speed of the water every month. They want to know how much water passes each second before building a small power station.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Engineers need to know how much water the river carries.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amount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they calculate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river runoff wisely and reduce floods by good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river flow, which is needed for water supply, dams and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river full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that flows over and through the ground into rivers and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flows that feed the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flow keeps rivers flowing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Base flow from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stream gauging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river section has an area of 20 m² and water flows at 2 m/s. What is the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 = 40 m³/s (cumecs).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in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increase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steep slopes, impermeable rock or towns (also saturated soil, bare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fishing on the Wouri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river runoff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transport, water supply and hydro-electricity.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Runoff. Runoff can be understood as follows. On this slide we have Runoff.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Runoff. On this slide we have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quick flow and base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Measurement. Runoff is described and measured as follows.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Measurement. On this slide we have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Runoff. Runoff depends on the following factors. On this slide we have Climatic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Basin and channel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Runoff. Runoff is important because. On this slide we have In the hydrological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Runoff. On this slide we have For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is river discharge calculated?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cross-section area × velocity.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quick flow and base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quick flow reaches the river soon after rain; base flow comes slowly from ground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m³/s (cumecs); number 2, base; number 3,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width, depth and float speed of a stream near you and calculate its discharge.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Storm Hydrographs.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RUNOFF</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 Runoff</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Runoff</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Runoff, discharge, quick flow, base flow, velocity, cross-section, current 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characteristics, measurement, factors and significance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The Soil Moisture Budget):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wet months May–October, dry months November–April. Plant at the start of the rains (May–June) and harvest in October; irrigate or grow dry-season crops (muskwari) on residual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runoff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river discharge.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reaches rivers by overland flow, throughflow and base flow.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Runoff is an output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at a river near Bertoua measure the width, depth and speed of the water every month. They want to know how much water passes each second before building a small power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need to know how much water the river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amount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they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river runoff wisely and reduce floods by good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river flow, which is needed for water supply, dams and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full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flows over and through the ground into rivers and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that feed the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 flow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stream gauging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section has an area of 20 m² and water flows at 2 m/s. What is 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 = 40 m³/s (cumecs).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in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impermeable rock or towns (also saturated soil,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Fishing on the Wouri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river runoff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transport, water supply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flows from a drainage basin into rivers and out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is made of overland flow and fast throughflow after rain. Base flow comes slowly from groundwater and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quick flow and base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described and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has a volume (discharge), a speed and a frequency. Discharge is measured in cubic metres per second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 cross-section area × velocity. Velocity is measured with a flow meter or a float, and gauging stations record water levels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amount, intensity and duration and evapotranspiration control runoff. Heavy storms produce high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channel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shape, slope, soil, rock and drainage density affect how fast water reaches the river. Steep, round basins on clay give rapid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reduce runoff, while farming, overgrazing and urbanisation increase it. Dams regulate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returns water from the land to the sea and balances the global cycle. It transports sediment and shapes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for drinking, irrigation, hydro-electricity and transport. High runoff can cause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river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quick 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reaches the river soon after rain; base flow comes slowly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from the ground water that feeds rivers is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 area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Storm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 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moulinet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runoff and its components. Calculate river discharge. Explain the factors and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Runoff; Characteristics and Measurement; General Factors of Runoff;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width, depth and float speed of a stream near you and calculate its discharge.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stream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stream that never dries.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climatic and basin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rivers used in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2026-09-27T09:30:22Z</dcterms:created>
  <dcterms:modified xsi:type="dcterms:W3CDTF">2026-09-27T09:30:22Z</dcterms:modified>
</cp:coreProperties>
</file>