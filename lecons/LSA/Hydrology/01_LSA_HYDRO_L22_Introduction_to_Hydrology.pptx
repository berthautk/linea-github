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notesMasterIdLst>
    <p:notesMasterId r:id="rId5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22: Introduction to Hydrology.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1: Understanding and managing atmospheric and hydrological phenomena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Global Water in Storage and Circulation, and the sub-topic is Introduction and Scope of Hydrology. The key notions we shall use today are: hydrology, fresh water, salt water, ground water, ice cap, water demand. At the end, you should be able to do this: learners are able to describe where the world's water is stored and explain why demand for water is increasing.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Further Study 3: The Climate of Cameroon. The question was: Draw the climate map of Cameroon and write one town for each climate type.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Map: Cameroon (maritime) type – Douala; Guinea type – Yaoundé; mountain type – Bamenda; humid tropical type – Garoua; dry tropical type – Maroua.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hydrology and give its scope. Number 2: describe the distribution of the world's water. Number 3: explain the main uses of water and the rising demand.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Water exists as ice, liquid water and vapour. Rain comes from the evaporation of seas and lakes.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Maroua, women walk many kilometres to fetch water in the dry season, yet most of the Earth is covered by water. A learner asks why there is not enough water if the planet is "blue".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People lack fresh water although the Earth has much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is most of the water not usable?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About 97.5 % is salt water in the oceans.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Where is most fresh water?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In ice caps and glaciers, then under the 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water resources wisely and protect water sources in our locality.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how little fresh water we have and why we must manage it well.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the "blue planet" seen from space.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Which part of the Earth's surface is covered by water?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About 71 %.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where the world's water is.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percentage of the world's water is fresh? Where is most of it?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About 2.5 %; most of it is in ice caps and glaciers.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ice caps and glaciers in the Arctic.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can people not easily use the water in ice caps?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frozen and far from where people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people collecting water at a borehole.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Where does the water from a borehole come from?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From ground water stored in rocks under the surface.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irrigation of a field.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Which activity uses the most fresh water in the world? Why is demand rising?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Agriculture (about 70 %). Demand rises with population, towns and industry.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and Scope of Hydrology. Hydrology can be understood as follows. On this slide we have Hydrology.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Scope of Hydrology. On this slide we have Scope.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Distribution of the World's Water Resources. The water of the Earth is distributed as follows. On this slide we have Oceans and seas.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Distribution of the World's Water Resources. On this slide we have Ice caps and glaciers.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Distribution of the World's Water Resources. On this slide we have Underground water.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Distribution of the World's Water Resources. On this slide we have Lakes, rivers, soil and atmosphere.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distribution of the world's water.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Main Uses of Water and Increasing Demand. People use water resources in the following ways. On this slide we have Main uses.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Main Uses of Water and Increasing Demand. On this slide we have Increasing demand.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Define hydrology.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study of water on and under the Earth and in the air.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is fresh water scarce although the Earth is covered by water?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97.5 % is salt water and most fresh water is frozen in ice caps.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9; number 7, 5; number 2, ice caps and glaciers; number 3, agriculture.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List the sources of water in your area and say which ones dry up in the dry season.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23: The Hydrological Cycle.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22: INTRODUCTION TO HYDROLOGY</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Introduction to Hydrology</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Understanding and managing atmospheric and hydrological phenomena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Global Water in Storage and Circulation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Introduction and Scope of Hydrology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22: Introduction to Hydrology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Hydrology, fresh water, salt water, ground water, ice cap, water demand.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and scope of hydrology; distribution of the world's water; main uses and increasing demand.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where the world's water is stored and explain why demand for water is increasing.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(Further Study 3: The Climate of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climate map of Cameroon and write one town for each climate type.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Map: Cameroon (maritime) type – Douala; Guinea type – Yaoundé; mountain type – Bamenda; humid tropical type – Garoua; dry tropical type – Maroua.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hydrology and give its scope.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distribution of the world's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main uses of water and the rising demand.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Water exists as ice, liquid water and vapour.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Rain comes from the evaporation of seas and lakes.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Maroua, women walk many kilometres to fetch water in the dry season, yet most of the Earth is covered by water. A learner asks why there is not enough water if the planet is "blue".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lack fresh water although the Earth has much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most of the water not usable?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About 97.5 % is salt water in the oceans.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is most fresh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ice caps and glaciers, then under the ground.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water resources wisely and protect water sources in our locality.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how little fresh water we have and why we must manage it well.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SCOPE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earth_space.jpg">    </p:cNvPr>
          <p:cNvPicPr>
            <a:picLocks noChangeAspect="1"/>
          </p:cNvPicPr>
          <p:nvPr/>
        </p:nvPicPr>
        <p:blipFill>
          <a:blip r:embed="rId1"/>
          <a:stretch>
            <a:fillRect/>
          </a:stretch>
        </p:blipFill>
        <p:spPr>
          <a:xfrm>
            <a:off x="2300072" y="1783080"/>
            <a:ext cx="759155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"blue planet" seen from space.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SCOPE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part of the Earth's surface is covered by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SCOPE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About 71 %.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DISTRIBUTION OF WATER RESOURCES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world_water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Where the world's water is.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DISTRIBUTION OF WATER RESOURCES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percentage of the world's water is fresh? Where is most of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DISTRIBUTION OF WATER RESOURCES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About 2.5 %; most of it is in ice caps and glaciers.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DISTRIBUTION: ICE CAPS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icecap.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Ice caps and glaciers in the Arctic.</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DISTRIBUTION: ICE CAPS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can people not easily use the water in ice caps?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DISTRIBUTION: ICE CAPS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frozen and far from where people live.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DISTRIBUTION: UNDERGROUND WATER</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4_borehol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People collecting water at a borehole.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DISTRIBUTION: UNDERGROUND WATER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does the water from a borehole come from?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DISTRIBUTION: UNDERGROUND WATER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ground water stored in rocks under the surface.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USES AND INCREASING DEMAND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pivo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Irrigation of a field.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USES AND INCREASING DEMAND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activity uses the most fresh water in the world? Why is demand rising?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USES AND INCREASING DEMAND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Agriculture (about 70 %). Demand rises with population, towns and industry.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Global Water in Storage and Circulation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Introduction and Scope of Hydrology</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22: Introduction to Hydrology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Scope of Hydrology</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Hydrology can be understood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Hydrology: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scientific study of water on, above and below the Earth's surface, its movement and its distribution.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Scope of Hydrology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Scope: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Hydrology studies rainfall, evaporation, rivers, lakes, soil water and underground water. It is used to manage water supply, floods, irrigation and hydro-electricity.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Distribution of the World's Water Resources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water of the Earth is distributed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Oceans and seas: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contain about 97 % of all water, which is salty. It cannot be drunk or used for farming without desalination.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Distribution of the World's Water Resources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Ice caps and glaciers: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hold about 2 % of all water, or nearly 70 % of fresh water. It is locked up in Antarctica and Greenland, far from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Distribution of the World's Water Resources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Underground water: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forms about 0.6 % of all water, or 30 % of fresh water. It is stored in aquifers and reached by wells and boreholes.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Distribution of the World's Water Resources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Lakes, rivers, soil and atmosphere: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Together they hold less than 0.1 % of all water. Yet this small part is the water that people use most easily.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Distribution of the World's Water Resources</a:t>
            </a:r>
            <a:endParaRPr lang="en-US" sz="3600" dirty="0"/>
          </a:p>
        </p:txBody>
      </p:sp>
      <p:pic>
        <p:nvPicPr>
          <p:cNvPr id="4" name="Image 0" descr="/home/claude/f4/img/v2/world_water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distribution of the world's water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Main Uses of Water and Increasing Demand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People use water resources in the following ways: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Main uses: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Agriculture (irrigation) uses about 70 % of fresh water, industry about 20 % and homes about 10 %. Water is also used for hydro-electricity, transport and fishing.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Main Uses of Water and Increasing Demand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Increasing demand: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Demand is rising because of population growth, urbanisation, industrial growth and irrigation. Climate change and pollution reduce the water available.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hydrology.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study of water on and under the Earth and in the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fresh water scarce although the Earth is covered by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97.5 % is salt water and most fresh water is frozen in ice caps.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About ______ % of the world's water is salt water.</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Most fresh water is stored in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activity that uses most water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the sources of water in your area and say which ones dry up in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23: The Hydrological Cycle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Hydrology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L'hydrologie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Fresh water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L'eau douce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Ground water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L'eau souterraine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Ice cap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calotte glaciaire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Demand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demande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Irrigation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L'irrigation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Global Water in Storage and Circulation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22: Introduction to Hydrology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hydrology and give its scope. Describe the distribution of the world's water. Explain the main uses of water and the rising demand.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where the world's water is stored and explain why demand for water is increasing.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and Scope of Hydrology; Distribution of the World's Water Resources; Main Uses of Water and Increasing Demand.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List the sources of water in your area and say which ones dry up in the dry season.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show a globe.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the two bars.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find Greenland and Antarctica on the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ask where the village gets its water.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 uses of water at home and on farms.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1 (Meteorology, Climatology &amp; Hydrology).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“Blue Marble, Eastern Hemisphere March 2014” by NASA Goddard Photo and Video, CC BY 2.0, via nasa (https://www.flickr.com/photos/24662369@N07/14990033062)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“The Art of Retreat” by subarcticmike, CC BY 2.0, via Flickr (https://www.flickr.com/photos/31856336@N03/7048837663)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“i'll fight you for it...” by the apostrophe, CC BY-NC-SA 2.0, via Flickr (https://www.flickr.com/photos/66441426@N00/4019192363)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“Mid-West Agriculture” by Djof, CC BY-NC-SA 2.0, via Flickr (https://www.flickr.com/photos/10787942@N00/147222315)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55</Slides>
  <Notes>55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55</vt:i4>
      </vt:variant>
    </vt:vector>
  </HeadingPairs>
  <TitlesOfParts>
    <vt:vector size="5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2026-09-27T10:31:26Z</dcterms:created>
  <dcterms:modified xsi:type="dcterms:W3CDTF">2026-09-27T10:31:26Z</dcterms:modified>
</cp:coreProperties>
</file>