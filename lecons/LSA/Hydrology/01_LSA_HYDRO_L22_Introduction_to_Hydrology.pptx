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Introduction to Hydrology.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Global Water in Storage and Circulation, and the sub-topic is Introduction and Scope of Hydrology. The key notions we shall use today are: hydrology, fresh water, salt water, ground water, ice cap, water demand. At the end, you should be able to do this: learners are able to describe where the world's water is stored and explain why demand for water is increasing.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Weather Observation, Prediction, Modification and Mapping. The question was: Define hydrology.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Hydrology is the science that studies water on and under the surface of the Earth, its movements and its distribution.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hydrology and give its scope. Number 2: describe the distribution of the world's water. Number 3: explain the main uses of water and the rising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exists as ice, liquid water and vapour. Rain comes from the evaporation of seas and lakes.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Maroua, women walk many kilometres to fetch water in the dry season, yet most of the Earth is covered by water. A learner asks why there is not enough water if the planet is "blue".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lack fresh water although the Earth has much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most of the water not usable?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About 97.5 % is salt water in the oceans.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is most fresh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ice caps and glaciers, then under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water resources wisely and protect water sources in our locality.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little fresh water we have and why we must manage it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"blue planet"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part of the Earth's surface is covered by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71 %.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where the world's water 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percentage of the world's water is fresh? Where is most of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2.5 %; most of it is in ice caps and glaciers.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ice caps and glaciers in the Arctic.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people not easily use the water in ice caps?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frozen and far from where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people collecting water at a borehole.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Where does the water from a borehole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ground water stored in rocks under the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irrigation of a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activity uses the most fresh water in the world? Why is demand rising?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Agriculture (about 70 %). Demand rises with population, towns and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Scope of Hydrology. Hydrology can be understood as follows. On this slide we have Hydrology.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Scope of Hydrology. On this slide we have Scope.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Distribution of the World's Water Resources. The water of the Earth is distributed as follows. On this slide we have Oceans and seas.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the World's Water Resources. On this slide we have Ice caps and glaciers.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the World's Water Resources. On this slide we have Underground water.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Distribution of the World's Water Resources. On this slide we have Lakes, rivers, soil and atmosphere.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distribution of the world's 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Uses of Water and Increasing Demand. People use water resources in the following ways. On this slide we have Main uses.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Uses of Water and Increasing Demand. On this slide we have Increasing demand.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hydrology.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study of water on and under the Earth and in the air.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fresh water scarce although the Earth is covered by water?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97.5 % is salt water and most fresh water is frozen in ice caps.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9; number 7, 5; number 2, ice caps and glaciers; number 3,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sources of water in your area and say which ones dry up in the dry season.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The Hydrological Cycle.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INTRODUCTION TO HYDROLOGY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Introduction to Hydrology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Water in Storage and Circulation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and Scope of Hydrology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Introduction to Hydrology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Hydrology, fresh water, salt water, ground water, ice cap, water demand.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scope of hydrology; distribution of the world's water; main uses and increasing demand.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where the world's water is stored and explain why demand for water is increasing.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Weather Observation, Prediction, Modification and Mapping):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Hydrology is the science that studies water on and under the surface of the Earth, its movements and its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hydrology and give its scope.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distribution of the world's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uses of water and the rising demand.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exists as ice, liquid water and vapour.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comes from the evaporation of seas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Maroua, women walk many kilometres to fetch water in the dry season, yet most of the Earth is covered by water. A learner asks why there is not enough water if the planet is "blue".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lack fresh water although the Earth has much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most of the water not usable?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97.5 % is salt water in the oceans.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most fresh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ice caps and glaciers, then under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water resources wisely and protect water sources in our locality.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little fresh water we have and why we must manage it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SCOPE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earth_space.jp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"blue planet"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SCOPE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part of the Earth's surface is covered by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SCOPE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71 %.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OF WATER RESOURCES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orld_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Where the world's water 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OF WATER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percentage of the world's water is fresh? Where is most of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OF WATER RESOURCES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2.5 %; most of it is in ice caps and glaciers.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ICE CAPS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icec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Ice caps and glaciers in the Arctic.</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ICE CAPS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people not easily use the water in ice caps?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ICE CAPS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frozen and far from where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UNDERGROUND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collecting water at a borehole.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UNDERGROUND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from a borehole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DISTRIBUTION: UNDERGROUND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ground water stored in rocks under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AND INCREASING DEMAND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Irrigation of a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AND INCREASING DEMAND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activity uses the most fresh water in the world? Why is demand rising?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USES AND INCREASING DEMAND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(about 70 %). Demand rises with population, towns and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Global Water in Storage and Circulation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Introduction and Scope of Hydrology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Introduction to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Scope of Hydrology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Hydrology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scientific study of water on, above and below the Earth's surface, its movement and its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Scope of Hydrology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Hydrology studies rainfall, evaporation, rivers, lakes, soil water and underground water. It is used to manage water supply, floods, irrigation and hydro-electricity.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of the World's Water Resources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water of the Earth is distributed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Oceans and seas: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contain about 97 % of all water, which is salty. It cannot be drunk or used for farming without desalination.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of the World's Water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Ice caps and glaciers: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hold about 2 % of all water, or nearly 70 % of fresh water. It is locked up in Antarctica and Greenland, far from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of the World's Water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Underground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about 0.6 % of all water, or 30 % of fresh water. It is stored in aquifers and reached by wells and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of the World's Water Resources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rivers, soil and 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Together they hold less than 0.1 % of all water. Yet this small part is the water that people use most easily.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Distribution of the World's Water Resources</a:t>
            </a:r>
            <a:endParaRPr lang="en-US" sz="3600" dirty="0"/>
          </a:p>
        </p:txBody>
      </p:sp>
      <p:pic>
        <p:nvPicPr>
          <p:cNvPr id="4" name="Image 0" descr="/home/claude/f4/img/v2/world_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distribution of the world's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Main Uses of Water and Increasing Demand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use water resources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Main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Agriculture (irrigation) uses about 70 % of fresh water, industry about 20 % and homes about 10 %. Water is also used for hydro-electricity, transport and fishing.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Main Uses of Water and Increasing Demand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Increasing demand: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Demand is rising because of population growth, urbanisation, industrial growth and irrigation. Climate change and pollution reduce the water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study of water on and under the Earth and in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fresh water scarce although the Earth is covered by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97.5 % is salt water and most fresh water is frozen in ice caps.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About ______ % of the world's water is salt water.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fresh water is stored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activity that uses most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sources of water in your area and say which ones dry up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The Hydrological Cycle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Hydrology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L'hydrologie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Fresh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douce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Ground 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 souterraine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Ice cap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calotte glaciaire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Demand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demande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Water in Storage and Circulation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Introduction to Hydrology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hydrology and give its scope. Describe the distribution of the world's water. Explain the main uses of water and the rising demand.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where the world's water is stored and explain why demand for water is increasing.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Scope of Hydrology; Distribution of the World's Water Resources; Main Uses of Water and Increasing Demand.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sources of water in your area and say which ones dry up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show a globe.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two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Greenland and Antarctica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where the village gets its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uses of water at home and on farms.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Marble, Eastern Hemisphere March 2014” by NASA Goddard Photo and Video, CC BY 2.0, via nasa (https://www.flickr.com/photos/24662369@N07/14990033062)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“The Art of Retreat” by subarcticmike, CC BY 2.0, via Flickr (https://www.flickr.com/photos/31856336@N03/7048837663)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2026-09-29T12:18:30Z</dcterms:created>
  <dcterms:modified xsi:type="dcterms:W3CDTF">2026-09-29T12:18:30Z</dcterms:modified>
</cp:coreProperties>
</file>