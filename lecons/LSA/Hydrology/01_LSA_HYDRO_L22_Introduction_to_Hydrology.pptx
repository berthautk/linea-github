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Introduction to Hydrology.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Introduction and Scope of Hydrology. The key notions we shall use today are: hydrology, fresh water, salt water, ground water, ice cap, water demand. At the end, you should be able to do this: learners are able to describe where the world's water is stored and explain why demand for water is increasing.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The Climate of Cameroon. The question was: Define hydrology.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Hydrology is the science that studies water on and under the surface of the Earth, its movements and its distribution.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hydrology and give its scope. Number 2: describe the distribution of the world's water. Number 3: explain the main uses of water and the rising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exists as ice, liquid water and vapour. Rain comes from the evaporation of seas and lakes.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Maroua, women walk many kilometres to fetch water in the dry season, yet most of the Earth is covered by water. A learner asks why there is not enough water if the planet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lack fresh water although the Earth has much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most of the water not usable?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97.5 % is salt water in the oceans.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most fresh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ice caps and glaciers, then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resources wisely and protect water sources in our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little fresh water we have and why we must manage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"blue planet"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the Earth's surface is covered by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71 %.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world's water 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percentage of the world's water is fresh? Where is most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2.5 %; most of it is in ice caps and glaciers.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ice caps and glaciers in the Arctic.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not easily use the water in ice caps?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frozen and far from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collecting water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water from a borehole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ground water stored in rocks under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of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uses the most fresh water in the world? Why is demand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Agriculture (about 70 %). Demand rises with population, towns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Scope of Hydrology. Hydrology can be understood as follows. On this slide we have Hydrology.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Scope of Hydrology.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the World's Water Resources. The water of the Earth is distributed as follows. On this slide we have Oceans and seas.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Ice caps and glaciers.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Underground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Lakes, rivers, soil and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distribution of the world's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Uses of Water and Increasing Demand. People use water resources in the following ways. On this slide we have Main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Uses of Water and Increasing Demand. On this slide we have Increasing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hydrology.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study of water on and under the Earth and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fresh water scarce although the Earth is covered by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97.5 % is salt water and most fresh water is frozen in ice caps.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9; number 7, 5; number 2, ice caps and glaciers; number 3,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water in your area and say which ones dry up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INTRODUCTION TO HYDROLOGY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Introduction to Hydrology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and Scope of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Introduction to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 fresh water, salt water, ground water, ice cap, water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scope of hydrology; distribution of the world's water; main uses and increasing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is the science that studies water on and under the surface of the Earth, its movements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hydrology and give its scope.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uses of water and the rising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exists as ice, liquid water and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comes from the evaporation of seas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Maroua, women walk many kilometres to fetch water in the dry season, yet most of the Earth is covered by water. A learner asks why there is not enough water if the planet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lack fresh water although the Earth has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most of the water not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97.5 % is salt water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ice caps and glaciers, then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resources wisely and protect water sources in our locality.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little fresh water we have and why we must manage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"blue planet"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Earth's surface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71 %.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world's water 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world's water is fresh? Where is most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 most of it is in ice caps and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icec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caps and glaciers in the Arctic.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not easily use the water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frozen and far from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collecting water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from a borehole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ground water stored in rocks under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of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uses the most fresh water in the world? Why is demand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(about 70 %). Demand rises with population, towns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and Scope of Hydrology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Hydrology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water on, above and below the Earth's surface, its movement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studies rainfall, evaporation, rivers, lakes, soil water and underground water. It is used to manage water supply, floods, irrigation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water of the Earth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about 97 % of all water, which is salty. It cannot be drunk or used for farming without desalination.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caps and glaciers: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about 2 % of all water, or nearly 70 % of fresh water. It is locked up in Antarctica and Greenland, far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0.6 % of all water, or 30 % of fresh water. It is stored in aquifers and reached by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rivers, soil and 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Together they hold less than 0.1 % of all water. Yet this small part is the water that people use most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distribution of the world's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water resources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(irrigation) uses about 70 % of fresh water, industry about 20 % and homes about 10 %. Water is also used for hydro-electricity, transport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is rising because of population growth, urbanisation, industrial growth and irrigation. Climate change and pollution reduce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water on and under the Earth and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water scarce although the Earth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97.5 % is salt water and most fresh water is frozen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the world's water is salt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fresh water is stored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activity that uses most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Fresh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douce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Introduction to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 and give its scope. Describe the distribution of the world's water. Explain the main uses of water and the rising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Scope of Hydrology; Distribution of the World's Water Resources; Main Uses of Water and Increasing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water in your area and say which ones dry up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Greenland and Antarctica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where the village gets its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water at home and on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2026-09-29T03:37:08Z</dcterms:created>
  <dcterms:modified xsi:type="dcterms:W3CDTF">2026-09-29T03:37:08Z</dcterms:modified>
</cp:coreProperties>
</file>