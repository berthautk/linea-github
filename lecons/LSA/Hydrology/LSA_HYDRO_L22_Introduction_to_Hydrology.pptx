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22: Introduction to Hydrology.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globe.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Greenland and Antarctica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where the village gets its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uses of water at home and on farms.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97.5 2. ice caps and glaciers 3. agriculture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Hydrology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Introduction and Scope of Hydrology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Introduction to Hydrology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Hydrology, fresh water, salt water, ground water, ice cap, water demand.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scope of hydrology; distribution of the world's water; main uses and increasing demand.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where the world's water is stored and explain why demand for water is increasing.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hydrology and give its scope.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distribution of the world's water.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main uses of water and the rising demand.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exists as ice, liquid water and vapour.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comes from the evaporation of seas and lakes.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Maroua, women walk many kilometres to fetch water in the dry season, yet most of the Earth is covered by water. A learner asks why there is not enough water if the planet is "blue".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lack fresh water although the Earth has much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most of the water not usable?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97.5 % is salt water in the oceans.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most fresh water?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ice caps and glaciers, then under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little fresh water we have and why we must manage it well.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earth_sp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"blue planet"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 of the Earth's surface is covered by water?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71 %.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world_wat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the world's water is.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percentage of the world's water is fresh? Where is most of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2.5 %; most of it is in ice caps and glaciers.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icec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 caps and glaciers in the Arctic.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people not easily use the water in ice caps?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frozen and far from where people live.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boreh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collecting water at a borehole.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from a borehole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ground water stored in rocks under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 AND DEMAND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piv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 of a field.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 AND DEMAND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activity uses the most fresh water in the world? Why is demand rising?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 AND DEMAND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Agriculture (about 70 %). Demand rises with population, towns and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 to Hydrology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Water in Storage and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Introduction and Scope of Hydrology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22: Introduction to Hydrology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study of water on and under the Earth and in the air.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with little salt, found in rivers, lakes, ice and underground.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Ground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stored in the pores and cracks of rocks under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Scope and Distribution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Scope: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Hydrology studies rain, rivers, lakes, soil water and ground water. It also studies floods, droughts and water 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Salt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Oceans hold about 97.5 % of the world's water. It cannot be drunk or used for farming without costly treatment.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Scope and Distribution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Fresh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2.5 % is fresh, and about 69 % of it is ice. About 30 % is ground water, and only 1 % is in lakes, rivers and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Uses and Demand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is used for farming, homes, industry and hydro-electricity. It is also used for transport and fishing.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Rising demand: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growth, towns and industry increase the demand for water. Irrigation uses the largest share.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Uses and Demand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regions face shortages and pollution. Water must be saved and shared fairly.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Uses and Demand (3/3)</a:t>
            </a:r>
            <a:endParaRPr lang="en-US" sz="3600" dirty="0"/>
          </a:p>
        </p:txBody>
      </p:sp>
      <p:pic>
        <p:nvPicPr>
          <p:cNvPr id="13" name="Image 0" descr="/home/claude/f4/img/v2/world_wat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hydrology.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study of water on and under the Earth and in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fresh water scarce although the Earth is covered by water?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97.5 % is salt water and most fresh water is frozen in ice caps.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______ % of the world's water is salt water.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fresh water is stored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activity that uses most water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the sources of water in your area and say which ones dry up in the dry season.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23: The Hydrological Cycle.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Hydrology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L'hydrologie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L'eau douce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L'eau souterraine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cap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calotte glaciaire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demande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Introduction to Hydrology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hydrology and give its scope. Describe the distribution of the world's water. Explain the main uses of water and the rising demand.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where the world's water is stored and explain why demand for water is increasing.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Hydrology, Fresh water, Ground water; II. Scope and Distribution: Scope, Salt water, Fresh water; III. Uses and Demand: Uses, Rising demand,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the sources of water in your area and say which ones dry up in the dry season.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“Blue Marble, Eastern Hemisphere March 2014” by NASA Goddard Photo and Video, CC BY 2.0, via nasa (https://www.flickr.com/photos/24662369@N07/14990033062)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“The Art of Retreat” by subarcticmike, CC BY 2.0, via Flickr (https://www.flickr.com/photos/31856336@N03/7048837663)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“i'll fight you for it...” by the apostrophe, CC BY-NC-SA 2.0, via Flickr (https://www.flickr.com/photos/66441426@N00/4019192363)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“Mid-West Agriculture” by Djof, CC BY-NC-SA 2.0, via Flickr (https://www.flickr.com/photos/10787942@N00/147222315)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2026-09-26T18:17:45Z</dcterms:created>
  <dcterms:modified xsi:type="dcterms:W3CDTF">2026-09-26T18:17:45Z</dcterms:modified>
</cp:coreProperties>
</file>