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notesMasterIdLst>
    <p:notesMasterId r:id="rId4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notesMaster" Target="notesMasters/notesMaster1.xml"/><Relationship Id="rId49" Type="http://schemas.openxmlformats.org/officeDocument/2006/relationships/presProps" Target="presProps.xml"/><Relationship Id="rId50" Type="http://schemas.openxmlformats.org/officeDocument/2006/relationships/viewProps" Target="viewProps.xml"/><Relationship Id="rId51" Type="http://schemas.openxmlformats.org/officeDocument/2006/relationships/theme" Target="theme/theme1.xml"/><Relationship Id="rId5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study Lesson 22: Introduction to Hydrology.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show a globe.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the two bars.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find Greenland and Antarctica on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ask where the village gets its water.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list uses of water at home and on farms.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97.5 2. ice caps and glaciers 3. agriculture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LOWER SIXTH ARTS  —  HYDROLOGY  —  LESSON 22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Hydrology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 Sixth Arts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1: Understanding and managing atmospheric and hydrological phenomena and hazards across the world in general and Cameroon in particular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periods (2 × 50 minutes)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Water in Storage and Circulation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Introduction and Scope of Hydrology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22: Introduction to Hydrology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Hydrology, fresh water, salt water, ground water, ice cap, water demand.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 and scope of hydrology; distribution of the world's water; main uses and increasing demand.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where the world's water is stored and explain why demand for water is increasing.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hydrology and give its scope.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distribution of the world's water.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main uses of water and the rising demand.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exists as ice, liquid water and vapour.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comes from the evaporation of seas and lakes.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Maroua, women walk many kilometres to fetch water in the dry season, yet most of the Earth is covered by water. A learner asks why there is not enough water if the planet is "blue".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lack fresh water although the Earth has much water.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most of the water not usable?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97.5 % is salt water in the oceans.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is most fresh water?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ice caps and glaciers, then under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little fresh water we have and why we must manage it well.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f4_earth_sp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1116" y="1691640"/>
            <a:ext cx="8046720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"blue planet" seen from space.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part of the Earth's surface is covered by water?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MEANING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71 %.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world_wat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the world's water is.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percentage of the world's water is fresh? Where is most of it?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2.5 %; most of it is in ice caps and glaciers.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lsa_iceca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Ice caps and glaciers in the Arctic.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can people not easily use the water in ice caps?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frozen and far from where people live.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</a:t>
            </a:r>
            <a:endParaRPr lang="en-US" sz="3600" dirty="0"/>
          </a:p>
        </p:txBody>
      </p:sp>
      <p:pic>
        <p:nvPicPr>
          <p:cNvPr id="13" name="Image 0" descr="/home/claude/f4/img/v2/f4_boreh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People collecting water at a borehole.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4: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does the water from a borehole come from?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DISTRIBUTION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ground water stored in rocks under the surface.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USES AND DEMAND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</a:t>
            </a:r>
            <a:endParaRPr lang="en-US" sz="3600" dirty="0"/>
          </a:p>
        </p:txBody>
      </p:sp>
      <p:pic>
        <p:nvPicPr>
          <p:cNvPr id="13" name="Image 0" descr="/home/claude/f4/img/v2/f2t_pivo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Irrigation of a field.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USES AND DEMAND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5: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activity uses the most fresh water in the world? Why is demand rising?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USES AND DEMAND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Agriculture (about 70 %). Demand rises with population, towns and industry.</a:t>
            </a:r>
            <a:endParaRPr lang="en-US" sz="4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to Hydrology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Global Water in Storage and Circulation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Introduction and Scope of Hydrology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22: Introduction to Hydrology</a:t>
            </a:r>
            <a:endParaRPr lang="en-US" sz="3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Hydrology: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study of water on and under the Earth and in the air.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with little salt, found in rivers, lakes, ice and underground.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Ground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water stored in the pores and cracks of rocks under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Scope and Distribution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Scope: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Hydrology studies rain, rivers, lakes, soil water and ground water. It also studies floods, droughts and water use.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Salt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Oceans hold about 97.5 % of the world's water. It cannot be drunk or used for farming without costly treatment.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Scope and Distribution (2/2)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Fresh water: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Only 2.5 % is fresh, and about 69 % of it is ice. About 30 % is ground water, and only 1 % is in lakes, rivers and the air.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Uses and Demand (1/3)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Uses: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Water is used for farming, homes, industry and hydro-electricity. It is also used for transport and fishing.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Rising demand: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Population growth, towns and industry increase the demand for water. Irrigation uses the largest share.</a:t>
            </a:r>
            <a:endParaRPr lang="en-US" sz="4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Uses and Demand (2/3)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Problems: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Many regions face shortages and pollution. Water must be saved and shared fairly.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Uses and Demand (3/3)</a:t>
            </a:r>
            <a:endParaRPr lang="en-US" sz="3600" dirty="0"/>
          </a:p>
        </p:txBody>
      </p:sp>
      <p:pic>
        <p:nvPicPr>
          <p:cNvPr id="13" name="Image 0" descr="/home/claude/f4/img/v2/world_water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diagram.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Define hydrology.</a:t>
            </a:r>
            <a:endParaRPr lang="en-US" sz="4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study of water on and under the Earth and in the air.</a:t>
            </a:r>
            <a:endParaRPr lang="en-US" sz="40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fresh water scarce although the Earth is covered by water?</a:t>
            </a:r>
            <a:endParaRPr lang="en-US" sz="4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97.5 % is salt water and most fresh water is frozen in ice caps.</a:t>
            </a:r>
            <a:endParaRPr lang="en-US" sz="40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About ______ % of the world's water is salt water.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fresh water is stored in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activity that uses most water is ______.</a:t>
            </a:r>
            <a:endParaRPr lang="en-US" sz="36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List the sources of water in your area and say which ones dry up in the dry season.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23: The Hydrological Cycle.</a:t>
            </a:r>
            <a:endParaRPr lang="en-US" sz="4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Hydrology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L'hydrologie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water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L'eau douce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water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L'eau souterraine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Ice cap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calotte glaciaire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Demand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demande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L'irrigation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Water in Storage and Circulation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22: Introduction to Hydrology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hydrology and give its scope. Describe the distribution of the world's water. Explain the main uses of water and the rising demand.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describe where the world's water is stored and explain why demand for water is increasing.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Hydrology, Fresh water, Ground water; II. Scope and Distribution: Scope, Salt water, Fresh water; III. Uses and Demand: Uses, Rising demand, Problems.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the sources of water in your area and say which ones dry up in the dry season.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8 min | Situation 8 min | 5 activities 30 min | Board summary (copying) 30 min | Evaluation, remediation 10 min | Homework, logbook 9 min | Spare 5 min</a:t>
            </a:r>
            <a:endParaRPr lang="en-US" sz="20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LOWER SIXTH ARTS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Syllabus, Sixth Forms (Lower &amp; Upper Sixth), MINESEC/IGE/IP-SS, August 2019 — Module 1 (Meteorology, Climatology &amp; Hydrology).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1: “Blue Marble, Eastern Hemisphere March 2014” by NASA Goddard Photo and Video, CC BY 2.0, via nasa (https://www.flickr.com/photos/24662369@N07/14990033062)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“The Art of Retreat” by subarcticmike, CC BY 2.0, via Flickr (https://www.flickr.com/photos/31856336@N03/7048837663)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4: “i'll fight you for it...” by the apostrophe, CC BY-NC-SA 2.0, via Flickr (https://www.flickr.com/photos/66441426@N00/4019192363)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5: “Mid-West Agriculture” by Djof, CC BY-NC-SA 2.0, via Flickr (https://www.flickr.com/photos/10787942@N00/147222315)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2026-09-27T04:25:34Z</dcterms:created>
  <dcterms:modified xsi:type="dcterms:W3CDTF">2026-09-27T04:25:34Z</dcterms:modified>
</cp:coreProperties>
</file>