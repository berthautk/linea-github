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28: Interception as a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tree in the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sprinkle water on a 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forest and a grass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field just after planting.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erosion after clearing.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interception 2. stemflow 3. more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Interception as a Store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Interception as a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Interception, throughfall, stemflow, interception loss, canopy.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process, measurement, variations, factors and significance of interception.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vegetation intercepts rain and why this reduces floods.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interception and its components.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interception.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significance of interception in the basin.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 is the input of the drainage basin.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 increases runoff.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a sudden shower, people in a village run to stand under a big mango tree. After a few minutes, drops start falling from the leaves and water runs down the trunk.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wonder how the tree holds and then releases rain.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rain caught by leaves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water reach the ground later?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dripping (throughfall) and running down the trunk (stemflow).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forests protect soils and reduce floods.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ntercep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Throughfall, stemflow and interception loss.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things that can happen to rain caught by a tree.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drips (throughfall), runs down the trunk (stemflow) or evaporates (interception loss).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leafdro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drops held on a leaf.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water on leaves called a store?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held for a short time before it drips or evaporates.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dense forest canopy.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dense forest intercept much rain?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many layers of leaves that catch and hold water.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otton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cotton field.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crop field intercept less rain than a forest?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fewer leaves and more bare soil.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 cut by runoff on bare land.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when trees are cut and interception stops?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hits the soil directly, runoff and erosion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as a Store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28: Interception as a Store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catching of rain by leaves and stems before it reaches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Throughfall: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rain that drips from leaves to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Stemflow: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rain that runs down branches and trunks.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loss: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on leaves that evaporates back to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 and Measurement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Leaves first catch rain until they are full. Then water drips or runs down, and some evaporates.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gauges are put under the trees and in the open. The difference shows the amount intercepted.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Factors, Variations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Dense, many-layered forests intercept more than grass or crops. Light rain is intercepted more than heavy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is high in forests and in the rainy season when leaves are full. It is low in savanna in the dry season when leaves fall.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Factors, Variations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slows rain and protects the soil from erosion. It delays runoff and reduces floods.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Factors, Variations and Significance (3/3)</a:t>
            </a:r>
            <a:endParaRPr lang="en-US" sz="3600" dirty="0"/>
          </a:p>
        </p:txBody>
      </p:sp>
      <p:pic>
        <p:nvPicPr>
          <p:cNvPr id="13" name="Image 0" descr="/home/claude/f4/img/v2/intercep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throughfall and stemflow.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Throughfall drips from leaves; stemflow runs down branches and trunks.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deforestation increase floods?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 stops, so rain reaches the ground quickly and runs off.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caught by leaves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running down a trunk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 forests intercept ______ rain than grass.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one cup under a tree and one in the open during rain. Compare the water collected.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29: Infiltration and Overland Flow.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L'interception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canopée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tronc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Égouttement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Stemflow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L'écoulement le long des troncs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Interception as a 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interception and its components. Explain the factors of interception. Explain the significance of interception in the basin.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vegetation intercepts rain and why this reduces floods.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Interception, Throughfall, Stemflow, Interception loss; II. Process and Measurement: Process, Measurement; III. Factors, Variations and Significance: Factors, Variations,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one cup under a tree and one in the open during rain. Compare the water collected.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“Water drops” by Photoctor, CC BY-SA 2.0, via Flickr (https://www.flickr.com/photos/57227563@N00/2963134371)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“Cotton Fields, U.S. 65, Tensas Parish, Louisiana (4)” by Ken Lund, CC BY-SA 2.0, via Flickr (https://www.flickr.com/photos/75683070@N00/3934873451)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2026-09-26T18:18:48Z</dcterms:created>
  <dcterms:modified xsi:type="dcterms:W3CDTF">2026-09-26T18:18:48Z</dcterms:modified>
</cp:coreProperties>
</file>