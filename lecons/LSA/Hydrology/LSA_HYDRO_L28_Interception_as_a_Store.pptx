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28: Interception as a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Drainage Basin Hydrological Cycle, and the sub-topic is Components of the Drainage Basin Hydrological Cycle. The key notions we shall use today are: interception, throughfall, stemflow, interception loss, canopy. At the end, you should be able to do this: learners are able to explain how vegetation intercepts rain and why this reduces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27: Precipitation as the Input of the Drainage Basin. The question was: Make a rain gauge with a bottle and record rainfall for one week.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bottle rain gauge with a funnel is placed in an open space; each morning the water depth is measured in mm and recorded. The week total is the sum of the daily values.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interception and its components. Number 2: explain the factors of interception. Number 3: explain the significance of interception in the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Precipitation is the input of the drainage basin. Deforestation increases runoff.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a sudden shower, people in a village run to stand under a big mango tree. After a few minutes, drops start falling from the leaves and water runs down the trunk.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People wonder how the tree holds and then releases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rain caught by leaves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Interception.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does the water reach the ground later?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dripping (throughfall) and running down the trunk (stemflow).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vegetation cover to reduce floods and soil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forests protect soils and reduce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throughfall, stemflow and interception loss.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three things that can happen to rain caught by a tree.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drips (throughfall), runs down the trunk (stemflow) or evaporates (interception loss).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rain drops held on a leaf.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 water on leaves called a store?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held for a short time before it drips or evaporates.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dense forest canopy.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a dense forest intercept much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many layers of leaves that catch and hold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cotton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a crop field intercept less rain than a 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fewer leaves and more bare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gully cut by runoff on bare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happens when trees are cut and interception stops?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 hits the soil directly, runoff and erosion increase.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Types and Process. Interception can be understood as follows. On this slide we have Interception.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Types and Process. On this slide we have Types and process.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interception, throughfall and stemflow.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Measurement and Variations. Interception is measured and varies as follows. On this slide we have Measurement.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Measurement and Variations. On this slide we have Space-time variations.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and Significance. The factors and significance of interception are. On this slide we have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and Significance. On this slide we have Significance.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throughfall and stemflow.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throughfall drips from leaves; stemflow runs down branches and trunks.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does deforestation increase floods?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interception stops, so rain reaches the ground quickly and runs off.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interception; number 2, stemflow; number 3,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Put one cup under a tree and one in the open during rain. Compare the water collected.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29: Infiltration and Overland Flow.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28: INTERCEPTION AS A STORE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28: Interception as a Store</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Interception as a Store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Components of 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28: Interception as a Store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Interception, throughfall, stemflow, interception loss, canopy.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types, process, measurement, variations, factors and significance of interception.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vegetation intercepts rain and why this reduces floods.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27: Precipitation as the Input of the Drainage Basin):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 a rain gauge with a bottle and record rainfall for one week.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bottle rain gauge with a funnel is placed in an open space; each morning the water depth is measured in mm and recorded. The week total is the sum of the daily values.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interception and its components.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interception.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significance of interception in the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Precipitation is the input of the drainage basin.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Deforestation increases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sudden shower, people in a village run to stand under a big mango tree. After a few minutes, drops start falling from the leaves and water runs down the trunk.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wonder how the tree holds and then releases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rain caught by leaves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Interception.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water reach the ground later?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dripping (throughfall) and running down the trunk (stemflow).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vegetation cover to reduce floods and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forests protect soils and reduce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PROCESS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intercep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Throughfall, stemflow and interception loss.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things that can happen to rain caught by a tree.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drips (throughfall), runs down the trunk (stemflow) or evaporates (interception loss).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PROCESS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leafdrop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Rain drops held on a leaf.</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water on leaves called a store?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held for a short time before it drips or evaporates.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dense forest canopy.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 dense forest intercept much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many layers of leaves that catch and hold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 LAND USE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otton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cotton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 LAND USE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 crop field intercept less rain than a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 LAND USE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fewer leaves and more bare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SIGNIFICANCE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gully cut by runoff on bare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when trees are cut and interception stops?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hits the soil directly, runoff and erosion increase.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Drainage Basin Hydrological Cycle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Components of the Drainage Basin Hydrological Cycle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28: Interception as a Store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Types and Process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Interception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Interception: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catching and temporary storage of rain by vegetation and other surfaces before it reaches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Types and Process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and process: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held on leaves may evaporate (interception loss), drip to the ground (throughfall) or run down the trunk (stemflow). Buildings and litter can also intercept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Types and Process</a:t>
            </a:r>
            <a:endParaRPr lang="en-US" sz="3600" dirty="0"/>
          </a:p>
        </p:txBody>
      </p:sp>
      <p:pic>
        <p:nvPicPr>
          <p:cNvPr id="4" name="Image 0" descr="/home/claude/f4/img/v2/intercep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interception, throughfall and stemflow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Measurement and Variations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Interception is measured and varies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gauges are placed under and outside the tree canopy, and collars on trunks collect stemflow. Interception = rainfall − (throughfall + stemflow).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Measurement and Variations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Space-time variations: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Dense forests may intercept 20–30 % of rain, grasslands much less. Interception is higher at the start of a storm and in light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and Significance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factors and significance of interception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Vegetation type, density, leaf shape and season control interception. Rainfall intensity, duration and wind also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and Significance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Significance: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Interception slows water reaching the ground and increases infiltration. It reduces runoff, floods and soil erosion; when forests are cut, gullies appear.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throughfall and stemflow.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Throughfall drips from leaves; stemflow runs down branches and trunks.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deforestation increase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Interception stops, so rain reaches the ground quickly and runs 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caught by leaves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running down a trunk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Dense forests intercept ______ rain than grass.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one cup under a tree and one in the open during rain. Compare the water collected.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29: Infiltration and Overland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Interception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L'interception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Canopy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canopée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Trunk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tronc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Throughfall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Égouttement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Stemflow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L'écoulement le long des troncs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Drainage Basin Hydrological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28: Interception as a Store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interception and its components. Explain the factors of interception. Explain the significance of interception in the basin.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vegetation intercepts rain and why this reduces floods.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Types and Process; Measurement and Variations; Factors and Significance.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Put one cup under a tree and one in the open during rain. Compare the water collected.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tree in the rain.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sprinkle water on a leaf.</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a forest and a grass field.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field just after planting.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erosion after clearing.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“Water drops” by Photoctor, CC BY-SA 2.0, via Flickr (https://www.flickr.com/photos/57227563@N00/2963134371)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“Cotton Fields, U.S. 65, Tensas Parish, Louisiana (4)” by Ken Lund, CC BY-SA 2.0, via Flickr (https://www.flickr.com/photos/75683070@N00/3934873451)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2026-09-27T09:30:20Z</dcterms:created>
  <dcterms:modified xsi:type="dcterms:W3CDTF">2026-09-27T09:30:20Z</dcterms:modified>
</cp:coreProperties>
</file>