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28: Interception as a 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tree in the 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sprinkle water on a leaf.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a forest and a grass field.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 field just after planting.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erosion after clearing.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interception 2. stemflow 3. more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HYDROLOGY  —  LESSON 28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Interception as a Store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Drainage Basin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Components of the Drainage Basin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28: Interception as a Store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Interception, throughfall, stemflow, interception loss, canopy.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Meaning, types, process, measurement, variations, factors and significance of interception.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vegetation intercepts rain and why this reduces floods.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interception and its components.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factors of interception.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significance of interception in the basin.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Precipitation is the input of the drainage basin.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Deforestation increases runoff.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During a sudden shower, people in a village run to stand under a big mango tree. After a few minutes, drops start falling from the leaves and water runs down the trunk.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People wonder how the tree holds and then releases rain.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rain caught by leaves called?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Interception.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the water reach the ground later?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By dripping (throughfall) and running down the trunk (stemflow).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why forests protect soils and reduce floods.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interceptio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Throughfall, stemflow and interception loss.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three things that can happen to rain caught by a tree.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drips (throughfall), runs down the trunk (stemflow) or evaporates (interception loss).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lsa_leafdro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drops held on a leaf.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water on leaves called a store?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held for a short time before it drips or evaporates.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rain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dense forest canopy.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a dense forest intercept much rain?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has many layers of leaves that catch and hold water.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cotton_fiel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cotton field.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a crop field intercept less rain than a forest?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has fewer leaves and more bare soil.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SIGNIFICANCE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4_gull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gully cut by runoff on bare land.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SIGNIFICANCE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happens when trees are cut and interception stops?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SIGNIFICANCE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hits the soil directly, runoff and erosion increase.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Interception as a Store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Drainage Basin Hydrological Cycle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Components of the Drainage Basin Hydrological Cycle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28: Interception as a Store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Interception: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catching of rain by leaves and stems before it reaches the ground.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Throughfall: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rain that drips from leaves to the ground.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Stemflow: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rain that runs down branches and trunks.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Interception loss: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water on leaves that evaporates back to the air.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Process and Measurement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Process: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Leaves first catch rain until they are full. Then water drips or runs down, and some evaporates.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Measurement: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gauges are put under the trees and in the open. The difference shows the amount intercepted.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Factors, Variations and Significance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Dense, many-layered forests intercept more than grass or crops. Light rain is intercepted more than heavy rain.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Variations: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Interception is high in forests and in the rainy season when leaves are full. It is low in savanna in the dry season when leaves fall.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Factors, Variations and Significance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Significance: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Interception slows rain and protects the soil from erosion. It delays runoff and reduces floods.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Factors, Variations and Significance (3/3)</a:t>
            </a:r>
            <a:endParaRPr lang="en-US" sz="3600" dirty="0"/>
          </a:p>
        </p:txBody>
      </p:sp>
      <p:pic>
        <p:nvPicPr>
          <p:cNvPr id="13" name="Image 0" descr="/home/claude/f4/img/v2/interceptio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diagram.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Define throughfall and stemflow.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Throughfall drips from leaves; stemflow runs down branches and trunks.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deforestation increase floods?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Interception stops, so rain reaches the ground quickly and runs off.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caught by leaves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running down a trunk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Dense forests intercept ______ rain than grass.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Put one cup under a tree and one in the open during rain. Compare the water collected.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29: Infiltration and Overland Flow.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Interception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L'interception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Canopy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canopée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Trunk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tronc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Throughfall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Égouttement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Stemflow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L'écoulement le long des troncs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Erosion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L'érosion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Drainage Basin Hydrological Cycle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28: Interception as a Store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interception and its components. Explain the factors of interception. Explain the significance of interception in the basin.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vegetation intercepts rain and why this reduces floods.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Interception, Throughfall, Stemflow, Interception loss; II. Process and Measurement: Process, Measurement; III. Factors, Variations and Significance: Factors, Variations, Significance.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 one cup under a tree and one in the open during rain. Compare the water collected.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“Water drops” by Photoctor, CC BY-SA 2.0, via Flickr (https://www.flickr.com/photos/57227563@N00/2963134371)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“Amazon 11” by CIAT International Center for Tropical Agriculture, CC BY-SA 2.0, via Flickr (https://www.flickr.com/photos/38476503@N08/5641587148)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“Cotton Fields, U.S. 65, Tensas Parish, Louisiana (4)” by Ken Lund, CC BY-SA 2.0, via Flickr (https://www.flickr.com/photos/75683070@N00/3934873451)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“Soil erosion in the central Mexican Highlands” by CIMMYT, CC BY-NC-SA 2.0, via Flickr (https://www.flickr.com/photos/44760652@N05/6244930288)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2026-09-27T04:25:35Z</dcterms:created>
  <dcterms:modified xsi:type="dcterms:W3CDTF">2026-09-27T04:25:35Z</dcterms:modified>
</cp:coreProperties>
</file>