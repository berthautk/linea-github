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river regime, simple regime, complex regime, high water, low water, regulation. At the end, you should be able to do this: learners are able to read a regime graph and explain the regimes of rivers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Storm Hydrographs. The question was: Draw a flashy and a subdued hydrograph and give two causes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Flashy: steep and high, caused by heavy storms, steep slopes, clay or urban surfaces. Subdued: gentle and low, caused by forest cover, permeable soils and large, elongated basins.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river regime. Number 2: describe simple and complex regimes with examples. Number 3: explain the factors of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 varies with the seasons in Cameroon. Base flow comes from ground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boats cannot reach Garoua because the Benue is too shallow. In September the same river is wide and full, and boats from Nigeria can arrive.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flow of the Benue changes greatly during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yearly pattern of a river's flow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Its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Benue full in September?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rainy season in the north ends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navigation, irrigation and hydro-electricity according to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seasonal flow of rivers, which is important for navigation, farming and dams.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monthly discharge of the Sanaga and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is the Benue at Garoua highest and lowest?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Highest in September; lowest from February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Benue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can boats reach Garoua only a few months each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is deep enough only during high water (August–October).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Sanaga at Nachtigal.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Sanaga has one main high-water period. What type of regime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simple (tropical) regime with one flood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Nile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Nile is fed by several climate zones. What type of regime does it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complex regime.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large dam spillway.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dams change a river's regime?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store water in the wet season and release it in the dry season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River Regimes. A river regime can be understood as follows. On this slide we have River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River Regimes.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regime of the Benue at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River Regimes. River regimes are of two main types. On this slide we have Simple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River Regimes. On this slide we have Complex regime.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River Regimes. River regimes depend on static and dynamic factors. On this slide we have Climatic (dynamic)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River Regimes. On this slide we have Basin (static)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River Regimes.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river regime?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pattern of changes in a river's discharge during the 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simple and complex regimes.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simple: one high and one low period; complex: several high periods from different sources.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regime; number 2, simple; number 3, regulate.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Using the regime graph, write when the Sanaga is best for hydro-electricity and why dams are needed.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Plotting and Analysing Storm Hydrographs and River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RIVER REGIMES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River Regimes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River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River regime, simple regime, complex regime, high water, low water, regulation.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illustrations and factors of river regimes (long-term, seasonal variation of runoff).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regime graph and explain the regimes of rivers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Storm Hydrographs):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flashy and a subdued hydrograph and give two causes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Flashy: steep and high, caused by heavy storms, steep slopes, clay or urban surfaces. Subdued: gentle and low, caused by forest cover, permeable soils and large, elongated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river regime.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simple and complex regimes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varies with the seasons in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Base flow comes from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boats cannot reach Garoua because the Benue is too shallow. In September the same river is wide and full, and boats from Nigeria can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flow of the Benue changes greatly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yearly pattern of a river's flow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Benue full in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 in the north ends then.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navigation, irrigation and hydro-electricity according to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seasonal flow of rivers, which is important for navigation, farming and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Monthly discharge of the Sanaga and 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Benue at Garoua highest and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Highest in September; lowest from February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boats reach Garoua only a few months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is deep enough only during high water (August–October).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Nachtigal.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has one main high-water period. What type of regime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SIMPLE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simple (tropical) regime with one flood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n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Nile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is fed by several climate zones. What type of regime does it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COMPLEX REGIME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complex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dam spillway.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dams change a river's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DAMS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store water in the wet season and release it in the dry season (regulation).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river regime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pattern of seasonal variation in the discharge of a river over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at Garoua has high water from August to October and very low water from February to April. Boats can reach Garoua only in the high-water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River Regimes</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regime of the Benue at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River Regimes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 regimes are of two main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Simple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one high-water period and one low-water period in a year, from one source of water. The Sanaga and the Benue have simple tropical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Complex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two or more high-water periods, because the river is fed by several climate zones or by rain and snowmelt. The Nile and the Congo have complex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 regimes depend on static and dynamic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(dynamic)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and seasonality of rainfall, evaporation and snowmelt are the main factors. Rivers in wet equatorial regions have a regular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(static)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 type, soils, vegetation and the size of the basin affect how water is stored and released. Lakes and permeable rocks regulate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River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and reservoirs store water in the wet season and release it in the dry season. The Mbakaou and Lom Pangar dams regulate the Sanaga for Edéa and Song Loulou.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river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pattern of changes in a river's discharge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simple and complex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one high and one low period; complex: several high periods from different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yearly pattern of discharge is the river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regime with one flood season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Dams ______ the flow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regime graph, write when the Sanaga is best for hydro-electricity and why dams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Plotting and Analysing Storm Hydrographs and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regime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régime fluvial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régularisation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crues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river regime. Describe simple and complex regimes with examples. Explain the factors of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regime graph and explain the regimes of rivers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River Regimes; Types of River Regimes; Factors of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Using the regime graph, write when the Sanaga is best for hydro-electricity and why dams are needed.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Garoua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trace the Nile and its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Lagdo on the Benue and Mbakaou on the Djerem.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“Egypt-5B-023 - Approaching Aswan” by archer10 (Dennis), CC BY-SA 2.0, via Flickr (https://www.flickr.com/photos/22490717@N02/2217394088)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2026-09-27T10:31:28Z</dcterms:created>
  <dcterms:modified xsi:type="dcterms:W3CDTF">2026-09-27T10:31:28Z</dcterms:modified>
</cp:coreProperties>
</file>