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Infiltration and Overland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infiltration, infiltration capacity, infiltration rate, Hortonian overland flow, saturation overland flow, infiltrometer. At the end, you should be able to do this: learners are able to explain why rain soaks in or runs off, and how to increase infiltration.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Interception as a Store. The question was: Put one cup under a tree and one in the open during rain. Compare the water collected.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cup under the tree collects less water than the cup in the open, because the leaves intercept part of the rain.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infiltration and infiltration capacity. Number 2: distinguish Hortonian and saturation overland flow. Number 3: explain the factors and significance of infiltration.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Intense rain gives more runoff. Soil can store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storm in Maroua, water runs over a hard, bare football field and cuts small channels, but in the nearby millet field with zai pits the water soaks into the soil.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bare ground the water runs off instead of soaking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water soaking into the soil?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Infiltration.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zai pits help?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hold the water so it has time to infiltrate.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increase infiltration on farms and in towns to reduce floods and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to keep water in the soil and reduce erosion and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rain soaks in, then flows over the surface.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does water start to flow over the surface?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the soil cannot take in more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infiltration capacity falls during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Hortonian overland flow?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Flow that happens when rain falls faster than the soil can absorb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water lying on the surface after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soil is full of water. What type of overland flow follows?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Saturation overland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gully on bare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that reduce infiltration.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Bare, compacted or clay soil, steep slopes, and very intense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zai pits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farmers dig zai pits?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hold rain so it infiltrates and waters the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Process. Infiltration and overland flow can be understood as follows. On this slide we have Infiltration.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Process. On this slide we have Overland flow.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infiltration and overland 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Overland Flow. Overland flow is of two types. On this slide we have Hortonian (infiltration-excess) flow.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Overland Flow. On this slide we have Saturation overland flow.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overland 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Variations and Factors. Infiltration is measured, varies and depends on factors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Variations and Factors. On this slide we have Space-time variations.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Variations and Factors. On this slide we have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Infiltration and overland flow are important because. On this slide we have Infiltration.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Significance. On this slide we have Overland flow.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Hortonian and saturation overland flow.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hortonian: rain faster than infiltration capacity; saturation: the soil is already full.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increase infiltration.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cover and zai pits (also terraces, mulching).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infiltration; number 2, capacity; number 3,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Pour one litre of water on bare ground and on grass. Time how long it takes to soak in.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Soil Moisture Storage.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INFILTRATION AND OVERLAND FLOW</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gif"/><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Infiltration and Overland Flow</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Infiltration and Overland Flow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Infiltration, infiltration capacity, infiltration rate, Hortonian overland flow, saturation overland flow, infiltrometer.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process, measurement, variations, factors and significance of infiltration and overland flow.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rain soaks in or runs off, and how to increase infiltration.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Interception as a Store):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cup under a tree and one in the open during rain. Compare the water collected.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cup under the tree collects less water than the cup in the open, because the leaves intercept part of the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infiltration and infiltration capacity.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Hortonian and saturation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significance of 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Intense rain gives more runoff.</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can store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storm in Maroua, water runs over a hard, bare football field and cuts small channels, but in the nearby millet field with zai pits the water soaks into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bare ground the water runs off instead of soaking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water soaking into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zai pits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hold the water so it has time to infiltrate.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Increase infiltration on farms and in towns to reduce floods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to keep water in the soil and reduce erosion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verlan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soaks in, then flows over the surface.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water start to flow over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soil cannot take in more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HORTONIAN OVERLAND FLOW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filtra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Infiltration capacity falls during 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HORTONIAN OVERLAND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Hortonian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HORTONIAN OVERLAND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Flow that happens when rain falls faster than the soil can absorb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SATURATION OVERLAND FLOW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pudd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lying on the surface after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SATURATION OVERLAND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full of water. What type of overland flow follows?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SATURATION OVERLAND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Saturation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on bare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that reduce 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compacted or clay soil, steep slopes, and very intense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Zai pits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dig zai pits?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hold rain so it infiltrates and waters the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29: Infiltration and Overland Flow</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Process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Infiltration and overland flow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Infiltration: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water from the surface into the soil. The maximum rate is the infiltration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Process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Overland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water that flows over the ground surface when it cannot infiltrate. It moves quickly to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Process</a:t>
            </a:r>
            <a:endParaRPr lang="en-US" sz="3600" dirty="0"/>
          </a:p>
        </p:txBody>
      </p:sp>
      <p:pic>
        <p:nvPicPr>
          <p:cNvPr id="4" name="Image 0" descr="/home/claude/f4/img/v2/overlan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infiltration and overland 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Overland Flow</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Overland flow is of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Hortonian (infiltration-excess)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rain falls faster than the soil can absorb it. It is common in heavy tropical storms on bare or compacted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Overland Flow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Saturation overland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the soil is already full of water, so no more can enter. It is common at the foot of slopes and near rivers after long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Overland Flow</a:t>
            </a:r>
            <a:endParaRPr lang="en-US" sz="3600" dirty="0"/>
          </a:p>
        </p:txBody>
      </p:sp>
      <p:pic>
        <p:nvPicPr>
          <p:cNvPr id="4" name="Image 0" descr="/home/claude/f4/img/v2/infiltra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overland 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Infiltration is measured, varies and depends on factors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infiltrometer (a ring pushed into the soil) measures how fast water sinks in, in mm per hour. Overland flow is measured in small plots with collecting troughs.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Infiltration is high on sandy soils and under forest, low on clay, rock and roads. It falls during a storm as the soil fills with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intensity, soil texture, soil moisture, vegetation, slope and land use control infiltration. Compaction and urbanisation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Infiltration and overland flow are important because: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Infiltration: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recharges soil moisture and groundwater and keeps rivers flowing in the dry season. Zaï pits and stone lines increase it on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Overland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causes rapid floods and soil erosion (sheet, rill and gully). It carries pollutants and sediment to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Hortonian and saturation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Hortonian: rain faster than infiltration capacity; saturation: the soil is already full.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increase 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cover and zai pits (also terraces, mulching).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soaking into the soil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maximum rate of infiltration is the infiltration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Flow when the soil is full is ______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Pour one litre of water on bare ground and on grass. Time how long it takes to soak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Soil Moisture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Overland 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Saturated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Saturé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Infiltration and Overland Flow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infiltration and infiltration capacity. Distinguish Hortonian and saturation overland flow. Explain the factors and significance of infiltration.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rain soaks in or runs off, and how to increase infiltration.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Process; Types of Overland Flow; Measurement, Variations and Factors;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Pour one litre of water on bare ground and on grass. Time how long it takes to soak 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pour water slowly, then fast, on a pot of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waterlogged fields.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sand and clay.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farming in the Far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“Powerline Road after the rain.” by Jill Bazeley, CC BY-NC 2.0, via Flickr (https://www.flickr.com/photos/13111532@N07/29857035555)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2026-09-29T12:18:32Z</dcterms:created>
  <dcterms:modified xsi:type="dcterms:W3CDTF">2026-09-29T12:18:32Z</dcterms:modified>
</cp:coreProperties>
</file>