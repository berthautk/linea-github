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Drainage of Cameroon. The key notions we shall use today are: drainage basin, watershed, water tower, Atlantic basin, Congo basin, Niger basin, Chad basin. At the end, you should be able to do this: learners are able to locate the drainage basins and main rivers of Cameroon and describe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River Regimes. The question was: Using the regime graph, write when the Sanaga is best for hydro-electricity and why dams are needed.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Sanaga is highest from September to November, the best time for hydro-electricity. Dams such as Lom Pangar store water to keep turbines working in the low-water season (February to April).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drainage potential of Cameroon. Number 2: locate the four drainage basins and their main rivers. Number 3: describe the characteristics and uses of Cameroon's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separated from others by a watershed. The Adamawa is called the water tower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is surprised to hear that rain falling on the Adamawa can end up in four different places: the Atlantic Ocean, the Congo River, the Niger River or Lake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Cameroon's rivers are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Adamawa send water in several directions?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a high plateau and a main watershed.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the four drainage basins.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Atlantic, Congo, Niger and Chad basins.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develop the water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our country, which give water, fish, transport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drainage basins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basin is the largest? Name its main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basin; the Sanaga.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Adamawa Plateau the "water tower"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rivers take their source there and flow in different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Sanaga at the Nachtigal falls.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Sanaga have many falls and rapids?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down from the plateaus to the coast in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Benue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Benue flow to? What is it used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Niger in Nigeria; it is used for navigation, fishing, irrigation and power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from 1963 to 2007.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rivers of Cameroon flow into Lake Chad? Why is the lake shrinking?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Logone and Chari; droughts and irrigation reduce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Drainage Potentials of Cameroon. Cameroon has a large drainage potential. On this slide we have Abundant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Drainage Potentials of Cameroon.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Watersheds and Drainage Basins. Cameroon has four main drainage basins. On this slide we have Atlantic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Watersheds and Drainage Basins. On this slide we have Niger (Benue) basin and Lake Chad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Watersheds and Drainage Basins. On this slide we have Congo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Characteristics. The drainage networks have the following characteristics. On this slide we have Watersheds.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Characteristics. On this slide we have Southern rivers.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Characteristics. On this slide we have Northern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with one river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(Sanaga), Congo (Sangha), Niger (Benue), Chad (Logone).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called the water tower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rivers take their source there and flow in different directions.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Atlantic; number 2, Niger;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map of Cameroon with the four basins and two rivers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Plotting and Analysing Storm Hydrographs and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watershed, water tower, Atlantic basin, Congo basin, Niger basin, Chad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potential of Cameroon; main watersheds, basins and river systems on a map; general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and main rivers of Cameroon and describe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is highest from September to November, the best time for hydro-electricity. Dams such as Lom Pangar store water to keep turbines working in the low-water season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drainage potential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four drainage basins and their main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uses of Cameroon's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separated from others by a watershed.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is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is surprised to hear that rain falling on the Adamawa can end up in four different places: the Atlantic Ocean, the Congo River, the Niger River or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Cameroon's rivers are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Adamawa send water in several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plateau and a main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Congo, Niger and Chad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develop the water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our country, which give water, fish, transport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drainage basins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basin is the largest? Name its main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DRAINAGE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basin; the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WATERSHED: ADAMAWA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take their source there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the Nachtigal falls.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Sanaga have many falls and rapids?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down from the plateaus to the coast in steps.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flow to? What is it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NIGER (BENUE)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Niger in Nigeria; it is used for navigation, fishing, irrigation and power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chad_maps.jpg">    </p:cNvPr>
          <p:cNvPicPr>
            <a:picLocks noChangeAspect="1"/>
          </p:cNvPicPr>
          <p:nvPr/>
        </p:nvPicPr>
        <p:blipFill>
          <a:blip r:embed="rId1"/>
          <a:stretch>
            <a:fillRect/>
          </a:stretch>
        </p:blipFill>
        <p:spPr>
          <a:xfrm>
            <a:off x="2339203" y="1783080"/>
            <a:ext cx="751328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from 1963 to 2007.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rivers of Cameroon flow into Lake Chad? Why is the lake shrinking?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RIVER SYSTEMS: LAKE CHAD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droughts and irrigation reduce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Drainage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a large drainage potential: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Abundant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many rivers fed by heavy rainfall, especially in the south. It has the second hydro-electric potential in Africa after the DR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Drainage Potentials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provide hydro-electricity, irrigation, fishing, navigation and drinking water. Examples are Edéa, Lagdo and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main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Atlantic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basin, with the Sanaga, Wouri, Nyong and Ntem flowing to the Gulf of Guinea. The Sanaga is the longest river of Cameroon (about 920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 (Benue)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Faro and Mayo Kebbi flow west to the Niger. The Lagdo dam is on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 Chad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flow north into Lake Chad. It is an inland basin with no outlet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Congo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Dja and Kadeï flow south-east to the Congo. It drains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Watersheds and Drainage Basins</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drainage networks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"water tower" of Cameroon, from which rivers flow in all directions. The Western Highlands are another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large volumes and regular flow but many falls and rapids, good for hydro-electricity but poor for navigation. The Sanaga falls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and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Northern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seasonal regime, with floods in the rainy season and very low flow in the dry season. Many mayos dry up completely.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 with one river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(Sanaga), Congo (Sangha), Niger (Benue), Chad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called the water tower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rivers take their source there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river basin of Cameroon is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flows into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Logone flows into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hydrographique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tower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château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chutes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drainage potential of Cameroon. Locate the four drainage basins and their main rivers. Describe the characteristics and uses of Cameroon's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and main rivers of Cameroon and describe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Potentials of Cameroon; Main Watersheds and Drainage Basins; Distribution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map of Cameroon with the four basins and two rivers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Cameroon and divide it into four basins.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rivers from the Adamawa.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Edéa and Songloulou dams.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the Benue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Lake Chad and the Logone.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2026-09-27T10:07:55Z</dcterms:created>
  <dcterms:modified xsi:type="dcterms:W3CDTF">2026-09-27T10:07:55Z</dcterms:modified>
</cp:coreProperties>
</file>