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4: The Drainage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Drainage of Cameroon. The key notions we shall use today are: drainage basin, watershed, water tower, Atlantic basin, Congo basin, Niger basin, Chad basin. At the end, you should be able to do this: learners are able to locate the drainage basins and main rivers of Cameroon and describe their characteristics.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34: River Regimes. The question was: Using the regime graph, write when the Sanaga is best for hydro-electricity and why dams are needed.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Sanaga is highest from September to November, the best time for hydro-electricity. Dams such as Lom Pangar store water to keep turbines working in the low-water season (February to April).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drainage potential of Cameroon. Number 2: locate the four drainage basins and their main rivers. Number 3: describe the characteristics and uses of Cameroon's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drainage basin is separated from others by a watershed. The Adamawa is called the water tower of Cameroon.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learner is surprised to hear that rain falling on the Adamawa can end up in four different places: the Atlantic Ocean, the Congo River, the Niger River or Lake Chad.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how Cameroon's rivers are organised.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does the Adamawa send water in several directions?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a high plateau and a main watershed.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the four drainage basins.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Atlantic, Congo, Niger and Chad basins.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and develop the water resources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rivers of our country, which give water, fish, transport and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four drainage basins of Cameroon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basin is the largest? Name its main river.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Atlantic basin; the Sanaga.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relief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 Adamawa Plateau the "water tower"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Many rivers take their source there and flow in different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Sanaga at the Nachtigal falls.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does the Sanaga have many falls and rapids?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flows down from the plateaus to the coast in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Benue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Where does the Benue flow to? What is it used for?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the Niger in Nigeria; it is used for navigation, fishing, irrigation and power (Lagdo).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lake Chad from 1963 to 2007.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rivers of Cameroon flow into Lake Chad? Why is the lake shrinking?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Logone and Chari; droughts and irrigation reduce the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Drainage Potentials of Cameroon. Cameroon has a large drainage potential. On this slide we have Abundant water.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Drainage Potentials of Cameroon. On this slide we have Uses.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Main Watersheds and Drainage Basins. Cameroon has four main drainage basins. On this slide we have Atlantic basin.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Watersheds and Drainage Basins. On this slide we have Niger (Benue) basin and Lake Chad basin.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Watersheds and Drainage Basins. On this slide we have Congo basin.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drainage basins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Distribution and Characteristics. The drainage networks have the following characteristics. On this slide we have Watersheds.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Distribution and Characteristics. On this slide we have Southern rivers.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Distribution and Characteristics. On this slide we have Northern rivers.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four drainage basins of Cameroon with one river each.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atlantic (Sanaga), Congo (Sangha), Niger (Benue), Chad (Logone).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Adamawa called the water tower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many rivers take their source there and flow in different directions.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Atlantic; number 2, Niger; number 3, Chad.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map of Cameroon with the four basins and two rivers in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1: Plotting and Analysing Storm Hydrographs and River Regimes.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FURTHER STUDY 4: THE DRAINAGE OF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4: The Drainage of Cameroon</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Drainage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Drainage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4: The Drainage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Drainage basin, watershed, water tower, Atlantic basin, Congo basin, Niger basin, Chad basin.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Drainage potential of Cameroon; main watersheds, basins and river systems on a map; general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locate the drainage basins and main rivers of Cameroon and describe their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34: River Regimes):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Using the regime graph, write when the Sanaga is best for hydro-electricity and why dams are needed.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Sanaga is highest from September to November, the best time for hydro-electricity. Dams such as Lom Pangar store water to keep turbines working in the low-water season (February to April).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drainage potential of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four drainage basins and their main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and uses of Cameroon's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drainage basin is separated from others by a watershed.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Adamawa is called the water tower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learner is surprised to hear that rain falling on the Adamawa can end up in four different places: the Atlantic Ocean, the Congo River, the Niger River or Lake Chad.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how Cameroon's rivers are organised.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Adamawa send water in several directions?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high plateau and a main watershed.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drainage basins.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Atlantic, Congo, Niger and Chad basins.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and develop the water resources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rivers of our country, which give water, fish, transport and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DRAINAGE BASINS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ameroon_drainage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drainage basins of Cameroon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DRAINAGE BASINS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basin is the largest? Name its main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DRAINAGE BASINS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Atlantic basin; the Sanaga.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WATERSHED: ADAMAWA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ameroon_relief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relief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WATERSHED: ADAMAWA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Adamawa Plateau the "water tower"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WATERSHED: ADAMAWA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rivers take their source there and flow in different directions.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RIVER SYSTEMS: ATLANTIC BASIN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nachtiga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Sanaga at the Nachtigal falls.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RIVER SYSTEMS: ATLANTIC BASIN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Sanaga have many falls and rapids?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RIVER SYSTEMS: ATLANTIC BASIN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flows down from the plateaus to the coast in steps.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RIVER SYSTEMS: NIGER (BENUE) BASIN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benu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Benue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RIVER SYSTEMS: NIGER (BENUE) BASIN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Benue flow to? What is it used for?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RIVER SYSTEMS: NIGER (BENUE) BASIN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the Niger in Nigeria; it is used for navigation, fishing, irrigation and power (Lagdo).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RIVER SYSTEMS: LAKE CHAD BASIN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lakechad_maps.jpg">    </p:cNvPr>
          <p:cNvPicPr>
            <a:picLocks noChangeAspect="1"/>
          </p:cNvPicPr>
          <p:nvPr/>
        </p:nvPicPr>
        <p:blipFill>
          <a:blip r:embed="rId1"/>
          <a:stretch>
            <a:fillRect/>
          </a:stretch>
        </p:blipFill>
        <p:spPr>
          <a:xfrm>
            <a:off x="2339203" y="1783080"/>
            <a:ext cx="751328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Lake Chad from 1963 to 2007.</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RIVER SYSTEMS: LAKE CHAD BASIN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rivers of Cameroon flow into Lake Chad? Why is the lake shrinking?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RIVER SYSTEMS: LAKE CHAD BASIN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Logone and Chari; droughts and irrigation reduce the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Drainage of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4: The Drainage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Drainage Potentials of Cameroon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a large drainage potential: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Abundant 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has many rivers fed by heavy rainfall, especially in the south. It has the second hydro-electric potential in Africa after the DR Congo.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Drainage Potentials of Cameroon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provide hydro-electricity, irrigation, fishing, navigation and drinking water. Examples are Edéa, Lagdo and Nachtigal.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Watersheds and Drainage Basins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four main drainage basins: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Atlantic basin: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largest basin, with the Sanaga, Wouri, Nyong and Ntem flowing to the Gulf of Guinea. The Sanaga is the longest river of Cameroon (about 920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Watersheds and Drainage Basins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Niger (Benue) basin: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Benue, Faro and Mayo Kebbi flow west to the Niger. The Lagdo dam is on the Benue.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Lake Chad basin: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Logone and Chari flow north into Lake Chad. It is an inland basin with no outlet to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Watersheds and Drainage Basins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Congo basin: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Sangha, Dja and Kadeï flow south-east to the Congo. It drains the East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Watersheds and Drainage Basins</a:t>
            </a:r>
            <a:endParaRPr lang="en-US" sz="3600" dirty="0"/>
          </a:p>
        </p:txBody>
      </p:sp>
      <p:pic>
        <p:nvPicPr>
          <p:cNvPr id="4" name="Image 0" descr="/home/claude/f4/img/v2/cameroon_drainage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drainage basins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Distribution and Characteristics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drainage networks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Watersheds: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Adamawa Plateau is the "water tower" of Cameroon, from which rivers flow in all directions. The Western Highlands are another watershed.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Distribution and Characteristics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Southern rivers: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large volumes and regular flow but many falls and rapids, good for hydro-electricity but poor for navigation. The Sanaga falls at Edéa and Song Loulou.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Distribution and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Northern rivers: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a seasonal regime, with floods in the rainy season and very low flow in the dry season. Many mayos dry up completely.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drainage basins of Cameroon with one river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Atlantic (Sanaga), Congo (Sangha), Niger (Benue), Chad (Logone).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Adamawa called the water tower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rivers take their source there and flow in different directions.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largest river basin of Cameroon is the ______ basin.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Benue flows into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Logone flows into Lake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map of Cameroon with the four basins and two rivers in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Plotting and Analysing Storm Hydrographs and River Regimes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Drainage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réseau hydrographique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Basin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bassin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tower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château d'eau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Falls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chutes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Rapids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rapides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Hydro-electricity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L'hydroélectricité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4: The Drainage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drainage potential of Cameroon. Locate the four drainage basins and their main rivers. Describe the characteristics and uses of Cameroon's rivers.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locate the drainage basins and main rivers of Cameroon and describe their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Drainage Potentials of Cameroon; Main Watersheds and Drainage Basins; Distribution and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map of Cameroon with the four basins and two rivers in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Cameroon and divide it into four basins.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rivers from the Adamawa.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Edéa and Songloulou dams.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trace the Benue on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find Lake Chad and the Logone.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“Chutes de Natchigal” by friel, CC BY-NC-SA 2.0, via Flickr (https://www.flickr.com/photos/91702411@N00/2692932)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“Niamey, Niger” by LenDog64, CC BY-ND 2.0, via Flickr (https://www.flickr.com/photos/45968460@N03/4422209893)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“Lake Chad: almost gone” by GRIDArendal, CC BY-NC-SA 2.0, via Flickr (https://www.flickr.com/photos/148768555@N05/32323646926)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2026-09-27T09:30:22Z</dcterms:created>
  <dcterms:modified xsi:type="dcterms:W3CDTF">2026-09-27T09:30:22Z</dcterms:modified>
</cp:coreProperties>
</file>