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Further Study 4: The Drainage of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Cameroon and divide it into four basins.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rivers from the Adamawa.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Edéa and Songloulou dams.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trace the Benue on the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find Lake Chad and the Logone.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Atlantic 2. Niger 3. Chad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HYDROLOGY  —  FURTHER STUDY 4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Drainage of Cameroon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Drainage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4: The Drainage of Cameroon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Drainage basin, watershed, water tower, Atlantic basin, Congo basin, Niger basin, Chad basin.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Drainage potential of Cameroon; main watersheds, basins and river systems on a map; general characteristics.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the drainage basins and main rivers of Cameroon and describe their characteristics.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drainage potential of Cameroon.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the four drainage basins and their main rivers.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characteristics and uses of Cameroon's rivers.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drainage basin is separated from others by a watershed.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Adamawa is called the water tower of Cameroon.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learner is surprised to hear that rain falling on the Adamawa can end up in four different places: the Atlantic Ocean, the Congo River, the Niger River or Lake Chad.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learner does not know how Cameroon's rivers are organised.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Adamawa send water in several directions?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high plateau and a main watershed.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drainage basins.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Atlantic, Congo, Niger and Chad basins.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know the rivers of our country, which give water, fish, transport and electricity.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DRAINAGE BASINS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cameroon_drainag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four drainage basins of Cameroon (simplified).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DRAINAGE BASINS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basin is the largest? Name its main river.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DRAINAGE BASINS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Atlantic basin; the Sanaga.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DRAINAGE BASINS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cameroon_relief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1116" y="1691640"/>
            <a:ext cx="804672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relief of Cameroon.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DRAINAGE BASINS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Adamawa Plateau the "water tower" of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DRAINAGE BASINS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rivers take their source there and flow in different directions.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nachtig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Sanaga at the Nachtigal falls.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does the Sanaga have many falls and rapids?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flows down from the plateaus to the coast in steps.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2t_benu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Benue River.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does the Benue flow to? What is it used for?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 the Niger in Nigeria; it is used for navigation, fishing, irrigation and power (Lagdo).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lsa_lakechad_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2594" y="1691640"/>
            <a:ext cx="796376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Lake Chad from 1963 to 2007.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rivers of Cameroon flow into Lake Chad? Why is the lake shrinking?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RIVER SYSTEMS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Logone and Chari; droughts and irrigation reduce the water.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Drainage of Cameroon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Geography of Cameroon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Drainage of Cameroon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Further Study 4: The Drainage of Cameroon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Water tower: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high area where many rivers take their source.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Endorheic basin: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basin whose rivers do not reach the sea, like the Chad basin.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Drainage potential: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amount of water resources that rivers can supply.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Drainage Potential and Basins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Potential: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Cameroon has heavy rain and many rivers, especially in the south. Its hydro-electric potential is one of the largest in Africa.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Atlantic basin: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largest basin and covers the south and west. Its rivers are the Sanaga, Nyong, Wouri, Ntem and Moungo.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Drainage Potential and Basins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Congo basin: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drains the south-east through the Sangha, Dja, Kadéï and Boumba. These rivers flow into the Congo River.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D. Niger and Chad basins: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Benue, Faro and Mayo Kebbi flow to the Niger. The Logone and Chari flow into Lake Chad.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General Characteristics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Radial pattern: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Rivers flow in all directions from the Adamawa and the Western Highlands. Many have falls and rapids.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Regimes: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Southern rivers flow all year, with high water in the rainy seasons. Northern rivers have one short flood and very low water in the dry season.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General Characteristics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Uses and problems: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Rivers give electricity, fish, water and transport. Falls limit navigation, and floods and shrinking lakes are problems.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General Characteristics (3/3)</a:t>
            </a:r>
            <a:endParaRPr lang="en-US" sz="3600" dirty="0"/>
          </a:p>
        </p:txBody>
      </p:sp>
      <p:pic>
        <p:nvPicPr>
          <p:cNvPr id="13" name="Image 0" descr="/home/claude/f4/img/v2/cameroon_drainag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map.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the four drainage basins of Cameroon with one river each.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Atlantic (Sanaga), Congo (Sangha), Niger (Benue), Chad (Logone).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Adamawa called the water tower of Cameroon?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Many rivers take their source there and flow in different directions.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largest river basin of Cameroon is the ______ basin.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Benue flows into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Logone flows into Lake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Draw the map of Cameroon with the four basins and two rivers in each.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Practical Work 1: Storm Hydrographs and River Regimes.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Drainage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réseau hydrographique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bassin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tower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château d'eau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Falls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chutes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rapides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Hydro-electricity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L'hydroélectricité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Geography of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Further Study 4: The Drainage of Cameroon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 the drainage potential of Cameroon. Locate the four drainage basins and their main rivers. Describe the characteristics and uses of Cameroon's rivers.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locate the drainage basins and main rivers of Cameroon and describe their characteristics.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Water tower, Endorheic basin, Drainage potential; II. Drainage Potential and Basins: Potential, Atlantic basin, Congo basin, Niger and Chad basins; III. General Characteristics: Radial pattern, Regimes, Uses and problems.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 the map of Cameroon with the four basins and two rivers in each.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“Chutes de Natchigal” by friel, CC BY-NC-SA 2.0, via Flickr (https://www.flickr.com/photos/91702411@N00/2692932)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“Niamey, Niger” by LenDog64, CC BY-ND 2.0, via Flickr (https://www.flickr.com/photos/45968460@N03/4422209893)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“Lake Chad: almost gone” by GRIDArendal, CC BY-NC-SA 2.0, via Flickr (https://www.flickr.com/photos/148768555@N05/32323646926)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2026-09-26T18:17:50Z</dcterms:created>
  <dcterms:modified xsi:type="dcterms:W3CDTF">2026-09-26T18:17:50Z</dcterms:modified>
</cp:coreProperties>
</file>