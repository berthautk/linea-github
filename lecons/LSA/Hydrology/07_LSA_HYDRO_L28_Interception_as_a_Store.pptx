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Interception as a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interception, throughfall, stemflow, interception loss, canopy. At the end, you should be able to do this: learners are able to explain how vegetation intercepts rain and why this reduces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Precipitation as the Input of the Drainage Basin. The question was: Make a rain gauge with a bottle and record rainfall for one week.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bottle rain gauge with a funnel is placed in an open space; each morning the water depth is measured in mm and recorded. The week total is the sum of the daily values.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interception and its components. Number 2: explain the factors of interception. Number 3: explain the significance of interception in the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Precipitation is the input of the drainage basin. Deforestation increases runoff.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a sudden shower, people in a village run to stand under a big mango tree. After a few minutes, drops start falling from the leaves and water runs down the trunk.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wonder how the tree holds and then releases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rain caught by leaves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Interception.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does the water reach the ground later?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dripping (throughfall) and running down the trunk (stemflow).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vegetation cover to reduce floods and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forests protect soils and reduce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throughfall, stemflow and interception loss.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things that can happen to rain caught by a tree.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drips (throughfall), runs down the trunk (stemflow) or evaporates (interception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rain drops held on a leaf.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water on leaves called a store?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held for a short time before it drips or evaporates.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dense forest canopy.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a dense forest intercept much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many layers of leaves that catch and hold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cotton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a crop field intercept less rain than a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fewer leaves and more bare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gully cut by runoff on bare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happens when trees are cut and interception stops?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hits the soil directly, runoff and erosion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Types and Process. Interception can be understood as follows. On this slide we have Interception.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Types and Process. On this slide we have Types and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interception, throughfall and stemflow.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and Variations. Interception is measured and varies as follows. On this slide we have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and Variations. On this slide we have Space-time variations.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Significance. The factors and significance of interception are.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Significance.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throughfall and stemflow.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throughfall drips from leaves; stemflow runs down branches and trunks.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deforestation increase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interception stops, so rain reaches the ground quickly and runs off.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interception; number 2, stemflow; number 3,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one cup under a tree and one in the open during rain. Compare the water collected.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Infiltration and Overland Flow.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28: INTERCEPTION AS A STORE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Interception as a Store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Interception as a Store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Interception, throughfall, stemflow, interception loss, canopy.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process, measurement, variations, factors and significance of interception.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vegetation intercepts rain and why this reduces floods.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Precipitation as the Input of the Drainage Basin):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rain gauge with a bottle and record rainfall for one week.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bottle rain gauge with a funnel is placed in an open space; each morning the water depth is measured in mm and recorded. The week total is the sum of the daily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interception and its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interception.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significance of interception in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the input of the drainage basin.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Deforestation increases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sudden shower, people in a village run to stand under a big mango tree. After a few minutes, drops start falling from the leaves and water runs down the trunk.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wonder how the tree holds and then releases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rain caught by leaves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Interception.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water reach the ground later?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dripping (throughfall) and running down the trunk (stemflow).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vegetation cover to reduce floods and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forests protect soils and reduce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tercep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Throughfall, stemflow and interception loss.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things that can happen to rain caught by a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drips (throughfall), runs down the trunk (stemflow) or evaporates (interception loss).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leafdrop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 drops held on a leaf.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water on leaves called a store?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held for a short time before it drips or evaporates.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dense forest canopy.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dense forest intercept much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many layers of leaves that catch and hold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LAND USE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LAND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crop field intercept less rain than a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LAND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fewer leaves and more bare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 cut by runoff on bare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trees are cut and interception stops?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hits the soil directly, runoff and erosion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28: Interception as a Store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Interception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Interception: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catching and temporary storage of rain by vegetation and other surfaces before it reaches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and 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held on leaves may evaporate (interception loss), drip to the ground (throughfall) or run down the trunk (stemflow). Buildings and litter can also intercept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pic>
        <p:nvPicPr>
          <p:cNvPr id="4" name="Image 0" descr="/home/claude/f4/img/v2/intercep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interception, throughfall and stemflow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Interception is measured and varies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gauges are placed under and outside the tree canopy, and collars on trunks collect stemflow. Interception = rainfall − (throughfall + stemflow).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Space-time 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forests may intercept 20–30 % of rain, grasslands much less. Interception is higher at the start of a storm and in light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factors and significance of interception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type, density, leaf shape and season control interception. Rainfall intensity, duration and wind also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Interception slows water reaching the ground and increases infiltration. It reduces runoff, floods and soil erosion; when forests are cut, gullies 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throughfall and stemflow.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Throughfall drips from leaves; stemflow runs down branches and trunks.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deforestation increase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Interception stops, so rain reaches the ground quickly and runs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caught by leaves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running down a trunk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Dense forests intercept ______ rain than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one cup under a tree and one in the open during rain. Compare the water collected.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Infiltration and Overland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L'interception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Canopy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canopée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Trunk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tronc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Throughfall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Égouttement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Stemflow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L'écoulement le long des troncs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Interception as a Store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interception and its components. Explain the factors of interception. Explain the significance of interception in the basin.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vegetation intercepts rain and why this reduces floods.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Types and Process; Measurement and Variations; Factors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one cup under a tree and one in the open during rain. Compare the water collected.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tree in the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sprinkle water on a leaf.</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a forest and a grass field.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field just after planting.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erosion after clearing.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“Water drops” by Photoctor, CC BY-SA 2.0, via Flickr (https://www.flickr.com/photos/57227563@N00/2963134371)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2026-09-29T03:12:43Z</dcterms:created>
  <dcterms:modified xsi:type="dcterms:W3CDTF">2026-09-29T03:12:43Z</dcterms:modified>
</cp:coreProperties>
</file>