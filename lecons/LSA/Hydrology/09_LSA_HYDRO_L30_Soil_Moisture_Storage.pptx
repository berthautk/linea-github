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Soil Moisture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soil moisture, saturation, field capacity, wilting point, available water, tensiometer. At the end, you should be able to do this: learners are able to explain the states of soil moisture and their importance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Infiltration and Overland Flow. The question was: Pour one litre of water on bare ground and on grass. Time how long it takes to soak in.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water soaks in faster on the grass than on the bare ground. Grass roots and organic matter keep the soil porous, while bare ground is compacted and crusted.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moisture and its types. Number 2: explain saturation, field capacity and wilting point. Number 3: explain factors and significance of soil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Infiltration fills the soil with water. Plants take water through their roots.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February, maize planted early in Ngaoundéré wilts and dies, while maize planted after the first rains grows well. Farmers say "the soil was not yet wet enough".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Crops die when the soil holds too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point where plants wilt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wilting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should farmers plant?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When the soil has enough moisture, after the first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conserve soil moisture for crops through mulching and good farming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water in the soil, which feeds crops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saturation, field capacity and wilting point.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field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 the soil keeps after the extra water has drained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soil water stored?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pores between soil particles, mostly in the topsoil and subsoil.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cracked soil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this soil above or below the wilting point? What happens to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Below; crops wilt and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flooded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state of this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Saturated: all its pores are full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healthy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Between which two states can plants use soil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field capacity and wilting point (available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Soil Moisture. Soil moisture can be understood as follows. On this slide we have Soil moisture.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Moisture.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water in the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States of Soil Moisture. Soil moisture exists in the following states. On this slide we have Saturation.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States of Soil Moisture. On this slide we have Field capacity.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States of Soil Moisture. On this slide we have Wilting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states of soil moisture.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Variations and Factors. Soil moisture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Variations and Factors. On this slide we have Space-time variations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Soil moisture is important because. On this slide we have For plants and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On this slide we have For the hydrological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field capacity and wilting point.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field capacity: water left after drainage; wilting point: too dry for plants to take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clay soils hold more water than sandy soils?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their pores are very small and hold water tightly.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saturated; number 2, wilting; number 3, Sandy.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Weigh a cup of wet soil, dry it in the sun, weigh it again and calculate the water lost.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The Soil Moisture Budget.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SOIL MOISTURE STORAGE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Moisture Storage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Soil Moisture Storage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moisture, saturation, field capacity, wilting point, available water, tensiometer.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states (field capacity, wilting point), measurement, variations, factors and significance of soil moisture.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states of soil moisture and their importance for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Infiltration and Overland Flow):</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one litre of water on bare ground and on grass. Time how long it takes to soak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soaks in faster on the grass than on the bare ground. Grass roots and organic matter keep the soil porous, while bare ground is compacted and crusted.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moisture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saturation, field capacity and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factors and significance of soil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Infiltration fills the soil with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take water through their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February, maize planted early in Ngaoundéré wilts and dies, while maize planted after the first rains grows well. Farmers say "the soil was not yet wet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die when the soil holds too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point where plants wilt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should farmers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soil has enough moisture, after the first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Conserve soil moisture for crops through mulching and good farming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water in the soil, which feeds crops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st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Saturation, field capacity and wilting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field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the soil keeps after the extra water has drained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soil water 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pores between soil particles, mostly in the topsoil and subsoil.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Cracked soil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soil above or below the wilting point? What happens to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crops wilt and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state of this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Saturated: all its pores are full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healthy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two states can plants use soil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field capacity and wilting point (available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30: Soil Moisture Storage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moisture: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held in the pores of the soil between the surface and the water 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Gravitational water drains down through large pores after rain. Capillary water is held in small pores and used by plants, while hygroscopic water is held tightly around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water in the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exists in the following states: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pores are full of water after heavy rain. Extra water drains or runs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capacity: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water the soil can hold after gravitational water has drained away. This is the best state for plant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Wilting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where the remaining water is held too tightly for roots to take. Plants wilt and die if it continues.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a:t>
            </a:r>
            <a:endParaRPr lang="en-US" sz="3600" dirty="0"/>
          </a:p>
        </p:txBody>
      </p:sp>
      <p:pic>
        <p:nvPicPr>
          <p:cNvPr id="4" name="Image 0" descr="/home/claude/f4/img/v2/soil_st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states of soil moisture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sample is weighed wet, dried in an oven and weighed again; the difference is the water content. Tensiometers and probes measure moisture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wet in the rainy season and dry in the dry season. Valley bottoms are wetter than hill tops.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evapotranspiration, soil texture, organic matter and vegetation control soil moisture. Clay holds more water than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is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plants and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use the water between field capacity and wilting point. It decides the length of the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the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controls infiltration, runoff and groundwater recharge. Dry soils absorb the first rains, while wet soils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field capacity and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 capacity: water left after drainage; wilting point: too dry for plants to take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clay soils hold more water than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pores are very small and hold water tightly.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all pores are full, the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die at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______ soils hold the least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Weigh a cup of wet soil, dry it in the sun, weigh it again and calculate the water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moisture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 capacity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capacité au champ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Wilting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flétrissement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Soil Moisture Storage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moisture and its types. Explain saturation, field capacity and wilting point. Explain factors and significance of soil moisture.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states of soil moisture and their importance for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Soil Moisture; States of Soil Moisture; Measurement, Variations and Factors;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Weigh a cup of wet soil, dry it in the sun, weigh it again and calculate the water lost.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squeeze a wet sponge, then let it drip.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dig a small hole and feel the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soil in March.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rice fields at Yagoua or Ndop.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three states.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2026-09-29T12:18:32Z</dcterms:created>
  <dcterms:modified xsi:type="dcterms:W3CDTF">2026-09-29T12:18:32Z</dcterms:modified>
</cp:coreProperties>
</file>