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26: Evapotranspiration.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tie a plastic bag on a leafy branch: drops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drying in the rainy and dry seasons.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forests near Kribi.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an empty and a full bucket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pan of water measured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transpiration 2. pan 3. lower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Evapotranspiration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Evapotranspiration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Evaporation, transpiration, evapotranspiration, potential and actual evapotranspiration, evaporation pan, lysimeter.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process, measurement, variations, factors and significance of evapotranspiration.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evapotranspiration, how it is measured and why it varies.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evaporation, transpiration and evapotranspiration.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potential and actual evapotranspiration.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significance of evapotranspiration.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takes in latent heat.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Evapotranspiration is an output of the drainage basin.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dry season, the water of a pond in Garoua drops by about 1 cm every day even though nobody uses it. Around the pond, the leaves of the trees stay green.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loses water every day.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go?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Into the air by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 trees lose water?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 their leaves by 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main way water leaves the land, which matters for farming and water supply.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vapotranspir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and transpiration.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evaporation and transpiration?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from water and soil; transpiration is from the leaves of plants.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laund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Clothes drying in the sun.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weather dries clothes fastest?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Hot, dry, sunny and windy weather, which increases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dense equatorial 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evapotranspiration very high in the equatorial forest?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heat, much water and many leaves that transpire.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POTENTIAL AND ACTUAL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dry Sahara desert.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POTENTIAL AND ACTUAL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Sahara, potential evapotranspiration is very high, but actual evapotranspiration is very low.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POTENTIAL AND ACTUAL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almost no water available to evaporate.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 station where evaporation is measured.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instrument used to measure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evaporation pan (also a lysimeter or evaporimeter).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Evapotranspiration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26: Evapotranspiration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water into vapour from water surfaces and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loss of water vapour from the leaves of plants.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Evapotranspiration: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evaporation and transpiration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evapotranspiration: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that would be lost if water were always available.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Process,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gives energy that changes water into vapour. Wind carries the moist air away so more water can evaporate.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evapotranspiration (PET) assumes unlimited water. Actual evapotranspiration (AET) is what really happens, and it is lower when the soil is dry.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Process,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measured with an evaporation pan or an evaporimeter. A lysimeter measures evapotranspiration from a block of soil and plants.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Variations, Factors and Significance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sunshine, wind and dry air increase evapotranspiration. The type of plants and the water in the soil also matter.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high in the tropics and in the dry season. It is low in cold areas and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Variations, Factors and Significance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returns about 60 % of the rain on land to the air. It controls how much water is left for rivers and crops.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PET and AET.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 assumes water is always available; AET is the real loss, limited by the water available.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evapotranspiration.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wind, humidity (also sunshine, vegetation, soil water).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water from leaves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measured with an evaporation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deserts, AET is ______ than PET.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the same amount of water in two cups, one in the sun and one in the shade. Measure after two days.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27: Precipitation as an Input.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feuille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Evapotranspiration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evaporation, transpiration and evapotranspiration. Distinguish potential and actual evapotranspiration. Explain the factors and significance of evapotranspiration.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evapotranspiration, how it is measured and why it varies.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Evaporation, Transpiration, Evapotranspiration, Potential evapotranspiration; II. Process, Types and Measurement: Process, Types, Measurement; III. Variations, Factors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the same amount of water in two cups, one in the sun and one in the shade. Measure after two days.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“Bright Blue Home” by Clav, CC BY-NC-SA 2.0, via Flickr (https://www.flickr.com/photos/37005711@N00/2797194021)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2026-09-26T18:17:47Z</dcterms:created>
  <dcterms:modified xsi:type="dcterms:W3CDTF">2026-09-26T18:17:47Z</dcterms:modified>
</cp:coreProperties>
</file>