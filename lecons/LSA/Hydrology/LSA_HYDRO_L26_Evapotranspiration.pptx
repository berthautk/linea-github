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evaporation, transpiration, evapotranspiration, potential and actual evapotranspiration, evaporation pan, lysimeter. At the end, you should be able to do this: learners are able to explain evapotranspiration, how it is measured and why it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How Human Activities Affect the Hydrological Cycle. The question was: Identify one place in your town that floods and suggest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low area near the market floods after heavy rain because drains are blocked with rubbish. Solutions: clean and enlarge the drains, and stop building on the floodplain.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evaporation, transpiration and evapotranspiration. Number 2: distinguish potential and actual evapotranspiration. Number 3: explain the factors and significance of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takes in latent heat. Evapotranspiration is an output of the drainage basin.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water of a pond in Garoua drops by about 1 cm every day even though nobody uses it. Around the pond, the leaves of the trees stay green.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pond loses water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water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the air by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the trees lose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their leaves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water losses by evaporation in farming and water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main way water leaves the land, which matters for farming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evaporation and transpiration.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evaporation and transpiration?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is from water and soil; transpiration is from the leaves of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clothes drying in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weather dries clothes fastest?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dry, sunny and windy weather, which increases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dense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evapotranspiration very high in the equatorial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heat, much water and many leaves that transpire.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dry Sahara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the Sahara, potential evapotranspiration is very high, but actual evapotranspiration is very low.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almost no water available to evaporate.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 station where evaporation is measured.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instrument used to measure evaporation.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evaporation pan (also a lysimeter or evaporimeter).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Evapotranspiration can be understood as follows. On this slide we have Evapotranspiration.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evaporation and transpiration.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Evapotranspiration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main factors and significance of evapotranspiration are. On this slide we have Climatic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Surface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PET and AET.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pET assumes water is always available; AET is the real loss, limited by the water available.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evapotranspiration.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wind, humidity (also sunshine, vegetation, soil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transpiration; number 2, pan; number 3,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the same amount of water in two cups, one in the sun and one in the shade. Measure after two days.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Precipitation as the Input of the Drainage Basin.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EVAPOTRANSPIRATION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 Evapotranspiration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Evapotranspiration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Evapotranspiration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evapotranspiration, potential and actual evapotranspiration, evaporation pan, lysimeter.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evapotranspiration.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evapotranspiration, how it is measured and why it varies.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How Human Activities Affect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place in your town that floods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low area near the market floods after heavy rain because drains are blocked with rubbish. Solutions: clean and enlarge the drains, and stop building on the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evaporation, transpiration and evapotranspiration.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potential and actual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takes in latent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Evapotranspiration is an output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water of a pond in Garoua drops by about 1 cm every day even though nobody uses it. Around the pond, the leaves of the trees stay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pond loses water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the air by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trees lose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their leaves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water losses by evaporation in farming and water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main way water leaves the land, which matters for farming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vapotranspir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Evaporation and transpiration.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from water and soil; transpiration is from the leaves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Clothes drying in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 dries clothes fastest?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sunny and windy weather, which increases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dense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evapotranspiration very high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heat, much water and many leaves that transpire.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dry Sahara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Sahara, potential evapotranspiration is very high, but actual evapotranspiration is very low.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almost no water available to evaporate.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 where evaporation is measured.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used to measure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evaporation pan (also a lysimeter or evaporimeter).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Evapotranspiration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to the atmosphere by evaporation from surfaces and by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Potential evapotranspiration (PET) is the amount that would be lost if water were always available. Actual evapotranspiration (AET) is the amount really lost, which is lower when water is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changes liquid water into vapour using the sun's energy. Transpiration is water taken by roots and lost through the stomata of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evapotranspir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evaporation and transpiration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Evapotranspiration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measured with an evaporation pan or a Piche evaporimeter. Evapotranspiration can be measured with a lysimeter or calculated with formulas such as Thornthwaite's.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in hot, sunny, windy regions and in the dry season. It is low in cold regions and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and significance of evapotranspiration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 sunshine, wind and low humidity increase evapotranspiration. This is why clothes dry fast on a hot, windy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Available water, vegetation type, leaf area and soil colour also matter. Forests transpire much more than bare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output of the drainage basin and returns about two-thirds of rainfall to the air. It recycles moisture that feeds rainfall, as in the Congo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PET and AET.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PET assumes water is always available; AET is the real loss, limited by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wind, humidity (also sunshine, vegetation, soil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water from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Evaporation is measured with an evaporation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deserts, AET is ______ than PET.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 same amount of water in two cups, one in the sun and one in the shade. Measure after two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Precipitation as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Measurement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Evapotranspiration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evaporation, transpiration and evapotranspiration. Distinguish potential and actual evapotranspiration. Explain the factors and significance of evapotranspiration.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evapotranspiration, how it is measured and why it varies.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the same amount of water in two cups, one in the sun and one in the shade. Measure after two days.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tie a plastic bag on a leafy branch: drops appear.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drying in the rainy and dry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forests near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an empty and a full bucket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pan of water measured every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2026-09-27T09:30:19Z</dcterms:created>
  <dcterms:modified xsi:type="dcterms:W3CDTF">2026-09-27T09:30:19Z</dcterms:modified>
</cp:coreProperties>
</file>