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26: Evapotranspiration.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tie a plastic bag on a leafy branch: drops appear.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drying in the rainy and dry seasons.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forests near Kribi.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an empty and a full bucket in the sun.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a pan of water measured every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transpiration 2. pan 3. lower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HYDROLOGY  —  LESSON 26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Evapotranspiration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Drainage Basin Hydrological Cycle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Components of the Drainage Basin Hydrological Cycle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26: Evapotranspiration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Evaporation, transpiration, evapotranspiration, potential and actual evapotranspiration, evaporation pan, lysimeter.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Meaning, types, process, measurement, variations, factors and significance of evapotranspiration.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evapotranspiration, how it is measured and why it varies.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evaporation, transpiration and evapotranspiration.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potential and actual evapotranspiration.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factors and significance of evapotranspiration.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Evaporation takes in latent heat.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Evapotranspiration is an output of the drainage basin.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dry season, the water of a pond in Garoua drops by about 1 cm every day even though nobody uses it. Around the pond, the leaves of the trees stay green.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pond loses water every day.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does the water go?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Into the air by evaporation.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the trees lose water?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Through their leaves by transpiration.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main way water leaves the land, which matters for farming and water supply.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 AND PROCESS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evapotranspiratio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Evaporation and transpiration.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 AND PROCESS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difference between evaporation and transpiration?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 AND PROCESS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Evaporation is from water and soil; transpiration is from the leaves of plants.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4_laundr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Clothes drying in the sun.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weather dries clothes fastest? Why?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Hot, dry, sunny and windy weather, which increases evaporation.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rainfore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dense equatorial forest.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evapotranspiration very high in the equatorial forest?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 heat, much water and many leaves that transpire.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POTENTIAL AND ACTUAL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er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dry Sahara desert.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POTENTIAL AND ACTUAL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Sahara, potential evapotranspiration is very high, but actual evapotranspiration is very low. Why?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POTENTIAL AND ACTUAL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There is almost no water available to evaporate.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MEASUREMENT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4_stevens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weather station where evaporation is measured.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MEASUREMENT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one instrument used to measure evaporation.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MEASUREMENT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evaporation pan (also a lysimeter or evaporimeter).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Evapotranspiration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Drainage Basin Hydrological Cycle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Components of the Drainage Basin Hydrological Cycle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26: Evapotranspiration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Evaporation: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change of water into vapour from water surfaces and soil.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Transpiration: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loss of water vapour from the leaves of plants.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Evapotranspiration: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evaporation and transpiration together.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Potential evapotranspiration: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water that would be lost if water were always available.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Process, Types and Measurement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Process: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Sun gives energy that changes water into vapour. Wind carries the moist air away so more water can evaporate.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Types: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Potential evapotranspiration (PET) assumes unlimited water. Actual evapotranspiration (AET) is what really happens, and it is lower when the soil is dry.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Process, Types and Measurement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Measurement: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Evaporation is measured with an evaporation pan or an evaporimeter. A lysimeter measures evapotranspiration from a block of soil and plants.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Variations, Factors and Significance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Temperature, sunshine, wind and dry air increase evapotranspiration. The type of plants and the water in the soil also matter.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Variations: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high in the tropics and in the dry season. It is low in cold areas and at night.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Variations, Factors and Significance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Significance: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returns about 60 % of the rain on land to the air. It controls how much water is left for rivers and crops.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PET and AET.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PET assumes water is always available; AET is the real loss, limited by the water available.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factors of evapotranspiration.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Temperature, wind, humidity (also sunshine, vegetation, soil water).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Loss of water from leaves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Evaporation is measured with an evaporation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deserts, AET is ______ than PET.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Put the same amount of water in two cups, one in the sun and one in the shade. Measure after two days.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27: Precipitation as an Input.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Evaporation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L'évaporation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Transpiration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transpiration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Evapotranspiration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L'évapotranspiration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feuille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vent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mesure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Drainage Basin Hydrological Cycle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26: Evapotranspiration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evaporation, transpiration and evapotranspiration. Distinguish potential and actual evapotranspiration. Explain the factors and significance of evapotranspiration.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evapotranspiration, how it is measured and why it varies.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Evaporation, Transpiration, Evapotranspiration, Potential evapotranspiration; II. Process, Types and Measurement: Process, Types, Measurement; III. Variations, Factors and Significance: Factors, Variations, Significance.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 the same amount of water in two cups, one in the sun and one in the shade. Measure after two days.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“Bright Blue Home” by Clav, CC BY-NC-SA 2.0, via Flickr (https://www.flickr.com/photos/37005711@N00/2797194021)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“Amazon 11” by CIAT International Center for Tropical Agriculture, CC BY-SA 2.0, via Flickr (https://www.flickr.com/photos/38476503@N08/5641587148)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“Desert trekking in Merzouga” by Antonio Cinotti , CC BY-NC-ND 2.0, via Flickr (https://www.flickr.com/photos/46378751@N02/15331399979)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“Adelaide. Urrbrae. The weather station at the Waite campus of the Univ” by denisbin, CC BY-ND 2.0, via Flickr (https://www.flickr.com/photos/82134796@N03/49865994827)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2026-09-27T04:25:35Z</dcterms:created>
  <dcterms:modified xsi:type="dcterms:W3CDTF">2026-09-27T04:25:35Z</dcterms:modified>
</cp:coreProperties>
</file>