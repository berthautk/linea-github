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22: Trophic Levels, Food Chains and Food Webs.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Functioning of Ecosystems. The key notions we shall use today are: trophic level, herbivore, carnivore, omnivore, food chain, food web, ecological pyramid. At the end, you should be able to do this: learners are able to build food chains and food webs and explain trophic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Energy Flows in Ecosystems. The question was: Calculate how much energy reaches a hawk if grass has 50,000 units in the chain grass → grasshopper → bird → hawk.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With about 10 % passed at each level: grass 50,000 → grasshopper 5,000 → bird 500 → hawk 50 units.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trophic level and name the levels. Number 2: build a food chain and a food web. Number 3: explain why the number of trophic levels is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Energy decreases by about 90 % at each level. Producers, consumers and decomposers make an ecosystem.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Bénoué National Park, poachers killed many lions. Rangers then saw antelopes and warthogs increase and the grass disappear in some places.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Removing one animal changed the whole food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level did the lions occupy?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top carnivore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the grass disappear?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More herbivores ate more grass.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all levels of food chains, because each level depends on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feeding links and why protecting all species keeps ecosystems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trophic levels as a pyramid.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trophic levels from the bottom to the top.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Producers, primary consumers, secondary consumers, tertiary consumers.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lioness stalking zebras.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Write a food chain with the lion.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Grass → zebra → 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savanna food web.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a food web more stable than a single chain?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Animals have several food sources, so losing one is less serious.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fungus feeding on dead wood.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 decomposers fit in a food web?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feed on dead matter from all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elephants, large herbivores.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there rarely more than four or five trophic levels?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Too little energy is left for another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Illustration of Trophic Levels. Trophic levels can be understood as follows. On this slide we have Trophic level.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Illustration of Trophic Levels. On this slide we have Illustration.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trophic pyramid.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Stepwise Nature and Limitation. Trophic levels are limited as follows. On this slide we have Stepwise nature.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Stepwise Nature and Limitation. On this slide we have Limitation.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Food Chains and Food Webs. Feeding relationships are shown as follows. On this slide we have Food chain and Food web.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Food Chains and Food Webs. On this slide we have Decomposers.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food web.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 food chain and a food web.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food chain is one line of feeding; a food web is a network of linked chains.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trophic levels limited?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energy is lost at each level, so little is left for higher levels.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trophic; number 2, primary; number 3,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Build a food web of five animals and three plants from your area.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23: Nutrient Cycling and the Gersmehl Model.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22: TROPHIC LEVELS, FOOD CHAINS AND FOOD WEBS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Trophic Levels, Food Chains and Food Webs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Functioning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22: Trophic Levels, Food Chains and Food Webs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Trophic level, herbivore, carnivore, omnivore, food chain, food web, ecological pyramid.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illustration of trophic levels; stepwise nature and limits; food chains and food webs.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build food chains and food webs and explain trophic levels.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Energy Flows in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how much energy reaches a hawk if grass has 50,000 units in the chain grass → grasshopper → bird → hawk.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about 10 % passed at each level: grass 50,000 → grasshopper 5,000 → bird 500 → hawk 50 units.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trophic level and name the levels.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Build a food chain and a food web.</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the number of trophic levels is limited.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Energy decreases by about 90 % at each level.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Producers, consumers and decomposers make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Bénoué National Park, poachers killed many lions. Rangers then saw antelopes and warthogs increase and the grass disappear in some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Removing one animal changed the whole food web.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level did the lions occupy?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top carnivore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grass disappear?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herbivores ate more grass.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all levels of food chains, because each level depends on the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feeding links and why protecting all species keeps ecosystems stable.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ILLUSTRATION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rophic_pyrami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Trophic levels as a pyramid.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ILLUSTRATION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trophic levels from the bottom to the 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ILLUSTRATION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Producers, primary consumers, secondary consumers, tertiary consumers.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CHAINS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lion.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lioness stalking zebras.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CHAINS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food chain with the 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CHAINS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 zebra → 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WEBS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ood_web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savanna food web.</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WEBS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food web more stable than a single chain?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WEBS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have several food sources, so losing one is less serious.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WEBS: DECOMPOSERS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fung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fungus feeding on dead wood.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WEBS: DECOMPOSERS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decomposers fit in a food web?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FOOD WEBS: DECOMPOSERS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feed on dead matter from all levels.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LIMITATION OF TROPHIC LEVELS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elephant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Elephants, large herbivores.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LIMITATION OF TROPHIC LEVELS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rarely more than four or five trophic levels?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LIMITATION OF TROPHIC LEVELS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Too little energy is left for another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Functioning of Ecosystems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22: Trophic Levels, Food Chains and Food Webs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Trophic Levels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Trophic levels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Trophic level: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position of an organism in a food chain, according to how it gets its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Trophic Levels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Illustration: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Level 1 is producers (plants), level 2 primary consumers (herbivores), level 3 secondary consumers and level 4 tertiary consumers. They are shown as a pyramid.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Trophic Levels</a:t>
            </a:r>
            <a:endParaRPr lang="en-US" sz="3600" dirty="0"/>
          </a:p>
        </p:txBody>
      </p:sp>
      <p:pic>
        <p:nvPicPr>
          <p:cNvPr id="4" name="Image 0" descr="/home/claude/f4/img/v2/trophic_pyrami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trophic pyramid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Stepwise Nature and Limitation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Trophic levels are limited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Stepwise nature: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passes step by step from one level to the next. Each step has less energy, fewer organisms and less biomass.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Stepwise Nature and Limitation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about 90 % of energy is lost at each step, there is rarely enough energy for more than four or five levels. Top predators such as lions are few.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Food Chains and Food Webs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Feeding relationships are shown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chain: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simple line showing who eats whom. Example: grass → zebra → lion.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web: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network of connected food chains in an ecosystem. It is more stable, because animals have several food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Food Chains and Food Webs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Decomposers: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feed on dead matter from all levels. They recycle nutrients back to the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Food Chains and Food Webs</a:t>
            </a:r>
            <a:endParaRPr lang="en-US" sz="3600" dirty="0"/>
          </a:p>
        </p:txBody>
      </p:sp>
      <p:pic>
        <p:nvPicPr>
          <p:cNvPr id="4" name="Image 0" descr="/home/claude/f4/img/v2/food_web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food web</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food chain and a food web.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food chain is one line of feeding; a food web is a network of linked chains.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trophic levels limited?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is lost at each level, so little is left for higher levels.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are on the first ______ level.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Herbivores are ______ consumers.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network of food chains is a food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a food web of five animals and three plants from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Nutrient Cycling and the Gersmehl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Trophic level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niveau trophique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Herbivore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L'herbivore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Carnivore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carnivore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web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 alimentaire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Pyramid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pyramide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22: Trophic Levels, Food Chains and Food Webs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trophic level and name the levels. Build a food chain and a food web. Explain why the number of trophic levels is limited.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build food chains and food webs and explain trophic levels.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Illustration of Trophic Levels; Stepwise Nature and Limitation; Food Chains and Food Webs.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Build a food web of five animals and three plants from your area.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pyramid.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chains from the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arrows between animals.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add decomposers to the web.</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recall the 10 % rule.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“hunt is on” by @Doug88888, CC BY-NC-SA 2.0, via Flickr (https://www.flickr.com/photos/29468339@N02/2930690305)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“Mushroom, underneath_2012-09-21-14.51.00 ZS PMax” by Sam Droege, Public domain 1.0, via Flickr (https://www.flickr.com/photos/54563451@N08/8016189217)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“African Bush Elephants, Maasai Mara” by Ray in Manila, CC BY 2.0, via Flickr (https://www.flickr.com/photos/21186555@N07/50627864261)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2026-09-29T12:18:43Z</dcterms:created>
  <dcterms:modified xsi:type="dcterms:W3CDTF">2026-09-29T12:18:43Z</dcterms:modified>
</cp:coreProperties>
</file>