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Global Terrestrial Ecosystems (Biomes). The key notions we shall use today are: biome, tropical, temperate, polar, forest, grassland, scrubland, desert. At the end, you should be able to do this: learners are able to define and classify the world's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Measurement of Ecosystem Productivity. The question was: Draw the bar graph of the four biomes and write three sentences explaining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bar graph shows the rainforest highest, then savanna, temperate grassland and desert. NPP decreases as water and warmth decrease; the desert is lowest because of lack of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biome. Number 2: classify biomes by climate. Number 3: classify biomes by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zones follow latitude and climate. Ecosystems can be small or very large.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lions in the African savanna, bison on the North American prairie and reindeer on the Arctic tundra. Learners ask how scientists group such huge regions.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group very large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very large ecosystem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On what basis are biomes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and main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and describe the biomes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natural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biomes of the world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biome?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large ecosystem with a similar climate, vegetation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biomes by climate and vegetation.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forest biome for each climate group.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Tropical: rainforest. Temperate: deciduous forest. Cold: taiga.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temperate deciduous forest in autumn.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trees lose their leaves?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survive the cold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temperate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tropical and one temperate grassland.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Savanna (tropical); steppe or prairie (temperate).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Arctic tundra.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no trees on the tundra?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cold, windy and the ground is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Biomes. A biome can be understood as follows. On this slide we have Biome.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Biomes.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biomes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By Climatic Characteristics. Biomes are classified by climate into. On this slide we have Tropical biomes.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By Climatic Characteristics. On this slide we have Temperate biomes.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By Climatic Characteristics. On this slide we have Polar biomes.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By Vegetation Characteristics. Biomes are also classified by vegetation into. On this slide we have Forests.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By Vegetation Characteristics. On this slide we have Grasslands and Scrublands and deserts.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biomes.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biome.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large ecosystem with similar climate, vegetation and animals.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tropical, one temperate and one polar biome.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deciduous forest (or steppe); tundra.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biome; number 2, taiga; number 3,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table of six biomes with their climate and vegetation.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Characteristics of Tropical Biomes.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BIOMES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Biomes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Terrestrial Ecosystems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Biome, tropical, temperate, polar, forest, grassland, scrubland, desert.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biome; classification by climate (tropical, temperate, polar) and by vegetation (forest, grassland, scrubland).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the world's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Measurement of Ecosystem Productivity):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bar graph of the four biomes and write three sentences explaining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 graph shows the rainforest highest, then savanna, temperate grassland and desert. NPP decreases as water and warmth decrease; the desert is lowest because of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biomes by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biomes by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zones follow latitude and climate.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Ecosystems can be small or very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lions in the African savanna, bison on the North American prairie and reindeer on the Arctic tundra. Learners ask how scientists group such huge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group very large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very large ecosystem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basis are biomes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main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and describe the biomes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natural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biomes of the world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ecosystem with a similar climate, vegetation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ome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by climate and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forest biome for each climate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rainforest. Temperate: deciduous forest. Cold: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TEMPERATE BIOMES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utumn_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temperate deciduous forest in autumn.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TEMPERATE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TEMPERATE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GRASSLAND BIOMES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temperate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GRASSLAND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tropical and one temperate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GRASSLAND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(tropical); steppe or prairie (temperate).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POLAR BIOMES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tundr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Arctic tundra.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POLAR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trees on the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POLAR BIOMES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cold, windy and the ground is frozen.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Terrestrial Ecosystems (Biomes)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Biomes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biome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ecosystem covering a wide area, with similar climate, vegetation, soils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Biomes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rainforest biome is found in the Amazon, the Congo basin and South-East Asia. The same biome has similar plants on different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Biomes</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By Climatic Characteristics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Biomes are classified by climate into: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biomes: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savanna and hot desert are found between the tropics. They are warm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By Climatic Characteristics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biomes: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Deciduous forest, Mediterranean scrub, temperate grassland and taiga are found in the mid-latitudes. They have marked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By Climatic Characteristics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biomes: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Tundra and ice caps are found near the poles. They are cold, with a very short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By Vegetation Characteristics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Biomes are also classified by vegetation into: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deciduous forest and coniferous forest are dominated by trees. They need much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By Vegetation Characteristics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prairie and steppe are dominated by grasses. They occur where rainfall is seasonal or moderate.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Scrublands and deserts: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Mediterranean scrub, semi-desert and tundra have low, scattered plants. They are limited by drought or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Biomes</a:t>
            </a:r>
            <a:endParaRPr lang="en-US" sz="3600" dirty="0"/>
          </a:p>
        </p:txBody>
      </p:sp>
      <p:pic>
        <p:nvPicPr>
          <p:cNvPr id="4" name="Image 0" descr="/home/claude/f4/img/v2/biome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ecosystem with similar climate, vegetation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tropical, one temperate and one polar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deciduous forest (or steppe);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ecosystem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coniferous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temperate grassland of Eurasia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table of six biomes with their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Characteristics of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Scrubland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Evergreen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Sempervirent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biome. Classify biomes by climate. Classify biomes by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the world's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Biomes; By Climatic Characteristics; By Vegetation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table of six biomes with their climate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biomes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evergreen forests.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them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tundra.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“David R. Johnson Natural Area (3)” by Nicholas_T, CC BY 2.0, via Flickr (https://www.flickr.com/photos/14922165@N00/10682288495)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2026-09-29T03:12:56Z</dcterms:created>
  <dcterms:modified xsi:type="dcterms:W3CDTF">2026-09-29T03:12:56Z</dcterms:modified>
</cp:coreProperties>
</file>