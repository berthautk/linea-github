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8: The Soil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Soil Development, and the sub-topic is Soil Profile Development and Forming Processes. The key notions we shall use today are: soil profile, horizon, O, A, E, B, C, R horizons, eluviation, illuviation. At the end, you should be able to do this: learners are able to describe a soil profile and explain why soils have horizons.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7: Soil Formation. The question was: Explain why the soils of Mount Cameroon differ from those of the Far North.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Soils of Mount Cameroon are young volcanic soils, rich in minerals, formed in a very wet climate. Soils of the Far North formed in a dry climate on old rocks and sediments, so they are thinner, sandier and poorer in humus.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soil profile and horizon. Number 2: describe the ideal soil profile. Number 3: explain why horizons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Soil forms in stages. Water moves down through the soil.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During the building of a road near Dschang, learners see a fresh cutting with a dark layer at the top, a red layer in the middle and broken rock at the bottom.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Learners do not know why the soil has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are these layers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Horizons.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the whole section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soil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read soil profiles to judge the quality of soils for farming and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read soil profiles, which tell us how a soil formed and how it can be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ideal soil profile.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horizons from the top to the bottom.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 A, E, B, C and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real soil profile in a pit.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horizon is darkest?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A horizon, because it is rich in humus.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dead leaves on the surface.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horizon is made of dead leaves and humus?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O (organic) horizon.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materials washed out and washed in.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the E horizon pale and the B horizon rich in clay?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Water washes clay and iron out of E (eluviation) and leaves them in B (illuviation).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weathering from the bottom and humus from the top.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other reasons why horizons form.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Humus is added from the top, and weathering works from the rock below.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the Soil Profile. The soil profile can be understood as follows. On this slide we have Soil profile.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the Soil Profile. On this slide we have Horizon.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Ideal Soil Profile. An ideal soil profile has the following horizons. On this slide we have O horizon.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Ideal Soil Profile. On this slide we have A horizon (topsoil) and E and B horizons.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Ideal Soil Profile. On this slide we have C and R horizons.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ideal soil profile.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Reasons for Horizons. Soil profiles have horizons for the following reasons. On this slide we have Movement of water.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Reasons for Horizons. On this slide we have Organic matter and weathering and Organisms.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a soil profile?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vertical section of soil from the surface to the rock.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Distinguish eluviation and illuviation.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eluviation washes materials out of a horizon; illuviation deposits them in a lower horizon.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 number 2, B; number 3,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 soil profile seen in a road cutting near your home and label the horizons.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9: Major Pedogenic Regimes.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8: THE SOIL PROFILE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Soil Profile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Profile Development and Forming Processes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8: The Soil Profile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profile, horizon, O, A, E, B, C, R horizons, eluviation, illuviation.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soil profile; the ideal profile and its horizons; reasons for horizons.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a soil profile and explain why soils have horizons.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7: Soil Formation):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why the soils of Mount Cameroon differ from those of the Far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Soils of Mount Cameroon are young volcanic soils, rich in minerals, formed in a very wet climate. Soils of the Far North formed in a dry climate on old rocks and sediments, so they are thinner, sandier and poorer in humus.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soil profile and horizon.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ideal soil profile.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why horizons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Soil forms in stages.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Water moves down through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During the building of a road near Dschang, learners see a fresh cutting with a dark layer at the top, a red layer in the middle and broken rock at the bottom.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Learners do not know why the soil has layers.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these layers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Horizons.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whole section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soil profile.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Read soil profiles to judge the quality of soils for farming and building.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read soil profiles, which tell us how a soil formed and how it can be used.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ideal_profi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ideal soil profile.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horizons from the top to the bottom.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 A, E, B, C and 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IDEAL SOIL PROFILE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soilpi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real soil profile in a pit.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IDEAL SOIL PROFILE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horizon is darkest?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IDEAL SOIL PROFILE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 horizon, because it is rich in humus.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HORIZONS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litt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Dead leaves on the surface.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HORIZONS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horizon is made of dead leaves and humus?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HORIZONS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O (organic) horizon.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 FOR HORIZONS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minor_process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Materials washed out and washed 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 FOR HORIZONS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E horizon pale and the B horizon rich in clay?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 FOR HORIZONS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washes clay and iron out of E (eluviation) and leaves them in B (illuviation).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 FOR HORIZONS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soil_profi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Weathering from the bottom and humus from the top.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 FOR HORIZONS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other reasons why horizons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 FOR HORIZONS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Humus is added from the top, and weathering works from the rock below.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Soil Development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Soil Profile Development and Forming Processes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8: The Soil Profile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the Soil Profile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soil profile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profile: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vertical section of the soil from the surface down to the parent rock, showing its layers.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the Soil Profile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Horizon: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layer of the soil with its own colour, texture and structure. Horizons are named with letters.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Ideal Soil Profile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An ideal soil profile has the following horizons: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 horizon: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surface layer of litter and humus. It is dark and rich in organic matter.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Ideal Soil Profile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 horizon (topsoil):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dark, fertile and full of roots and organisms. Materials are washed out of it (eluviation).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 and B horizons: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 horizon is pale because clay and iron are washed out. The B horizon (subsoil) collects clay, iron and humus (illuviation).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Ideal Soil Profile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 and R horizons: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 is the weathered parent material and R is the solid bedrock. They supply the minerals of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Ideal Soil Profile</a:t>
            </a:r>
            <a:endParaRPr lang="en-US" sz="3600" dirty="0"/>
          </a:p>
        </p:txBody>
      </p:sp>
      <p:pic>
        <p:nvPicPr>
          <p:cNvPr id="4" name="Image 0" descr="/home/claude/f4/img/v2/ideal_profi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ideal soil profile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Reasons for Horizons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 profiles have horizons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Movement of water: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moving down carries clay, iron and nutrients from the top to lower layers. In dry areas, water moving up brings salts to the surface.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Reasons for Horizons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Organic matter and weathering: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Organic matter is added at the surface, so the top is darker. Weathering is strongest near the surface and weaker at depth.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Organisms: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Worms and roots are concentrated in the topsoil. They mix and enrich the upper horizons.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soil profile?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vertical section of soil from the surface to the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eluviation and illuviation.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Eluviation washes materials out of a horizon; illuviation deposits them in a lower horizon.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dark topsoil is the ______ horizon.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Clay and iron collect in the ______ horizon.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bedrock is the ______ horizon.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soil profile seen in a road cutting near your home and label the horizons.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9: Major Pedogenic Regimes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Profile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profil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Horizon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L'horizon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Topsoil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couche arable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Subsoil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sous-sol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Bedrock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roche en place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Eluviation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L'éluviation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Soil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8: The Soil Profile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soil profile and horizon. Describe the ideal soil profile. Explain why horizons form.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a soil profile and explain why soils have horizons.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the Soil Profile; The Ideal Soil Profile; Reasons for Horizons.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 soil profile seen in a road cutting near your home and label the horizons.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profile.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a road cutting.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scrape the surface under a tree.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pour muddy water through sand.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draw arrows on the profile.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“Humic Dystrudept (fine-loamy, isotic, frigid)” by SoilScience.info, CC BY 2.0, via Flickr (https://www.flickr.com/photos/22503286@N06/5140645742)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“Heavily earthworm-infested soil” by esagor, CC BY-NC 2.0, via Flickr (https://www.flickr.com/photos/7357861@N03/1993224477)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2026-09-27T10:31:35Z</dcterms:created>
  <dcterms:modified xsi:type="dcterms:W3CDTF">2026-09-27T10:31:35Z</dcterms:modified>
</cp:coreProperties>
</file>