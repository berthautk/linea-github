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soil profile, horizon, O, A, E, B, C, R horizons, eluviation, illuviation. At the end, you should be able to do this: learners are able to describe a soil profile and explain why soils have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Soil Formation. The question was: Explain why the soils of Mount Cameroon differ from those of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Soils of Mount Cameroon are young volcanic soils, rich in minerals, formed in a very wet climate. Soils of the Far North formed in a dry climate on old rocks and sediments, so they are thinner, sandier and poorer in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profile and horizon. Number 2: describe the ideal soil profile. Number 3: explain why horizons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in stages. Water moves down through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building of a road near Dschang, learners see a fresh cutting with a dark layer at the top, a red layer in the middle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the soil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layers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whole section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soil profiles to judge the quality of soils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soil profiles, which tell us how a soil formed and how it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horizons from the top to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 A, E, B, C and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real soil profile in a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horizon is darkest?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 horizon, because it is rich in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horizon is made of dead leaves and humus?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 (organic)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materials washed out and washed 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E horizon pale and the B horizon rich in clay?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washes clay and iron out of E (eluviation) and leaves them in B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weathering from the bottom and humus from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reasons why horizons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is added from the top, and weathering works from the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Profile. The soil profile can be understood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Soil Profile. On this slide we have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Ideal Soil Profile. An ideal soil profile has the following horizons. On this slide we have O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A horizon (topsoil) and E and B horizons.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C and R horizons.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ideal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Horizons. Soil profiles have horizons for the following reasons. On this slide we have Movement of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Horizons. On this slide we have Organic matter and weathering and 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vertical section of soil from the surface to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B; number 3,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soil profile seen in a road cutting near your home and label the horizons.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Major Pedogenic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O, A, E, B, C, R horizons, eluviation, illuviation.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profile; the ideal profile and its horizons; reasons for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Soil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of Mount Cameroon are young volcanic soils, rich in minerals, formed in a very wet climate. Soils of the Far North formed in a dry climate on old rocks and sediments, so they are thinner, sandier and poorer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profile and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ideal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in stages.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down through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building of a road near Dschang, learners see a fresh cutting with a dark layer at the top, a red layer in the middle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the soil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layers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whole section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soil profiles to judge the quality of soils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soil profiles, which tell us how a soil formed and how it can be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from the top to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 A, E, B, C and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real soil profile in a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darkest?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 horizon, because it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made of dead leaves and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 (organic)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Materials washed out and washed 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 horizon pale and the B horizon rich in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washes clay and iron out of E (eluviation) and leaves them in B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Weathering from the bottom and humus from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reasons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added from the top, and weathering works from the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profile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down to the parent rock, showing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with its own colour, texture and structure. Horizons are named with letters.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ideal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surface layer of litter and humus. It is dark and rich in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horizon (topsoil):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fertile and full of roots and organisms. Materials are washed out of it (eluviation).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 and B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 horizon is pale because clay and iron are washed out. The B horizon (subsoil) collects clay, iron and humus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 and R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is the weathered parent material and R is the solid bedrock. They supply the minerals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profiles have horizons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of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moving down carries clay, iron and nutrients from the top to lower layers. In dry areas, water moving up brings salts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is added at the surface, so the top is darker. Weathering is strongest near the surface and weaker at depth.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Worms and roots are concentrated in the topsoil. They mix and enrich the upper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soil from the surface 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dark 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Clay and iron collect in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bedrock is the ______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en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profile and horizon. Describe the ideal soil profile. Explain why horizons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Profile; The Ideal Soil Profile; Reasons for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soil profile seen in a road cutting near your home and label the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scrape the surface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muddy water through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 on the profile.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2026-09-29T03:12:52Z</dcterms:created>
  <dcterms:modified xsi:type="dcterms:W3CDTF">2026-09-29T03:12:52Z</dcterms:modified>
</cp:coreProperties>
</file>