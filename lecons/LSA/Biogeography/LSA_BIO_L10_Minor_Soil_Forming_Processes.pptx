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10: Minor Soil Forming Processes.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filter muddy and salty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rusty metal.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Sahel.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for worm casts.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dip a sugar cube in coloured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leaching 2. lessivage 3. sorting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Soil Forming Processes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 Development and Forming Processes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Minor Soil Forming Processes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Weathering, eluviation, lessivage, leaching, illuviation, organic sorting, capillary action, translocation.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Weathering; eluviation (lessivage and leaching); illuviation; organic sorting; capillary action; translocation.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small processes that move and change materials in soils.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weathering and translocation.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eluviation, leaching, lessivage and illuviation.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organic sorting and capillary action.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Horizons form because materials move.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Pedogenic regimes depend on climate.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learner fills a bottle with soil, pours water on it and sees brown water coming out at the bottom. He asks what the water took from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removes materials from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washing out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 (leaching for dissolved matter).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these materials go?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Lower down, where they can be deposited (illuviation).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processes that build soil horizons and change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minor_proce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minor soil forming processes.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leaching and lessivage.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Leaching removes dissolved minerals; lessivage carries fine clay particles in suspension.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Rust: iron oxidised by air and water.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weathering process gives red soils?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Oxidation of iron.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LEACHING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humid rainforest.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LEACHING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leaching strong under rainforest?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LEACHING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moves down through the soil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ORGANIC SORTING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earthw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earthworm in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ORGANIC SORTING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worms sort and mix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ORGANIC SORTING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carry fine soil and humus up and down through their tunnels.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CAPILLARY ACTION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lt_c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white salt crust.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CAPILLARY ACTION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capillary action form this crust?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CAPILLARY ACTION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rises in small pores, evaporates and leaves salts.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Minor Soil Forming Processes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Profile Development and Forming Processes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10: Minor Soil Forming Processes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materials from one part of the soil to another.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Lessivage: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washing down of fine clay particles in suspension.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Organic sorting: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mixing and sorting of soil by living organisms.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Downward Processes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 breaks down by physical, chemical and biological weathering. It supplies minerals and clay.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Eluviation and leaching: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 washes materials out of a horizon. Leaching removes minerals in solution and makes soils acid.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Downward Processes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Illuviation: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Washed-down materials are deposited in a lower horizon. The B horizon becomes rich in clay, iron or humus.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Processes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Organic sorting: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Worms, termites and roots mix the soil and move particles. They form crumbs and pores.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Capillary action: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dry periods water rises through small pores. It brings salts or calcium to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Processes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Translocation: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these processes move materials inside the soil. Together they create horizons.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eluviation and illuviation.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 washes materials out of a horizon; illuviation deposits them in a lower horizon.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capillary action?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rise of water through small pores, leaving salts when it evaporates.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Removal of dissolved minerals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Movement of clay in suspension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Mixing by worms is organic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Pour water through soil in a bottle and describe the water that comes out.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11: Classes of Soil.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lessivage (dissolution)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suspension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Capillary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Capillaire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L'oxydation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Translocation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migration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Minor Soil Forming Processes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weathering and translocation. Distinguish eluviation, leaching, lessivage and illuviation. Explain organic sorting and capillary action.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small processes that move and change materials in soils.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Translocation, Lessivage, Organic sorting; II. Downward Processes: Weathering, Eluviation and leaching, Illuviation; III. Other Processes: Organic sorting, Capillary action, Translocation.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 water through soil in a bottle and describe the water that comes out.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“Lock down!” by ViNo Gv, CC BY 2.0, via Flickr (https://www.flickr.com/photos/38217093@N03/20143584561)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“Earthworm In Soil” by jwinfred, CC BY-NC-ND 2.0, via Flickr (https://www.flickr.com/photos/98937825@N00/3532746937)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“Salt” by Phillie Casablanca, CC BY 2.0, via Flickr (https://www.flickr.com/photos/19451080@N00/2052715618)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2026-09-27T04:25:24Z</dcterms:created>
  <dcterms:modified xsi:type="dcterms:W3CDTF">2026-09-27T04:25:24Z</dcterms:modified>
</cp:coreProperties>
</file>