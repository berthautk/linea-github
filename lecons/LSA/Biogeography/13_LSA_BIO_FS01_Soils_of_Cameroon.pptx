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Soils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Physical Geography of Cameroon, and the sub-topic is Soil Types and their Characteristics. The key notions we shall use today are: ferrallitic, ferruginous, tropical black earths, alluvial, volcanic, mountain, hydromorphic soils. At the end, you should be able to do this: learners are able to locate the soils of Cameroon and describe their characteristics and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Classes of Soil. The question was: Give one zonal, one intrazonal and one azonal soil found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Zonal: ferrallitic soil of the South Cameroon Plateau. Intrazonal: hydromorphic soil of the Logone floodplain. Azonal: alluvial soil of the Benue valley or volcanic soil of Mount Cameroon.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main soils of Cameroon on a map. Number 2: describe zonal soils and their characteristics. Number 3: describe azonal and intrazonal soils and their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Soils are zonal, intrazonal or azonal. Laterisation happens in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cocoa buyer notices that cocoa grows well around Mbalmayo, Arabica coffee in the West, cotton in the North and rice along the Logone. He asks if the soils explain this.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Different crops grow in different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soil is found around Mbalmayo?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Red ferrallitic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West good for coffee?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fertile volcanic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soils of each region of Cameroon according to their qualities.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know our country's soils and to use them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soils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soil covers most of southern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Ferrallitic (red)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red ferrallitic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characteristics of ferrallitic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Deep, red, acid and leached (poor in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dark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tropical black earths found? What are they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Far North plains (karal); they are used for dry-season sorghum (muskwari).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farms on fertile highland soils.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volcanic soils of the West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rich in minerals from basalt and 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soils are used for rice along the Logone?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Hydromorphic soils: they are waterlogged and hold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Zonal Soils of Cameroon. The zonal soils of Cameroon are. On this slide we have Ferrallitic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Zonal Soils of Cameroon. On this slide we have Ferruginous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Zonal Soils of Cameroon. On this slide we have Tropical black earths (vertisols).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Azonal and Intrazonal Soils. The other soils of Cameroon are. On this slide we have Volcanic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Azonal and Intrazonal Soils. On this slide we have Alluvial and mountain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Azonal and Intrazonal Soils. On this slide we have Hydromorphic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zonal soils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ferrallitic, ferruginous and tropical black earths.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volcanic soils important in the 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very fertile and support coffee, tea and food crops.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ferrallitic; number 2, earths; number 3, hydromorphic.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soil map of Cameroon and write one crop for each soil.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Meaning of Natural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SOILS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Types and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Soils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Ferrallitic, ferruginous, tropical black earths, alluvial, volcanic, mountain, hydromorphic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Zonal soils (ferrallitic, ferruginous, black earths); azonal soils (alluvial, volcanic, mountain); intrazonal hydromorphic soils; characteristics and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soils of Cameroon and describe their characteristics and 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Classes of Soil):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zonal, one intrazonal and one azonal soil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Zonal: ferrallitic soil of the South Cameroon Plateau. Intrazonal: hydromorphic soil of the Logone floodplain. Azonal: alluvial soil of the Benue valley or volcanic soil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soils of Cameroon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zonal soils and their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azonal and intrazonal soils and their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are zonal, intrazonal or azonal.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Laterisation happens in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cocoa buyer notices that cocoa grows well around Mbalmayo, Arabica coffee in the West, cotton in the North and rice along the Logone. He asks if the soils explain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Different crops grow in different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soil is found around Mbalmayo?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 ferrallitic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West good for coffee?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fertile volcanic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soils of each region of Cameroon according to their qualities.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know our country's soils and to use them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soi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soils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 covers most of southern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Ferrallitic (red)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 FERRALLITIC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ferrallitic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 FERRALLITIC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ferrallitic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 FERRALLITIC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Deep, red, acid and leached (poor in bases).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 BLACK EARTHS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dark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 BLACK EARTHS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tropical black earths found? What are they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ZONAL SOILS: BLACK EARTHS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Far North plains (karal); they are used for dry-season sorghum (muskwari).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Farms on fertile highland soils.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of the West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in minerals from basalt and 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soils are used for rice along the Logone?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INTRAZONAL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Hydromorphic soils: they are waterlogged and hold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Physical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Types and their Characteristics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 of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zonal soils of Cameroon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Ferrallitic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the forest zone of the south and east and the Adamawa. They are deep, red and yellow, leached and acid, and need fertilisers for continuous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Ferruginous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in the savanna of the North region. They are less leached, reddish-brown, sandy and moderately fertile, used for cotton and cereals.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black earths (vertisols):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in the Diamaré plain and Far North. They are dark clay soils that crack when dry and are used for sorghum (muskwari)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Zonal Soils of Cameroon</a:t>
            </a:r>
            <a:endParaRPr lang="en-US" sz="3600" dirty="0"/>
          </a:p>
        </p:txBody>
      </p:sp>
      <p:pic>
        <p:nvPicPr>
          <p:cNvPr id="4" name="Image 0" descr="/home/claude/f4/img/v2/cameroon_soi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and Intrazonal Soils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other soils of Cameroon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on Mount Cameroon and in the Western Highlands. They are young, dark and very fertile, supporting plantations and dense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and Intrazonal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Alluvial and mountain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Alluvial soils lie along the Benue, Logone and coastal rivers; they are fertile and renewed by floods. Mountain soils are thin and stony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Azonal and Intrazonal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Hydromorphic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in swamps, mangroves and the yaérés of the Logone. They are waterlogged and grey, good for rice when drained.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zonal soils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Ferrallitic, ferruginous and tropical black earths.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important in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very fertile and support coffee, tea and food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Southern Cameroon has ______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Muskwari grows on tropical black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Rice along the Logone grows on ______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soil map of Cameroon and write one crop for each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Meaning of Natural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Ferrallitic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ferrallitique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Ferruginous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ferrugineux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Volcanic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volcanique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Alluvial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alluvial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Black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vertisol (karal)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Soils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main soils of Cameroon on a map. Describe zonal soils and their characteristics. Describe azonal and intrazonal soils and their 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soils of Cameroon and describe their characteristics and 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Zonal Soils of Cameroon; Azonal and Intrazonal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soil map of Cameroon and write one crop for each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Cameroon and shade the soils.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soils around Yaoundé.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karal soils near Maroua.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crops of the West.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SEMRY at Yagoua.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2026-09-29T03:12:53Z</dcterms:created>
  <dcterms:modified xsi:type="dcterms:W3CDTF">2026-09-29T03:12:53Z</dcterms:modified>
</cp:coreProperties>
</file>