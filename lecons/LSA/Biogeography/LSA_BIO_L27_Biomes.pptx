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27: Biomes.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biomes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evergreen forests.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them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tundra.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biome 2. taiga 3. steppe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Terrestrial Ecosystems (Biomes)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Biomes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Biome, tropical, temperate, polar, forest, grassland, scrubland, desert.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biome; classification by climate (tropical, temperate, polar) and by vegetation (forest, grassland, scrubland).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and classify the world's biomes.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biome.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biomes by climate.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biomes by vegetation.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zones follow latitude and climate.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can be small or very large.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documentary shows lions in the African savanna, bison on the North American prairie and reindeer on the Arctic tundra. Learners ask how scientists group such huge regions.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want to group very large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very large ecosystem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biome.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what basis are biomes grouped?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and main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great natural regions of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biomes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biomes of the world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biome?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large ecosystem with a similar climate, vegetation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iome_cla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Biomes by climate and vegetation.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forest biome for each climate group.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Tropical: rainforest. Temperate: deciduous forest. Cold: taiga.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TEMPERATE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autumn_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temperate deciduous forest in autumn.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TEMPERATE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these trees lose their leaves?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TEMPERATE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survive the cold winter.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prair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temperate grassland.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tropical and one temperate grassland.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Savanna (tropical); steppe or prairie (temperate).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POLAR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tund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Arctic tundra.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POLAR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no trees on the tundra?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POLAR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too cold, windy and the ground is frozen.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Terrestrial Ecosystems (Biomes)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27: Biomes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large ecosystem with similar climate, vegetation and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Scrubland: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vegetation of shrubs and small trees in dry areas.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Evergreen: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plant that keeps its leaves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by Climate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Tropical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hot all year, like rainforest, savanna and hot desert. Rain decides which one is found.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Temperate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have warm summers and cool winters. Examples are deciduous forest, steppe and Mediterranean scrub.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by Climate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Cold and polar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have long, cold winters. Examples are taiga and tundra.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by Vegetation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Forest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dominate in rainforest, deciduous forest and taiga. They need enough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Grassland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Grasses dominate in savanna, steppe and prairie. Drought, fire and grazing limit trees.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by Vegetation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Scrub and desert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Shrubs and scattered plants grow in dry areas. Plants are adapted to save water.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by Vegetation (3/3)</a:t>
            </a:r>
            <a:endParaRPr lang="en-US" sz="3600" dirty="0"/>
          </a:p>
        </p:txBody>
      </p:sp>
      <p:pic>
        <p:nvPicPr>
          <p:cNvPr id="13" name="Image 0" descr="/home/claude/f4/img/v2/biome_cla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 biome.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large ecosystem with similar climate, vegetation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tropical, one temperate and one polar biome.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Rainforest; deciduous forest (or steppe); tundra.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large ecosystem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 coniferous forest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temperate grassland of Eurasia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table of six biomes with their climate and vegetation.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28: Tropical Biomes.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biome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Tropical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Tropical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Scrubland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brousse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Evergreen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Sempervirent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Biomes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biome. Classify biomes by climate. Classify biomes by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and classify the world's biomes.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Biome, Scrubland, Evergreen; II. Classification by Climate: Tropical biomes, Temperate biomes, Cold and polar biomes; III. Classification by Vegetation: Forest biomes, Grassland biomes, Scrub and desert biomes.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table of six biomes with their climate and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“David R. Johnson Natural Area (3)” by Nicholas_T, CC BY 2.0, via Flickr (https://www.flickr.com/photos/14922165@N00/10682288495)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“Saskatchewan field in August, Alfalfa Medicago sativa” by ocean.flynn, CC BY-NC-SA 2.0, via Flickr (https://www.flickr.com/photos/89488115@N00/1535397596)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“Fall Tundra Landscape” by Andrea Pokrzywinski, CC BY 2.0, via Flickr (https://www.flickr.com/photos/65781065@N00/2891717078)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2026-09-27T04:25:26Z</dcterms:created>
  <dcterms:modified xsi:type="dcterms:W3CDTF">2026-09-27T04:25:26Z</dcterms:modified>
</cp:coreProperties>
</file>