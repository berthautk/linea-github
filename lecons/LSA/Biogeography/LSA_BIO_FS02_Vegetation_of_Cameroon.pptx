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2: Vegetation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vegetation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Wouri estuary.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reserves: Dja, Korup, Lobéké.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Adamawa grasslands.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CDC and SOCAPALM.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mangroves 2. Guinea 3. reserves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FURTHER STUDY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Vegetation Types and their Characteristics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Vegetation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Mangrove, rainforest, montane forest, Guinea savanna, Sudan savanna, Sahel, forest reserve, plantation.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 types (mangrove, rainforest, montane, submontane); grassland types (Guinea, Sudan, Sahel); planted vegetation; forest reserves; distribution, species, exploitation, threats and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vegetation types of Cameroon and propose ways to protect them.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vegetation types of Cameroon on a map.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forest and grassland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their exploitation, threats and protection measures.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changes from forest to desert away from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equatorial and tropical climates.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is called "Africa in miniature" because a traveller can see mangroves, rainforest, mountain grassland, savanna and Sahel landscapes in one country.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know the vegetation types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so much variety?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stretches from 2°N to 13°N and has high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threatens this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Logging, farming, bush fires and overgrazing.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further study helps us to know and protect the vegetation of our country.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ve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of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vegetation covers the south and east?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angro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554" y="1691640"/>
            <a:ext cx="815584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mangrove forest.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mangroves found in Cameroon? Why are they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coast (Douala, Rio del Rey); they protect coasts and are fish nurseries.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 tropical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and one threat of the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FORESTS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Timber and non-timber products; threat: logging and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with scattered trees.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savanna types from south to north.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Guinea savanna, Sudan savanna and Sahel savanna.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PLANTED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oilpal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oil palm plantation.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PLANTED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examples of man-planted vegetation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PLANTED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palm, cocoa, tea, rubber and eucalyptus plantations.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Physical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Vegetation Types and their Characteristics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2: Vegetation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Mangrove: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forest of salt-tolerant trees on muddy tropical coasts.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reserve: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protected forest where cutting and hunting are controlled.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tropical grassland with scattered trees.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Forest Types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Mangrove: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grows on the coast around Douala and Rio del Rey. It is threatened by fuelwood cutting and urban growth.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Dense rainforest: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covers the south and east, with trees like sapele, iroko and ayous. It gives timber but is threatened by logging and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Forest Types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Montane and submontane forest: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grow on Mount Cameroon and the Western Highlands. They are rich in rare species but cleared for farms.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Grasslands, Planted Vegetation and Protection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Savannas: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Guinea savanna covers the Adamawa, Sudan savanna the North and Sahel savanna the Far North. They are used for grazing and threatened by fire and overgrazing.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Planted vegetation: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Plantations of oil palm, rubber, tea and banana replace natural forest. Eucalyptus is planted for wood in the highlands.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Grasslands, Planted Vegetation and Protection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reserves and parks like Dja, Korup and Waza. Reforestation, controlled logging and fire control protect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Grasslands, Planted Vegetation and Protection (3/3)</a:t>
            </a:r>
            <a:endParaRPr lang="en-US" sz="3600" dirty="0"/>
          </a:p>
        </p:txBody>
      </p:sp>
      <p:pic>
        <p:nvPicPr>
          <p:cNvPr id="13" name="Image 0" descr="/home/claude/f4/img/v2/cameroon_ve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forest types and grassland types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Forests: mangrove, rainforest, montane. Grasslands: Guinea, Sudan and Sahel savannas.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measures to protect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reserves, reforestation, controlled logging (also fire control).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Salt-tolerant forests on the coast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 of the Adamawa is ______ savanna.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Dja and Korup are forest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vegetation map of Cameroon and write one threat for each type.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Meaning of Ecology and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Mangrove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mangrove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Rainforest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forêt dense humide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Savanna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savane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réserve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L'exploitation forestière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Reforestation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reboisement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Vegetation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the vegetation types of Cameroon on a map. Describe the forest and grassland types. Explain their exploitation, threats and protection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and describe the vegetation types of Cameroon and propose ways to protect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Mangrove, Forest reserve, Savanna; II. Forest Types: Mangrove, Dense rainforest, Montane and submontane forest; III. Grasslands, Planted Vegetation and Protection: Savannas, Planted vegetation,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vegetation map of Cameroon and write one threat for each type.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“Pitchavaram waterway - Mangrove forest” by Balaji.B Photography, CC BY 2.0, via Flickr (https://www.flickr.com/photos/81073027@N00/1745978833)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“Aerial view of oil palm plantation” by CIFOR, CC BY-NC-ND 2.0, via Flickr (https://www.flickr.com/photos/45423546@N07/38802487905)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2026-09-26T18:37:00Z</dcterms:created>
  <dcterms:modified xsi:type="dcterms:W3CDTF">2026-09-26T18:37:00Z</dcterms:modified>
</cp:coreProperties>
</file>