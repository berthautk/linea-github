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Further Study 2: Vegetation of Cameroon.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the vegetation 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find the Wouri estuary.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name reserves: Dja, Korup, Lobéké.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describe the Adamawa grasslands.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mention CDC and SOCAPALM.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mangroves 2. Guinea 3. reserves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 SIXTH ARTS  —  BIOGEOGRAPHY  —  FURTHER STUDY 2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Vegetation of Cameroon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Sixth Arts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3: Understanding and managing biogeographic zones across the world in general and Cameroon in particular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 Geography of Cameroon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Vegetation Types and their Characteristics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Further Study 2: Vegetation of Cameroon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Mangrove, rainforest, montane forest, Guinea savanna, Sudan savanna, Sahel, forest reserve, plantation.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Forest types (mangrove, rainforest, montane, submontane); grassland types (Guinea, Sudan, Sahel); planted vegetation; forest reserves; distribution, species, exploitation, threats and measures.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locate and describe the vegetation types of Cameroon and propose ways to protect them.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the vegetation types of Cameroon on a map.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forest and grassland types.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their exploitation, threats and protection measures.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Vegetation changes from forest to desert away from the Equator.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Cameroon has equatorial and tropical climates.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Cameroon is called "Africa in miniature" because a traveller can see mangroves, rainforest, mountain grassland, savanna and Sahel landscapes in one country.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Learners want to know the vegetation types of Cameroon.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is there so much variety?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Cameroon stretches from 2°N to 13°N and has high mountains.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threatens this vegetation?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Logging, farming, bush fires and overgrazing.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further study helps us to know and protect the vegetation of our country.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DISTRIBUTION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cameroon_veg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8196" y="1691640"/>
            <a:ext cx="9052560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Vegetation of Cameroon (simplified).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DISTRIBUTION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vegetation covers the south and east?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DISTRIBUTION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Dense rainforest.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FORESTS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lsa_mangrov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6554" y="1691640"/>
            <a:ext cx="815584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mangrove forest.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FORESTS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are mangroves found in Cameroon? Why are they important?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FORESTS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 the coast (Douala, Rio del Rey); they protect coasts and are fish nurseries.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FORESTS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f2t_rainfores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Dense tropical rainforest.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FORESTS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uses and one threat of the rainforest.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FORESTS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Timber and non-timber products; threat: logging and farming.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GRASSLANDS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f2t_savann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17691"/>
            <a:ext cx="11640312" cy="4274177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Savanna with scattered trees.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GRASSLANDS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the three savanna types from south to north.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GRASSLANDS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Guinea savanna, Sudan savanna and Sahel savanna.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PLANTED VEGETATION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lsa_oilpal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oil palm plantation.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PLANTED VEGETATION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examples of man-planted vegetation in Cameroon.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PLANTED VEGETATION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Oil palm, cocoa, tea, rubber and eucalyptus plantations.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Vegetation of Cameroon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Physical Geography of Cameroon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Vegetation Types and their Characteristics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Further Study 2: Vegetation of Cameroon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Mangrove: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forest of salt-tolerant trees on muddy tropical coasts.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Forest reserve: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protected forest where cutting and hunting are controlled.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Savanna: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tropical grassland with scattered trees.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Forest Types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Mangrove: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grows on the coast around Douala and Rio del Rey. It is threatened by fuelwood cutting and urban growth.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Dense rainforest: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covers the south and east, with trees like sapele, iroko and ayous. It gives timber but is threatened by logging and farming.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Forest Types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Montane and submontane forest: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grow on Mount Cameroon and the Western Highlands. They are rich in rare species but cleared for farms.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Grasslands, Planted Vegetation and Protection (1/3)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Savannas: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Guinea savanna covers the Adamawa, Sudan savanna the North and Sahel savanna the Far North. They are used for grazing and threatened by fire and overgrazing.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Planted vegetation: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Plantations of oil palm, rubber, tea and banana replace natural forest. Eucalyptus is planted for wood in the highlands.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Grasslands, Planted Vegetation and Protection (2/3)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Measures: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Cameroon has reserves and parks like Dja, Korup and Waza. Reforestation, controlled logging and fire control protect vegetation.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Grasslands, Planted Vegetation and Protection (3/3)</a:t>
            </a:r>
            <a:endParaRPr lang="en-US" sz="3600" dirty="0"/>
          </a:p>
        </p:txBody>
      </p:sp>
      <p:pic>
        <p:nvPicPr>
          <p:cNvPr id="13" name="Image 0" descr="/home/claude/f4/img/v2/cameroon_veg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8196" y="1691640"/>
            <a:ext cx="9052560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the map.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the forest types and grassland types of Cameroon.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Forests: mangrove, rainforest, montane. Grasslands: Guinea, Sudan and Sahel savannas.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three measures to protect vegetation.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Forest reserves, reforestation, controlled logging (also fire control).</a:t>
            </a:r>
            <a:endParaRPr lang="en-US" sz="4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Salt-tolerant forests on the coast are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savanna of the Adamawa is ______ savanna.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Dja and Korup are forest ______.</a:t>
            </a:r>
            <a:endParaRPr lang="en-US" sz="3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Draw the vegetation map of Cameroon and write one threat for each type.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17: Meaning of Ecology and Ecosystems.</a:t>
            </a:r>
            <a:endParaRPr lang="en-US" sz="4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Mangrove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mangrove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Rainforest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forêt dense humide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Savanna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savane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réserve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Logging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L'exploitation forestière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Reforestation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reboisement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 Geography of Cameroon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Further Study 2: Vegetation of Cameroon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Locate the vegetation types of Cameroon on a map. Describe the forest and grassland types. Explain their exploitation, threats and protection measures.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locate and describe the vegetation types of Cameroon and propose ways to protect them.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Mangrove, Forest reserve, Savanna; II. Forest Types: Mangrove, Dense rainforest, Montane and submontane forest; III. Grasslands, Planted Vegetation and Protection: Savannas, Planted vegetation, Measures.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 the vegetation map of Cameroon and write one threat for each type.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30 min | Board summary (copying) 30 min | Evaluation, remediation 10 min | Homework, logbook 9 min | Spare 5 min</a:t>
            </a:r>
            <a:endParaRPr lang="en-US" sz="2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Syllabus, Sixth Forms (Lower &amp; Upper Sixth), MINESEC/IGE/IP-SS, August 2019 — Module 3 (Biogeography).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2: “Pitchavaram waterway - Mangrove forest” by Balaji.B Photography, CC BY 2.0, via Flickr (https://www.flickr.com/photos/81073027@N00/1745978833)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“Amazon 11” by CIAT International Center for Tropical Agriculture, CC BY-SA 2.0, via Flickr (https://www.flickr.com/photos/38476503@N08/5641587148)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4: “Blue Wildebeest in the Lowveld” by Martin_Heigan, CC BY-NC-ND 2.0, via Flickr (https://www.flickr.com/photos/97303475@N00/2089079933)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5: “Aerial view of oil palm plantation” by CIFOR, CC BY-NC-ND 2.0, via Flickr (https://www.flickr.com/photos/45423546@N07/38802487905)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2026-09-27T04:25:25Z</dcterms:created>
  <dcterms:modified xsi:type="dcterms:W3CDTF">2026-09-27T04:25:25Z</dcterms:modified>
</cp:coreProperties>
</file>