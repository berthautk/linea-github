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Physical Geography of Cameroon, and the sub-topic is Vegetation Types and their Characteristics. The key notions we shall use today are: mangrove, rainforest, montane forest, Guinea savanna, Sudan savanna, Sahel, forest reserve, plantation. At the end, you should be able to do this: learners are able to locate and describe the vegetation types of Cameroon and propose ways to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Spatial Distribution of Vegetation. The question was: Draw the vegetation belts of Mount Cameroon with their heights.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Mount Cameroon: lowland rainforest (0–800 m), submontane forest (800–1,600 m), montane forest (1,600–2,400 m), montane grassland (2,400–3,500 m), bare lava and rock near the summit (4,040 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vegetation types of Cameroon on a map. Number 2: describe the forest and grassland types. Number 3: explain their exploitation, threats and protection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Vegetation changes from forest to desert away from the Equator. Cameroon has equatorial and tropical climates.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is called "Africa in miniature" because a traveller can see mangroves, rainforest, mountain grassland, savanna and Sahel landscapes in one country.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know the vegetation types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so much variety?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stretches from 2°N to 13°N and has high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threatens this vegetation?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Logging, farming, bush fires and overgrazing.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vegetation of Cameroon through forest reserves and sustainable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know and protect the vegetation of our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vegetation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vegetation covers the south and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rainforest.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mangrove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are mangroves found in Cameroon? Why are they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coast (Douala, Rio del Rey); they protect coasts and are fish nurseries.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dense tropical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uses and one threat of the rainforest.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Timber and non-timber products; threat: logging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savanna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the three savanna types from south to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Guinea savanna, Sudan savanna and Sahel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examples of man-planted vegetation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Oil palm, cocoa, tea, rubber and eucalyptus plantations.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Vegetation of Cameroon. The forest types of Cameroon are. On this slide we have Mangrove forest.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Vegetation of Cameroon. On this slide we have Rainforest.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Vegetation of Cameroon. On this slide we have Montane and submontane forests.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vegetation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Grassland Vegetation of Cameroon. The grassland types from south to north are. On this slide we have Guinea savanna.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Grassland Vegetation of Cameroon. On this slide we have Sudan savanna.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Grassland Vegetation of Cameroon. On this slide we have Sahel savanna.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Domesticated Landscapes and Forest Reserves. Man has also created and protected vegetation. On this slide we have Man-planted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Domesticated Landscapes and Forest Reserves. On this slide we have Forest reserves.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forest types and grassland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forests: mangrove, rainforest, montane. Grasslands: Guinea, Sudan and Sahel savannas.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measures to protect vegetation.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forest reserves, reforestation, controlled logging (also fire control).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mangroves; number 2, Guinea; number 3, reserves.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vegetation map of Cameroon and write one threat for each type.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Meaning of Ecology and Ecosystems.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2: VEGETATION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Vegetation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Types and their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Vegetation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Mangrove, rainforest, montane forest, Guinea savanna, Sudan savanna, Sahel, forest reserve, plantation.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types (mangrove, rainforest, montane, submontane); grassland types (Guinea, Sudan, Sahel); planted vegetation; forest reserves; distribution, species, exploitation, threats and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vegetation types of Cameroon and propose ways to protect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Spatial Distribution of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vegetation belts of Mount Cameroon with their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lowland rainforest (0–800 m), submontane forest (800–1,600 m), montane forest (1,600–2,400 m), montane grassland (2,400–3,500 m), bare lava and rock near the summit (4,040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vegetation types of Cameroon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forest and grassland types.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exploitation, threats and protection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changes from forest to desert away from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equatorial and tropical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is called "Africa in miniature" because a traveller can see mangroves, rainforest, mountain grassland, savanna and Sahel landscapes in one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know the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so much variety?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stretches from 2°N to 13°N and has high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threatens this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farming, bush fires and overgrazing.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vegetation of Cameroon through forest reserves and sustainable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know and protect the vegetation of our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Vegetation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the south and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MANGROVES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mangrove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MANGROVES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mangroves found in Cameroon? Why are they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MANGROVES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coast (Douala, Rio del Rey); they protect coasts and are fish nurseries.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RAINFOREST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Dense tropical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RAINFOREST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and one threat of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 RAINFOREST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and non-timber products; threat: logging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Savanna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savanna types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Guinea savanna, Sudan savanna and Sahel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examples of man-planted vegetation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palm, cocoa, tea, rubber and eucalyptus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Vegetation Types and their Characteristics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forest types of Cameroon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Mangrove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on muddy coasts and estuaries (Wouri, Rio del Rey) with stilt-rooted trees. It is a breeding ground for fish but is threatened by cutting and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south and east with tall evergreen trees such as sapele and iroko. It is exploited for timber and is threatened by logging, farming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Montane and submontane forests: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on Mount Cameroon, Mount Oku and the Western Highlands. They are rich in rare species but are cleared for farms and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of Cameroon</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of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grassland types from south to north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Guinea 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in the Centre and Adamawa with tall grasses and scattered trees. It is used for grazing and farming and is burnt every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Sudan 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North region with shorter grasses and trees such as shea and acacia. It is used for cotton, cereals and cattle.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of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Sahel 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near Lake Chad with short grasses and thorny bushes. It is threatened by overgrazing, drought and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 and Forest Reserves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Man has also created and protected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Man-planted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of oil palm, rubber, bananas and tea, and trees such as eucalyptus and neem, replace natural vegetation. Farms and fallows form mosaics.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 and Forest Reserves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reserves: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Reserves and parks such as Dja, Korup, Campo-Ma'an and Waza protect vegetation and wildlife. Measures include forest laws, reforestation and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forest types and grassland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mangrove, rainforest, montane. Grasslands: Guinea, Sudan and Sahel savannas.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measures to protect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reserves, reforestation, controlled logging (also fire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Salt-tolerant forests on the coast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savanna of the Adamawa is ______ savanna.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Dja and Korup are forest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vegetation map of Cameroon and write one threat for each type.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Meaning of Ecology 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 dense humide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reboisement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Vegetation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vegetation types of Cameroon on a map. Describe the forest and grassland types. Explain their exploitation, threats and protection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vegetation types of Cameroon and propose ways to protect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Forest Vegetation of Cameroon; Grassland Vegetation of Cameroon; Domesticated Landscapes and Forest Reserves.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vegetation map of Cameroon and write one threat for each type.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vegetation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the Wouri estuary.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name reserves: Dja, Korup, Lobéké.</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Adamawa grasslands.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CDC and SOCAPALM.</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2026-09-27T10:08:02Z</dcterms:created>
  <dcterms:modified xsi:type="dcterms:W3CDTF">2026-09-27T10:08:02Z</dcterms:modified>
</cp:coreProperties>
</file>