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Lst>
  <p:notesMasterIdLst>
    <p:notesMasterId r:id="rId5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notesMaster" Target="notesMasters/notesMaster1.xml"/><Relationship Id="rId54" Type="http://schemas.openxmlformats.org/officeDocument/2006/relationships/presProps" Target="presProps.xml"/><Relationship Id="rId55" Type="http://schemas.openxmlformats.org/officeDocument/2006/relationships/viewProps" Target="viewProps.xml"/><Relationship Id="rId56" Type="http://schemas.openxmlformats.org/officeDocument/2006/relationships/theme" Target="theme/theme1.xml"/><Relationship Id="rId5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19: Examples of Ecosystems: The Pond.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3: Understanding and managing biogeographic zones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Ecological Systems (Ecosystems), and the sub-topic is The Structure of an Ecosystem. The key notions we shall use today are: aquatic ecosystem, pond, algae, plankton, producer, consumer, decomposer, food chain. At the end, you should be able to do this: learners are able to describe a pond as an ecosystem with its components and processes.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18: The Ecosystem as a System. The question was: Draw the ecosystem of a farm as a system with inputs, stores and outputs.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Farm system: inputs – sun, rain, seeds, manure and labour; stores – crops, soil and livestock; outputs – harvest, milk, eroded soil and water lost by evaporation.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identify the abiotic and biotic components of a pond. Number 2: describe a pond food chain. Number 3: show the pond as a system.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An ecosystem has producers, consumers and decomposers. Ecosystems are open systems.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 fish farmer near Foumban notices that when he adds too much animal waste to his pond, the water turns green and the fish die.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pond ecosystem was upset and fish died.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made the water green?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Too many nutrients made algae grow fast.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Why did the fish die?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Rotting algae used up the oxygen.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protect ponds and wetlands from pollution and drying.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study a small ecosystem that we can observe near 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the pond ecosystem.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Name the producers, consumers and decomposers of the pond.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Producers: algae, water lilies. Consumers: fish, frogs. Decomposers: bacteria.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water lilies on a pond.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Why are water lilies producers?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make food by photosynthesis.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fishermen on the water.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Give a pond food chain ending with man.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Algae → small animals (zooplankton) → fish → man.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garden pond.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Name two inputs of the pond system.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Sunlight and nutrients (also rain water, leaves).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the savanna, a land ecosystem.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one difference between a pond and a savanna ecosystem.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pond is in water; its producers are mainly algae, not grass.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Components and Characteristics of a Pond. A pond ecosystem has the following components. On this slide we have Abiotic components.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Components and Characteristics of a Pond. On this slide we have Producers.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Components and Characteristics of a Pond. On this slide we have Consumers and decomposers.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a pond ecosystem.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Pond as a System. The pond works as a system. On this slide we have Inputs and outputs.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Pond as a System. On this slide we have Food chain and characteristics.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Name one producer, one consumer and one decomposer of a pond.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algae; fish; bacteria.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What is eutrophication?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rapid algae growth from excess nutrients, which reduces oxygen.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algae; number 2, decomposers; number 3, eutrophication.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Observe a pond or stream and list what lives in it.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20: Interactions within Ecosystems.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19: EXAMPLES OF ECOSYSTEMS: THE POND</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19</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Examples of Ecosystems: The Pond</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3: Understanding and managing biogeographic zones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Ecological Systems (Ecosystems)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Structure of an Ecosystem</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19: Examples of Ecosystems: The Pond</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Aquatic ecosystem, pond, algae, plankton, producer, consumer, decomposer, food chain.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Example of an aquatic ecosystem (pond): components, characteristics and functioning as a system.</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describe a pond as an ecosystem with its components and processes.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18: The Ecosystem as a System):</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the ecosystem of a farm as a system with inputs, stores and outputs.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Farm system: inputs – sun, rain, seeds, manure and labour; stores – crops, soil and livestock; outputs – harvest, milk, eroded soil and water lost by evaporation.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Identify the abiotic and biotic components of a pond.</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a pond food chain.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Show the pond as a system.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An ecosystem has producers, consumers and decomposers.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Ecosystems are open systems.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fish farmer near Foumban notices that when he adds too much animal waste to his pond, the water turns green and the fish die.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pond ecosystem was upset and fish died.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made the water green?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Too many nutrients made algae grow fast.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did the fish die?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Rotting algae used up the oxygen.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Protect ponds and wetlands from pollution and drying.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study a small ecosystem that we can observe near us.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COMPONENTS OF THE POND</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pond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pond ecosystem.</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COMPONENTS OF THE POND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producers, consumers and decomposers of the pond.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COMPONENTS OF THE POND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Producers: algae, water lilies. Consumers: fish, frogs. Decomposers: bacteria.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COMPONENTS: PRODUCERS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lsa_waterlily.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Water lilies on a pond.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COMPONENTS: PRODUCERS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water lilies producers?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COMPONENTS: PRODUCERS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make food by photosynthesis.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FOOD CHAIN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fishing.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Fishermen on the water.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FOOD CHAIN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a pond food chain ending with man.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FOOD CHAIN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Algae → small animals (zooplankton) → fish → man.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THE POND AS A SYSTEM</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lsa_pond.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garden pond.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THE POND AS A SYSTEM</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inputs of the pond system.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THE POND AS A SYSTEM</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Sunlight and nutrients (also rain water, leaves).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COMPARISON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savanna.jpg">    </p:cNvPr>
          <p:cNvPicPr>
            <a:picLocks noChangeAspect="1"/>
          </p:cNvPicPr>
          <p:nvPr/>
        </p:nvPicPr>
        <p:blipFill>
          <a:blip r:embed="rId1"/>
          <a:stretch>
            <a:fillRect/>
          </a:stretch>
        </p:blipFill>
        <p:spPr>
          <a:xfrm>
            <a:off x="281042" y="1783080"/>
            <a:ext cx="11629612"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savanna, a land ecosystem.</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COMPARISON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difference between a pond and a savanna ecosystem.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COMPARISON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pond is in water; its producers are mainly algae, not grass.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Ecological Systems (Ecosystems)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The Structure of an Ecosystem</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19: Examples of Ecosystems: The Pond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Components and Characteristics of a Pond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A pond ecosystem has the following components: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Abiotic components: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Water, sunlight, dissolved oxygen, nutrients and bottom mud. Temperature and light change with depth.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Components and Characteristics of a Pond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Producers: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Algae, water lilies and reeds make food by photosynthesis. Phytoplankton are tiny floating producers.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Components and Characteristics of a Pond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Consumers and decomposers: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Zooplankton, insects, tadpoles and small fish are consumers, and large fish, birds and man are top consumers. Bacteria in the mud decompose dead matter.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Components and Characteristics of a Pond</a:t>
            </a:r>
            <a:endParaRPr lang="en-US" sz="3600" dirty="0"/>
          </a:p>
        </p:txBody>
      </p:sp>
      <p:pic>
        <p:nvPicPr>
          <p:cNvPr id="4" name="Image 0" descr="/home/claude/f4/img/v2/pond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a pond ecosystem</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Pond as a System</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pond works as a system:</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Inputs and outputs: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Inputs are sunlight, rain, runoff with nutrients and leaves. Outputs are evaporation, outflow, fish caught and heat.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Pond as a System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Food chain and characteristics: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typical chain is algae → zooplankton → small fish → large fish → man. The pond is small, clearly limited and sensitive to pollution.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one producer, one consumer and one decomposer of a pond.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Algae; fish; bacteria.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eutrophication?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Rapid algae growth from excess nutrients, which reduces oxygen.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Simple water plants are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Bacteria in the mud are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Excess nutrients cause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Observe a pond or stream and list what lives in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20: Interactions within Ecosystems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Pond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L'étang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Algae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 algues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poisson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Food chain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chaîne alimentaire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Oxygen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L'oxygène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Mud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vase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Ecological Systems (Ecosystems)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19: Examples of Ecosystems: The Pond</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Identify the abiotic and biotic components of a pond. Describe a pond food chain. Show the pond as a system.</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describe a pond as an ecosystem with its components and processes.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Components and Characteristics of a Pond; The Pond as a System.</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Observe a pond or stream and list what lives in it.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the pond.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look at water plants.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write the chain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list inputs and outputs.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compare the two.</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3 (Biogeography).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“Rieve's Pond Water Lilies 2015” by matthewbeziat, CC BY-NC 2.0, via Flickr (https://www.flickr.com/photos/109690096@N08/20146588069)</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“Fishermen, Lake Tana” by A.Davey, CC BY 2.0, via Flickr (https://www.flickr.com/photos/40595948@N00/2260748777)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“Gooderstone Water Gardens - pond - water lilies” by ell brown, CC BY 2.0, via Flickr (https://www.flickr.com/photos/39415781@N06/5993988041)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“Blue Wildebeest in the Lowveld” by Martin_Heigan, CC BY-NC-ND 2.0, via Flickr (https://www.flickr.com/photos/97303475@N00/2089079933)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51</Slides>
  <Notes>51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51</vt:i4>
      </vt:variant>
    </vt:vector>
  </HeadingPairs>
  <TitlesOfParts>
    <vt:vector size="5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2026-09-27T10:31:37Z</dcterms:created>
  <dcterms:modified xsi:type="dcterms:W3CDTF">2026-09-27T10:31:37Z</dcterms:modified>
</cp:coreProperties>
</file>