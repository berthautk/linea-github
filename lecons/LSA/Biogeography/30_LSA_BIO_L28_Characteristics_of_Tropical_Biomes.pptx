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Characteristics of Tropical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Global Terrestrial Ecosystems (Biomes). The key notions we shall use today are: selva, savanna, hot desert, adaptation, xerophyte, deciduous, emergent. At the end, you should be able to do this: learners are able to describe the tropical biomes and explain the links between their climate, vegetation and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Biomes. The question was: Draw a table of six biomes with their climate and vegetation.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Rainforest – hot, wet – tall evergreen trees; savanna – hot, wet and dry seasons – grass with trees; hot desert – very dry – cacti and shrubs; temperate forest – mild, four seasons – deciduous trees; taiga – cold – conifers; tundra – very cold – mosses and lichens.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rainforest biome. Number 2: describe the savanna biome. Number 3: describe the hot desert biome and compare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Biomes are grouped by climate and vegetation. Ferrallitic soils form under hot, wet climates.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rainforest in the south, savanna in the centre and north, and borders the Sahara near Lake Chad. Learners want to compare these three tropical biomes.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compare three tropical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controls the differences?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Mainly the amount and season of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biome is the richest in species?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tropical biomes sustainably and solve their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three tropical biomes found in and around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tropical rainforest (selva).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vegetation of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evergreen trees in layers, many species, lianas and emergents.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an equatorial climate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this climate explain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Heat and rain all year allow continuous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are savanna trees adapted to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lose leaves, have thick bark and deep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tropical wet and dry climate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savanna vegetation green only part of the year?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falls only in one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desert plants.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are desert plants adapted to drought?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 or no leaves, long roots, water storage (xerophytes).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Rainforest (Selva). The tropical rainforest has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Rainforest (Selva).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Rainforest (Selva). On this slide we have Resources, challenges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Grassland (Savanna). The savanna has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Grassland (Savanna).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Grassland (Savanna). On this slide we have Human activities and challenges.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Hot Deserts. Hot deserts have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Hot Deserts.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Hot Deserts. On this slide we have Relationship between climate, vegetation and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the rainforest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all year (about 27 °C) and wet all year (over 2,000 mm).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are savanna trees adapted to the dry season?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lose leaves, have thick bark and deep roots.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xerophytes; number 2, emergents; number 3,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comparing the climate, vegetation, soils and uses of the three tropical biomes.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Ecosystem Services.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CHARACTERISTICS OF TROPICAL BIOMES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 of Tropical Biomes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Terrestrial Ecosystems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Characteristics of Tropical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Selva, savanna, hot desert, adaptation, xerophyte, deciduous, emergent.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rainforest, savanna and hot desert: location, climate, vegetation, soils, fauna, productivity, resources, human activities, challenges and solutions; links between climate, vegetation and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tropical biomes and explain the links between their climate, vegetation and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Biomes):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table of six biomes with their climate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 hot, wet – tall evergreen trees; savanna – hot, wet and dry seasons – grass with trees; hot desert – very dry – cacti and shrubs; temperate forest – mild, four seasons – deciduous trees; taiga – cold – conifers; tundra – very cold – mosses and lichens.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rainforest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savanna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hot desert biome and compare the three.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Biomes are grouped by climate and vegetation.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Ferrallitic soils form under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rainforest in the south, savanna in the centre and north, and borders the Sahara near Lake Chad. Learners want to compare these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compare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controls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Mainly the amount and season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biome is the richest in species?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tropical biomes sustainably and solve their challenges.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three tropical biomes found in and around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tropical rainforest (selva).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of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evergreen trees in layers, many species, lianas and emergents.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oual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equatorial climate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climate explain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rain all year allow continuous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savanna trees adapted to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leaves, have thick bark and deep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tropical wet and dry climate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savanna vegetation green only part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falls only in one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esert_plan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Desert plants.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desert plants adapted to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or no leaves, long roots, water storage (xerophytes).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Global Terrestrial Ecosystems (Biomes)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28: Characteristics of Tropical Biomes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tropical rainforest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5° N and 5° S in the Congo basin, the Amazon and South-East Asia. It is hot (26–28 °C) and wet (over 2,000 mm)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evergreen trees form layers, with lianas and epiphytes; soils are deep, red and leached. It has the greatest variety of animals, and very high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challenges and 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timber, food, medicines and minerals. It is threatened by logging and farming; solutions are reserves, reforestation and sustainable logging.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about 5° and 15° N and S, as in northern Cameroon and East Africa. It is hot, with a wet season and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grasses with scattered drought-resistant trees such as baobab and acacia; soils are ferruginous. It has herds of grazing animals and their predators.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and challenges: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practise cattle rearing, cotton and cereal farming and tourism. Bush fires, overgrazing and drought are challenges, managed by controlled grazing and fire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near 20–30° of latitude, like the Sahara and the Kalahari. Rainfall is below 250 mm and the daily temperature range is very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such as cacti and acacias have long roots, thick skins and small leaves. Soils are thin and sandy, and animals are active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Relationship between climate, vegetation and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all three biomes, rainfall controls vegetation, and vegetation controls humus and soil fertility. Where rain decreases, biomass and productivity decrease.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rainforest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(about 27 °C) and wet all year (over 2,000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savanna trees adapted to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leaves, have thick bark and deep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adapted to drought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Very tall trees above the canopy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savanna has one wet and one ______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the climate, vegetation, soils and uses of the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Canopy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canopée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Characteristics of Tropical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rainforest biome. Describe the savanna biome. Describe the hot desert biome and compare the three.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tropical biomes and explain the links between their climate, vegetation and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Tropical Rainforest (Selva); Tropical Grassland (Savanna); Tropical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comparing the climate, vegetation, soils and uses of the three tropical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layers of the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baobab or acacia.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cactus.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“Saguaro and teddy bear cholla with mountains in background” by Martin LaBar, CC BY-NC 2.0, via Flickr (https://www.flickr.com/photos/32454422@N00/443523984)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2026-09-29T12:18:44Z</dcterms:created>
  <dcterms:modified xsi:type="dcterms:W3CDTF">2026-09-29T12:18:44Z</dcterms:modified>
</cp:coreProperties>
</file>