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25: Nutrient Cycling and Ecosystem Management.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point to the arrows.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manure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fertiliser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the Mandara terraces.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trees in farms.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agroforestry 2. rotation 3. cycle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LESSON 25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Nutrient Cycling and Ecosystem Management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Ecological Systems (Ecosystems)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Functioning of Ecosystems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25: Nutrient Cycling and Ecosystem Management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Ecosystem management, sustainable use, fallow, manure, agroforestry, crop rotation.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of ecosystem management; how knowledge of nutrient cycling helps to manage ecosystems.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use nutrient cycling to propose ways of managing farms and forests sustainably.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ecosystem management.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nutrient cycling guides management.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practices that keep nutrients in the system.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Nutrients cycle between biomass, litter and soil.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Harvests and leaching remove nutrients.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cooperative in the West Region wants to grow food on the same land every year without the soil becoming poor. An agronomist tells them to "copy the forest".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farmers want to farm without exhausting the soil.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"copy the forest" mean?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Keep the soil covered and return organic matter, as a forest does.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one such practice.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Agroforestry or composting.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use ecological knowledge to farm and manage forests sustainably.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gersmehl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nutrient cycle.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flows must farmers protect to keep soils fertile?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Litter return (fallout) and decomposition, and low losses by leaching and runoff.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RETURNING NUTRIENTS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4_za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Zai pits with manure.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RETURNING NUTRIENTS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manure copy the natural cycle?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RETURNING NUTRIENTS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returns organic matter and nutrients to the soil, like litter.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RETURNING NUTRIENTS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fertilis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farmer applying fertiliser.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RETURNING NUTRIENTS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must fertiliser be used carefully?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RETURNING NUTRIENTS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Excess is leached into rivers and pollutes them.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REDUCING LOSSES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4_terrac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Terraces on a hillside.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REDUCING LOSSES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terraces keep nutrients in the system?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REDUCING LOSSES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reduce runoff and erosion of topsoil.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COPYING NATURE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tree_plant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Planting trees.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COPYING NATURE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agroforestry help nutrient cycling?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COPYING NATURE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Trees add litter, their roots bring up nutrients and they protect the soil.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Nutrient Cycling and Ecosystem Management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Ecological Systems (Ecosystems)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 Functioning of Ecosystems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25: Nutrient Cycling and Ecosystem Management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Ecosystem management: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careful use of an ecosystem so that it stays productive.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Agroforestry: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growing trees and crops together on the same land.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Crop rotation: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changing crops on a field from season to season.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Nutrient Cycling as a Guide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Knowing the stores: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nutrients are stored shows how fragile an ecosystem is. The selva is fragile because nutrients are in the trees.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Protecting flows: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Keeping litter and humus maintains decomposition and uptake. Burning and bare soil break the cycle.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Nutrient Cycling as a Guide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Reducing losses: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Leaching and erosion must be reduced. Cover crops and terraces keep nutrients in the system.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Management Practices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On farms: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Farmers use manure, compost, fallow, legumes and crop rotation. Fertiliser should replace only what harvests remove.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In forests: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Selective logging and replanting keep the biomass store. Reserves protect whole ecosystems.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Management Practices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Agroforestry: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Trees and crops together copy the natural forest cycle. It is used with cocoa, coffee and fruit trees in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ecosystem management?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careful use of an ecosystem so that it stays productive.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practices that keep nutrients in a farm.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Manure, crop rotation, agroforestry (also terraces, fallow).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Growing trees with crops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Changing crops each season is crop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Burning breaks the nutrient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Suggest a plan to keep the soil of your family farm fertile for ten years.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26: Productivity of Ecosystems.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gestion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Sustainable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Durable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fumier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Agroforestry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L'agroforesterie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compost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 crop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plante de couverture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Ecological Systems (Ecosystems)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25: Nutrient Cycling and Ecosystem Management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ecosystem management. Explain how nutrient cycling guides management. Propose practices that keep nutrients in the system.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use nutrient cycling to propose ways of managing farms and forests sustainably.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Ecosystem management, Agroforestry, Crop rotation; II. Nutrient Cycling as a Guide: Knowing the stores, Protecting flows, Reducing losses; III. Management Practices: On farms, In forests, Agroforestry.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Suggest a plan to keep the soil of your family farm fertile for ten years.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“Women sowing okra in zai holes” by abossuet, CC BY-NC 2.0, via Flickr (https://www.flickr.com/photos/30450178@N07/7175750825)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“Farmer applies fertilizer on his rice field” by IRRI Images, CC BY-NC-SA 2.0, via Flickr (https://www.flickr.com/photos/86712369@N00/5366605498)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“Terraced Hillside” by AdamCohn, CC BY-NC-ND 2.0, via Flickr (https://www.flickr.com/photos/96142515@N00/6311042523)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“Haitian Students Breathe New Life into Depleted Pine Forest” by United Nations Photo, CC BY-NC-ND 2.0, via Flickr (https://www.flickr.com/photos/35483578@N03/5860275159)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2026-09-27T04:25:26Z</dcterms:created>
  <dcterms:modified xsi:type="dcterms:W3CDTF">2026-09-27T04:25:26Z</dcterms:modified>
</cp:coreProperties>
</file>