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Chemical Properties of the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local soil colours.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topsoil and subsoil.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litmus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a fertiliser bag (NPK).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neutral 2. lime 3. nutrients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Properties of the Soil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Chemical Properties of the Soil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colour, nutrients, macronutrients, pH, acidity, alkalinity, liming.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colour, soil nutrients and soil pH: meaning, factors and significance.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colour, nutrients and pH and their effect on crops.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soil colour shows.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soil nutrients.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soil pH, its factors and significance.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Humus is dark.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Leaching removes minerals from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agricultural officer in Bertoua tests a farmer's soil and says that it is "too acid" for maize. She advises the farmer to add lime and manure.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too acid for crops.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measures acidity?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acidity be reduced?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adding lime.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chemistry of soil, which controls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tropical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gives this soil its red colour?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Iron oxides (rust) formed by weathering in a hot, wet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black_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dark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dark colour usually show?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 humus (or clay rich in minerals, as in black earths).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h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pH scale.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pH is best for most crops?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6 to 7 (slightly acid to neutral).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ph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pH test kit.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farmer measure soil pH?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a test kit or pH paper that changes colour.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ertili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applying fertiliser.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main nutrients in fertiliser.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Nitrogen (N), phosphorus (P) and potassium (K).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Properties of the Soil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Chemical Properties of the Soil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measure of how acid or alkaline a soil 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chemical elements that plants need to grow.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adding lime to a soil to reduce acidity.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Colour and Nutrients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Colour: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 and yellow colours come from iron oxides. Dark colours show humus, and grey colours show waterlogging.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Macronutrients: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need much nitrogen, phosphorus and potassium. Calcium, magnesium and sulphur are also important.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Colour and Nutrients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come from rock, humus and fertiliser. Leaching and harvests remove them.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 pH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Scale: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 goes from 1 to 14, and 7 is neutral. Below 7 is acid and above 7 is alkaline.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leaches bases and makes soils acid, like ferrallitic soils. Dry climates and limestone give alkaline soils.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 pH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crops grow best at pH 6 to 7. Lime corrects acid soils, and gypsum or drainage helps alkaline soils.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 pH (3/3)</a:t>
            </a:r>
            <a:endParaRPr lang="en-US" sz="3600" dirty="0"/>
          </a:p>
        </p:txBody>
      </p:sp>
      <p:pic>
        <p:nvPicPr>
          <p:cNvPr id="13" name="Image 0" descr="/home/claude/f4/img/v2/ph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pH scale.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red soil colour show?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Iron oxides formed by weathering in a hot, wet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of the rainforest often acid?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leaches the bases (calcium, magnesium) out of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pH of 7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Acid soils are corrected by adding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N, P and K are plant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 label of a fertiliser bag and explain what N, P and K do.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Soil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L'élément nutritif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Fertiliser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L'engrais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Chemical Properties of the Soil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what soil colour shows. Name the main soil nutrients. Explain soil pH, its factors and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colour, nutrients and pH and their effect on crops.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pH, Nutrients, Liming; II. Colour and Nutrients: Colour, Macronutrients, Factors; III. Soil pH: Scale, Factors,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the label of a fertiliser bag and explain what N, P and K do.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“My date palm. Cool, huh?” by Hair Squared, CC BY-SA 2.0, via Flickr (https://www.flickr.com/photos/73119211@N00/3804244479)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“Soil Ph Test Kit” by London Permaculture, CC BY-NC-SA 2.0, via Flickr (https://www.flickr.com/photos/7371031@N08/5211146737)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“Farmer applies fertilizer on his rice field” by IRRI Images, CC BY-NC-SA 2.0, via Flickr (https://www.flickr.com/photos/86712369@N00/5366605498)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2026-09-27T04:25:23Z</dcterms:created>
  <dcterms:modified xsi:type="dcterms:W3CDTF">2026-09-27T04:25:23Z</dcterms:modified>
</cp:coreProperties>
</file>