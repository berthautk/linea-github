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Ecosystem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ecosystem services, provisioning, regulating, cultural, supporting services. At the end, you should be able to do this: learners are able to explain the benefits of ecosystems and why they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Characteristics of Tropical Biomes. The question was: Make a table comparing the climate, vegetation, soils and uses of the three tropical biomes.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hot and wet; tall trees; ferrallitic soils; timber and cocoa. Savanna: wet and dry seasons; grass and trees; ferruginous soils; cattle and cotton. Desert: very dry; cacti and shrubs; thin sandy soils; oases and nomadic herding.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ecosystem services. Number 2: explain the four types of services with examples. Number 3: explain why ecosystem services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Ecosystems produce food and wood. Vegetation protects soils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Villagers near Korup National Park say that the forest gives them bush mango, medicines and clean water. Tourists also pay to visit it. A logger says the forest is only useful for timber.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see different benefits in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benefits the forest gives the villagers.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medicines and clean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these benefits?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Ecosystem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and protect the services that ecosystems give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value all the benefits that ecosystems give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types of ecosystem services.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types of ecosystem services.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Provisioning, regulating, cultural and supporting.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fish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provisioning services.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(fish, fruit), wood and water (also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dried medicinal plants for sale in a market (Seoul).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ecosystems important for medicines?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medicines come from plants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bee pollinating a flower.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service does the bee give to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Pollination (a supporting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leopard seen on a safari drive.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cultural services of ecosystems.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Tourism and recreation (also sacred forests,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Ecosystem Services. Ecosystem services can be understood as follows. On this slide we have Ecosystem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ecosystem services.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Ecosystem Services. The four types of services are. On this slide we have Provisioning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Regulating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Cultural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Supporting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ecosystem services.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benefits that people get from ecosystems.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each type of service.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provisioning: food; regulating: flood control; cultural: tourism; supporting: pollination.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provisioning; number 2, regulating; number 3, supporting.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services given by an ecosystem near your home and classify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ECOSYSTEM SERVICES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Ecosystem Services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Ecosystem Services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services, provisioning, regulating, cultural, supporting services.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of ecosystems to man: provisioning, regulating, cultural and supporting services,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benefits of ecosystems and why they must be protected.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Characteristics of Tropical Biomes):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the climate, vegetation, soils and uses of the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hot and wet; tall trees; ferrallitic soils; timber and cocoa. Savanna: wet and dry seasons; grass and trees; ferruginous soils; cattle and cotton. Desert: very dry; cacti and shrubs; thin sandy soils; oases and nomadic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ecosystem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types of services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ecosystem services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produce food and wood.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protects soils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Villagers near Korup National Park say that the forest gives them bush mango, medicines and clean water. Tourists also pay to visit it. A logger says the forest is only useful for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see different benefits in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benefits the forest gives the villagers.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medicines and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benefits?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and protect the services that ecosystems give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value all the benefits that ecosystems give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rv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types of ecosystem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types of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Provisioning, regulating, cultural and supporting.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provisioning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(fish, fruit), wood and water (also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herb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Dried medicinal plants for sale in a market (Seoul).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ecosystems important for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medicines come from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bee pollinating a flower.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service does the bee give to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Pollination (a supporting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leopard seen on a safari drive.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cultural services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and recreation (also sacred forests,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Services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 services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benefits that people obtain from ecosystems. They are grouped into provisioning, regulating, cultural and supporting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Services</a:t>
            </a:r>
            <a:endParaRPr lang="en-US" sz="3600" dirty="0"/>
          </a:p>
        </p:txBody>
      </p:sp>
      <p:pic>
        <p:nvPicPr>
          <p:cNvPr id="4" name="Image 0" descr="/home/claude/f4/img/v2/serv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ecosystem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four types of services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Provisioning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supply food, fresh water, timber, fuelwood, fibres and medicines. For example, forests give bush mango and medicinal plants, and rivers give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regulate climate, store carbon, purify water and control floods and erosion. Mangroves protect coasts from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give places for tourism, recreation, education and religious ceremonies. Waza park and sacred forests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Supporting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all other services possible: soil formation, nutrient cycling, photosynthesis and pollination. Bees pollinate crops such as coffee.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benefits that people get from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type of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Provisioning: food; regulating: flood control; cultural: tourism; supporting: pollination.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and wood are ______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Flood control is a ______ service.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Pollination is a ______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services given by an ecosystem near your home and classify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Benefit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bénéfice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médicament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Wetland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Ecosystem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ecosystem services. Explain the four types of services with examples. Explain why ecosystem services must be protected.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benefits of ecosystems and why they must be protected.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Ecosystem Services; Types of Ecosystem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services given by an ecosystem near your home and classify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products from forests and rivers.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local medicinal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pollination.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Waza and Limbe.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“MEDICINE MARKET - SEOUL” by U.S. Army Korea (Historical Image Archive), CC BY-NC-ND 2.0, via Flickr (https://www.flickr.com/photos/28486074@N08/2920744660)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“Bee pollinating flower” by tombayly13, CC BY-SA 2.0, via Flickr (https://www.flickr.com/photos/60174932@N05/5797724005)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2026-09-29T03:12:57Z</dcterms:created>
  <dcterms:modified xsi:type="dcterms:W3CDTF">2026-09-29T03:12:57Z</dcterms:modified>
</cp:coreProperties>
</file>