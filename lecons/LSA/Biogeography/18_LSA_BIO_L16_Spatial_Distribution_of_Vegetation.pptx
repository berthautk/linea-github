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Spatial Distribution of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Natural Vegetation, and the sub-topic is Development of Vegetation. The key notions we shall use today are: horizontal distribution, vegetation formation, zonation, vertical distribution, altitudinal zone. At the end, you should be able to do this: learners are able to describe and explain the distribution of vegetation across the world and on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Examples of Plant Succession. The question was: Describe the plants on a fallow field near you and say which stage it has reached.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fallow field has grasses, weeds and small shrubs after one or two years, which shows the early to intermediate stage of secondary succession.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horizontal distribution of vegetation formations. Number 2: explain the factors of vegetation distribution. Number 3: describe the vertical distribution of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Temperature falls with altitude. Rainfall decreases from the Equator to the tropics.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Climbing Mount Cameroon from Buea, hikers pass through farms and forest, then mossy forest, then grassland, and finally bare lava near the summit.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Vegetation changes with height on the mountain.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causes these changes?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Temperature and rainfall change with altitude.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this pattern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Vertical (altitudinal) zonation.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explain the distribution of vegetation and protect each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where vegetation types are found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vegetation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order of vegetation from the Equator to the Sahara.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Rainforest, then savanna, then semi-desert and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main vegetation zones of the world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formation is found just south of the Arctic tundra?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taiga (coniferous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forest replaced by an oil palm plantation.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factors of vegetation distribution.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Climate, soil and relief (also man and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vegetation zones on Mount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forest give way to grassland near 2,400 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becomes too cold and windy for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mount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vertical zonation like a journey from the Equator to the poles?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Temperature falls with height as it falls with latitude.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Horizontal Distribution. Vegetation formations are distributed as follows. On this slide we have From the Equator to the tropics.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Horizontal Distribution. On this slide we have In the mid-latitudes and polar regions.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vegetation formations of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Vegetation Distribution. Vegetation distribution depends on the following factors. On this slide we have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Vegetation Distribution. On this slide we have Soils and relief and Biotic factors and man.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Vertical Distribution of Vegetation. Vegetation changes with altitude on mountains. On this slide we have Vertical zonation.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Vertical Distribution of Vegetation. On this slide we have Comparison with latitude.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vegetation belts on a mountain.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horizontal distribution of vegetation in Africa.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rainforest at the Equator, then savanna, then semi-desert and desert towards the tropics.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vegetation change with altitude?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temperature falls with height and rain and wind change.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horizontal; number 2, treeline; number 3, grassland.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vegetation belts of Mount Cameroon with their heights.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2: Vegetation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16: SPATIAL DISTRIBUTION OF VEGETATION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Spatial Distribution of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of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Spatial Distribution of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Horizontal distribution, vegetation formation, zonation, vertical distribution, altitudinal zone.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Horizontal distribution (world formations); factors of distribution; vertical distribution on mountains.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and explain the distribution of vegetation across the world and on mountains.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Examples of Plant Succession):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plants on a fallow field near you and say which stage it has reached.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fallow field has grasses, weeds and small shrubs after one or two years, which shows the early to intermediate stage of secondary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horizontal distribution of vegetation formations.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vegetation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vertical distribution of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with altitude.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Rainfall decreases from the Equator to the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Climbing Mount Cameroon from Buea, hikers pass through farms and forest, then mossy forest, then grassland, and finally bare lava near the summit.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Vegetation changes with height on the mountain.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these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and rainfall change with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pattern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Vertical (altitudinal) zonation.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distribution of vegetation and protect each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where vegetation types are found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frica_veget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vegetation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order of vegetation from the Equator to the Sahara.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then savanna, then semi-desert and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iomes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vegetation zones of the world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formation is found just south of the Arctic tundra?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taiga (coniferous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oilpal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Forest replaced by an oil palm plantation.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vegetation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soil and relief (also man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VERTICAL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veg_altitud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Vegetation zones on Mount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VERTICAL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forest give way to grassland near 2,400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VERTICAL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becomes too cold and windy for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VERTICAL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mt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VERTICAL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vertical zonation like a journey from the Equator to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VERTICAL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with height as it falls with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Natural Vegetation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Development of Vegetation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Spatial Distribution of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Horizontal Distribution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formations are distributed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From the Equator to the tropics: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equatorial rainforest gives way to savanna, then to semi-desert and desert. In Africa this order is seen from the Congo basin to the Sahara.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Horizontal Distribution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 the mid-latitudes and polar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Mediterranean scrub, temperate forests and grasslands are followed by the coniferous taiga. The tundra and ice caps are found near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Horizontal Distribution</a:t>
            </a:r>
            <a:endParaRPr lang="en-US" sz="3600" dirty="0"/>
          </a:p>
        </p:txBody>
      </p:sp>
      <p:pic>
        <p:nvPicPr>
          <p:cNvPr id="4" name="Image 0" descr="/home/claude/f4/img/v2/africa_veget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vegetation formations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Vegetation Distribution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distribution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and rainfall are the main factors: forests need much rain, while grasslands and deserts are drier. Cold limits trees near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Vegetation Distribution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Soils and 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fertility and drainage decide which plants grow; swamps have special vegetation. Relief changes climate with altitude and aspect.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Biotic factors and man: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graze and spread seeds. Man clears forests, burns savannas and plants crops and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Vertical Distribution of Vegetation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Vegetation changes with altitude on mountains: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Vertical zonation: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Mount Cameroon, lowland rainforest gives way to montane forest, then to montane grassland and bare rock at the top. Each belt reflects falling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Vertical Distribution of Vegetation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Comparison with latitude: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Climbing a high mountain is like travelling from the Equator towards the poles. The belts are compressed into a few kilometres.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Vertical Distribution of Vegetation</a:t>
            </a:r>
            <a:endParaRPr lang="en-US" sz="3600" dirty="0"/>
          </a:p>
        </p:txBody>
      </p:sp>
      <p:pic>
        <p:nvPicPr>
          <p:cNvPr id="4" name="Image 0" descr="/home/claude/f4/img/v2/veg_altitud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vegetation belts on a mountain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horizontal distribution of vegetation in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at the Equator, then savanna, then semi-desert and desert towards the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vegetation change with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with height and rain and wind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Vegetation zones across latitudes form a ______ distribution.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highest place where trees grow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Above 2,400 m on Mount Cameroon there is montane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vegetation belts of Mount Cameroon with their heights.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Vegetation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Distribution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répartition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Treeline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limite des arbres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Taiga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taïga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Tundra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toundra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Natural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Spatial Distribution of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horizontal distribution of vegetation formations. Explain the factors of vegetation distribution. Describe the vertical distribution of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and explain the distribution of vegetation across the world and on mountains.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Horizontal Distribution; Factors of Vegetation Distribution; Vertical Distribution of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vegetation belts of Mount Cameroon with their heights.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bands on a map of Africa.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zones from Equator to pole.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natural and human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zones.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the mountain with the globe.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“Aerial view of oil palm plantation” by CIFOR, CC BY-NC-ND 2.0, via Flickr (https://www.flickr.com/photos/45423546@N07/38802487905)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“Mount Cameroon” by John &amp; Mel Kots, CC BY-NC-ND 2.0, via Flickr (https://www.flickr.com/photos/26745817@N00/2347261849)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2026-09-27T10:31:37Z</dcterms:created>
  <dcterms:modified xsi:type="dcterms:W3CDTF">2026-09-27T10:31:37Z</dcterms:modified>
</cp:coreProperties>
</file>