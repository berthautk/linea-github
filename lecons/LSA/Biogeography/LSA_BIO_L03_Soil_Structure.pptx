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structure, ped, crumb, blocky, platy, prismatic, compaction. At the end, you should be able to do this: learners are able to identify soil structures and explain how to keep a good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Determining Soil Texture. The question was: Write a short report on the three school samples and the best place for the garden.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Sample A (sandy) drains too fast; sample B (loam) is well balanced; sample C (clay, 55 %) holds too much water. The best place for the garden is where sample B was taken.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structure. Number 2: describe the main types of structure. Number 3: explain the factors and significance of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Texture is the proportion of sand, silt and clay. Earthworms mix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school farm, the soil where tractors pass is hard and water lies on it after rain. Under the bushes, the soil is loose and crumbly and water soaks in quickly.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are hard and do not let water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is different?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damaged the structure?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Compaction by heavy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maintain a good soil structure through good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soil particles are arranged, which controls water, air and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soil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structure is best for crops?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Crumb: it lets water, air and roots pass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earthworms improve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mix the soil and glue particles into crumbs.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cracked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clay soils when they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shrink and crack into large blocks or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heavy farm machine.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heavy machines damage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press the soil and make it compact, so water cannot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growing through soil and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roots grow better in soils with a good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many pores for roots,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Structure. Soil structure can be understood as follows. On this slide we have Soil structure and Crumb and granular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Structure. On this slide we have Blocky, platy and prismatic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Soil Structure. Soil structure depends on the following factors. On this slide we have Organic matter and organisms.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Clay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Soil Structure. Soil structure is important because. On this slide we have Water and air and Erosion and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texture and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texture is the proportion of particles; structure is how particles are grouped.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improve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add manure (humus) and avoid compaction (also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 number 2, crumb; number 3, compaction.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Break soil from a path and from a garden. Describe the structure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Soil Depth, Organic Matter and Soil Organisms.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Soil Structure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structure, ped, crumb, blocky, platy, prismatic, compaction.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soil structure; factors;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Determining Soil Texture):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on the three school samples and the best place for the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A (sandy) drains too fast; sample B (loam) is well balanced; sample C (clay, 55 %) holds too much water. The best place for the garden is where sample B was taken.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Texture is the proportion of sand, silt and clay.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Earthworms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school farm, the soil where tractors pass is hard and water lies on it after rain. Under the bushes, the soil is loose and crumbly and water soaks in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are hard and do not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is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damaged the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Compaction by heavy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Maintain a good soil structure through good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soil particles are arranged, which controls water, air and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structure is best for crops?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Crumb: it lets water, air and roots pass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earthworms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mix the soil and glue particles into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clay soils when they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shrink and crack into large blocks or columns.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heavy farm machine.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heavy machines damage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press the soil and make it compact, so water cannot enter.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growing through soil and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roots grow better in soils with a good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many pores for roots,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soil particles are grouped together into aggregates (peds).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Crumb and granular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rounded, porous aggregates are found in topsoils rich in humus. It is the best structure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Blocky, platy and prismatic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Blocky peds are found in subsoils, platy peds in compacted layers and prismatic columns in dry clay soils. Single-grain sand has no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and 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and earthworm casts glue particles into crumbs. Roots and fungi also bind aggregates.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Clay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swells when wet and shrinks when dry, forming cracks and blocks. Wetting, drying and freezing break up large clods.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machines and trampling by cattle compact the soil. Burning and continuous cropping destroy organic matter and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Significance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structure has many pores that allow infiltration, drainage and aeration. Roots can breathe and grow deep.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crumbs resist erosion by rain. Well-structured soils are easy to plough and give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texture and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is the proportion of particles; structure is how particles are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manure (humus) and avoid compaction (also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lump of soil particles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structure for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Heavy machines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Break soil from a path and from a garden. Describe the structure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Depth, Organic Matter and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Crumb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Grumeleuse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structure. Describe the main types of structure. Explain the factors and significance of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Structure; Factors Affecting Soil Structure; Significance of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Break soil from a path and from a garden. Describe the structure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lump of soil in the hand.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worm casts.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dry clay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path and a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pull a plant from loose and hard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2026-09-27T09:37:03Z</dcterms:created>
  <dcterms:modified xsi:type="dcterms:W3CDTF">2026-09-27T09:37:03Z</dcterms:modified>
</cp:coreProperties>
</file>