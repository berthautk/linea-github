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3: Soil Structure.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break a lump of soil in the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look for worm casts.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dry clay in the north.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a path and a field.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pull a plant from loose and hard soil.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ped 2. crumb 3. compaction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BIOGEOGRAPHY  —  LESSON 3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 Structure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3: Understanding and managing biogeographic zones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and its Properties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Properties and their Significance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3: Soil Structure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structure, ped, crumb, blocky, platy, prismatic, compaction.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 and types of soil structure; factors; significance.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identify soil structures and explain how to keep a good structure.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soil structure.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main types of structure.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factors and significance of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Texture is the proportion of sand, silt and clay.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Earthworms mix the soil.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 a school farm, the soil where tractors pass is hard and water lies on it after rain. Under the bushes, the soil is loose and crumbly and water soaks in quickly.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Some soils are hard and do not let water in.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property is different?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structure.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damaged the structure?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Compaction by heavy machines.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how soil particles are arranged, which controls water, air and roots.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soil_structur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main types of soil structure.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structure is best for crops? Why?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Crumb: it lets water, air and roots pass easily.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lsa_earthwor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earthworm in the soil.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 earthworms improve soil structure?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mix the soil and glue particles into crumbs.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2t_cracked_soi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Cracked clay soil in the dry season.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happens to clay soils when they dry?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shrink and crack into large blocks or columns.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2t_combin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heavy farm machine.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can heavy machines damage soil structure?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press the soil and make it compact, so water cannot enter.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SIGNIFICANCE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4_roo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Roots growing through soil and rock.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SIGNIFICANCE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roots grow better in soils with a good structure?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SIGNIFICANCE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There are many pores for roots, air and water.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Structure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Soil and its Properties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Soil Properties and their Significance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3: Soil Structure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structure: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way soil particles are grouped together.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single lump or aggregate of soil particles.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Compaction: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pressing of soil so that its pores become small.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Types of Structure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Crumb and granular: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small, round, porous peds. They are found in topsoils rich in humus.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Blocky: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has angular block-shaped peds. It is common in subsoils.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Types of Structure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Platy and prismatic: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Platy peds are flat layers that stop water. Prismatic peds are tall columns found in dry clay soils.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Factors and Significance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Factors: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Humus, clay, roots and soil animals help particles to stick together. Wetting and drying, frost and machines also change structure.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Significance: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good structure lets water, air and roots move easily. It reduces runoff and erosion.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Factors and Significance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Management: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Adding manure and avoiding heavy machines on wet soil keep a good structure. Mulching protects the surface.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Factors and Significance (3/3)</a:t>
            </a:r>
            <a:endParaRPr lang="en-US" sz="3600" dirty="0"/>
          </a:p>
        </p:txBody>
      </p:sp>
      <p:pic>
        <p:nvPicPr>
          <p:cNvPr id="13" name="Image 0" descr="/home/claude/f4/img/v2/soil_structur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four structures.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Distinguish soil texture and soil structure.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Texture is the proportion of particles; structure is how particles are grouped.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ways to improve soil structure.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Add manure (humus) and avoid compaction (also mulching).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lump of soil particles is a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best structure for crops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Heavy machines cause ______.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Break soil from a path and from a garden. Describe the structure of each.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4: Soil Depth and Organic Matter.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structure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Crumb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Grumeleuse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Compaction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tassement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racine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fumier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Mulch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paillis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and its Properties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3: Soil Structure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soil structure. Describe the main types of structure. Explain the factors and significance of structure.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identify soil structures and explain how to keep a good structure.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Soil structure, Ped, Compaction; II. Types of Structure: Crumb and granular, Blocky, Platy and prismatic; III. Factors and Significance: Factors, Significance, Management.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 soil from a path and from a garden. Describe the structure of each.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3 (Biogeography).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“Earthworm In Soil” by jwinfred, CC BY-NC-ND 2.0, via Flickr (https://www.flickr.com/photos/98937825@N00/3532746937)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“Cracked Earth” by Aleatoric Consonance, CC BY 2.0, via Flickr (https://www.flickr.com/photos/93921318@N00/3772011444)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“John Deere Combine” by SnoShuu, CC BY-NC-ND 2.0, via Flickr (https://www.flickr.com/photos/85888233@N00/2776467094)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“Stones 'n' Roots” by erix!, CC BY 2.0, via Flickr (https://www.flickr.com/photos/68387408@N00/55692423)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2026-09-27T04:25:22Z</dcterms:created>
  <dcterms:modified xsi:type="dcterms:W3CDTF">2026-09-27T04:25:22Z</dcterms:modified>
</cp:coreProperties>
</file>