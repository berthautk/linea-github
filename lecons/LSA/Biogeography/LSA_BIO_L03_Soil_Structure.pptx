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</p:sldIdLst>
  <p:notesMasterIdLst>
    <p:notesMasterId r:id="rId4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notesMaster" Target="notesMasters/notesMaster1.xml"/><Relationship Id="rId49" Type="http://schemas.openxmlformats.org/officeDocument/2006/relationships/presProps" Target="presProps.xml"/><Relationship Id="rId50" Type="http://schemas.openxmlformats.org/officeDocument/2006/relationships/viewProps" Target="viewProps.xml"/><Relationship Id="rId51" Type="http://schemas.openxmlformats.org/officeDocument/2006/relationships/theme" Target="theme/theme1.xml"/><Relationship Id="rId5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morning, class. Today we study Lesson 3: Soil Structure.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situation slowly, twice.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break a lump of soil in the hand.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look for worm casts.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describe dry clay in the north.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compare a path and a field.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pull a plant from loose and hard soil.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Learners copy the board summary now. Give them enough time for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1. ped 2. crumb 3. compaction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homework prepares the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English word; learners give the French word, then the reverse.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pic>
        <p:nvPicPr>
          <p:cNvPr id="4" name="Image 0" descr="/home/claude/pw1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9590" y="45720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196596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3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DIVINE GRACE COLLEGE OF ARTS, SCIENCE AND TECHNOLOGY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60604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(DGCAST) — GAROUA   |   GEOGRAPHY DEPARTMENT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200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LOWER SIXTH ARTS  —  BIOGEOGRAPHY  —  LESSON 3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93192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Structure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539496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EMMANUEL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Teacher — PLEG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2026 / 2027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INFO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Class, Chapter &amp; Duration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 Sixth Arts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Chapter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3: Understanding and managing biogeographic zones across the world in general and Cameroon in particular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periods (2 × 50 minutes)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 Identification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Soil and its Properties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Soil Properties and their Significance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3: Soil Structure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Notions / Concepts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Soil structure, ped, crumb, blocky, platy, prismatic, compaction.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Syllabus focus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 and types of soil structure; factors; significance.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identify soil structures and explain how to keep a good structure.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the lesson, the learner should be able to: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soil structure.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main types of structure.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factors and significance of structure.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Texture is the proportion of sand, silt and clay.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Earthworms mix the soil.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Real-Life Situation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 a school farm, the soil where tractors pass is hard and water lies on it after rain. Under the bushes, the soil is loose and crumbly and water soaks in quickly.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problem in the situation?</a:t>
            </a:r>
            <a:endParaRPr lang="en-US" sz="4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Some soils are hard and do not let water in.</a:t>
            </a:r>
            <a:endParaRPr lang="en-US" sz="4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property is different?</a:t>
            </a:r>
            <a:endParaRPr lang="en-US" sz="4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Soil structure.</a:t>
            </a:r>
            <a:endParaRPr lang="en-US" sz="4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3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damaged the structure?</a:t>
            </a:r>
            <a:endParaRPr lang="en-US" sz="4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Possible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Compaction by heavy machines.</a:t>
            </a:r>
            <a:endParaRPr lang="en-US" sz="4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Justification of the Lesson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lesson helps us to understand how soil particles are arranged, which controls water, air and roots.</a:t>
            </a:r>
            <a:endParaRPr lang="en-US" sz="4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TYPES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</a:t>
            </a:r>
            <a:endParaRPr lang="en-US" sz="3600" dirty="0"/>
          </a:p>
        </p:txBody>
      </p:sp>
      <p:pic>
        <p:nvPicPr>
          <p:cNvPr id="13" name="Image 0" descr="/home/claude/f4/img/v2/soil_structure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main types of soil structure.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TYPES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Which structure is best for crops? Why?</a:t>
            </a:r>
            <a:endParaRPr lang="en-US" sz="4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TYPES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Crumb: it lets water, air and roots pass easily.</a:t>
            </a:r>
            <a:endParaRPr lang="en-US" sz="4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FACTORS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</a:t>
            </a:r>
            <a:endParaRPr lang="en-US" sz="3600" dirty="0"/>
          </a:p>
        </p:txBody>
      </p:sp>
      <p:pic>
        <p:nvPicPr>
          <p:cNvPr id="13" name="Image 0" descr="/home/claude/f4/img/v2/lsa_earthworm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8433" y="1691640"/>
            <a:ext cx="8152085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 earthworm in the soil.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FACTORS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do earthworms improve soil structure?</a:t>
            </a:r>
            <a:endParaRPr lang="en-US" sz="4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FACTORS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They mix the soil and glue particles into crumbs.</a:t>
            </a:r>
            <a:endParaRPr lang="en-US" sz="4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FACTORS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</a:t>
            </a:r>
            <a:endParaRPr lang="en-US" sz="3600" dirty="0"/>
          </a:p>
        </p:txBody>
      </p:sp>
      <p:pic>
        <p:nvPicPr>
          <p:cNvPr id="13" name="Image 0" descr="/home/claude/f4/img/v2/f2t_cracked_soi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Cracked clay soil in the dry season.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FACTORS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happens to clay soils when they dry?</a:t>
            </a:r>
            <a:endParaRPr lang="en-US" sz="4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FACTORS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They shrink and crack into large blocks or columns.</a:t>
            </a:r>
            <a:endParaRPr lang="en-US" sz="4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FACTORS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</a:t>
            </a:r>
            <a:endParaRPr lang="en-US" sz="3600" dirty="0"/>
          </a:p>
        </p:txBody>
      </p:sp>
      <p:pic>
        <p:nvPicPr>
          <p:cNvPr id="13" name="Image 0" descr="/home/claude/f4/img/v2/f2t_combin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heavy farm machine.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FACTORS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can heavy machines damage soil structure?</a:t>
            </a:r>
            <a:endParaRPr lang="en-US" sz="4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FACTORS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They press the soil and make it compact, so water cannot enter.</a:t>
            </a:r>
            <a:endParaRPr lang="en-US" sz="4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SIGNIFICANCE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</a:t>
            </a:r>
            <a:endParaRPr lang="en-US" sz="3600" dirty="0"/>
          </a:p>
        </p:txBody>
      </p:sp>
      <p:pic>
        <p:nvPicPr>
          <p:cNvPr id="13" name="Image 0" descr="/home/claude/f4/img/v2/f4_root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Roots growing through soil and rock.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SIGNIFICANCE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do roots grow better in soils with a good structure?</a:t>
            </a:r>
            <a:endParaRPr lang="en-US" sz="4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SIGNIFICANCE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There are many pores for roots, air and water.</a:t>
            </a:r>
            <a:endParaRPr lang="en-US" sz="4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Soil Structure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Topic: Soil and its Properties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Sub-topic: Soil Properties and their Significance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3: Soil Structure</a:t>
            </a:r>
            <a:endParaRPr lang="en-US" sz="3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I. Definitions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Soil structure: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way soil particles are grouped together.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Ped: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a single lump or aggregate of soil particles.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Compaction: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pressing of soil so that its pores become small.</a:t>
            </a:r>
            <a:endParaRPr lang="en-US" sz="4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Types of Structure (1/2)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Crumb and granular: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They are small, round, porous peds. They are found in topsoils rich in humus.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Blocky: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has angular block-shaped peds. It is common in subsoils.</a:t>
            </a:r>
            <a:endParaRPr lang="en-US" sz="4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Types of Structure (2/2)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Platy and prismatic: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Platy peds are flat layers that stop water. Prismatic peds are tall columns found in dry clay soils.</a:t>
            </a:r>
            <a:endParaRPr lang="en-US" sz="4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Factors and Significance (1/3)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Factors: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Humus, clay, roots and soil animals help particles to stick together. Wetting and drying, frost and machines also change structure.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Significance: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good structure lets water, air and roots move easily. It reduces runoff and erosion.</a:t>
            </a:r>
            <a:endParaRPr lang="en-US" sz="4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Factors and Significance (2/3)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Management: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Adding manure and avoiding heavy machines on wet soil keep a good structure. Mulching protects the surface.</a:t>
            </a:r>
            <a:endParaRPr lang="en-US" sz="4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Factors and Significance (3/3)</a:t>
            </a:r>
            <a:endParaRPr lang="en-US" sz="3600" dirty="0"/>
          </a:p>
        </p:txBody>
      </p:sp>
      <p:pic>
        <p:nvPicPr>
          <p:cNvPr id="13" name="Image 0" descr="/home/claude/f4/img/v2/soil_structure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Copy the four structures.</a:t>
            </a:r>
            <a:endParaRPr lang="en-US" sz="1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Distinguish soil texture and soil structure.</a:t>
            </a:r>
            <a:endParaRPr lang="en-US" sz="4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Texture is the proportion of particles; structure is how particles are grouped.</a:t>
            </a:r>
            <a:endParaRPr lang="en-US" sz="4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Give two ways to improve soil structure.</a:t>
            </a:r>
            <a:endParaRPr lang="en-US" sz="4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Add manure (humus) and avoid compaction (also mulching).</a:t>
            </a:r>
            <a:endParaRPr lang="en-US" sz="4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Remediation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6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Fill in the blanks: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lump of soil particles is a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best structure for crops is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Heavy machines cause ______.</a:t>
            </a:r>
            <a:endParaRPr lang="en-US" sz="36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Break soil from a path and from a garden. Describe the structure of each.</a:t>
            </a:r>
            <a:endParaRPr lang="en-US" sz="40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prepares Lesson 4: Soil Depth and Organic Matter.</a:t>
            </a:r>
            <a:endParaRPr lang="en-US" sz="4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GAME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Bilingual Game (Jeu Bilingue)</a:t>
            </a:r>
            <a:endParaRPr lang="en-US" sz="30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0" y="1783080"/>
          <a:ext cx="8138160" cy="914400"/>
        </p:xfrm>
        <a:graphic>
          <a:graphicData uri="http://schemas.openxmlformats.org/drawingml/2006/table">
            <a:tbl>
              <a:tblPr/>
              <a:tblGrid>
                <a:gridCol w="4069080"/>
                <a:gridCol w="40690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Français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structure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Crumb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Grumeleuse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Compaction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tassement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racine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Manure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fumier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Mulch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paillis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(1/2)</a:t>
            </a:r>
            <a:endParaRPr lang="en-US" sz="30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/ Topic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Soil and its Properties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Title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3: Soil Structure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Learning Outcomes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 soil structure. Describe the main types of structure. Explain the factors and significance of structure.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identify soil structures and explain how to keep a good structure.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(2/2)</a:t>
            </a:r>
            <a:endParaRPr lang="en-US" sz="300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Matter Taught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I. Definitions: Soil structure, Ped, Compaction; II. Types of Structure: Crumb and granular, Blocky, Platy and prismatic; III. Factors and Significance: Factors, Significance, Management.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Formative evaluation (3 questions) and remediation exercise.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Homework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Break soil from a path and from a garden. Describe the structure of each.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Enrolment / Present / Absent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 / ____ / ____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Achievement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completed by the teacher after the lesson.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TEACHER'S NOTE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Teacher's Note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Timing: Set-up, recall 8 min | Situation 8 min | 5 activities 30 min | Board summary (copying) 30 min | Evaluation, remediation 10 min | Homework, logbook 9 min | Spare 5 min</a:t>
            </a:r>
            <a:endParaRPr lang="en-US" sz="2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Geography Syllabus, Sixth Forms (Lower &amp; Upper Sixth), MINESEC/IGE/IP-SS, August 2019 — Module 3 (Biogeography).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2: “Earthworm In Soil” by jwinfred, CC BY-NC-ND 2.0, via Flickr (https://www.flickr.com/photos/98937825@N00/3532746937)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3: “Cracked Earth” by Aleatoric Consonance, CC BY 2.0, via Flickr (https://www.flickr.com/photos/93921318@N00/3772011444)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4: “John Deere Combine” by SnoShuu, CC BY-NC-ND 2.0, via Flickr (https://www.flickr.com/photos/85888233@N00/2776467094)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5: “Stones 'n' Roots” by erix!, CC BY 2.0, via Flickr (https://www.flickr.com/photos/68387408@N00/55692423)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 and animations: drawn for this lesson (DGCAST Geography Department).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46</Slides>
  <Notes>46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2026-09-26T18:31:42Z</dcterms:created>
  <dcterms:modified xsi:type="dcterms:W3CDTF">2026-09-26T18:31:42Z</dcterms:modified>
</cp:coreProperties>
</file>