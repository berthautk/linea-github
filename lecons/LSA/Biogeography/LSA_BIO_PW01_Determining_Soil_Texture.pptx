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Practical Work 1: Determining Soil Texture.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mark three sample points in the compound.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ribbon test with the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use kitchen sieves of different sizes.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plot the three samples.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sand 2. clay 3. 100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PRACTICAL WORK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Determining Soil Texture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Properties and their Significance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1: Determining Soil Texture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Feel method, moulding, ribbon test, sieving, textural class, ternary graph.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field: feeling, moulding and ribbon methods. In the laboratory: sieving, percentages and plotting on a ternary graph.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determine soil texture in the field and in the laboratory and plot it on a texture triangle.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soil samples correctly.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texture by feeling, moulding and ribbon methods.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Sieve a sample, calculate percentages and plot them on a texture triangle.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 is gritty, silt smooth and clay sticky.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texture triangle shows the class of a soil.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school wants to start a vegetable garden. The teacher asks the class to test the soils in three places in the school compound and to choose the best one.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find the best soil for a garden.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property will they test?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texture.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texture is best for vegetables?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loam.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practical work helps us to test soils ourselves and choose good land for crops.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SAMPLING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soilp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Taking samples from a soil pit.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SAMPLING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we take samples from several places?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SAMPLING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Soils change from place to place, so one sample is not enough.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FIELD METHODS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ribbon_tes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feel and ribbon test.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FIELD METHODS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wet sample makes a long, shiny ribbon. What is its texture?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FIELD METHODS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Clay.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LABORATORY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particle_siz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Particles separated by sieves.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LABORATORY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we dry and crush the soil before sieving?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LABORATORY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 the particles separate and pass through the right sieve.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LABORATORY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pw_textu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for three samples.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LABORATORY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sample is best for the school garden? Why?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LABORATORY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Sample B (loam): it holds water and drains well.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PLOTTING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texture_triang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Plotting a sample on the triangle.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PLOTTING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Plot sample C (20 % sand, 25 % silt, 55 % clay). In which class does it fall?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PLOTTING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Clay.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Determining Soil Texture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and its Properties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Properties and their Significance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 Work 1: Determining Soil Texture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Feel method: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finding texture by rubbing wet soil between the fingers.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Ribbon test: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pressing wet soil into a ribbon to judge its clay content.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Ternary 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triangle graph with three axes that add up to 100 %.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Field Methods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Feeling: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a small sample and rub it. Gritty means sand, smooth means silt and sticky means clay.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Moulding: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Roll the soil into a ball. Sand falls apart, and clay keeps its shape.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Ribbon: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Press the soil between thumb and finger. A long ribbon shows much clay.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Laboratory Method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Sieving: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Dry, crush and weigh the sample, then pass it through sieves. Weigh the sand, silt and clay parts.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Percentages: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Divide each weight by the total and multiply by 100. The three values must add up to 100 %.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Laboratory Method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Plotting: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Plot the percentages on the texture triangle. Read the class where the three lines meet.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Laboratory Method (3/3)</a:t>
            </a:r>
            <a:endParaRPr lang="en-US" sz="3600" dirty="0"/>
          </a:p>
        </p:txBody>
      </p:sp>
      <p:pic>
        <p:nvPicPr>
          <p:cNvPr id="13" name="Image 0" descr="/home/claude/f4/img/v2/pw_textu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results table.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sample weighs 200 g: 80 g sand, 80 g silt, 40 g clay. Give the percentages.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40 %, silt 40 %, clay 20 % (loam).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field methods to find texture.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Feel method and ribbon test (also moulding).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gritty soil is rich in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long ribbon shows much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percentages must add up to ______ %.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Write a short report on the three school samples and the best place for the garden.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3: Soil Structure.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L'échantillon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tamis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Percentage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pourcentage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Triangle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triangle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Garden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jardin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1: Determining Soil Texture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 soil samples correctly. Determine texture by feeling, moulding and ribbon methods. Sieve a sample, calculate percentages and plot them on a texture triangle.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determine soil texture in the field and in the laboratory and plot it on a texture triangle.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Feel method, Ribbon test, Ternary graph; II. Field Methods: Feeling, Moulding, Ribbon; III. Laboratory Method: Sieving, Percentages, Plotting.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a short report on the three school samples and the best place for the garden.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“Humic Dystrudept (fine-loamy, isotic, frigid)” by SoilScience.info, CC BY 2.0, via Flickr (https://www.flickr.com/photos/22503286@N06/5140645742)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2026-09-26T18:31:42Z</dcterms:created>
  <dcterms:modified xsi:type="dcterms:W3CDTF">2026-09-26T18:31:42Z</dcterms:modified>
</cp:coreProperties>
</file>