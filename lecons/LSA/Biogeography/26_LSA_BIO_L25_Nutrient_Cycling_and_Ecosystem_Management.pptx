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25: Nutrient Cycling and Ecosystem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The Functioning of Ecosystems. The key notions we shall use today are: ecosystem management, sustainable use, fallow, manure, agroforestry, crop rotation. At the end, you should be able to do this: learners are able to use nutrient cycling to propose ways of managing farms and forests sustainably.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24: Nutrient Cycling in Contrasting Ecosystems. The question was: Draw the Gersmehl models of the selva and the steppe and explain the differences.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Selva: large biomass circle, small litter and soil circles, big fast flows. Steppe: small biomass, medium litter, large soil circle. The selva stores nutrients in plants, the steppe in the soil.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ecosystem management. Number 2: explain how nutrient cycling guides management. Number 3: propose practices that keep nutrients in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Nutrients cycle between biomass, litter and soil. Harvests and leaching remove nutrients.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cooperative in the West Region wants to grow food on the same land every year without the soil becoming poor. An agronomist tells them to "copy the forest".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farmers want to farm without exhausting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"copy the forest" mean?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Keep the soil covered and return organic matter, as a forest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one such practice.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Agroforestry or composting.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knowledge of nutrient cycling to keep our farms productive.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use ecological knowledge to farm and manage forests sustainably.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nutrient cycle.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flows must farmers protect to keep soils fertile?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Litter return (fallout) and decomposition, and low losses by leaching and runoff.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zai pits with manure.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does manure copy the natural cycle?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returns organic matter and nutrients to the soil, like litter.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farmer applying fertiliser.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must fertiliser be used carefully?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Excess is leached into rivers and pollutes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terraces on a hillside.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terraces keep nutrients in the 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reduce runoff and erosion of topsoil.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planting trees.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agroforestry help nutrient cycling?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Trees add litter, their roots bring up nutrients and they protect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Ecosystem Management. Ecosystem management can be understood as follows. On this slide we have Ecosystem management.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Ecosystem Management. On this slide we have Link with nutrient cycling.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How Man Uses Nutrient Cycling. Man can foster ecosystem management in the following ways. On this slide we have Returning nutrients.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How Man Uses Nutrient Cycling. On this slide we have Reducing losses.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How Man Uses Nutrient Cycling. On this slide we have Copying nature.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ecosystem management?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careful use of an ecosystem so that it stays productive.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practices that keep nutrients in a farm.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manure, crop rotation, agroforestry (also terraces, fallow).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agroforestry; number 2, rotation; number 3,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Suggest a plan to keep the soil of your family farm fertile for ten years.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26: Productivity of Ecosystems.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25: NUTRIENT CYCLING AND ECOSYSTEM MANAGEMENT</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Nutrient Cycling and Ecosystem Management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Functioning of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25: Nutrient Cycling and Ecosystem Management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Ecosystem management, sustainable use, fallow, manure, agroforestry, crop rotation.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ecosystem management; how knowledge of nutrient cycling helps to manage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use nutrient cycling to propose ways of managing farms and forests sustainably.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24: Nutrient Cycling in Contrasting Ecosystems):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Gersmehl models of the selva and the steppe and explain the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Selva: large biomass circle, small litter and soil circles, big fast flows. Steppe: small biomass, medium litter, large soil circle. The selva stores nutrients in plants, the steppe in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ecosystem management.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nutrient cycling guides management.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practices that keep nutrients in the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Nutrients cycle between biomass, litter and soil.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Harvests and leaching remove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cooperative in the West Region wants to grow food on the same land every year without the soil becoming poor. An agronomist tells them to "copy the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farmers want to farm without exhausting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"copy the forest"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Keep the soil covered and return organic matter, as a forest does.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such practice.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Agroforestry or composting.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knowledge of nutrient cycling to keep our farms productive.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use ecological knowledge to farm and manage forests sustainably.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ersmeh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nutrient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flows must farmers protect to keep soils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Litter return (fallout) and decomposition, and low losses by leaching and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RETURNING NUTRIENTS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za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Zai pits with manure.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RETURNING NUTRIENTS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manure copy the natural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RETURNING NUTRIENTS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returns organic matter and nutrients to the soil, like litter.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RETURNING NUTRIENTS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fertilis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farmer applying fertiliser.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RETURNING NUTRIENTS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must fertiliser be used carefully?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RETURNING NUTRIENTS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Excess is leached into rivers and pollutes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REDUCING LOSSES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terrac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Terraces on a hillside.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REDUCING LOSSES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terraces keep nutrients in the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REDUCING LOSSES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reduce runoff and erosion of topsoil.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COPYING NATURE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ee_plant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Planting trees.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COPYING NATURE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agroforestry help nutrient cycling?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COPYING NATURE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add litter, their roots bring up nutrients and they protect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Functioning of Ecosystems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25: Nutrient Cycling and Ecosystem Management</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Ecosystem Management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Ecosystem management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Ecosystem management: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use of ecosystems to obtain resources while keeping their structure, functions and productivity for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Ecosystem Management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Link with nutrient cycling: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Knowing where nutrients are stored and how they flow helps to use ecosystems without exhausting them. Managers protect the main stores and flows.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How Man Uses Nutrient Cycling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Man can foster ecosystem management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Returning nutrients: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Manure, compost, crop residues and fertilisers replace the nutrients removed by harvests. Fertilisers must be used carefully to avoid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How Man Uses Nutrient Cycling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Reducing losses: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Terraces, cover crops, mulching and contour ploughing reduce erosion and leaching. Avoiding bush fires keeps nutrients in the litter.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How Man Uses Nutrient Cycling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Copying nature: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Agroforestry, crop rotation, fallowing and legumes imitate natural cycling. Trees bring up nutrients from deep and add litter.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ecosystem management?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careful use of an ecosystem so that it stays productive.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practices that keep nutrients in a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Manure, crop rotation, agroforestry (also terraces, fallow).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Growing trees with crops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Changing crops each season is crop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Burning breaks the nutrient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Suggest a plan to keep the soil of your family farm fertile for ten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26: Productivity of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Management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gestion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Sustainable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Durable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fumier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Agroforestry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L'agroforesterie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compost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Cover crop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plante de couverture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25: Nutrient Cycling and Ecosystem Management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ecosystem management. Explain how nutrient cycling guides management. Propose practices that keep nutrients in the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use nutrient cycling to propose ways of managing farms and forests sustainably.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Ecosystem Management; How Man Uses Nutrient Cycling.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Suggest a plan to keep the soil of your family farm fertile for ten years.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point to the arrows.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manure use.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fertiliser use.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mention the Mandara terraces.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trees in farms.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“Women sowing okra in zai holes” by abossuet, CC BY-NC 2.0, via Flickr (https://www.flickr.com/photos/30450178@N07/7175750825)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“Farmer applies fertilizer on his rice field” by IRRI Images, CC BY-NC-SA 2.0, via Flickr (https://www.flickr.com/photos/86712369@N00/5366605498)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“Terraced Hillside” by AdamCohn, CC BY-NC-ND 2.0, via Flickr (https://www.flickr.com/photos/96142515@N00/6311042523)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“Haitian Students Breathe New Life into Depleted Pine Forest” by United Nations Photo, CC BY-NC-ND 2.0, via Flickr (https://www.flickr.com/photos/35483578@N03/5860275159)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2026-09-29T12:18:43Z</dcterms:created>
  <dcterms:modified xsi:type="dcterms:W3CDTF">2026-09-29T12:18:43Z</dcterms:modified>
</cp:coreProperties>
</file>