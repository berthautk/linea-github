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Lst>
  <p:notesMasterIdLst>
    <p:notesMasterId r:id="rId5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notesMaster" Target="notesMasters/notesMaster1.xml"/><Relationship Id="rId57" Type="http://schemas.openxmlformats.org/officeDocument/2006/relationships/presProps" Target="presProps.xml"/><Relationship Id="rId58" Type="http://schemas.openxmlformats.org/officeDocument/2006/relationships/viewProps" Target="viewProps.xml"/><Relationship Id="rId59" Type="http://schemas.openxmlformats.org/officeDocument/2006/relationships/theme" Target="theme/theme1.xml"/><Relationship Id="rId6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12: Meaning of Natural Vegetation.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3: Understanding and managing biogeographic zones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Natural Vegetation, and the sub-topic is Basic Concepts. The key notions we shall use today are: natural vegetation, flora, plant formation, plant community, vegetation system. At the end, you should be able to do this: learners are able to define natural vegetation, classify plant groupings and explain the importance of vegetation.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Further Study 1: Soils of Cameroon. The question was: Draw the soil map of Cameroon and write one crop for each soil.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Ferrallitic soils – cocoa (South); ferruginous soils – cotton (North); black earths – muskwari sorghum (Far North); volcanic soils – bananas and tea (South West); hydromorphic soils – rice (Logone).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natural vegetation and related terms. Number 2: classify plant groupings (forest, grassland, desert). Number 3: explain the vegetation system and its importance.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Plants need sunlight, water, air and nutrients. Climate changes from the south to the north of Cameroon.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Travelling from Kribi to Kousseri, a learner sees thick forest, then tall grass with trees, then short grass and thorny bushes. Near towns, he also sees oil palm and teak plantations.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learner wants to understand the different plant covers.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Is a plantation natural vegetation?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No, it was planted by man.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How are plant covers grouped?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Into forests, grasslands and desert vegetation.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protect natural vegetation for its many services to man.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introduces the study of vegetation, which protects soils and supports life.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natural equatorial forest.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natural vegetation?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Plants that grow in an area without being planted by man.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an oil palm plantation seen from the air.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Why is this not natural vegetation?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was planted and is managed by man.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savanna grassland.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Name the three main plant formations.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Forests, grasslands and desert (scrub) vegetation.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a plant as a system.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Name two inputs and two outputs of the vegetation system.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Inputs: sunlight, water, CO₂, nutrients. Outputs: oxygen, water vapour, dead leaves.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charcoal made from wood.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three uses of vegetation to man.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Wood and fuel, food and medicines, protection of soils and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of Natural Vegetation. Natural vegetation can be understood as follows. On this slide we have Natural vegetation.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of Natural Vegetation. On this slide we have Planted vegetation.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Plant Groupings and Classification. Plants are grouped and classified as follows. On this slide we have Plant groupings.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Plant Groupings and Classification. On this slide we have Classification.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Vegetation System and Importance. Vegetation works as a system and is important for man. On this slide we have Inputs and outputs.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Vegetation System and Importance. On this slide we have Processes.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Vegetation System and Importance. On this slide we have Importance.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the vegetation system.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Define natural vegetation.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plant cover that grows without human planting.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three importances of vegetation.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it protects soils, gives wood and food, regulates climate.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flora; number 2, formations; number 3, oxygen.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List five plants of your area and say whether each is natural or planted.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13: Evolution of Vegetation over Time: Plant Succession.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12: MEANING OF NATURAL VEGETATION</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12</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Meaning of Natural Vegetation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3: Understanding and managing biogeographic zones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Natural Vegetation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Basic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12: Meaning of Natural Vegetation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Natural vegetation, flora, plant formation, plant community, vegetation system.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Definition; plant groupings and classification; the vegetation system; importance of vegetation.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define natural vegetation, classify plant groupings and explain the importance of vegetation.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(Further Study 1: Soils of Cameroon):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the soil map of Cameroon and write one crop for each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Ferrallitic soils – cocoa (South); ferruginous soils – cotton (North); black earths – muskwari sorghum (Far North); volcanic soils – bananas and tea (South West); hydromorphic soils – rice (Logone).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natural vegetation and related terms.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Classify plant groupings (forest, grassland, desert).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vegetation system and its importance.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Plants need sunlight, water, air and nutrients.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Climate changes from the south to the north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Travelling from Kribi to Kousseri, a learner sees thick forest, then tall grass with trees, then short grass and thorny bushes. Near towns, he also sees oil palm and teak plantations.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learner wants to understand the different plant covers.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Is a plantation natural vegetation?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No, it was planted by man.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are plant covers grouped?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Into forests, grasslands and desert vegetation.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Protect natural vegetation for its many services to man.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introduces the study of vegetation, which protects soils and supports life.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DEFINITION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2t_rainfores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natural equatorial forest.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DEFINITION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natural vegetation?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DEFINITION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Plants that grow in an area without being planted by man.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DEFINITION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lsa_oilpalm.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 oil palm plantation seen from the air.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DEFINITION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this not natural vegetation?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DEFINITION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was planted and is managed by man.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PLANT GROUPINGS AND CLASSIFICATION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savanna.jpg">    </p:cNvPr>
          <p:cNvPicPr>
            <a:picLocks noChangeAspect="1"/>
          </p:cNvPicPr>
          <p:nvPr/>
        </p:nvPicPr>
        <p:blipFill>
          <a:blip r:embed="rId1"/>
          <a:stretch>
            <a:fillRect/>
          </a:stretch>
        </p:blipFill>
        <p:spPr>
          <a:xfrm>
            <a:off x="281042" y="1783080"/>
            <a:ext cx="11629612"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savanna grassland.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PLANT GROUPINGS AND CLASSIFICATION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three main plant formations.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PLANT GROUPINGS AND CLASSIFICATION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Forests, grasslands and desert (scrub) vegetation.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THE VEGETATION SYSTEM</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veg_system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plant as a system.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THE VEGETATION SYSTEM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inputs and two outputs of the vegetation system.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THE VEGETATION SYSTEM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Inputs: sunlight, water, CO₂, nutrients. Outputs: oxygen, water vapour, dead leaves.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IMPORTANCE OF VEGETATION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charcoal.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Charcoal made from wood.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IMPORTANCE OF VEGETATION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uses of vegetation to man.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IMPORTANCE OF VEGETATION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Wood and fuel, food and medicines, protection of soils and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Natural Vegetation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Basic Concepts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12: Meaning of Natural Vegetation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Natural Vegetation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Natural vegetation can be understood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Natural vegetation: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plant cover that grows in an area without human interference, adapted to its climate and soils.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Natural Vegetation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Planted vegetation: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vegetation planted or changed by man, such as plantations and farms. An oil palm estate is not natural vegetation.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Plant Groupings and Classification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Plants are grouped and classified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Plant groupings: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plant community is a group of plants living together in the same area. A plant formation is a large community with a similar appearance, such as a rainforest.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Plant Groupings and Classification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Classification: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Vegetation is classified into forests, grasslands and deserts or scrubs. It can also be classified by climate: tropical, temperate and polar.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The Vegetation System and Importance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Vegetation works as a system and is important for man: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Inputs and outputs: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Inputs are sunlight, water, carbon dioxide and nutrients from the soil. Outputs are oxygen, water vapour, litter and biomass used by animals and man.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The Vegetation System and Importance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Processes: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Photosynthesis makes food and stores energy, and respiration releases it. Plants also transpire water and recycle nutrients.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The Vegetation System and Importance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Importance: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Vegetation provides food, timber, fuelwood, medicines and grazing. It protects soils, regulates climate and water, and shelters wildlife.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The Vegetation System and Importance</a:t>
            </a:r>
            <a:endParaRPr lang="en-US" sz="3600" dirty="0"/>
          </a:p>
        </p:txBody>
      </p:sp>
      <p:pic>
        <p:nvPicPr>
          <p:cNvPr id="4" name="Image 0" descr="/home/claude/f4/img/v2/veg_system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the vegetation system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natural vegetation.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plant cover that grows without human planting.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importances of vegetation.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protects soils, gives wood and food, regulates 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All the plant species of an area is its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Forest and grassland are plant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Plants release ______ during photosynthesis.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List five plants of your area and say whether each is natural or planted.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13: Evolution of Vegetation over Time: Plant Succession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Vegetation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végétation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Plant formation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formation végétale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Flora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flore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Plantation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plantation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Photosynthesis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photosynthèse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Litter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litière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Natural Vegetation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12: Meaning of Natural Vegetation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natural vegetation and related terms. Classify plant groupings (forest, grassland, desert). Explain the vegetation system and its importance.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define natural vegetation, classify plant groupings and explain the importance of vegetation.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Meaning of Natural Vegetation; Plant Groupings and Classification; The Vegetation System and Importance.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List five plants of your area and say whether each is natural or planted.</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describe a forest near your area.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compare a farm and a forest.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list formations of Cameroon.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draw a tree with arrows.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list uses of trees at home.</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3 (Biogeography).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“Amazon 11” by CIAT International Center for Tropical Agriculture, CC BY-SA 2.0, via Flickr (https://www.flickr.com/photos/38476503@N08/5641587148)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“Aerial view of oil palm plantation” by CIFOR, CC BY-NC-ND 2.0, via Flickr (https://www.flickr.com/photos/45423546@N07/38802487905)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“Blue Wildebeest in the Lowveld” by Martin_Heigan, CC BY-NC-ND 2.0, via Flickr (https://www.flickr.com/photos/97303475@N00/2089079933)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“Charcoal, made from tree branches” by World Bank Photo Collection, CC BY-NC-ND 2.0, via Flickr (https://www.flickr.com/photos/10816734@N03/25644159775)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54</Slides>
  <Notes>54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54</vt:i4>
      </vt:variant>
    </vt:vector>
  </HeadingPairs>
  <TitlesOfParts>
    <vt:vector size="5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2026-09-29T03:12:53Z</dcterms:created>
  <dcterms:modified xsi:type="dcterms:W3CDTF">2026-09-29T03:12:53Z</dcterms:modified>
</cp:coreProperties>
</file>