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12: Meaning of Natural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Natural Vegetation, and the sub-topic is Basic Concepts. The key notions we shall use today are: natural vegetation, flora, plant formation, plant community, vegetation system. At the end, you should be able to do this: learners are able to define natural vegetation, classify plant groupings and explain the importance of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11: Classes of Soil. The question was: Define natural vegetation.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Natural vegetation is the plant cover that grows in an area without being planted or changed by people.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natural vegetation and related terms. Number 2: classify plant groupings (forest, grassland, desert). Number 3: explain the vegetation system and its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Plants need sunlight, water, air and nutrients. Climate changes from the south to the north of Cameroon.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Travelling from Kribi to Kousseri, a learner sees thick forest, then tall grass with trees, then short grass and thorny bushes. Near towns, he also sees oil palm and teak plantations.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wants to understand the different plant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Is a plantation natural vegetation?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 it was planted by 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are plant covers grouped?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Into forests, grasslands and desert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natural vegetation for its many services to 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introduces the study of vegetation, which protects soils and supports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natural equatorial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natural vegetation?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Plants that grow in an area without being planted by 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an oil palm plantation seen from the air.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this not natural vegetation?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was planted and is managed by 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savanna grassland.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the three main plant formations.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Forests, grasslands and desert (scrub)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a plant as a 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two inputs and two outputs of the vegetation 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Inputs: sunlight, water, CO₂, nutrients. Outputs: oxygen, water vapour, dead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charcoal made from wood.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three uses of vegetation to man.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Wood and fuel, food and medicines, protection of soils and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Natural Vegetation. Natural vegetation can be understood as follows. On this slide we have Natural vegetation.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Natural Vegetation. On this slide we have Planted vegetation.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Plant Groupings and Classification. Plants are grouped and classified as follows. On this slide we have Plant groupings.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Plant Groupings and Classification. On this slide we have Classification.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Vegetation System and Importance. Vegetation works as a system and is important for man. On this slide we have Inputs and outputs.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Vegetation System and Importance. On this slide we have Processes.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Vegetation System and Importance. On this slide we have Importance.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vegetation 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natural vegetation.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plant cover that grows without human planting.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importances of vegetation.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protects soils, gives wood and food, regulates climate.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flora; number 2, formations; number 3, oxygen.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five plants of your area and say whether each is natural or planted.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13: Evolution of Vegetation over Time: Plant Succession.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12: MEANING OF NATURAL VEGETATION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Meaning of Natural Vegetation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Basic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12: Meaning of Natural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vegetation, flora, plant formation, plant community, vegetation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plant groupings and classification; the vegetation system; importance of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define natural vegetation, classify plant groupings and explain the importance of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11: Classes of Soil):</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natural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Natural vegetation is the plant cover that grows in an area without being planted or changed by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natural vegetation and related terms.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plant groupings (forest, grassland,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vegetation system and its importance.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need sunlight, water, air and nutrients.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Climate changes from the south to the north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Travelling from Kribi to Kousseri, a learner sees thick forest, then tall grass with trees, then short grass and thorny bushes. Near towns, he also sees oil palm and teak plantations.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wants to understand the different plant covers.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a plantation natural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it was planted by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plant covers grouped?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Into forests, grasslands and desert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natural vegetation for its many services to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introduces the study of vegetation, which protects soils and supports 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natural equatorial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natural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Plants that grow in an area without being planted by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oilpal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oil palm plantation seen from the air.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this not natural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was planted and is managed by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PLANT GROUPINGS AND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savanna grassland.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PLANT GROUPINGS AND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main plant formations.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PLANT GROUPINGS AND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Forests, grasslands and desert (scrub)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VEGETATION SYSTEM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veg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plant as a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VEGETATION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inputs and two outputs of the vegetation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VEGETATION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Inputs: sunlight, water, CO₂, nutrients. Outputs: oxygen, water vapour, dead leaves.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IMPORTANCE OF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charcoa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Charcoal made from wood.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IMPORTANCE OF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uses of vegetation to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IMPORTANCE OF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Wood and fuel, food and medicines, protection of soils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Natural Vegetation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Basic Concepts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Meaning of Natural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Natural Vegetation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Natural vegetation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plant cover that grows in an area without human interference, adapted to its climate and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Natural Vegetation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Planted 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vegetation planted or changed by man, such as plantations and farms. An oil palm estate is not natural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Plant Groupings and Classification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Plants are grouped and classified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Plant groupings: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plant community is a group of plants living together in the same area. A plant formation is a large community with a similar appearance, such as a rainforest.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Plant Groupings and Classification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Classification: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Vegetation is classified into forests, grasslands and deserts or scrubs. It can also be classified by climate: tropical, temperate and polar.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Vegetation System and Importance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Vegetation works as a system and is important for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Inputs and outputs: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Inputs are sunlight, water, carbon dioxide and nutrients from the soil. Outputs are oxygen, water vapour, litter and biomass used by animals and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Vegetation System and Importance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Processes: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Photosynthesis makes food and stores energy, and respiration releases it. Plants also transpire water and recycle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Vegetation System and Importance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Importance: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Vegetation provides food, timber, fuelwood, medicines and grazing. It protects soils, regulates climate and water, and shelters wildlife.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Vegetation System and Importance</a:t>
            </a:r>
            <a:endParaRPr lang="en-US" sz="3600" dirty="0"/>
          </a:p>
        </p:txBody>
      </p:sp>
      <p:pic>
        <p:nvPicPr>
          <p:cNvPr id="4" name="Image 0" descr="/home/claude/f4/img/v2/veg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vegetation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natural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plant cover that grows without human planting.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importances of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protects soils, gives wood and food, regulates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All the plant species of an area is its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Forest and grassland are plant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Plants release ______ during photosynthesis.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plants of your area and say whether each is natural or planted.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Evolution of Vegetation over Time: Plant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Vegetation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végétation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Plant formation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formation végétale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Flora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flore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Photosynthesis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photosynthèse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Litter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litière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Natural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12: Meaning of Natural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natural vegetation and related terms. Classify plant groupings (forest, grassland, desert). Explain the vegetation system and its importance.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define natural vegetation, classify plant groupings and explain the importance of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Natural Vegetation; Plant Groupings and Classification; The Vegetation System and Importance.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five plants of your area and say whether each is natural or planted.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 forest near your area.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a farm and a forest.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formations of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a tree with arrows.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uses of trees at home.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“Aerial view of oil palm plantation” by CIFOR, CC BY-NC-ND 2.0, via Flickr (https://www.flickr.com/photos/45423546@N07/38802487905)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“Charcoal, made from tree branches” by World Bank Photo Collection, CC BY-NC-ND 2.0, via Flickr (https://www.flickr.com/photos/10816734@N03/25644159775)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2026-09-29T12:18:41Z</dcterms:created>
  <dcterms:modified xsi:type="dcterms:W3CDTF">2026-09-29T12:18:41Z</dcterms:modified>
</cp:coreProperties>
</file>