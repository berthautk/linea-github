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Practical Work 2: Measurement of Ecosystem Productivity.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bars on graph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cutting, drying and weighing.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link to climate graphs.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deserts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year 2. desert 3. weighed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PRACTICAL WORK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of Ecosystem Productivity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 Productivity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2: Measurement of Ecosystem Productivity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GPP, respiration, NPP, net productivity per unit area, bar graph, ranking.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 net productivity from tables; draw bar graphs; classify ecosystems by net productivity per unit area; explain differences.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and compare the net productivity of ecosystems.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NPP from GPP and respiration.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bar graph of productivity.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ecosystems and explain the differences.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NPP = GPP − respiration.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Rainforests are the most productive land biomes.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Ministry of Forests gives the class a table of gross productivity and respiration for four biomes. The class must calculate net productivity and rank the biomes.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calculate and compare productivity.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formula will they use?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NPP = GPP − respiration.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will they show the results?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 a bar graph.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use data to compare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w_productiv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GPP and respiration of four biomes.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the NPP of the rainforest and the desert.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Rainforest: 4,400 − 2,200 = 2,200. Desert: 200 − 110 = 90 g/m²/year.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BAR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productiv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bar graph of NPP.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BAR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 the four biomes from highest to lowest NPP.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BAR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 (2,200), savanna (900), temperate grassland (600), desert (90).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FIELD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quadr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quadrat used to sample vegetation.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FIELD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1 m² quadrat of grass gives 900 g of dry matter in a year. What is the NPP?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FIELD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900 g/m²/year.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Savanna in the dry season.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savanna NPP lower than rainforest NPP?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a long dry season, so plants grow only part of the year.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biomes_ma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biomes of the world.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main reason for the low NPP of deserts?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Lack of water.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Measurement of Ecosystem Productivity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Ecosystem Productivity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2: Measurement of Ecosystem Productivity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 productivity per unit area: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NPP for one square metre, in g/m²/year.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Respiration: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use of food by plants to release energy.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 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graph that compares values with bars of different heights.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Calculation: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Subtract respiration from GPP to get NPP. Write the unit g/m²/year.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one bar for each biome, from the highest to the lowest. Give the graph a title and label the axes.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Field sampling: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Cut the plants in a quadrat, dry them and weigh them. Repeat in several places and take the average.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Interpretation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Ranking: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Rainforests and swamps have the highest NPP. Deserts and tundra have the lowest.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Reasons: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NPP comes from warmth, water and light all year. Low NPP comes from drought or cold.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Interpretation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results show where food and wood production is greatest. They also show which ecosystems recover slowly.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grassland has GPP 1,500 and respiration 700. Find the NPP.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800 g/m²/year.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tundra have a low NPP?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very cold with a short growing season.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NPP is measured in g per m² per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biome with the lowest NPP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in a quadrat are cut, dried and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bar graph of the four biomes and write three sentences explaining it.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27: Biomes.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tableau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graph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L'histogramme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moyenne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L'échantillon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2: Measurement of Ecosystem Productivity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 NPP from GPP and respiration. Draw a bar graph of productivity. Rank ecosystems and explain the differences.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and compare the net productivity of ecosystems.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Net productivity per unit area, Respiration, Bar graph; II. Method: Calculation, Graph, Field sampling; III. Interpretation: Ranking, Reasons, Use.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bar graph of the four biomes and write three sentences explaining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“Vegetation Monitoring, Katmai NPP” by swanNPS, CC BY-NC 2.0, via Flickr (https://www.flickr.com/photos/90673956@N06/16796099732)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2026-09-26T18:37:02Z</dcterms:created>
  <dcterms:modified xsi:type="dcterms:W3CDTF">2026-09-26T18:37:02Z</dcterms:modified>
</cp:coreProperties>
</file>