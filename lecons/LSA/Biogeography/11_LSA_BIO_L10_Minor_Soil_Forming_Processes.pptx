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Minor Soil Forming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weathering, eluviation, lessivage, leaching, illuviation, organic sorting, capillary action, translocation. At the end, you should be able to do this: learners are able to explain the small processes that move and change materials in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Major Pedogenic Regimes. The question was: Copy the pedogenic diagram and give one climate for each regime.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Podsolisation: cool, wet taiga. Laterisation: hot, wet equatorial and savanna. Calcification: semi-arid steppe. Salinisation: hot desert. Gleying: swamps and floodplains.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weathering and translocation. Number 2: distinguish eluviation, leaching, lessivage and illuviation. Number 3: explain organic sorting and capillary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Horizons form because materials move. Pedogenic regimes depend on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fills a bottle with soil, pours water on it and sees brown water coming out at the bottom. He asks what the water took from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removes materials from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washing out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Eluviation (leaching for dissolved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these materials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Lower down, where they can be deposited (illuviation).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small soil processes to manage leaching and salinity.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processes that build soil horizons and change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minor soil forming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leaching and lessivage.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 removes dissolved minerals; lessivage carries fine clay particles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 iron oxidised by air and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weathering process gives red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 of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humid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leaching strong under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moves down through the soil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worms sort and mix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fine soil and humus up and down through their tunnels.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white salt crust.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capillary action form this crust?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rises in small pores, evaporates and leaves salts.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Weathering and Eluviation. The first minor processes are. On this slide we have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Eluviation. On this slide we have Leaching.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Eluviation. On this slide we have Lessivage.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minor soil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Illuviation, Sorting and Translocation. Other minor processes are. On this slide we have Illuviation.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Organic sorting.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Capillary 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Translocation.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eluviation and illuviation.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eluviation washes materials out of a horizon; illuviation deposits them in a lower horizon.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capillary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rise of water through small pores, leaving salts when it evaporates.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leaching; number 2, lessivage; number 3,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water through soil in a bottle and describe the water that comes out.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Classes of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MINOR SOIL FORMING PROCESSES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Minor Soil Forming Processes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Minor Soil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eluviation, lessivage, leaching, illuviation, organic sorting, capillary action, translocation.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eluviation (lessivage and leaching); illuviation; organic sorting; capillary action; translocation.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small processes that move and change materials in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Major Pedogenic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Podsolisation: cool, wet taiga. Laterisation: hot, wet equatorial and savanna. Calcification: semi-arid steppe. Salinisation: hot desert. Gleying: swamps and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weathering and translocation.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eluviation, leaching, lessivage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organic sorting and capillary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Horizons form because materials move.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Pedogenic regimes depend on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fills a bottle with soil, pours water on it and sees brown water coming out at the bottom. He asks what the water took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removes materials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washing out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(leaching for dissolved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these materials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down, where they can be deposited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small soil processes to manage leaching and salinity.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processes that build soil horizons and change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minor soil forming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removes dissolved minerals; lessivage carries fine clay particles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 iron oxidised by air and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weathering process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of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humid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leaching strong under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moves down through the soil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worms sort and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fine soil and humus up and down through their tunnels.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salt crust.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capillary action form this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rises in small pores, evaporates and leaves salts.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Weathering and Eluviation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first minor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breaks the parent rock into mineral particles and releases nutrients. Oxidation of iron gives red and yellow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Weathering and Eluviation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down of soluble nutrients (calcium, potassium) by water. It is strong under heavy rain and makes soils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Weathering and Eluviation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Lessivage: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down of fine clay particles in suspension. It leaves a sandier upper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minor soil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Illuviation, Sorting and Translocation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minor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Illuviation: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deposition in the B horizon of the materials washed down from above. Clay and iron accumulate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sorting: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Earthworms, termites and ants move and mix soil particles and organic matter. They bring fine material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Capillary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water rises through fine pores and evaporates, leaving salts at the surface. This can form salt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movement of materials within the profile, up or down. It creates the differences between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eluviation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washes materials out of a horizon; illuviation deposits them in a lower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capillary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rise of water through small pores, leaving salts when it evaporates.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Removal of dissolved minerals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clay in suspension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Mixing by worms is organic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Capillary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Capillaire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Minor Soil Forming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weathering and translocation. Distinguish eluviation, leaching, lessivage and illuviation. Explain organic sorting and capillary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small processes that move and change materials in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Weathering and Eluviation; Illuviation, Sorting and Translocation.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water through soil in a bottle and describe the water that comes out.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filter muddy and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rusty metal.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dip a sugar cube in coloured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2026-09-29T12:18:40Z</dcterms:created>
  <dcterms:modified xsi:type="dcterms:W3CDTF">2026-09-29T12:18:40Z</dcterms:modified>
</cp:coreProperties>
</file>