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Minor Soil Forming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Development, and the sub-topic is Soil Profile Development and Forming Processes. The key notions we shall use today are: weathering, eluviation, lessivage, leaching, illuviation, organic sorting, capillary action, translocation. At the end, you should be able to do this: learners are able to explain the small processes that move and change materials in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Major Pedogenic Regimes. The question was: Copy the pedogenic diagram and give one climate for each regime.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Podsolisation: cool, wet taiga. Laterisation: hot, wet equatorial and savanna. Calcification: semi-arid steppe. Salinisation: hot desert. Gleying: swamps and floodplains.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weathering and translocation. Number 2: distinguish eluviation, leaching, lessivage and illuviation. Number 3: explain organic sorting and capillary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Horizons form because materials move. Pedogenic regimes depend on climate.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learner fills a bottle with soil, pours water on it and sees brown water coming out at the bottom. He asks what the water took from the soil.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 removes materials from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washing out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Eluviation (leaching for dissolved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do these materials go?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Lower down, where they can be deposited (illuviation).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small soil processes to manage leaching and salinity.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processes that build soil horizons and change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minor soil forming processes.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leaching and lessivage.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Leaching removes dissolved minerals; lessivage carries fine clay particles in suspension.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rust: iron oxidised by air and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weathering process gives red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Oxidation of iron.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the humid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leaching strong under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Heavy rain moves down through the soil all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earthworm in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worms sort and mix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carry fine soil and humus up and down through their tunnels.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white salt crust.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capillary action form this crust?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Water rises in small pores, evaporates and leaves salts.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Weathering and Eluviation. The first minor processes are. On this slide we have Weathering.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Weathering and Eluviation. On this slide we have Leaching.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Weathering and Eluviation. On this slide we have Lessivage.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minor soil processes.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Illuviation, Sorting and Translocation. Other minor processes are. On this slide we have Illuviation.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Illuviation, Sorting and Translocation. On this slide we have Organic sorting.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Illuviation, Sorting and Translocation. On this slide we have Capillary action.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Illuviation, Sorting and Translocation. On this slide we have Translocation.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eluviation and illuviation.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eluviation washes materials out of a horizon; illuviation deposits them in a lower horizon.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capillary action?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rise of water through small pores, leaving salts when it evaporates.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leaching; number 2, lessivage; number 3, sorting.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Pour water through soil in a bottle and describe the water that comes out.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Classes of Soil.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10: MINOR SOIL FORMING PROCESSES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Minor Soil Forming Processes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Profile Development and Forming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Minor Soil Forming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eluviation, lessivage, leaching, illuviation, organic sorting, capillary action, translocation.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eluviation (lessivage and leaching); illuviation; organic sorting; capillary action; translocation.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small processes that move and change materials in soils.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Major Pedogenic Regimes):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Copy the pedogenic diagram and give one climate for each regime.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Podsolisation: cool, wet taiga. Laterisation: hot, wet equatorial and savanna. Calcification: semi-arid steppe. Salinisation: hot desert. Gleying: swamps and floodplains.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weathering and translocation.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eluviation, leaching, lessivage and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organic sorting and capillary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Horizons form because materials move.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Pedogenic regimes depend on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learner fills a bottle with soil, pours water on it and sees brown water coming out at the bottom. He asks what the water took from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removes materials from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washing out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Eluviation (leaching for dissolved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these materials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Lower down, where they can be deposited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small soil processes to manage leaching and salinity.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processes that build soil horizons and change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minor_proce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minor soil forming processes.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leaching and lessivage.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Leaching removes dissolved minerals; lessivage carries fine clay particles in suspension.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WEATHERING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Rust: iron oxidised by air and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weathering process gives red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WEATHERING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Oxidation of iron.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ELUVIATION: LEACHING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humid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ELUVIATION: LEACHING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leaching strong under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ELUVIATION: LEACHING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moves down through the soil all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ORGANIC SORTING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earthwor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earthworm in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ORGANIC SORTING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worms sort and mix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ORGANIC SORTING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fine soil and humus up and down through their tunnels.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CAPILLARY ACTION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lt_cru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white salt crust.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CAPILLARY 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capillary action form this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6. CAPILLARY ACTION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rises in small pores, evaporates and leaves salts.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Profile Development and Forming Processes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Minor Soil Forming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Weathering and Eluviation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first minor processes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breaks the parent rock into mineral particles and releases nutrients. Oxidation of iron gives red and yellow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A) Weathering and Eluviation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Leaching: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down of soluble nutrients (calcium, potassium) by water. It is strong under heavy rain and makes soils acid.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A) Weathering and Eluviation (continued)</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Lessivage: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washing down of fine clay particles in suspension. It leaves a sandier upper horizon.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pic>
        <p:nvPicPr>
          <p:cNvPr id="4" name="Image 0" descr="/home/claude/f4/img/v2/minor_process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minor soil processes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Illuviation, Sorting and Translocation</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minor processes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Illuviation: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deposition in the B horizon of the materials washed down from above. Clay and iron accumulate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900" b="1" dirty="0">
                <a:solidFill>
                  <a:srgbClr val="990011"/>
                </a:solidFill>
                <a:latin typeface="Times New Roman" pitchFamily="34" charset="0"/>
                <a:ea typeface="Times New Roman" pitchFamily="34" charset="-122"/>
                <a:cs typeface="Times New Roman" pitchFamily="34" charset="-120"/>
              </a:rPr>
              <a:t>B) Illuviation, Sorting and Translocation (continued)</a:t>
            </a:r>
            <a:endParaRPr lang="en-US" sz="1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Organic sorting: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Earthworms, termites and ants move and mix soil particles and organic matter. They bring fine material to the surface.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900" b="1" dirty="0">
                <a:solidFill>
                  <a:srgbClr val="990011"/>
                </a:solidFill>
                <a:latin typeface="Times New Roman" pitchFamily="34" charset="0"/>
                <a:ea typeface="Times New Roman" pitchFamily="34" charset="-122"/>
                <a:cs typeface="Times New Roman" pitchFamily="34" charset="-120"/>
              </a:rPr>
              <a:t>B) Illuviation, Sorting and Translocation (continued)</a:t>
            </a:r>
            <a:endParaRPr lang="en-US" sz="1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Capillary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dry areas water rises through fine pores and evaporates, leaving salts at the surface. This can form salt crusts.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Minor Soil-Forming Processes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900" b="1" dirty="0">
                <a:solidFill>
                  <a:srgbClr val="990011"/>
                </a:solidFill>
                <a:latin typeface="Times New Roman" pitchFamily="34" charset="0"/>
                <a:ea typeface="Times New Roman" pitchFamily="34" charset="-122"/>
                <a:cs typeface="Times New Roman" pitchFamily="34" charset="-120"/>
              </a:rPr>
              <a:t>B) Illuviation, Sorting and Translocation (continued)</a:t>
            </a:r>
            <a:endParaRPr lang="en-US" sz="1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general movement of materials within the profile, up or down. It creates the differences between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eluviation and illuviation.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Eluviation washes materials out of a horizon; illuviation deposits them in a lower horizon.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capillary action?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rise of water through small pores, leaving salts when it evaporates.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Removal of dissolved minerals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of clay in suspension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Mixing by worms is organic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Pour water through soil in a bottle and describe the water that comes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Classes of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 (dissolution)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suspension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Capillary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Capillaire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Oxidation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L'oxydation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Translocation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Minor Soil Forming Processes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weathering and translocation. Distinguish eluviation, leaching, lessivage and illuviation. Explain organic sorting and capillary action.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small processes that move and change materials in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Weathering and Eluviation; Illuviation, Sorting and Translocation.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Pour water through soil in a bottle and describe the water that comes out.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filter muddy and salty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rusty metal.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with the Sahel.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look for worm casts.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dip a sugar cube in coloured water.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“Lock down!” by ViNo Gv, CC BY 2.0, via Flickr (https://www.flickr.com/photos/38217093@N03/20143584561)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“Earthworm In Soil” by jwinfred, CC BY-NC-ND 2.0, via Flickr (https://www.flickr.com/photos/98937825@N00/3532746937)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“Salt” by Phillie Casablanca, CC BY 2.0, via Flickr (https://www.flickr.com/photos/19451080@N00/2052715618)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2026-09-27T10:31:35Z</dcterms:created>
  <dcterms:modified xsi:type="dcterms:W3CDTF">2026-09-27T10:31:35Z</dcterms:modified>
</cp:coreProperties>
</file>