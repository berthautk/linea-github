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Examples of Plant Succession.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1999 and 2000 lava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moss on old walls.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ponds that dried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fallow farm.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logging in the 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lithosere 2. hydrosere 3. secondary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Plant Succession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of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Examples of Plant Succession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succession, lithosere, hydrosere, secondary succession, fallow, secondary forest.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succession (lithosere, hydrosere) and secondary succession (fallow, cleared forest).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examples of primary and secondary succession.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lithosere on lava.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hydrosere in a pond.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secondary succession on abandoned farmland.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has stages from pioneers to climax.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succession starts without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Mount Cameroon, ferns now grow on lava from 1999, while an abandoned cassava farm nearby is already covered with bushes and young trees.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return at different speeds.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is primary succession?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lava flow, because it had no soil.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farm faster?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and seeds were still there: secondary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recognise real successions around us and use them in farming and conservation.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LITHOSERE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fernlav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fern growing on lava.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LITHOSERE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ferns grow here before trees?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LITHOSERE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need little soil and grow in cracks where water and dust collect.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LITHOSERE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mo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Moss growing in a rock crack.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LITHOSERE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mosses do for later plants?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LITHOSERE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trap dust and water and add humus: they start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HYDROSERE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po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pond with water lilies.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HYDROSERE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will this pond become after a long time?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HYDROSERE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swamp, then dry land with woodland.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regrow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Young shrubs and trees growing back on cleared land.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secondary succession faster than primary?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Soil, roots and seeds are already there.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from a cleared forest.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forest that grows back the same as the original?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is a secondary forest with different, faster-growing species.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Examples of Plant Succession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Natural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Development of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Examples of Plant Succession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Lithosere: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primary succession that starts on bare rock or lava.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Hydrosere: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succession that starts in fresh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Secondary forest: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forest that grows back after the first forest was cleared.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Primary Succession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Lithosere: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Lichens and mosses colonise bare rock and make thin soil. Ferns and grasses, then shrubs and trees follow.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Mount Cameroon lava flows, ferns and mosses appear first. Forest takes hundreds of years to return.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Primary Succession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Hydrosere: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plants grow and mud collects in a pond. Reeds, then swamp trees and dry woodland replace them.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Secondary Succession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On fallow 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Grasses and weeds come first, then bushes and fast-growing trees. After many years, forest may return.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After logging: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Light-loving trees like umbrella trees grow first. The secondary forest is poorer than the original.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Secondary Succession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 in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Bush fallow uses secondary succession to restore soil fertility. Short fallows do not give enough time.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stages of a lithosere.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Lichens and mosses, then ferns and grasses, then shrubs, then trees (climax).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secondary succession faster?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Soil, roots and seeds are already present.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succession on lava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succession in a pond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 that grows back after clearing is ______ forest.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plants on a fallow field near you and say which stage it has reached.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Spatial Distribution of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fougère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marécage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jachère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Regrowth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repousse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Examples of Plant Succession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a lithosere on lava. Describe a hydrosere in a pond. Describe secondary succession on abandoned farmland.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examples of primary and secondary succession.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Lithosere, Hydrosere, Secondary forest; II. Primary Succession: Lithosere, Example, Hydrosere; III. Secondary Succession: On fallow land, After logging, Use in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plants on a fallow field near you and say which stage it has reached.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“Fern Growing in Lava” by Ed Suominen, CC BY-NC 2.0, via Flickr (https://www.flickr.com/photos/37960170@N07/9688955410)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“Moss growing in rock crevace” by binarydreams, CC BY-NC 2.0, via Flickr (https://www.flickr.com/photos/30479406@N00/1399948300)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“Gooderstone Water Gardens - pond - water lilies” by ell brown, CC BY 2.0, via Flickr (https://www.flickr.com/photos/39415781@N06/5993988041)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“Young, Shrubby Forest” by Wayne National Forest, Public domain 1.0, via Flickr (https://www.flickr.com/photos/39244790@N04/53956302430)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2026-09-27T04:25:25Z</dcterms:created>
  <dcterms:modified xsi:type="dcterms:W3CDTF">2026-09-27T04:25:25Z</dcterms:modified>
</cp:coreProperties>
</file>