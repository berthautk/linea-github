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Examples of Plant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Natural Vegetation, and the sub-topic is Development of Vegetation. The key notions we shall use today are: primary succession, lithosere, hydrosere, secondary succession, fallow, secondary forest. At the end, you should be able to do this: learners are able to describe examples of primary and secondary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The Concept of Climax Vegetation. The question was: Write a short paragraph: "Is the savanna of Cameroon a climax?".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Guinea savanna of Cameroon is largely a plagioclimax maintained by bush fires and grazing; trees return where fire is controlled. The Sahel grassland is closer to a climatic climax because of low rainfall.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a lithosere on lava. Number 2: describe a hydrosere in a pond. Number 3: describe secondary succession on abandoned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Succession has stages from pioneers to climax. Primary succession starts without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Mount Cameroon, ferns now grow on lava from 1999, while an abandoned cassava farm nearby is already covered with bushes and young trees.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Plants return at different speeds.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is primary succession?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lava flow, because it had no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farm faster?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and seeds were still there: secondary succession.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help land recover naturally through fallowing and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recognise real successions around us and use them in farming and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fern growing on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can ferns grow here before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need little soil and grow in cracks where water and dust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moss growing in a rock crack.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mosses do for later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trap dust and water and add humus: they start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pond with water lilies.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will this pond become after a long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swamp, then dry land with woodland.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young shrubs and trees growing back on cleared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secondary succession faster than primary?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roots and seeds are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logs from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Is the forest that grows back the same as the original?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a secondary forest with different, faster-growing species.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Primary Succession. Examples of primary succession are. On this slide we have Lithosere.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Succession. On this slide we have Hydrosere.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hydrosere.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Secondary Succession. Secondary succession can be illustrated as follows. On this slide we have Process.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Succession. On this slide we have Result.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stages of a lithosere.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lichens and mosses, then ferns and grasses, then shrubs, then trees (climax).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secondary succession faster?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 roots and seeds are already present.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lithosere; number 2, hydrosere; number 3,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the plants on a fallow field near you and say which stage it has reached.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Spatial Distribution of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EXAMPLES OF PLANT SUCCESSION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Examples of Plant Succession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Examples of Plant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succession, lithosere, hydrosere, secondary succession, fallow, secondary forest.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succession (lithosere, hydrosere) and secondary succession (fallow, cleared forest).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examples of primary and secondary succession.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The Concept of Climax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short paragraph: "Is the savanna of Cameroon a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Guinea savanna of Cameroon is largely a plagioclimax maintained by bush fires and grazing; trees return where fire is controlled. The Sahel grassland is closer to a climatic climax because of low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lithosere on lava.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 hydrosere in a pond.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secondary succession on abandoned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Succession has stages from pioneers to climax.</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Primary succession starts without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Mount Cameroon, ferns now grow on lava from 1999, while an abandoned cassava farm nearby is already covered with bushes and young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return at different speeds.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primary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lava flow, because it had no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farm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and seeds were still there: secondary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Help land recover naturally through fallowing and protection.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recognise real successions around us and use them in farming and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fernlav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fern growing on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ferns grow here before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little soil and grow in cracks where water and dust collect.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o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Moss growing in a rock crack.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mosses do for later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LITHOSERE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trap dust and water and add humus: they start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po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pond with water lilies.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this pond become after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PRIMARY SUCCESSION: HYDROSERE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swamp, then dry land with woodland.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regrow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shrubs and trees growing back on cleared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secondary succession faster than primary?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roots and seeds are already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forest that grows back the same as the original?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SECONDARY SUCCESSION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a secondary forest with different, faster-growing species.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Natural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of Vegetation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Examples of Plant Succession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Examples of primary succession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Lithosere: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new lava, lichens and mosses colonise first and form the first soil. Ferns, grasses, shrubs and finally forest follow, as on Mount Cameroon lava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Hydrosere: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pond, submerged plants, then floating plants and reeds colonise. Silt and dead plants fill the pond until it becomes a marsh, then dry land with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Primary Succession</a:t>
            </a:r>
            <a:endParaRPr lang="en-US" sz="3600" dirty="0"/>
          </a:p>
        </p:txBody>
      </p:sp>
      <p:pic>
        <p:nvPicPr>
          <p:cNvPr id="4" name="Image 0" descr="/home/claude/f4/img/v2/hydros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hydrosere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Secondary Succession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Secondary succession can be illustrated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an abandoned farm or after logging, grasses and weeds grow first, then shrubs and fast-growing trees. It is faster than primary succession because the soil and seeds are already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Secondary Succession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many years a secondary forest develops, but it is poorer in species than the original forest. Continuous cutting keeps it at a lower stage.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stages of a lithosere.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Lichens and mosses, then ferns and grasses, then shrubs, then trees (climax).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secondary succession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roots and seeds are already present.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on lava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succession in a pond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 that grows back after clearing is ______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on a fallow field near you and say which stage it has reached.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Spatial Distribution of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fougère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jachère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repousse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Natural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Examples of Plant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a lithosere on lava. Describe a hydrosere in a pond. Describe secondary succession on abandoned farmland.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examples of primary and secondary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Primary Succession; Secondary Succession.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plants on a fallow field near you and say which stage it has reached.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1999 and 2000 lava flows.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for moss on old walls.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ponds that dried up.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fallow farm.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logging in the East.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“Fern Growing in Lava” by Ed Suominen, CC BY-NC 2.0, via Flickr (https://www.flickr.com/photos/37960170@N07/9688955410)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“Moss growing in rock crevace” by binarydreams, CC BY-NC 2.0, via Flickr (https://www.flickr.com/photos/30479406@N00/1399948300)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“Gooderstone Water Gardens - pond - water lilies” by ell brown, CC BY 2.0, via Flickr (https://www.flickr.com/photos/39415781@N06/5993988041)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Shrubby Forest” by Wayne National Forest, Public domain 1.0, via Flickr (https://www.flickr.com/photos/39244790@N04/53956302430)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2026-09-29T03:12:54Z</dcterms:created>
  <dcterms:modified xsi:type="dcterms:W3CDTF">2026-09-29T03:12:54Z</dcterms:modified>
</cp:coreProperties>
</file>