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notesMasterIdLst>
    <p:notesMasterId r:id="rId5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notesMaster" Target="notesMasters/notesMaster1.xml"/><Relationship Id="rId59" Type="http://schemas.openxmlformats.org/officeDocument/2006/relationships/presProps" Target="presProps.xml"/><Relationship Id="rId60" Type="http://schemas.openxmlformats.org/officeDocument/2006/relationships/viewProps" Target="viewProps.xml"/><Relationship Id="rId61" Type="http://schemas.openxmlformats.org/officeDocument/2006/relationships/theme" Target="theme/theme1.xml"/><Relationship Id="rId6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13: Evolution of Vegetation over Time: Plant Succession.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3: Understanding and managing biogeographic zones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Natural Vegetation, and the sub-topic is Development of Vegetation. The key notions we shall use today are: plant succession, sere, prisere, pioneer, colonisation, climax, arresting factor. At the end, you should be able to do this: learners are able to explain how vegetation develops over time and what can stop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12: Meaning of Natural Vegetation. The question was: List five plants of your area and say whether each is natural or planted.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Natural: elephant grass, shea tree, baobab, wild acacia. Planted: mango, maize, cotton, eucalyptus and neem around the house.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plant succession and its stages. Number 2: name the types and sites of priseres. Number 3: explain colonisation and arresting factors.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Soil forms from bare rock over time. Lichens and mosses grow on rocks.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An old farm near Ebolowa was abandoned ten years ago. First grass covered it, then bushes, and now young trees are growing. Farmers say that "the forest is coming back".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vegetation changes over time on the same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this change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Plant succession.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is the final stage?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climax vegetation (here, forest).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allow vegetation to recover naturally and avoid factors that stop its growth.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how vegetation grows back and why it is sometimes stopped.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animation: animation: from bare rock to forest.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Name the stages of a plant succession.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Bare ground, pioneers (lichens, mosses), grasses, shrubs, climax forest.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the four priseres.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is a hydrosere? Where does it begin?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succession that begins in fresh water (a pond or lake).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lichens on bare rock.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are lichens called pioneer plants?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are the first to grow on bare rock and start soil 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a hydrosere from open water to woodland.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does a pond slowly become dry land?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Dead plants and mud fill it, and land plants replace water plants.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burnt land after a bush fire.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factors that can stop a succession.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Fire and grazing (also farming, cutting).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Plant succession and Sere.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Prisere.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Types and Sites of Priseres. Successions are of different types according to their site. On this slide we have Primary and secondary succession.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Types and Sites of Priseres. On this slide we have Sites of priseres.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types of priseres.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Process of Plant Colonisation. Colonisation follows these stages. On this slide we have Pioneer stage.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Process of Plant Colonisation. On this slide we have Intermediate stages.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Process of Plant Colonisation. On this slide we have Climax stage.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stages of a plant succession.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Arresting Factors. A succession can be stopped by. On this slide we have Natural factors.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Arresting Factors. On this slide we have Human factors.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plant succession?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gradual change of plant communities in an area over time.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Distinguish primary and secondary succession.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primary starts on bare ground without soil; secondary starts where soil remains.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pioneers; number 2, hydrosere; number 3, arresting.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Observe an abandoned field and describe the plants growing on it.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14: The Concept of Climax Vegetation.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13: EVOLUTION OF VEGETATION OVER TIME: PLANT SUCCESSION</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gif"/><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gif"/><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13</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Evolution of Vegetation over Time: Plant Succession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Understanding and managing biogeographic zones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Natural Vegetation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Development of Vegetation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13: Evolution of Vegetation over Time: Plant Succession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Plant succession, sere, prisere, pioneer, colonisation, climax, arresting factor.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Notion of succession; types; sites of priseres; process of colonisation; arresting factors.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how vegetation develops over time and what can stop it.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12: Meaning of Natural Vegetation):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five plants of your area and say whether each is natural or planted.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Natural: elephant grass, shea tree, baobab, wild acacia. Planted: mango, maize, cotton, eucalyptus and neem around the house.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plant succession and its stages.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Name the types and sites of priseres.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colonisation and arresting factors.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Soil forms from bare rock over time.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Lichens and mosses grow on rocks.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 old farm near Ebolowa was abandoned ten years ago. First grass covered it, then bushes, and now young trees are growing. Farmers say that "the forest is coming back".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vegetation changes over time on the same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this change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Plant succession.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final stage?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climax vegetation (here, forest).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Allow vegetation to recover naturally and avoid factors that stop its growth.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how vegetation grows back and why it is sometimes stopped.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NOTION OF PLANT SUCCESSION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succession.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from bare rock to forest.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NOTION OF PLANT SUCCESSION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stages of a plant succession.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NOTION OF PLANT SUCCESSION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Bare ground, pioneers (lichens, mosses), grasses, shrubs, climax forest.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AND SITES OF PRISERES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priser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four priseres.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AND SITES OF PRISERES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hydrosere? Where does it begin?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AND SITES OF PRISERES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succession that begins in fresh water (a pond or lake).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PROCESS OF COLONISATION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lsa_liche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Lichens on bare rock.</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PROCESS OF COLONISATION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lichens called pioneer plants?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PROCESS OF COLONISATION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the first to grow on bare rock and start soil formation.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PROCESS OF COLONISATION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hydroser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hydrosere from open water to woodland.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PROCESS OF COLONISATION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a pond slowly become dry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PROCESS OF COLONISATION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Dead plants and mud fill it, and land plants replace water plants.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ARRESTING FACTORS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bushfir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Burnt land after a bush fire.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ARRESTING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factors that can stop a succession.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ARRESTING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Fire and grazing (also farming, cutting).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Natural Vegetation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Development of Vegetation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13: Evolution of Vegetation over Time: Plant Succession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Plant succession: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gradual change of plant communities on a site over time until a stable climax is reached.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whole series of plant communities in a succession.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Prisere: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succession that begins on a bare surface that never had vegetation.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and Sites of Priseres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Successions are of different types according to their site: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Primary and secondary succession: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Primary succession starts on a new bare surface such as lava. Secondary succession starts where vegetation was removed, such as an abandoned farm.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and Sites of Priseres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Sites of priseres: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lithosere begins on bare rock, a psammosere on sand dunes and a hydrosere in fresh water. A halosere begins in salt marshes.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and Sites of Priseres</a:t>
            </a:r>
            <a:endParaRPr lang="en-US" sz="3600" dirty="0"/>
          </a:p>
        </p:txBody>
      </p:sp>
      <p:pic>
        <p:nvPicPr>
          <p:cNvPr id="4" name="Image 0" descr="/home/claude/f4/img/v2/priser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types of priseres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Process of Plant Colonisation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Colonisation follows these stages: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Pioneer stage: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Lichens and mosses colonise the bare surface and start weathering it. They add the first organic matter.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Process of Plant Colonisation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Intermediate stages: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Grasses, herbs and shrubs follow as the soil deepens and improves. Each community changes the site and prepares it for the next.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Process of Plant Colonisation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Climax stage: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Trees and a stable community are reached, in balance with the climate. The number of species and the biomass are highest.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Process of Plant Colonisation</a:t>
            </a:r>
            <a:endParaRPr lang="en-US" sz="3600" dirty="0"/>
          </a:p>
        </p:txBody>
      </p:sp>
      <p:pic>
        <p:nvPicPr>
          <p:cNvPr id="4" name="Image 0" descr="/home/claude/f4/img/v2/succession.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stages of a plant succession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Arresting Factors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 succession can be stopped by: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Natural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Fire from lightning, floods, landslides and volcanic eruptions can stop or reverse a succession. Grazing by wild animals also keeps grasses.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Arresting Factors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Human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Bush fires, farming, grazing, logging and building stop the succession. The vegetation that results is a plagioclimax.</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plant succession?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gradual change of plant communities in an area over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primary and secondary succession.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Primary starts on bare ground without soil; secondary starts where soil remains.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first plants on bare rock are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succession in fresh water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Fire and grazing are ______ factors.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Observe an abandoned field and describe the plants growing on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14: The Concept of Climax Vegetation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Succession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succession végétale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Pioneer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Pionnier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Climax</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climax</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Lichen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lichen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Colonisation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colonisation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L'étang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Natural Vegetation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13: Evolution of Vegetation over Time: Plant Succession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plant succession and its stages. Name the types and sites of priseres. Explain colonisation and arresting factors.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how vegetation develops over time and what can stop it.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Types and Sites of Priseres; The Process of Plant Colonisation; Arresting Factors.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Observe an abandoned field and describe the plants growing on it.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1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stages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list the four priseres.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look for lichens on walls.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describe a swampy pond.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yearly bush fires.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3 (Biogeography).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“Lichens on rock - Mason Lake” by brewbooks, CC BY-SA 2.0, via Flickr (https://www.flickr.com/photos/93452909@N00/2924427336)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“20111216-NRCS-LSC-0355” by USDAgov, CC BY 2.0, via Flickr (https://www.flickr.com/photos/41284017@N08/6551564351)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56</Slides>
  <Notes>56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56</vt:i4>
      </vt:variant>
    </vt:vector>
  </HeadingPairs>
  <TitlesOfParts>
    <vt:vector size="5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2026-09-29T12:18:41Z</dcterms:created>
  <dcterms:modified xsi:type="dcterms:W3CDTF">2026-09-29T12:18:41Z</dcterms:modified>
</cp:coreProperties>
</file>