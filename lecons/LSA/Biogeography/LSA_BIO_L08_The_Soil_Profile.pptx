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8: The Soil Profile.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profile.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a road cutting.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scrape the surface under a tree.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pour muddy water through sand.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arrows on the profile.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A 2. B 3. 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8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Soil Profile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Development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Profile Development and Forming Processes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8: The Soil Profile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profile, horizon, O, A, E, B, C, R horizons, eluviation, illuviation.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of soil profile; the ideal profile and its horizons; reasons for horizons.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a soil profile and explain why soils have horizons.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soil profile and horizon.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ideal soil profile.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horizons form.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Soil forms in stages.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moves down through the soil.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During the building of a road near Dschang, learners see a fresh cutting with a dark layer at the top, a red layer in the middle and broken rock at the bottom.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Learners do not know why the soil has layers.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are these layers called?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Horizons.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whole section called?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soil profile.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read soil profiles, which tell us how a soil formed and how it can be used.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IDEAL PROFILE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ideal_profi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ideal soil profile.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IDEAL PROFILE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horizons from the top to the bottom.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IDEAL PROFILE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O, A, E, B, C and R.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IDEAL PROFILE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soilp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real soil profile in a pit.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IDEAL PROFILE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horizon is darkest? Why?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THE IDEAL PROFILE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 horizon, because it is rich in humus.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HORIZONS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litt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Dead leaves on the surface.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HORIZONS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horizon is made of dead leaves and humus?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HORIZONS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O (organic) horizon.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minor_process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 washed out and washed in.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E horizon pale and the B horizon rich in clay?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washes clay and iron out of E (eluviation) and leaves them in B (illuviation).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soil_profi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Weathering from the bottom and humus from the top.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other reasons why horizons form.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Humus is added from the top, and weathering works from the rock below.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Soil Profile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Soil Development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Soil Profile Development and Forming Processes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8: The Soil Profile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Soil profile: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vertical section of soil from the surface to the rock.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Horizon: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layer of the soil with its own colour, texture and structure.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Eluviation: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washing out of materials from a horizon.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Illuviation: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deposit of washed-in materials in a lower horizon.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Ideal Profile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O and A horizons: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 is fresh and rotting litter at the surface. A is dark topsoil with humus, roots and life.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E and B horizons: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 is a pale layer that has lost clay and iron. B is the subsoil where clay, iron and humus collect.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The Ideal Profile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 and R horizons: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 is weathered parent rock. R is the solid bedrock.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Why Horizons Form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Water movement: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Rain water carries materials down by eluviation and leaves them in B. In dry areas water can move salts upward.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Additions and weathering: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Organic matter is added from the top. Weathering acts on the rock from below.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Why Horizons Form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Living things: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Roots and animals mix the upper layers. The profile depends on climate, time and relief.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Why Horizons Form (3/3)</a:t>
            </a:r>
            <a:endParaRPr lang="en-US" sz="3600" dirty="0"/>
          </a:p>
        </p:txBody>
      </p:sp>
      <p:pic>
        <p:nvPicPr>
          <p:cNvPr id="13" name="Image 0" descr="/home/claude/f4/img/v2/ideal_profil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ideal profile.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a soil profile?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vertical section of soil from the surface to the rock.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eluviation and illuviation.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Eluviation washes materials out of a horizon; illuviation deposits them in a lower horizon.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dark topsoil is the ______ horizon.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Clay and iron collect in the ______ horizon.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bedrock is the ______ horizon.</a:t>
            </a:r>
            <a:endParaRPr lang="en-US" sz="3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a soil profile seen in a road cutting near your home and label the horizons.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9: Major Pedogenic Regimes.</a:t>
            </a:r>
            <a:endParaRPr lang="en-US" sz="4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Profile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profil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Horizon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L'horizon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Topsoil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couche arable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Subsoil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sous-sol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roche en place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Eluviation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L'éluviation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Soil Development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8: The Soil Profile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soil profile and horizon. Describe the ideal soil profile. Explain why horizons form.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describe a soil profile and explain why soils have horizons.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Soil profile, Horizon, Eluviation, Illuviation; II. The Ideal Profile: O and A horizons, E and B horizons, C and R horizons; III. Why Horizons Form: Water movement, Additions and weathering, Living things.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a soil profile seen in a road cutting near your home and label the horizons.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“Humic Dystrudept (fine-loamy, isotic, frigid)” by SoilScience.info, CC BY 2.0, via Flickr (https://www.flickr.com/photos/22503286@N06/5140645742)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“Heavily earthworm-infested soil” by esagor, CC BY-NC 2.0, via Flickr (https://www.flickr.com/photos/7357861@N03/1993224477)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2026-09-26T18:31:42Z</dcterms:created>
  <dcterms:modified xsi:type="dcterms:W3CDTF">2026-09-26T18:31:42Z</dcterms:modified>
</cp:coreProperties>
</file>