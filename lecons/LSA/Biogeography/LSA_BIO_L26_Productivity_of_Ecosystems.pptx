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Ecosystem Productivity. The key notions we shall use today are: productivity, primary productivity, secondary productivity, gross primary productivity, net primary productivity, respiration. At the end, you should be able to do this: learners are able to explain and compare the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Nutrient Cycling and Ecosystem Management. The question was: Suggest a plan to keep the soil of your family farm fertile for ten years.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 use cow dung and compost every year; rotate cereals with legumes; plant trees along the fields; mulch; build contour ridges; leave part of the land fallow; stop burning crop residues.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productivity and its types. Number 2: distinguish gross and net primary productivity. Number 3: compare the productivity of ecosystems and explain the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make food by photosynthesis. Energy is lost by respiration.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forester says that one hectare of rainforest makes about 25 times more new plant matter each year than one hectare of desert. Learners want to know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Ecosystems produce very different amounts of plant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we call this production?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rainforest so productive?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heat, light, water and a long growing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where ecosystems are most productive to use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which ecosystems produce the most food and wood,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plants make new matter by photosynthesis.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primary productivity?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rate at which plants make new organic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net primary productivity of biomes.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biome is the most productive? Which is the least?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 rainforest. Least: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tropical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why rainforests are very productive.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temperature and much rain all year (long growing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tundra.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productivity low in the tundra?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cold and the growing season is very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scientists measuring vegetation with a quadrat.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scientists measure plant productivity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cut and weigh the plants in a quadrat at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Productivity. Productivity can be understood as follows. On this slide we have Productivity and Primary productivity.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Productivity. On this slide we have Secondary productivity.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of Productivity. Productivity is measured in two ways. On this slide we have Gross primary productivity (GPP).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of Productivity. On this slide we have Net primary productivity (NPP).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Productivity of Ecosystems and Factors. Productivity varies between ecosystems. On this slide we have Productivity of different ecosystems.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Productivity of Ecosystems and Factors. On this slide we have Reasons and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net primary productivity of biomes.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GPP and NPP.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gPP is all matter made by photosynthesis; NPP is GPP minus respiration.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factors of productivity.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temperature, water and light (also nutrients).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respiration; number 2, rainforest; number 3,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Rank five biomes by productivity and give one reason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Measurement of Ecosystem Productivity.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26: PRODUCTIVITY OF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Productivity of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Productivity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Productivity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Productivity, primary productivity, secondary productivity, gross primary productivity, net primary productivity, respiration.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(primary and secondary); measurement (gross and net); productivity of ecosystems and reasons;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compare the productivity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Nutrient Cycling and Ecosystem Management):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keep the soil of your family farm fertile for ten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use cow dung and compost every year; rotate cereals with legumes; plant trees along the fields; mulch; build contour ridges; leave part of the land fallow; stop burning crop residues.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productivity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gross and net primary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productivity of ecosystems and explain the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make food by photosynthesis.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Energy is lost by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forester says that one hectare of rainforest makes about 25 times more new plant matter each year than one hectare of desert. Learners want to know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produce very different amounts of plant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rainforest so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heat, light, water and a long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where ecosystems are most productive to use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which ecosystems produce the most food and wood,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veg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Plants make new matter by photosynthesis.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primary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rate at which plants make new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OF DIFFERENT ECOSYSTEMS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Net primary productivity of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OF DIFFERENT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biome is the most productive? Which is the least?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OF DIFFERENT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rainforest. Least: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HIGH PRODUCTIVITY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Tropical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HIGH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why rainforests are very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HIGH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temperature and much rain all year (long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LOW PRODUCTIVITY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tundr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tundra.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LOW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productivity low in the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LOW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cold and the growing season is very short.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quadr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Scientists measuring vegetation with a quadrat.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scientists measure plant productivity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cut and weigh the plants in a quadrat at intervals.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Ecosystem Productivity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Productivity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Productivity</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new organic matter (biomass) is produced in an ecosystem, in g/m²/year.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production of organic matter by green plants through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Productivity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production of new biomass by consumers (animals) from the food they eat. It is much smaller than primary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Productivity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is measured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Gross primary productivity (GPP):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energy or matter fixed by plants through photosynthesis. Part of it is used for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Productivity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primary productivity (NPP):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NPP = GPP − respiration; it is the matter available to consumers. It is measured by harvesting and weighing dry plant matter in quadrats.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Productivity of Ecosystems and Factors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varies between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of different ecosystems: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Tropical rainforests (about 2,200 g/m²/year) and swamps are the most productive. Deserts, tundra and the open ocean are the least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Productivity of Ecosystems and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and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 warmth, water and nutrients increase productivity. Cold, drought and poor soils reduce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Productivity of Ecosystems and Factors</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net primary productivity of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GPP and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GPP is all matter made by photosynthesis; NPP is GPP minus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water and light (also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NPP = GPP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productive land biome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Matter made by animals is ______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biomes by productivity and give one reason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Measurement of Ecosystem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Productivity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productivité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Growing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Productivity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productivity and its types. Distinguish gross and net primary productivity. Compare the productivity of ecosystems and explain the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compare the productivity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Productivity; Measurement of Productivity; Productivity of Ecosystems and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Rank five biomes by productivity and give one reason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explain with a growing plant.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 tundra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make a 1 m square with sticks.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“Fall Tundra Landscape” by Andrea Pokrzywinski, CC BY 2.0, via Flickr (https://www.flickr.com/photos/65781065@N00/2891717078)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“Vegetation Monitoring, Katmai NPP” by swanNPS, CC BY-NC 2.0, via Flickr (https://www.flickr.com/photos/90673956@N06/16796099732)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2026-09-27T10:08:04Z</dcterms:created>
  <dcterms:modified xsi:type="dcterms:W3CDTF">2026-09-27T10:08:04Z</dcterms:modified>
</cp:coreProperties>
</file>