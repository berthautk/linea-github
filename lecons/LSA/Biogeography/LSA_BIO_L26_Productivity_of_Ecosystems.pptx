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26: Productivity of Ecosystems.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with a growing plant.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bar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savanna.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tundra on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make a 1 m square with sticks.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respiration 2. rainforest 3. secondary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of Ecosystems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 Productivity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26: Productivity of Ecosystems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Productivity, primary productivity, secondary productivity, gross primary productivity, net primary productivity, respiration.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types (primary and secondary); measurement (gross and net); productivity of ecosystems and reasons;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and compare the productivity of ecosystems.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productivity and its types.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gross and net primary productivity.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productivity of ecosystems and explain the factors.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make food by photosynthesis.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is lost by respiration.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forester says that one hectare of rainforest makes about 25 times more new plant matter each year than one hectare of desert. Learners want to know why.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Ecosystems produce very different amounts of plant matter.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we call this production?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Productivity.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rainforest so productive?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heat, light, water and a long growing season.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which ecosystems produce the most food and wood, and why.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veg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make new matter by photosynthesis.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primary productivity?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rate at which plants make new organic matter.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productiv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 primary productivity of biomes.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biome is the most productive? Which is the least?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Most: rainforest. Least: desert.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HIGH PRODUCTIVITY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 rainforest.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HIGH PRODUCTIVITY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reasons why rainforests are very productive.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HIGH PRODUCTIVITY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temperature and much rain all year (long growing season).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LOW PRODUCTIVITY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tundr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tundra.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LOW PRODUCTIVITY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productivity low in the tundra?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LOW PRODUCTIVITY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cold and the growing season is very short.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quadr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Scientists measuring vegetation with a quadrat.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scientists measure plant productivity in the field?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cut and weigh the plants in a quadrat at intervals.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Productivity of Ecosystems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Ecosystem Productivity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26: Productivity of Ecosystems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Productivity: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rate at which new organic matter is made in an ecosystem.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Gross primary productivity (GPP):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all the organic matter made by plants in photosynthesis.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Net primary productivity (NPP):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GPP minus the matter used by plants in respiration.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Measurement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Primary productivity: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made by plants from sunlight. It is the base of all food.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Secondary productivity: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new matter made by animals from the food they eat. It is much smaller than primary productivity.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and Measurement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NPP = GPP − respiration, in g/m²/year. Scientists harvest plants in quadrats or use satellites.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Productivity of Ecosystems and Factors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High: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Rainforests and swamps produce about 2,000 g/m²/year. They have heat, water and light all year.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Deserts and tundra produce under 200 g/m²/year. They lack water or warmth.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Productivity of Ecosystems and Factors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Light, temperature, water and nutrients control productivity. Man can raise it with irrigation and fertiliser.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Productivity of Ecosystems and Factors (3/3)</a:t>
            </a:r>
            <a:endParaRPr lang="en-US" sz="3600" dirty="0"/>
          </a:p>
        </p:txBody>
      </p:sp>
      <p:pic>
        <p:nvPicPr>
          <p:cNvPr id="13" name="Image 0" descr="/home/claude/f4/img/v2/productivity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bar graph.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GPP and NPP.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GPP is all matter made by photosynthesis; NPP is GPP minus respiration.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factors of productivity.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Temperature, water and light (also nutrients).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NPP = GPP −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most productive land biome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Matter made by animals is ______ productivity.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 five biomes by productivity and give one reason for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2: Measuring Ecosystem Productivity.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Productivity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productivité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quadrat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Growing 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 de croissance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26: Productivity of Ecosystems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productivity and its types. Distinguish gross and net primary productivity. Compare the productivity of ecosystems and explain the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and compare the productivity of ecosystems.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Productivity, Gross primary productivity (GPP), Net primary productivity (NPP); II. Types and Measurement: Primary productivity, Secondary productivity, Measurement; III. Productivity of Ecosystems and Factors: High, Low,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five biomes by productivity and give one reason for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“Fall Tundra Landscape” by Andrea Pokrzywinski, CC BY 2.0, via Flickr (https://www.flickr.com/photos/65781065@N00/2891717078)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“Vegetation Monitoring, Katmai NPP” by swanNPS, CC BY-NC 2.0, via Flickr (https://www.flickr.com/photos/90673956@N06/16796099732)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2026-09-27T04:25:26Z</dcterms:created>
  <dcterms:modified xsi:type="dcterms:W3CDTF">2026-09-27T04:25:26Z</dcterms:modified>
</cp:coreProperties>
</file>