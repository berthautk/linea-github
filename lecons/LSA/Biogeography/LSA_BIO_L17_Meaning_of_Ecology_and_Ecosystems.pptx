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17: Meaning of Ecology and Ecosystems.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things in the school garden.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savanna.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local pond.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name herbivores of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rotting leaves.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ecology 2. producers 3. decomposers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17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of Ecology and Ecosystems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17: Meaning of Ecology and Ecosystems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Ecology, ecosystem, biotic, abiotic, producer, consumer, decomposer, habitat.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 of ecology and ecosystems; components; characteristics.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define an ecosystem and identify its components and characteristics.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ecology and ecosystem.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abiotic and biotic components.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characteristics of ecosystems.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need sunlight, water and nutrients.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Decomposers break down dead matter.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Waza National Park, a guide explains that if lions disappear, antelopes increase, eat all the grass and then die of hunger. Everything is linked.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Living things depend on each other and on their environment.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such a linked community called?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ecosystem.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non-living parts.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Sunlight, water, air, soil and nutrients.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introduces ecosystems, the units in which living things and their environment work together.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ecosystem_component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Abiotic and biotic components.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abiotic and two biotic components of an ecosystem.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COMPONENTS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Abiotic: sunlight, water. Biotic: plants, animals.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TERRESTRIAL ECOSYSTEM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savann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17691"/>
            <a:ext cx="11640312" cy="427417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savanna: a land ecosystem.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TERRESTRIAL ECOSYSTEM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the producers in the savanna?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TERRESTRIAL ECOSYSTEM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Grasses and trees.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AQUATIC ECOSYSTEM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po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pond: a water ecosystem.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AQUATIC ECOSYSTEM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one producer and one consumer in a pond.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AQUATIC ECOSYSTEM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Producer: water lilies or algae. Consumer: fish or frogs.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BIOTIC ROLES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lsa_zeb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Zebras grazing.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BIOTIC ROLES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role of the zebra in the ecosystem?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BIOTIC ROLES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consumer (herbivore) that eats plants.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BIOTIC ROLES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fung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fungus on dead wood.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BIOTIC ROLES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would happen without decomposers?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BIOTIC ROLES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 matter would pile up and nutrients would not return to the soil.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Meaning of Ecology and Ecosystems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Ecological Systems (Ecosystems)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Basic Concepts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17: Meaning of Ecology and Ecosystems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Ecology: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study of living things and their relationships with the environment.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Ecosystem: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community of living things interacting with their non-living environment.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Habitat: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place where an organism lives.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Components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Abiotic components: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the non-living parts: sunlight, heat, water, air, soil and nutrients. They control which organisms can live there.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Producers: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 plants make food by photosynthesis. They are the base of the ecosystem.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Components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Consumers and decomposers: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Consumers are animals that eat plants or other animals. Decomposers break down dead matter and recycle nutrients.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Characteristics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Size: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Ecosystems can be small, like a pond, or huge, like a rainforest. The largest are called biomes.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Interdependence: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parts depend on each other. A change in one part affects the others.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Characteristics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Open systems: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and matter enter and leave. Ecosystems tend towards a balance (equilibrium).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Characteristics (3/3)</a:t>
            </a:r>
            <a:endParaRPr lang="en-US" sz="3600" dirty="0"/>
          </a:p>
        </p:txBody>
      </p:sp>
      <p:pic>
        <p:nvPicPr>
          <p:cNvPr id="13" name="Image 0" descr="/home/claude/f4/img/v2/ecosystem_component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components.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an ecosystem.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community of living things interacting with their non-living environment.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producers, consumers and decomposers.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Producers make food; consumers eat others; decomposers break down dead matter.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study of organisms and their environment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 plants are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Fungi and bacteria are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the producers, consumers and decomposers in your compound.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18: The Ecosystem as a System.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L'écologie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L'écosystème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producteur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consommateur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décomposeur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L'habitat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Ecological Systems (Ecosystems)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17: Meaning of Ecology and Ecosystems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ecology and ecosystem. Identify the abiotic and biotic components. Describe the characteristics of ecosystems.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define an ecosystem and identify its components and characteristics.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Ecology, Ecosystem, Habitat; II. Components: Abiotic components, Producers, Consumers and decomposers; III. Characteristics: Size, Interdependence, Open systems.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the producers, consumers and decomposers in your compound.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“Blue Wildebeest in the Lowveld” by Martin_Heigan, CC BY-NC-ND 2.0, via Flickr (https://www.flickr.com/photos/97303475@N00/2089079933)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“Gooderstone Water Gardens - pond - water lilies” by ell brown, CC BY 2.0, via Flickr (https://www.flickr.com/photos/39415781@N06/5993988041)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“Zebra” by mape_s, CC BY 2.0, via Flickr (https://www.flickr.com/photos/50931380@N00/333863114)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“Mushroom, underneath_2012-09-21-14.51.00 ZS PMax” by Sam Droege, Public domain 1.0, via Flickr (https://www.flickr.com/photos/54563451@N08/8016189217)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2026-09-27T04:25:25Z</dcterms:created>
  <dcterms:modified xsi:type="dcterms:W3CDTF">2026-09-27T04:25:25Z</dcterms:modified>
</cp:coreProperties>
</file>