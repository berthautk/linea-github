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24: Nutrient Cycling in Contrasting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The Functioning of Ecosystems. The key notions we shall use today are: selva, steppe, taiga, nutrient store, plantation, cereal farming. At the end, you should be able to do this: learners are able to compare nutrient cycles of the selva, steppe and taiga and explain the effects of replacing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23: Nutrient Cycling and the Gersmehl Model. The question was: Draw the Gersmehl model and explain each arrow in one sentence.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diagram shows three circles (biomass, litter, soil) linked by fallout, decomposition and uptake, with inputs from weathering and rain and outputs by leaching and runoff.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nutrient cycle of the selva and its plantation replacement. Number 2: describe the nutrient cycle of the steppe and its cereal replacement. Number 3: describe the nutrient cycle of the taiga.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Gersmehl model has three stores. Heavy rain causes leaching.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When forest is cleared for farms in southern Cameroon, crops grow well for two or three years and then fail. On the steppes of Ukraine, wheat has grown on the same black soils for a century.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Cleared rainforest soils lose fertility fast, but steppe soils stay fertile.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are the nutrients in the rainforest?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Mostly in the biomass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Where are they in the steppe?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Mostly in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manage cleared ecosystems so that their soils do not lose fertility.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why some ecosystems can be farmed for long and others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nutrient stores in three biomes.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In which biome is the biomass store largest? In which is the soil store largest?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Biomass: selva. Soil: steppe.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selva (tropical rainforest).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is the litter store small in the selva?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Heat and humidity make decomposition very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oil palm plantation replacing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happens to nutrients when the selva is cleared?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biomass store is removed and rain leaches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harvesting wheat on former grassland.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could steppes be farmed for so long?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Their soils (chernozems) store many nutrients.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the taiga (coniferous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the litter store large in the taiga?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cold, so decomposition is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Selva and its Replacement. Nutrient cycling in the tropical rainforest is as follows. On this slide we have The selva.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Selva and its Replacement. On this slide we have Man-made replacement.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gersmehl models of three biomes.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Steppe and its Replacement. Nutrient cycling in the temperate grassland is as follows. On this slide we have The steppe.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Steppe and its Replacement. On this slide we have Man-made replacement.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Taiga. Nutrient cycling in the coniferous forest is as follows. On this slide we have Stores.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Taiga. On this slide we have Flows.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Where are most nutrients in the selva, the steppe and the taiga?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selva: biomass. Steppe: soil. Taiga: litter.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do cleared rainforest soils lose fertility quickly?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biomass store is removed and heavy rain leaches the soil.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biomass; number 2, soil; number 3, litter.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Gersmehl models of the selva and the steppe and explain the differences.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25: Nutrient Cycling and Ecosystem Management.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24: NUTRIENT CYCLING IN CONTRASTING ECOSYSTEMS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Nutrient Cycling in Contrasting Ecosystems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Functioning of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24: Nutrient Cycling in Contrasting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Selva, steppe, taiga, nutrient store, plantation, cereal farming.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Nutrient cycles of the selva and the man-made ecosystem replacing it; the steppe and its replacement; the taiga.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compare nutrient cycles of the selva, steppe and taiga and explain the effects of replacing them.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23: Nutrient Cycling and the Gersmehl Model):</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Gersmehl model and explain each arrow in one sentence.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diagram shows three circles (biomass, litter, soil) linked by fallout, decomposition and uptake, with inputs from weathering and rain and outputs by leaching and runoff.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nutrient cycle of the selva and its plantation replacement.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nutrient cycle of the steppe and its cereal replacement.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nutrient cycle of the taiga.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Gersmehl model has three stores.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Heavy rain causes leaching.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forest is cleared for farms in southern Cameroon, crops grow well for two or three years and then fail. On the steppes of Ukraine, wheat has grown on the same black soils for a century.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Cleared rainforest soils lose fertility fast, but steppe soils stay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the nutrients in the rainforest?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Mostly in the biomass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they in the steppe?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Mostly in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Manage cleared ecosystems so that their soils do not lose fertility.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why some ecosystems can be farmed for long and others cannot.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COMPARISON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gersmehl_compa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Nutrient stores in three biomes.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COMPARISON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which biome is the biomass store largest? In which is the soil store largest?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COMPARISON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Biomass: selva. Soil: steppe.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SELVA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selva (tropical rainforest).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SELVA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litter store small in the selva?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SELVA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Heat and humidity make decomposition very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SELVA REPLACED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oilpal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oil palm plantation replacing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SELVA REPLACED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happens to nutrients when the selva is cleared?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SELVA REPLACED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biomass store is removed and rain leaches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STEPPE REPLACED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whea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Harvesting wheat on former grassland.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STEPPE REPLACED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could steppes be farmed for so long?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STEPPE REPLACED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Their soils (chernozems) store many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TAIGA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conif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taiga (coniferous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TAIGA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litter store large in the taiga?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THE TAIGA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cold, so decomposition is slow.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The Functioning of Ecosystems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24: Nutrient Cycling in Contrasting Ecosystems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Selva and its Replacement</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Nutrient cycling in the tropical rainforest is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selva: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nutrients are stored in the huge biomass, while the litter and soil stores are small. Hot, wet conditions decompose litter quickly, and roots take nutrients up at once.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Selva and its Replacement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Man-made replacement: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the forest is cleared for farms or plantations, the biomass store is removed. Heavy rain leaches the poor soil, so fertility falls within a few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Selva and its Replacement</a:t>
            </a:r>
            <a:endParaRPr lang="en-US" sz="3600" dirty="0"/>
          </a:p>
        </p:txBody>
      </p:sp>
      <p:pic>
        <p:nvPicPr>
          <p:cNvPr id="4" name="Image 0" descr="/home/claude/f4/img/v2/gersmehl_compa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Gersmehl models of three biomes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Steppe and its Replacement</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Nutrient cycling in the temperate grassland is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The steppe: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 store is the largest, with deep, dark chernozems rich in humus. The biomass is small, and grass dies back each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Steppe and its Replacement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Man-made replacement: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Steppes were ploughed for wheat and maize, and the rich soil allowed long farming. But overuse, erosion and the Dust Bowl show that nutrients must be restored.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Taiga</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Nutrient cycling in the coniferous forest is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Stores: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litter store is the largest, because the cold climate slows decomposition. Needles are acid and decompose slowly.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The Taiga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Flows: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Uptake and decomposition are slow, and soils are acid podsols. The system is poor in available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most nutrients in the selva, the steppe and the taiga?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Selva: biomass. Steppe: soil. Taiga: litter.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cleared rainforest soils lose fertility quickly?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biomass store is removed and heavy rain leaches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the selva most nutrients are in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the steppe most nutrients are in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In the taiga the ______ store is large.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Gersmehl models of the selva and the steppe and explain the differences.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25: Nutrient Cycling and Ecosystem Management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Rainforest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forêt dense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Steppe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steppe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Taiga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taïga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plantation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Wheat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blé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Decomposition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décomposition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24: Nutrient Cycling in Contrasting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nutrient cycle of the selva and its plantation replacement. Describe the nutrient cycle of the steppe and its cereal replacement. Describe the nutrient cycle of the taiga.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compare nutrient cycles of the selva, steppe and taiga and explain the effects of replacing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Selva and its Replacement; The Steppe and its Replacement; The Taiga.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Gersmehl models of the selva and the steppe and explain the differences.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three models.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thin litter of the forest.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shifting cultivation.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find Ukraine and the Prairies.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find the taiga on a map.</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“Aerial view of oil palm plantation” by CIFOR, CC BY-NC-ND 2.0, via Flickr (https://www.flickr.com/photos/45423546@N07/38802487905)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“John Deere Combine” by SnoShuu, CC BY-NC-ND 2.0, via Flickr (https://www.flickr.com/photos/85888233@N00/2776467094)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“Battleship Lake” by `James Wheeler, CC BY-NC-SA 2.0, via Flickr (https://www.flickr.com/photos/24128704@N08/16587218945)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2026-09-29T03:12:56Z</dcterms:created>
  <dcterms:modified xsi:type="dcterms:W3CDTF">2026-09-29T03:12:56Z</dcterms:modified>
</cp:coreProperties>
</file>