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Chemical Properties of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and its Properties, and the sub-topic is Soil Properties and their Significance. The key notions we shall use today are: soil colour, nutrients, macronutrients, pH, acidity, alkalinity, liming. At the end, you should be able to do this: learners are able to explain soil colour, nutrients and pH and their effect on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Soil Depth, Organic Matter and Soil Organisms. The question was: Make a small compost heap with leaves and observe it for two weeks.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After two weeks the compost heap becomes warm, smaller and darker; the leaves begin to rot because bacteria, fungi and worms decompose them into humus.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what soil colour shows. Number 2: name the main soil nutrients. Number 3: explain soil pH, its factors and significance.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Humus is dark. Leaching removes minerals from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An agricultural officer in Bertoua tests a farmer's soil and says that it is "too acid" for maize. She advises the farmer to add lime and manure.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soil is too acid for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measures acidity?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 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acidity be reduced?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adding lime.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test and correct soil chemistry to improve crop yields.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chemistry of soil, which controls fertility.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red tropical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gives this soil its red colour?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Iron oxides (rust) formed by weathering in a hot, wet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dark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dark colour usually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Much humus (or clay rich in minerals, as in black earths).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soil pH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pH is best for most crops?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6 to 7 (slightly acid to neutral).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soil pH test kit.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a farmer measure soil pH?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With a test kit or pH paper that changes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farmer applying fertiliser.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the three main nutrients in fertiliser.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Nitrogen (N), phosphorus (P) and potassium (K).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Colour. Soil colour can be studied as follows. On this slide we have Meaning and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Colour. On this slide we have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Nutrients. Soil nutrients can be studied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Nutrients. On this slide we have Factors and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pH. Soil pH can be studied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pH. On this slide we have Factors and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pH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does a red soil colour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iron oxides formed by weathering in a hot, wet climate.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soils of the rainforest often acid?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heavy rain leaches the bases (calcium, magnesium) out of the soil.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neutral; number 2, lime; number 3, nutrients.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Read the label of a fertiliser bag and explain what N, P and K do.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Soil Fertility.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CHEMICAL PROPERTIES OF THE SOIL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Chemical Properties of the Soil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and its Properties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Properties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Chemical Properties of 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colour, nutrients, macronutrients, pH, acidity, alkalinity, liming.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colour, soil nutrients and soil pH: meaning, factors and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soil colour, nutrients and pH and their effect on crops.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Soil Depth, Organic Matter and Soil Organisms):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small compost heap with leaves and observe it for two weeks.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two weeks the compost heap becomes warm, smaller and darker; the leaves begin to rot because bacteria, fungi and worms decompose them into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what soil colour shows.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soil nutrients.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soil pH, its factors and significance.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Humus is dark.</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Leaching removes minerals from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agricultural officer in Bertoua tests a farmer's soil and says that it is "too acid" for maize. She advises the farmer to add lime and manure.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too acid for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measures acidity?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acidity be reduced?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adding lime.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Test and correct soil chemistry to improve crop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chemistry of soil, which controls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COLOUR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tropical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COLOUR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gives this soil its red colour?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COLOUR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oxides (rust) formed by weathering in a hot, wet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COLOUR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lack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dark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COLOUR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dark colour usually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COLOUR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Much humus (or clay rich in minerals, as in black earths).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h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soil pH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pH is best for most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6 to 7 (slightly acid to neutral).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pht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pH test kit.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farmer measure soil 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test kit or pH paper that changes colour.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NUTRIENTS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fertilis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applying fertiliser.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NUTRIENTS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nutrients in fertiliser.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NUTRIENTS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Nitrogen (N), phosphorus (P) and potassium (K).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and its Properties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Properties and their Significance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Chemical Properties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Soil Colour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colour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and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colour is the shade of the soil, which depends on humus, iron compounds and drainage. Red soils contain oxidised iron, while dark soils are rich in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Soil Colour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Grey or mottled colours show poor drainage (waterlogging). Colour helps to identify horizons and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Nutrients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nutrients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Nutrients are the chemical elements that plants need to grow. Macronutrients are nitrogen (N), phosphorus (P) and potassium (K), plus calcium and magnesium.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Nutrients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Nutrients come from weathered rock, humus and fertilisers. They are lost by leaching, erosion and crop removal.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 helps leaf growth, P helps roots and flowers, and K helps fruits and resistance to disease. Lack of nutrients reduces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pH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 measures how acid or alkaline a soil is, on a scale from 0 to 14. A pH of 7 is neutral, below 7 is acid and above 7 is alkaline.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pH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and leaching make soils acid, as in the equatorial forest. Dry climates and limestone make soils alkaline.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crops grow best between pH 6 and 7. Farmers add lime to acid soils; pH is measured with a pH meter or indicator paper.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pH</a:t>
            </a:r>
            <a:endParaRPr lang="en-US" sz="3600" dirty="0"/>
          </a:p>
        </p:txBody>
      </p:sp>
      <p:pic>
        <p:nvPicPr>
          <p:cNvPr id="4" name="Image 0" descr="/home/claude/f4/img/v2/ph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pH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red soil colour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oxides formed by weathering in a hot, wet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soils of the rainforest often acid?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leaches the bases (calcium, magnesium) out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pH of 7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Acid soils are corrected by adding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 P and K are plant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the label of a fertiliser bag and explain what N, P and K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Nutrient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L'élément nutritif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L'engrais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and its Properties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Chemical Properties of the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what soil colour shows. Name the main soil nutrients. Explain soil pH, its factors and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soil colour, nutrients and pH and their effect on crops.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Colour; Soil Nutrients; Soil 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Read the label of a fertiliser bag and explain what N, P and K do.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local soil colours.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topsoil and subsoil.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scale.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litmus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a fertiliser bag (NPK).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“My date palm. Cool, huh?” by Hair Squared, CC BY-SA 2.0, via Flickr (https://www.flickr.com/photos/73119211@N00/3804244479)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“Soil Ph Test Kit” by London Permaculture, CC BY-NC-SA 2.0, via Flickr (https://www.flickr.com/photos/7371031@N08/5211146737)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“Farmer applies fertilizer on his rice field” by IRRI Images, CC BY-NC-SA 2.0, via Flickr (https://www.flickr.com/photos/86712369@N00/5366605498)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2026-09-27T10:31:34Z</dcterms:created>
  <dcterms:modified xsi:type="dcterms:W3CDTF">2026-09-27T10:31:34Z</dcterms:modified>
</cp:coreProperties>
</file>