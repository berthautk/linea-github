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Soil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Development, and the sub-topic is Soil Formation. The key notions we shall use today are: pedogenesis, parent material, Jenny's equation, active factors, passive factors. At the end, you should be able to do this: learners are able to explain how soils form and the role of each soil-forming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Soil Fertility. The question was: Ask a farmer how he keeps his soil fertile and write a short report.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farmer uses cow dung and compost, rotates maize with groundnuts, leaves some land fallow and avoids burning crop residues.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stages of soil formation. Number 2: state Jenny's equation. Number 3: explain the role of active and passive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Weathering breaks rocks. Humus comes from dead organic matter.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1999 lava flow of Mount Cameroon there is almost no soil yet, but on older flows there are farms. Learners ask how long it takes to make soil.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how soil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there no soil on the new lava?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has not been enough time for weathering and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 main factors of soil formation?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Climate, organisms, relief, parent material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soils form in order to protect them, because they form very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that soil forms very slowly and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from bare rock to deep soil.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first stage of soil formation?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Weathering of the parent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jenny's equation: the five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factors are called active?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Climate and organisms, because they drive the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deep red soil of the humid tropics.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a hot, wet climate affect soil formation?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speeds up chemical weathering and gives deep, leached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steep mountain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relief affect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slopes have thin soils; valleys collect deep, wet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fern growing on young lava.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time an important factor?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forms very slowly, about 1 cm in 100 to 1,000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Pedogenesis and Parent material.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Stages of Soil Formation. Soil forms in the following stages. On this slide we have Weathering of the parent rock.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Stages of Soil Formation. On this slide we have Colonisation and humus formation and Horizon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soil formation.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Soil Formation. Jenny's equation S = f (CL, O, R, P, T) groups the factors. On this slide we have Active factor –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Soil Formation. On this slide we have Active factor – Organisms.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Soil Formation. On this slide we have Passive factor – Parent material.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Soil Formation. On this slide we have Passive factors – Relief and time.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soil formation.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Jenny's equation.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 = f (Cl, O, R, P, T): soil depends on climate, organisms, relief, parent material and time.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climate and organisms called active factors?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drive the soil-forming processes.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pedogenesis; number 2, parent; number 3,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the soils of Mount Cameroon differ from those of the Far North.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The Soil Profile.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SOIL FORMATION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gif"/><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Formation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Soil 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Pedogenesis, parent material, Jenny's equation, active factors, passive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Stages of soil formation; factors (Cl, O, R, P, T): active and passive, and the role of each.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soils form and the role of each soil-forming factor.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Soil Fertility):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how he keeps his soil fertile and write a short report.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farmer uses cow dung and compost, rotates maize with groundnuts, leaves some land fallow and avoids burning crop residues.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stages of soil formation.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Jenny's equation.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active and passive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breaks rocks.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Humus comes from dead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1999 lava flow of Mount Cameroon there is almost no soil yet, but on older flows there are farms. Learners ask how long it takes to make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how soil 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no soil on the new 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has not been enough time for weathering and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main factors of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organisms, relief, parent material and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soils form in order to protect them, because they form very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that soil forms very slowly and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form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from bare rock to deep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first stage of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of the parent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(CLORPT)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lor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Jenny's equation: the five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(CLORPT)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factors are called active?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(CLORPT)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and organisms, because they drive the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ACTIVE FACTORS: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deep red soil of the humid tropics.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ACTIVE FACTORS: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hot, wet climate affect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ACTIVE FACTORS: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speeds up chemical weathering and gives deep, leached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c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Steep mountain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relief affect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slopes have thin soils; valleys collect deep, wet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ernlav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fern growing on young lava.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time an important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PASSIVE FACTORS: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forms very slowly, about 1 cm in 100 to 1,000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Formation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Pedogenesis: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process of soil formation.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Parent material: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rock or deposit from which a soil is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Stages of Soil Formation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forms in the following stages: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of the parent rock: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rock breaks down into regolith by physical, chemical and biological weathering. This gives the mineral part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Stages of Soil Formation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Colonisation and humus 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Lichens, mosses and then plants grow on the regolith. Their remains decompose into humus.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Horizon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moves materials down and up the profile, forming horizons. A mature soil develops after thousands of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Stages of Soil Formation</a:t>
            </a:r>
            <a:endParaRPr lang="en-US" sz="3600" dirty="0"/>
          </a:p>
        </p:txBody>
      </p:sp>
      <p:pic>
        <p:nvPicPr>
          <p:cNvPr id="4" name="Image 0" descr="/home/claude/f4/img/v2/soil_form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soil formation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Jenny's equation S = f (CL, O, R, P, T) groups the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Active factor –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and rainfall control weathering, leaching and decomposition. Hot, wet climates form deep, red, leached soils; dry climates form thin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Active factor – Organisms: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supply organic matter and animals mix the soil. Man changes soils by farming, burning and fertilising.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Passive factor – Parent material: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determines texture, colour and minerals. Basalt gives fertile clay soils, while granite gives sandy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Passive factors – Relief and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are thin on steep slopes and deep and wet in valleys. Older soils are deeper and have clearer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Formation</a:t>
            </a:r>
            <a:endParaRPr lang="en-US" sz="3600" dirty="0"/>
          </a:p>
        </p:txBody>
      </p:sp>
      <p:pic>
        <p:nvPicPr>
          <p:cNvPr id="4" name="Image 0" descr="/home/claude/f4/img/v2/clor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soil formation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Jenny's equation.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 = f (Cl, O, R, P, T): soil depends on climate, organisms, relief, parent material and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climate and organisms called active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drive the soil-forming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 formation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rock from which soil forms is the ______ material.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 forms very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soils of Mount Cameroon differ from those of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The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pédogenèse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Parent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Organism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L'organisme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Soil Formation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stages of soil formation. State Jenny's equation. Explain the role of active and passive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soils form and the role of each soil-forming factor.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Stages of Soil Formation; Factors of Soil Formation.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the soils of Mount Cameroon differ from those of the Far North.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five stages.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S = f(Cl, O, R, P, 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south and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hilltop and valley soils.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new and old lava flows.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“Full Screen Plate Tectonics” by subarcticmike, CC BY 2.0, via Flickr (https://www.flickr.com/photos/31856336@N03/3109980958)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“Fern Growing in Lava” by Ed Suominen, CC BY-NC 2.0, via Flickr (https://www.flickr.com/photos/37960170@N07/9688955410)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2026-09-27T10:08:00Z</dcterms:created>
  <dcterms:modified xsi:type="dcterms:W3CDTF">2026-09-27T10:08:00Z</dcterms:modified>
</cp:coreProperties>
</file>