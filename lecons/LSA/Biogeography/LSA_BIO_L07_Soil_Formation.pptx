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7: Soil 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five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S = f(Cl, O, R, P, 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the south and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hilltop and valley soils.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new and old lava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pedogenesis 2. parent 3. slowly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Formation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Soil 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Pedogenesis, parent material, Jenny's equation, active factors, passive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Stages of soil formation; factors (Cl, O, R, P, T): active and passive, and the role of each.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soils form and the role of each soil-forming factor.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stages of soil formation.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Jenny's equation.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active and passive factors.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breaks rocks.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Humus comes from dead organic matter.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1999 lava flow of Mount Cameroon there is almost no soil yet, but on older flows there are farms. Learners ask how long it takes to make soil.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how soil forms.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no soil on the new lava?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has not been enough time for weathering and plants.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main factors of soil 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organisms, relief, parent material and time.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that soil forms very slowly and must be protected.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forma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from bare rock to deep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first stage of soil 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STAGES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of the parent rock.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lorp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Jenny's equation: the five factors.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factors are called active?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and organisms, because they drive the processes.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ACTIVE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deep red soil of the humid tropics.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ACTIVE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hot, wet climate affect soil formation?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ACTIVE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speeds up chemical weathering and gives deep, leached soils.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cr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mountain slopes.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relief affect soils?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slopes have thin soils; valleys collect deep, wet soils.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ernlav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fern growing on young lava.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time an important factor?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PASSIVE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forms very slowly, about 1 cm in 100 to 1,000 years.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Formation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7: Soil Formation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Pedogenesis: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process of soil formation.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Parent material: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rock or deposit from which a soil forms.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Jenny's equation: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 = f (Cl, O, R, P, T), which links soil to five factors.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Stages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parent rock breaks up into regolith. This gives the mineral part of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Colonisation: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Lichens, mosses and plants grow and add organic matter. Humus begins to form.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Maturity: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moves materials and horizons develop. A mature soil has a clear profile.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Climate (active):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and rain control weathering and leaching. Hot, wet climates give deep, red, leached soils.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Organisms (active):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give humus, and animals mix the soil. Man also changes soils by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Relief, parent material, time (passive):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Slope controls depth and drainage, and rock controls texture and minerals. Time allows horizons to develop.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(3/3)</a:t>
            </a:r>
            <a:endParaRPr lang="en-US" sz="3600" dirty="0"/>
          </a:p>
        </p:txBody>
      </p:sp>
      <p:pic>
        <p:nvPicPr>
          <p:cNvPr id="13" name="Image 0" descr="/home/claude/f4/img/v2/clorp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factors.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Jenny's equation.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 = f (Cl, O, R, P, T): soil depends on climate, organisms, relief, parent material and time.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climate and organisms called active factors?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drive the soil-forming processes.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formation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rock from which soil forms is the ______ material.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forms very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the soils of Mount Cameroon differ from those of the Far North.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8: The Soil Profile.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formation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pédogenèse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mère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relief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temps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L'organisme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Soil Formation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stages of soil formation. State Jenny's equation. Explain the role of active and passive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soils form and the role of each soil-forming factor.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Pedogenesis, Parent material, Jenny's equation; II. Stages: Weathering, Colonisation, Maturity; III. Factors: Climate (active), Organisms (active), Relief, parent material, time (passive).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the soils of Mount Cameroon differ from those of the Far North.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“Full Screen Plate Tectonics” by subarcticmike, CC BY 2.0, via Flickr (https://www.flickr.com/photos/31856336@N03/3109980958)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“Fern Growing in Lava” by Ed Suominen, CC BY-NC 2.0, via Flickr (https://www.flickr.com/photos/37960170@N07/9688955410)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2026-09-26T18:31:42Z</dcterms:created>
  <dcterms:modified xsi:type="dcterms:W3CDTF">2026-09-26T18:31:42Z</dcterms:modified>
</cp:coreProperties>
</file>