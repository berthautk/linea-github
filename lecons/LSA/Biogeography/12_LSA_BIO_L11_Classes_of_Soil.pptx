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Classes of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Classification of Soils. The key notions we shall use today are: soil classification, zonal, intrazonal, azonal soils. At the end, you should be able to do this: learners are able to classify soils into zonal, intrazonal and azonal groups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Minor Soil Forming Processes. The question was: Pour water through soil in a bottle and describe the water that comes out.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coming out of the bottle is coloured (brown) and cloudy, because it carries dissolved nutrients and fine clay particles washed out of the soil (leaching and lessivage).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basis of soil classification. Number 2: describe zonal soils. Number 3: describe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the main pedogenic regimes. Young soils have few horizons.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Logone, farmers grow rice on grey, wet soils, while a few kilometres away the soils are dry and sandy. On the slopes of Mount Cameroon, young ash soils have no clear layers.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the same region are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Logone soils grey and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waterlogged (a local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soils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zonal,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the soil classes of our area to use them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soils and understand why they differ even in the same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classes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what basis are soils divided into zonal, intrazonal and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main factor that formed them and on their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ferrallitic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a zonal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formed mainly by the climate and vegetation of its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on a waterlogged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waterlogged soils called intrazonal?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local factor (water) is stronger than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alluvial soils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young, new layers of mud with no clear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soils on young lava or ash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has not been enough time for horizons to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Soil Classification. Soils are classified as follows.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Soil Classification. On this slide we have Three classes.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classes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Intrazonal and Azonal Soils. The meaning and characteristics of each class are. On this slide we have 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Intrazonal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Azonal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zonal and azonal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soils are mature and follow climate; azonal soils are young without clear horizons.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class.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ferrallitic; intrazonal: hydromorphic; azonal: alluvial.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intrazonal; number 3, azonal.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natural vegetation.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Meaning of Natural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CLASSES OF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Classes of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Classification of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Classes of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classification, zonal, intrazonal, azonal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Basis of classification; zonal, intrazonal and azonal soils: meaning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Minor Soil Forming Processes):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coming out of the bottle is coloured (brown) and cloudy, because it carries dissolved nutrients and fine clay particles washed out of the soil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basis of soil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the main pedogenic regimes.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soils have few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Logone, farmers grow rice on grey, wet soils, while a few kilometres away the soils are dry and sandy. On the slopes of Mount Cameroon, young ash soils have no clear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the same region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Logone soils grey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(a local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soils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zonal,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soil classes of our area to use them properly.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soils and understand why they differ even in the same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soils divided into zonal, intrazonal and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factor that formed them and on their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ferrallitic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a zonal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formed mainly by the climate and vegetation of its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a waterlogged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waterlogged soils called intrazonal?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local factor (water) is stronger than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alluvial soils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new layers of mud with no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young lava or ash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horizons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Classification of Soils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classified according to their degree of development and the main factor that formed them. Climate and vegetation are the main basis of the zonal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reflect climate, intrazonal soils reflect a local factor, and azonal soils are young and immature. This classification is used on the soil maps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meaning and characteristics of each class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with well-developed horizons, formed mainly by climate and vegetation over a long time. Examples are ferrallitic soils, podsols and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mainly by a local factor such as bad drainage, salt or limestone. Examples are hydromorphic (gley) soils and saline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without clear horizons, because they formed recently or are constantly renewed. Examples are alluvial soils, volcanic ash soils and mountain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are mature and follow climate; azonal soils are young without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intrazonal: hydromorphic; azonal: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formed by climate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Alluvial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Évolué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Classes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basis of soil classification. Describe zonal soils. Describe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Basis of Soil Classification; Zonal,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soils to climate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swampy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fields beside a river.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Mount Cameroon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2026-09-29T12:18:40Z</dcterms:created>
  <dcterms:modified xsi:type="dcterms:W3CDTF">2026-09-29T12:18:40Z</dcterms:modified>
</cp:coreProperties>
</file>