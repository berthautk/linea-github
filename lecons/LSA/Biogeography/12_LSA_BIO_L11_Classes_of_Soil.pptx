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11: Classes of Soil.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3: Understanding and managing biogeographic zones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Soil Development, and the sub-topic is Classification of Soils. The key notions we shall use today are: soil classification, zonal, intrazonal, azonal soils. At the end, you should be able to do this: learners are able to classify soils into zonal, intrazonal and azonal groups with examples.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10: Minor Soil Forming Processes. The question was: Pour water through soil in a bottle and describe the water that comes out.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water coming out of the bottle is coloured (brown) and cloudy, because it carries dissolved nutrients and fine clay particles washed out of the soil (leaching and lessivage).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explain the basis of soil classification. Number 2: describe zonal soils. Number 3: describe intrazonal and azonal soils.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Climate controls the main pedogenic regimes. Young soils have few horizons.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Along the Logone, farmers grow rice on grey, wet soils, while a few kilometres away the soils are dry and sandy. On the slopes of Mount Cameroon, young ash soils have no clear layers.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Soils in the same region are very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are the Logone soils grey and wet?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They are waterlogged (a local factor).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How are soils grouped?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Into zonal, intrazonal and azonal soils.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identify the soil classes of our area to use them properly.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classify soils and understand why they differ even in the same climate.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three classes of soil.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On what basis are soils divided into zonal, intrazonal and azonal?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On the main factor that formed them and on their maturity.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ferrallitic soil of the humid tropics.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is this a zonal soil?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was formed mainly by the climate and vegetation of its zone.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rice on a waterlogged soil.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are waterlogged soils called intrazonal?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local factor (water) is stronger than the climate.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river floodplain.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are alluvial soils azonal?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are young, new layers of mud with no clear horizons.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young lava.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are soils on young lava or ash azonal?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There has not been enough time for horizons to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Basis of Soil Classification. Soils are classified as follows. On this slide we have Basis.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Basis of Soil Classification. On this slide we have Three classes.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classes of soil.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Zonal, Intrazonal and Azonal Soils. The meaning and characteristics of each class are. On this slide we have Zonal soils.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Zonal, Intrazonal and Azonal Soils. On this slide we have Intrazonal soils.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Zonal, Intrazonal and Azonal Soils. On this slide we have Azonal soils.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zonal and azonal soils.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zonal soils are mature and follow climate; azonal soils are young without clear horizons.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example of each class.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zonal: ferrallitic; intrazonal: hydromorphic; azonal: alluvial.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zonal; number 2, intrazonal; number 3, azonal.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Give one zonal, one intrazonal and one azonal soil found in Cameroon.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Further Study 1: Soils of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11: CLASSES OF SOIL</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Classes of Soil</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Understanding and managing biogeographic zones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Soil Development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Classification of Soils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11: Classes of Soil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Soil classification, zonal, intrazonal, azonal soils.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Basis of classification; zonal, intrazonal and azonal soils: meaning and characteristics.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classify soils into zonal, intrazonal and azonal groups with examples.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10: Minor Soil Forming Processes):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Pour water through soil in a bottle and describe the water that comes out.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water coming out of the bottle is coloured (brown) and cloudy, because it carries dissolved nutrients and fine clay particles washed out of the soil (leaching and lessivage).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basis of soil classification.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zonal soils.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intrazonal and azonal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Climate controls the main pedogenic regimes.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Young soils have few horizons.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Along the Logone, farmers grow rice on grey, wet soils, while a few kilometres away the soils are dry and sandy. On the slopes of Mount Cameroon, young ash soils have no clear layers.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Soils in the same region are very different.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 Logone soils grey and wet?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waterlogged (a local factor).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are soils grouped?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Into zonal, intrazonal and azonal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Identify the soil classes of our area to use them properly.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classify soils and understand why they differ even in the same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BASIS OF CLASSIFICATION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soil_class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three classes of soil.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BASIS OF CLASSIFICATION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what basis are soils divided into zonal, intrazonal and azonal?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BASIS OF CLASSIFICATION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the main factor that formed them and on their maturity.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ZONAL SOILS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redsoi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ferrallitic soil of the humid tropics.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ZONAL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this a zonal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ZONAL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was formed mainly by the climate and vegetation of its zone.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INTRAZONAL SOILS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rice_fiel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Rice on a waterlogged soil.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INTRAZONAL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waterlogged soils called intrazonal?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INTRAZONAL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local factor (water) is stronger than the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AZONAL SOILS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4_floodplai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river floodplain.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AZONAL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alluvial soils azonal?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AZONAL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young, new layers of mud with no clear horizons.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AZONAL SOILS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pahoeho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Young lava.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AZONAL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soils on young lava or ash azonal?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AZONAL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There has not been enough time for horizons to 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Soil Development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Classification of Soils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11: Classes of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Basis of Soil Classification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Soils are classified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Basis: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Soils are classified according to their degree of development and the main factor that formed them. Climate and vegetation are the main basis of the zonal classification.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Basis of Soil Classification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Three classes: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Zonal soils reflect climate, intrazonal soils reflect a local factor, and azonal soils are young and immature. This classification is used on the soil maps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Basis of Soil Classification</a:t>
            </a:r>
            <a:endParaRPr lang="en-US" sz="3600" dirty="0"/>
          </a:p>
        </p:txBody>
      </p:sp>
      <p:pic>
        <p:nvPicPr>
          <p:cNvPr id="4" name="Image 0" descr="/home/claude/f4/img/v2/soil_class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classes of soil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Zonal, Intrazonal and Azonal Soils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meaning and characteristics of each class are: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Zonal soils: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mature soils with well-developed horizons, formed mainly by climate and vegetation over a long time. Examples are ferrallitic soils, podsols and chernozems.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Zonal, Intrazonal and Azonal Soils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Intrazonal soils: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soils formed mainly by a local factor such as bad drainage, salt or limestone. Examples are hydromorphic (gley) soils and saline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Zonal, Intrazonal and Azonal Soils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Azonal soils: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young soils without clear horizons, because they formed recently or are constantly renewed. Examples are alluvial soils, volcanic ash soils and mountain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zonal and azonal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Zonal soils are mature and follow climate; azonal soils are young without clear horizons.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example of each class.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Zonal: ferrallitic; intrazonal: hydromorphic; azonal: alluvial.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Soils formed by climate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Waterlogged soils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Alluvial soils are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zonal, one intrazonal and one azonal soil found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1: Soils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Classification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classification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Zonal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Zonal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Alluvial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Alluvial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Waterlogged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Engorgé d'eau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Évolué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Young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Jeune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Soil Development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11: Classes of Soil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the basis of soil classification. Describe zonal soils. Describe intrazonal and azonal soils.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classify soils into zonal, intrazonal and azonal groups with examples.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Basis of Soil Classification; Zonal, Intrazonal and Azonal Soils.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Give one zonal, one intrazonal and one azonal soil found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three boxes.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match soils to climate zones.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swampy valleys.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fields beside a river.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mention Mount Cameroon lava flows.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3 (Biogeography).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“in the middle of nowhere, morocco” by mariusz kluzniak, CC BY-NC-ND 2.0, via Flickr (https://www.flickr.com/photos/39997856@N03/8398997251)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“Irrigated rice fields in Sefula, Zambia. Photo by Kate Longley, 2013.” by WorldFish, CC BY-NC-ND 2.0, via Flickr (https://www.flickr.com/photos/61545321@N06/8608804590)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“20130501-NRCS-LSC-0605” by USDAgov, Public domain 1.0, via Flickr (https://www.flickr.com/photos/41284017@N08/8725089904)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“Pahoehoe Lava Flow” by graysky., CC BY-NC-SA 2.0, via Flickr (https://www.flickr.com/photos/20021588@N00/540223861)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2026-09-29T03:12:53Z</dcterms:created>
  <dcterms:modified xsi:type="dcterms:W3CDTF">2026-09-29T03:12:53Z</dcterms:modified>
</cp:coreProperties>
</file>