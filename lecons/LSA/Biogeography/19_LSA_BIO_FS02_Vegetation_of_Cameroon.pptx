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Further Study 2: Vegetation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Physical Geography of Cameroon, and the sub-topic is Vegetation Types and their Characteristics. The key notions we shall use today are: mangrove, rainforest, montane forest, Guinea savanna, Sudan savanna, Sahel, forest reserve, plantation. At the end, you should be able to do this: learners are able to locate and describe the vegetation types of Cameroon and propose ways to protect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16: Spatial Distribution of Vegetation. The question was: Draw the vegetation belts of Mount Cameroon with their heights.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Mount Cameroon: lowland rainforest (0–800 m), submontane forest (800–1,600 m), montane forest (1,600–2,400 m), montane grassland (2,400–3,500 m), bare lava and rock near the summit (4,040 m).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locate the vegetation types of Cameroon on a map. Number 2: describe the forest and grassland types. Number 3: explain their exploitation, threats and protection measures.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Vegetation changes from forest to desert away from the Equator. Cameroon has equatorial and tropical climates.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Cameroon is called "Africa in miniature" because a traveller can see mangroves, rainforest, mountain grassland, savanna and Sahel landscapes in one country.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Learners want to know the vegetation types of Cameroon.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is there so much variety?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Cameroon stretches from 2°N to 13°N and has high mountains.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threatens this vegetation?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Logging, farming, bush fires and overgrazing.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the vegetation of Cameroon through forest reserves and sustainable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further study helps us to know and protect the vegetation of our country.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vegetation of Cameroon (simplified).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Which vegetation covers the south and east?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Dense rainforest.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mangrove 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Where are mangroves found in Cameroon? Why are they important?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On the coast (Douala, Rio del Rey); they protect coasts and are fish nurseries.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dense tropical rainforest.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Give two uses and one threat of the rainforest.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Timber and non-timber products; threat: logging and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savanna with scattered trees.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the three savanna types from south to north.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Guinea savanna, Sudan savanna and Sahel savanna.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an oil palm plantation.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two examples of man-planted vegetation in Cameroon.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Oil palm, cocoa, tea, rubber and eucalyptus plantations.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Forest Vegetation of Cameroon. The forest types of Cameroon are. On this slide we have Mangrove forest.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Forest Vegetation of Cameroon. On this slide we have Rainforest.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Forest Vegetation of Cameroon. On this slide we have Montane and submontane forests.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vegetation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Grassland Vegetation of Cameroon. The grassland types from south to north are. On this slide we have Guinea savanna.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Grassland Vegetation of Cameroon. On this slide we have Sudan savanna.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Grassland Vegetation of Cameroon. On this slide we have Sahel savanna.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Domesticated Landscapes and Forest Reserves. Man has also created and protected vegetation. On this slide we have Man-planted vegetation.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Domesticated Landscapes and Forest Reserves. On this slide we have Forest reserves.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the forest types and grassland types of Cameroon.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forests: mangrove, rainforest, montane. Grasslands: Guinea, Sudan and Sahel savannas.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three measures to protect vegetation.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forest reserves, reforestation, controlled logging (also fire control).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mangroves; number 2, Guinea; number 3, reserves.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vegetation map of Cameroon and write one threat for each type.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17: Meaning of Ecology and Ecosystems.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FURTHER STUDY 2: VEGETATION OF CAMEROON</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Further Study 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Vegetation of Cameroon</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Physical Geography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Vegetation Types and their Characteristics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Further Study 2: Vegetation of Cameroon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Mangrove, rainforest, montane forest, Guinea savanna, Sudan savanna, Sahel, forest reserve, plantation.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Forest types (mangrove, rainforest, montane, submontane); grassland types (Guinea, Sudan, Sahel); planted vegetation; forest reserves; distribution, species, exploitation, threats and measures.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locate and describe the vegetation types of Cameroon and propose ways to protect them.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16: Spatial Distribution of Vegetation):</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vegetation belts of Mount Cameroon with their heights.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Mount Cameroon: lowland rainforest (0–800 m), submontane forest (800–1,600 m), montane forest (1,600–2,400 m), montane grassland (2,400–3,500 m), bare lava and rock near the summit (4,040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 vegetation types of Cameroon on a map.</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forest and grassland types.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their exploitation, threats and protection measures.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Vegetation changes from forest to desert away from the Equator.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has equatorial and tropical climates.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is called "Africa in miniature" because a traveller can see mangroves, rainforest, mountain grassland, savanna and Sahel landscapes in one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Learners want to know the vegetation types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there so much variety?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stretches from 2°N to 13°N and has high mountains.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threatens this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Logging, farming, bush fires and overgrazing.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the vegetation of Cameroon through forest reserves and sustainable use.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further study helps us to know and protect the vegetation of our country.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DISTRIBUTION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cameroon_veg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Vegetation of Cameroon (simplified).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vegetation covers the south and east?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DISTRIBUTION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Dense rainforest.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FOREST VEGETATION: MANGROVES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mangrove.jpg">    </p:cNvPr>
          <p:cNvPicPr>
            <a:picLocks noChangeAspect="1"/>
          </p:cNvPicPr>
          <p:nvPr/>
        </p:nvPicPr>
        <p:blipFill>
          <a:blip r:embed="rId1"/>
          <a:stretch>
            <a:fillRect/>
          </a:stretch>
        </p:blipFill>
        <p:spPr>
          <a:xfrm>
            <a:off x="2248596" y="1783080"/>
            <a:ext cx="7694503"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mangrove 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FOREST VEGETATION: MANGROVES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are mangroves found in Cameroon? Why are they important?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FOREST VEGETATION: MANGROVES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the coast (Douala, Rio del Rey); they protect coasts and are fish nurseries.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FOREST VEGETATION: RAINFOREST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Dense tropical rainforest.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FOREST VEGETATION: RAINFOREST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uses and one threat of the rainforest.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FOREST VEGETATION: RAINFOREST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Timber and non-timber products; threat: logging and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GRASSLAND VEGETATION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savanna.jpg">    </p:cNvPr>
          <p:cNvPicPr>
            <a:picLocks noChangeAspect="1"/>
          </p:cNvPicPr>
          <p:nvPr/>
        </p:nvPicPr>
        <p:blipFill>
          <a:blip r:embed="rId1"/>
          <a:stretch>
            <a:fillRect/>
          </a:stretch>
        </p:blipFill>
        <p:spPr>
          <a:xfrm>
            <a:off x="281042" y="1783080"/>
            <a:ext cx="116296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Savanna with scattered trees.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GRASSLAND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three savanna types from south to north.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GRASSLAND VEGETATION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Guinea savanna, Sudan savanna and Sahel savanna.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DOMESTICATED LANDSCAPES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lsa_oilpal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oil palm plantation.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DOMESTICATED LANDSCAPES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examples of man-planted vegetation in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DOMESTICATED LANDSCAPES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Oil palm, cocoa, tea, rubber and eucalyptus plantations.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Physical Geography of Cameroon</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Vegetation Types and their Characteristics</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Further Study 2: Vegetation of Cameroon</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Forest Vegetation of Cameroon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forest types of Cameroon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Mangrove forest: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grows on muddy coasts and estuaries (Wouri, Rio del Rey) with stilt-rooted trees. It is a breeding ground for fish but is threatened by cutting and pollution.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Forest Vegetation of Cameroon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Rainforest: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covers the south and east with tall evergreen trees such as sapele and iroko. It is exploited for timber and is threatened by logging, farming and mining.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Forest Vegetation of Cameroon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Montane and submontane forests: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grow on Mount Cameroon, Mount Oku and the Western Highlands. They are rich in rare species but are cleared for farms and grazing.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Forest Vegetation of Cameroon</a:t>
            </a:r>
            <a:endParaRPr lang="en-US" sz="3600" dirty="0"/>
          </a:p>
        </p:txBody>
      </p:sp>
      <p:pic>
        <p:nvPicPr>
          <p:cNvPr id="4" name="Image 0" descr="/home/claude/f4/img/v2/cameroon_veg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vegetation of Cameroon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Grassland Vegetation of Cameroon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grassland types from south to north 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Guinea savanna: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lies in the Centre and Adamawa with tall grasses and scattered trees. It is used for grazing and farming and is burnt every year.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Grassland Vegetation of Cameroon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Sudan savanna: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covers the North region with shorter grasses and trees such as shea and acacia. It is used for cotton, cereals and cattle.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Grassland Vegetation of Cameroon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Sahel savanna: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found near Lake Chad with short grasses and thorny bushes. It is threatened by overgrazing, drought and desertification.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Domesticated Landscapes and Forest Reserves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Man has also created and protected vegetation: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Man-planted vegetation: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Plantations of oil palm, rubber, bananas and tea, and trees such as eucalyptus and neem, replace natural vegetation. Farms and fallows form mosaics.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Domesticated Landscapes and Forest Reserves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Forest reserves: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Reserves and parks such as Dja, Korup, Campo-Ma'an and Waza protect vegetation and wildlife. Measures include forest laws, reforestation and community forests.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forest types and grassland types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Forests: mangrove, rainforest, montane. Grasslands: Guinea, Sudan and Sahel savannas.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measures to protect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Forest reserves, reforestation, controlled logging (also fire control).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Salt-tolerant forests on the coast are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savanna of the Adamawa is ______ savanna.</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Dja and Korup are forest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vegetation map of Cameroon and write one threat for each type.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17: Meaning of Ecology and Ecosystems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Mangrove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mangrove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Rainforest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forêt dense humide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Savanna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savane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Reserve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réserve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Logging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L'exploitation forestière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Reforestation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reboisement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Physical Geography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Further Study 2: Vegetation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Locate the vegetation types of Cameroon on a map. Describe the forest and grassland types. Explain their exploitation, threats and protection measures.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locate and describe the vegetation types of Cameroon and propose ways to protect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Forest Vegetation of Cameroon; Grassland Vegetation of Cameroon; Domesticated Landscapes and Forest Reserves.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vegetation map of Cameroon and write one threat for each type.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the vegetation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find the Wouri estuary.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name reserves: Dja, Korup, Lobéké.</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the Adamawa grasslands.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mention CDC and SOCAPALM.</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“Pitchavaram waterway - Mangrove forest” by Balaji.B Photography, CC BY 2.0, via Flickr (https://www.flickr.com/photos/81073027@N00/1745978833)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“Aerial view of oil palm plantation” by CIFOR, CC BY-NC-ND 2.0, via Flickr (https://www.flickr.com/photos/45423546@N07/38802487905)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2026-09-29T03:12:54Z</dcterms:created>
  <dcterms:modified xsi:type="dcterms:W3CDTF">2026-09-29T03:12:54Z</dcterms:modified>
</cp:coreProperties>
</file>