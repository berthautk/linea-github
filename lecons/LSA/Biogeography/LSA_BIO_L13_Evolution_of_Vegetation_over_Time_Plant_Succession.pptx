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13: Evolution of Vegetation over Time: Plant Succession.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stages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the four priseres.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look for lichens on walls.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swampy 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yearly bush fires.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pioneers 2. hydrosere 3. arresting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Vegetation over Time: Plant Succession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of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Evolution of Vegetation over Time: Plant Succession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succession, sere, prisere, pioneer, colonisation, climax, arresting factor.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of succession; types; sites of priseres; process of colonisation; arresting factors.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vegetation develops over time and what can stop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plant succession and its stages.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types and sites of priseres.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colonisation and arresting factors.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forms from bare rock over time.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Lichens and mosses grow on rocks.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old farm near Ebolowa was abandoned ten years ago. First grass covered it, then bushes, and now young trees are growing. Farmers say that "the forest is coming back".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vegetation changes over time on the same land.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change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final stage?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climax vegetation (here, forest).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vegetation grows back and why it is sometimes stopped.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uccess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from bare rock to forest.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stages of a plant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Bare ground, pioneers (lichens, mosses), grasses, shrubs, climax forest.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AND SITES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priser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priseres.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AND SITES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hydrosere? Where does it begin?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AND SITES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succession that begins in fresh water (a pond or lake).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COLONISATION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lich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Lichens on bare rock.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COLONISATION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lichens called pioneer plants?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COLONISATION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the first to grow on bare rock and start soil formation.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COLONISATION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hydroser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hydrosere from open water to woodland.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COLONISATION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 pond slowly become dry land?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COLONISATION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 plants and mud fill it, and land plants replace water plants.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ARRESTING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bush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Burnt land after a bush fire.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ARRESTING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factors that can stop a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ARRESTING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 and grazing (also farming, cutting).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Evolution of Vegetation over Time: Plant Succession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Natural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Development of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13: Evolution of Vegetation over Time: Plant Succession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succession: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gradual change of plant communities in an area over time.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whole series of stages in a succession.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Pioneer species: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the first plants to grow on bare ground.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final, stable stage of a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Sites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Primary succession: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starts on new bare surfaces with no soil, like lava or sand. It is called a prisere.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Secondary succession: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starts where vegetation was removed but soil remains. It is faster than primary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Sites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Sites of priseres: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lithosere starts on rock and a hydrosere in fresh water. A psammosere starts on sand and a halosere in salt water.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Process and Arresting Factors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Colonisation: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Pioneers arrive, grow and change the site by adding humus. New plants then replace them.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Competition: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Taller plants shade smaller ones. The community becomes richer until the climax.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Process and Arresting Factors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Arresting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Fire, grazing, cutting and farming stop succession. The result is a plagioclimax, like many savannas.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plant succession?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gradual change of plant communities in an area over time.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primary and secondary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starts on bare ground without soil; secondary starts where soil remains.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first plants on bare rock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succession in fresh water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 and grazing are ______ factors.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 an abandoned field and describe the plants growing on it.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14: The Concept of Climax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succession végétale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Pioneer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Pionnier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climax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lichen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colonisation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L'étang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Evolution of Vegetation over Time: Plant Succession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plant succession and its stages. Name the types and sites of priseres. Explain colonisation and arresting factors.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vegetation develops over time and what can stop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Plant succession, Sere, Pioneer species, Climax; II. Types and Sites: Primary succession, Secondary succession, Sites of priseres; III. Process and Arresting Factors: Colonisation, Competition, Arresting factors.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an abandoned field and describe the plants growing on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“Lichens on rock - Mason Lake” by brewbooks, CC BY-SA 2.0, via Flickr (https://www.flickr.com/photos/93452909@N00/2924427336)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“20111216-NRCS-LSC-0355” by USDAgov, CC BY 2.0, via Flickr (https://www.flickr.com/photos/41284017@N08/6551564351)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2026-09-26T18:37:00Z</dcterms:created>
  <dcterms:modified xsi:type="dcterms:W3CDTF">2026-09-26T18:37:00Z</dcterms:modified>
</cp:coreProperties>
</file>