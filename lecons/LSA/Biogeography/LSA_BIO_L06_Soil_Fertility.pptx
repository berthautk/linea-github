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6: Soil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name fertile farming areas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explain leaching with a coffee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discuss burning before planting.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describe zai in the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mention terraces in the Mandara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fallow 2. exhaustion 3. nitrogen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LOWER SIXTH ARTS  —  BIOGEOGRAPHY  —  LESSON 6</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Soil Fertility</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Lower Sixth Arts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Soil Properties and their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6: Soil Fertility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Soil fertility, productivity, fallow, manure, crop rotation, soil exhaustion.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Meaning and factors of soil fertility.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explain what makes a soil fertile and how farmers can keep it fertile.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soil fertility.</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Explain the natural and human factors of fertility.</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Suggest ways to maintain soil fertility.</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Soils need nutrients, humus and a good structure.</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Soil pH affects crops.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in the West Region grow good crops every year on volcanic soils, while in some parts of the North, yields fall after two or three years on the same field.</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soils stay fertile and others lose fertility.</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volcanic soils fertile?</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rich in minerals from volcanic rock.</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yields fall in the North?</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are used up and not replaced.</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soil fertility and how to keep soils productive for food.</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f2t_tea_highlands.jpg">    </p:cNvPr>
          <p:cNvPicPr>
            <a:picLocks noChangeAspect="1"/>
          </p:cNvPicPr>
          <p:nvPr/>
        </p:nvPicPr>
        <p:blipFill>
          <a:blip r:embed="rId1"/>
          <a:stretch>
            <a:fillRect/>
          </a:stretch>
        </p:blipFill>
        <p:spPr>
          <a:xfrm>
            <a:off x="955994" y="1691640"/>
            <a:ext cx="1027696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Crops on fertile highland soils.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fertile soil?</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MEANING</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soil that can supply enough water and nutrients for good crops.</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NATURAL FACTORS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4_redsoil.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leached red soil.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NATURAL FACTORS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many rainforest soils poor despite the thick forest?</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NATURAL FACTORS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leaches nutrients; most nutrients are in the plants, not the soil.</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HUMAN FACTORS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2t_bushfire.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Burnt land after a bush fire.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HUMAN FACTORS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bush fires reduce fertility in the long term?</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HUMAN FACTORS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burn humus and leave the soil bare to erosion.</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MAINTAINING FERTILITY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f4_zai.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Zai pits with manure.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MAINTAINING FERTILITY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zai pits help fertility?</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MAINTAINING FERTILITY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hold water and manure near the crops.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MAINTAINING FERTILITY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4_terraces.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Terraces on a hillside.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MAINTAINING FERTILITY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protect fertility?</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IV. MAINTAINING FERTILITY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stop erosion from removing the topsoil.</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Soil Fertility</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Soil and its Properties</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6: Soil Fertility</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Soil fertility: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ability of a soil to supply water and nutrients to plants.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Soil exhaustion: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loss of fertility after long use without care.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Fallow: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land left to rest so that it regains its fertility.</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Factors of Fertility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Natural factors: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Parent rock, humus, texture, structure and pH control fertility. Volcanic and alluvial soils are often very fertile.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Climate: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Heavy rain leaches nutrients, and drought limits plant growth. Moderate climates keep more nutrients.</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Factors of Fertility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Human factors: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Burning, overcropping and erosion reduce fertility. Manure, fertiliser and good practices increase it.</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Maintaining Fertility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Organic methods: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Farmers add manure, compost and crop residues. They also use fallow and legumes that fix nitrogen.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Soil protection: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Terraces, contour ridges and cover crops stop erosion. Zai pits keep water and manure near the crops.</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Maintaining Fertility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Chemical methods: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Fertilisers and lime correct nutrient shortages and acidity. They must be used carefully to avoid pollution.</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soil fertility.</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ability of a soil to supply water and nutrients to plants.</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ways of maintaining soil fertility.</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Manure, fallow, crop rotation (also terraces, fertiliser, lime).</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Land left to rest is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Loss of fertility by overuse is soil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Legumes add ______ to the soil.</a:t>
            </a:r>
            <a:endParaRPr lang="en-US" sz="3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how he keeps his soil fertile and write a short report.</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7: Soil Formation.</a:t>
            </a:r>
            <a:endParaRPr lang="en-US" sz="4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Fertility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fertilité</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Fallow</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jachère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Crop rotation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rotation des cultures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Legume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légumineuse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Yield</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rendement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Overcropping</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surexploitation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Soil and its Properties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6: Soil Fertility</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soil fertility. Explain the natural and human factors of fertility. Suggest ways to maintain soil fertility.</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explain what makes a soil fertile and how farmers can keep it fertile.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Soil fertility, Soil exhaustion, Fallow; II. Factors of Fertility: Natural factors, Climate, Human factors; III. Maintaining Fertility: Organic methods, Soil protection, Chemical methods.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Ask a farmer how he keeps his soil fertile and write a short report.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30 min | Board summary (copying) 30 min | Evaluation, remediation 10 min | Homework, logbook 9 min | Spare 5 min</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Sixth Forms (Lower &amp; Upper Sixth), MINESEC/IGE/IP-SS, August 2019 — Module 3 (Biogeography).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“Carlo in the tea” by luigig, CC BY 2.0, via Flickr (https://www.flickr.com/photos/51035803402@N01/3175986747)</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“in the middle of nowhere, morocco” by mariusz kluzniak, CC BY-NC-ND 2.0, via Flickr (https://www.flickr.com/photos/39997856@N03/8398997251)</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“20111216-NRCS-LSC-0355” by USDAgov, CC BY 2.0, via Flickr (https://www.flickr.com/photos/41284017@N08/6551564351)</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4: “Women sowing okra in zai holes” by abossuet, CC BY-NC 2.0, via Flickr (https://www.flickr.com/photos/30450178@N07/7175750825)</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“Terraced Hillside” by AdamCohn, CC BY-NC-ND 2.0, via Flickr (https://www.flickr.com/photos/96142515@N00/6311042523)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2026-09-27T04:25:23Z</dcterms:created>
  <dcterms:modified xsi:type="dcterms:W3CDTF">2026-09-27T04:25:23Z</dcterms:modified>
</cp:coreProperties>
</file>