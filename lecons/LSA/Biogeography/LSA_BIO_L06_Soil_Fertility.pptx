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fertility, productivity, fallow, manure, crop rotation, soil exhaustion. At the end, you should be able to do this: learners are able to explain what makes a soil fertile and how farmers can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Chemical Properties of the Soil. The question was: Read the label of a fertiliser bag and explain what N, P and K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 (nitrogen) makes leaves grow green; P (phosphorus) helps roots and flowers; K (potassium) helps fruits, seeds and resistance to disease. Example: NPK 20-10-10.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fertility. Number 2: explain the natural and human factors of fertility. Number 3: suggest ways to maintain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need nutrients, humus and a good structure. Soil pH affects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grow good crops every year on volcanic soils, while in some parts of the North, yields fall after two or three years on the same field.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stay fertile and others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volcanic soils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yields fall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Nutrients are used up and not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our soils fertile through sustainable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fertility and how to keep soils productive for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fertile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soil that can supply enough water and nutrients for good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leached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rainforest soils poor despite the thick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leaches nutrients; most nutrients are in the plants, not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bush fires reduce fertility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humus and leave the soil bare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zai pits help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hold water and manure near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protect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stop erosion from removing the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Fertility. Soil fertility can be understood as follows. On this slide we have Soil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Soil Fertility. On this slide we have Signs of a fertile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Fertility. Fertility depends on natural and human factors.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reduce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improve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ability of a soil to supply water and nutrients to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maintaining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fallow, crop rotation (also terraces, fertiliser, lime).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fallow; number 2, exhaustion; number 3,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how he keeps his soil fertile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Soil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SOIL FERTILITY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Fertility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fertility, productivity, fallow, manure, crop rotation, soil exhaustion.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Chemical Properties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(nitrogen) makes leaves grow green; P (phosphorus) helps roots and flowers; K (potassium) helps fruits, seeds and resistance to disease. Example: NPK 20-10-10.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factors of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ways to maintain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need nutrients, humus and a good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pH affects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grow good crops every year on volcanic soils, while in some parts of the North, yields fall after two or three years on the same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stay fertile and others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yields fall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used up and not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our soils fertile through sustainable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fertility and how to keep soils productive for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that can supply enough water and nutrients for good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leached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rainforest soils poor despite the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most nutrients are in the plants, not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bush fires reduce fertility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humus and leave the soil bare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water and manure near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protect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erosion from removing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fertility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ability of a soil to supply water, air and nutrients to plants in the right amounts to support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of a fertile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fertile soil is deep, rich in humus and nutrients, well drained and well structured. Its pH is close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depends on natural and human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climate, vegetation, relief and organisms determine fertility. Volcanic soils are fertile, while leached rainforest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reduce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continuous cropping, overgrazing and deforestation remove nutrients and cause erosion. Soils become poor and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improve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fertilisers, crop rotation, fallowing and legumes add nutrients. Terraces, zaï pits and mulching reduce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ability of a soil to supply water and nutrients to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maintaining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fallow, crop rotation (also terraces, fertiliser,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left to 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fertility by overuse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Legumes add ______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 des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légumineuse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fertility. Explain the natural and human factors of fertility. Suggest ways to maintain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Fertility; Factors of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how he keeps his soil fertile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fertile farming areas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leaching with a coffee filter.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burning before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zai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2026-09-27T10:08:00Z</dcterms:created>
  <dcterms:modified xsi:type="dcterms:W3CDTF">2026-09-27T10:08:00Z</dcterms:modified>
</cp:coreProperties>
</file>