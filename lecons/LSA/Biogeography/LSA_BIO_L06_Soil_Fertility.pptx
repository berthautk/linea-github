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6: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name fertile farming areas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explain leaching with a coffee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burning before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zai in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terraces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fallow 2. exhaustion 3.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BIOGEOGRAPHY  —  LESSON 6</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Soil Fertility</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Soil Properties and their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6: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Soil fertility, productivity, fallow, manure, crop rotation, soil exhaustion.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and factors of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soil fertility.</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natural and human factors of fertility.</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Suggest ways to maintain soil fertility.</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Soils need nutrients, humus and a good structure.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Soil pH affects crops.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grow good crops every year on volcanic soils, while in some parts of the North, yields fall after two or three years on the same field.</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stay fertile and others lose fertility.</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yields fall in the North?</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used up and not replaced.</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fertility and how to keep soils productive for food.</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tea_highlands.jpg">    </p:cNvPr>
          <p:cNvPicPr>
            <a:picLocks noChangeAspect="1"/>
          </p:cNvPicPr>
          <p:nvPr/>
        </p:nvPicPr>
        <p:blipFill>
          <a:blip r:embed="rId1"/>
          <a:stretch>
            <a:fillRect/>
          </a:stretch>
        </p:blipFill>
        <p:spPr>
          <a:xfrm>
            <a:off x="955994" y="1691640"/>
            <a:ext cx="1027696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Crops on fertile highland soils.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fertile soil?</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that can supply enough water and nutrients for good crops.</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NATURAL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redsoil.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leached red soil.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NATURAL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rainforest soils poor despite the thick forest?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NATURAL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most nutrients are in the plants, not the soil.</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bushfir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Burnt land after a bush fire.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bush fires reduce fertility in the long term?</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HUMAN FACTORS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humus and leave the soil bare to erosion.</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4_zai.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Zai pits with manure.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 fertility?</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water and manure near the crops.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4_terraces.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Terraces on a hillside.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protect fertility?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MAINTAINING FERTILITY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erosion from removing the topsoil.</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Soil Fertility</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Soil and its Properties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Soil Fertility</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Soil fertility: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ability of a soil to supply water and nutrients to plants.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Soil exhaustion: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fertility after long use without care.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Fallow: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land left to rest so that it regains its fertility.</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Factors of Fertility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Natural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Parent rock, humus, texture, structure and pH control fertility. Volcanic and alluvial soils are often very fertile.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and drought limits plant growth. Moderate climates keep more nutrients.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Factors of Fertility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Human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Burning, overcropping and erosion reduce fertility. Manure, fertiliser and good practices increase it.</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Maintaining Fertility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Organic methods: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Farmers add manure, compost and crop residues. They also use fallow and legumes that fix nitrogen.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Soil protection: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Terraces, contour ridges and cover crops stop erosion. Zai pits keep water and manure near the crops.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Maintaining Fertility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Chemical methods: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Fertilisers and lime correct nutrient shortages and acidity. They must be used carefully to avoid pollution.</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ability of a soil to supply water and nutrients to plants.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maintaining soil fertility.</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fallow, crop rotation (also terraces, fertiliser, lime).</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Land left to rest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Loss of fertility by overuse is soil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Legumes add ______ to the soil.</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7: Soil Formation.</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Fertility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fertilité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Fallow</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jachère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Crop rotation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rotation des cultures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Legume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légumineuse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Yield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rendement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Overcropping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surexploitation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Soil and its Properties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6: Soil Fertility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soil fertility. Explain the natural and human factors of fertility. Suggest ways to maintain soil fertility.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Soil fertility, Soil exhaustion, Fallow; II. Factors of Fertility: Natural factors, Climate, Human factors; III. Maintaining Fertility: Organic methods, Soil protection, Chemical methods.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Ask a farmer how he keeps his soil fertile and write a short report.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3 (Biogeography).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“Carlo in the tea” by luigig, CC BY 2.0, via Flickr (https://www.flickr.com/photos/51035803402@N01/3175986747)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“20111216-NRCS-LSC-0355” by USDAgov, CC BY 2.0, via Flickr (https://www.flickr.com/photos/41284017@N08/6551564351)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“Women sowing okra in zai holes” by abossuet, CC BY-NC 2.0, via Flickr (https://www.flickr.com/photos/30450178@N07/7175750825)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2026-09-26T18:31:42Z</dcterms:created>
  <dcterms:modified xsi:type="dcterms:W3CDTF">2026-09-26T18:31:42Z</dcterms:modified>
</cp:coreProperties>
</file>