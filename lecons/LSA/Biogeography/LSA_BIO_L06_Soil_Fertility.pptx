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Lst>
  <p:notesMasterIdLst>
    <p:notesMasterId r:id="rId5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notesMaster" Target="notesMasters/notesMaster1.xml"/><Relationship Id="rId53" Type="http://schemas.openxmlformats.org/officeDocument/2006/relationships/presProps" Target="presProps.xml"/><Relationship Id="rId54" Type="http://schemas.openxmlformats.org/officeDocument/2006/relationships/viewProps" Target="viewProps.xml"/><Relationship Id="rId55" Type="http://schemas.openxmlformats.org/officeDocument/2006/relationships/theme" Target="theme/theme1.xml"/><Relationship Id="rId5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6: Soil Fertility.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3: Understanding and managing biogeographic zones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Soil and its Properties, and the sub-topic is Soil Properties and their Significance. The key notions we shall use today are: soil fertility, productivity, fallow, manure, crop rotation, soil exhaustion. At the end, you should be able to do this: learners are able to explain what makes a soil fertile and how farmers can keep it fertile.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5: Chemical Properties of the Soil. The question was: Read the label of a fertiliser bag and explain what N, P and K do.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N (nitrogen) makes leaves grow green; P (phosphorus) helps roots and flowers; K (potassium) helps fruits, seeds and resistance to disease. Example: NPK 20-10-10.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soil fertility. Number 2: explain the natural and human factors of fertility. Number 3: suggest ways to maintain soil fertility.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Soils need nutrients, humus and a good structure. Soil pH affects crops.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Farmers in the West Region grow good crops every year on volcanic soils, while in some parts of the North, yields fall after two or three years on the same field.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Some soils stay fertile and others lose fertility.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Why are volcanic soils fertile?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They are rich in minerals from volcanic rock.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do yields fall in the North?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Nutrients are used up and not replaced.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keep our soils fertile through sustainable farming practices.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soil fertility and how to keep soils productive for food.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crops on fertile highland soils.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a fertile soil?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soil that can supply enough water and nutrients for good crops.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leached red soil.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Why are many rainforest soils poor despite the thick forest?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Heavy rain leaches nutrients; most nutrients are in the plants, not the soil.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burnt land after a bush fire.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How can bush fires reduce fertility in the long term?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burn humus and leave the soil bare to erosion.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zai pits with manure.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How do zai pits help fertility?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hold water and manure near the crops.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terraces on a hillside.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How do terraces protect fertility?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stop erosion from removing the topsoil.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of Soil Fertility. Soil fertility can be understood as follows. On this slide we have Soil fertility.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of Soil Fertility. On this slide we have Signs of a fertile soil.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Factors of Soil Fertility. Fertility depends on natural and human factors. On this slide we have Natural factors.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Factors of Soil Fertility. On this slide we have Human factors that reduce fertility.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Factors of Soil Fertility. On this slide we have Human factors that improve fertility.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Define soil fertility.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ability of a soil to supply water and nutrients to plants.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three ways of maintaining soil fertility.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manure, fallow, crop rotation (also terraces, fertiliser, lime).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fallow; number 2, exhaustion; number 3, nitrogen.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Ask a farmer how he keeps his soil fertile and write a short report.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7: Soil Formation.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6: SOIL FERTILITY</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6: Soil Fertility</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Soil Fertility</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3: Understanding and managing biogeographic zones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Soil and its Properties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Soil Properties and their Significance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6: Soil Fertility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Soil fertility, productivity, fallow, manure, crop rotation, soil exhaustion.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and factors of soil fertility.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what makes a soil fertile and how farmers can keep it fertile.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5: Chemical Properties of the Soil):</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Read the label of a fertiliser bag and explain what N, P and K do.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 (nitrogen) makes leaves grow green; P (phosphorus) helps roots and flowers; K (potassium) helps fruits, seeds and resistance to disease. Example: NPK 20-10-10.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soil fertility.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natural and human factors of fertility.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Suggest ways to maintain soil fertility.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Soils need nutrients, humus and a good structure.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Soil pH affects crops.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Farmers in the West Region grow good crops every year on volcanic soils, while in some parts of the North, yields fall after two or three years on the same field.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Some soils stay fertile and others lose fertility.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volcanic soils fertile?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rich in minerals from volcanic rock.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yields fall in the North?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Nutrients are used up and not replaced.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Keep our soils fertile through sustainable farming practices.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soil fertility and how to keep soils productive for food.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2t_tea_highlands.jpg">    </p:cNvPr>
          <p:cNvPicPr>
            <a:picLocks noChangeAspect="1"/>
          </p:cNvPicPr>
          <p:nvPr/>
        </p:nvPicPr>
        <p:blipFill>
          <a:blip r:embed="rId1"/>
          <a:stretch>
            <a:fillRect/>
          </a:stretch>
        </p:blipFill>
        <p:spPr>
          <a:xfrm>
            <a:off x="1248027" y="1783080"/>
            <a:ext cx="9695641"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Crops on fertile highland soils.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 fertile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soil that can supply enough water and nutrients for good crops.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NATURAL FACTORS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4_redsoil.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leached red soil.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NATURAL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many rainforest soils poor despite the thick forest?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NATURAL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Heavy rain leaches nutrients; most nutrients are in the plants, not the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HUMAN FACTORS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bushfir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Burnt land after a bush fire.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HUMAN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can bush fires reduce fertility in the long term?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HUMAN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burn humus and leave the soil bare to erosion.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MAINTAINING FERTILITY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4_zai.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Zai pits with manure.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MAINTAINING FERTILITY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zai pits help fertility?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MAINTAINING FERTILITY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hold water and manure near the crops.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MAINTAINING FERTILITY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4_terrace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Terraces on a hillside.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MAINTAINING FERTILITY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terraces protect fertility?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MAINTAINING FERTILITY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stop erosion from removing the topsoil.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Soil and its Properties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Soil Properties and their Significance</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6: Soil Fertility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Soil Fertility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Soil fertility can be understood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Soil fertility: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ability of a soil to supply water, air and nutrients to plants in the right amounts to support good yields.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Soil Fertility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Signs of a fertile soil: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fertile soil is deep, rich in humus and nutrients, well drained and well structured. Its pH is close to neutral.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Factors of Soil Fertility</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Fertility depends on natural and human factors: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Natural factors: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Parent rock, climate, vegetation, relief and organisms determine fertility. Volcanic soils are fertile, while leached rainforest soils are poor.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Factors of Soil Fertility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Human factors that reduce fertility: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Bush fires, continuous cropping, overgrazing and deforestation remove nutrients and cause erosion. Soils become poor and hard.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Factors of Soil Fertility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Human factors that improve fertility: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Manure, compost, fertilisers, crop rotation, fallowing and legumes add nutrients. Terraces, zaï pits and mulching reduce losses.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soil fertility.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ability of a soil to supply water and nutrients to plants.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ways of maintaining soil fertility.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Manure, fallow, crop rotation (also terraces, fertiliser, lime).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Land left to rest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Loss of fertility by overuse is soil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Legumes add ______ to the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Ask a farmer how he keeps his soil fertile and write a short report.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7: Soil Formation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Fertility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fertilité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Fallow</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jachère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Crop rotation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rotation des cultures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Legume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légumineuse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Yield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rendement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Overcropping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surexploitation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Soil and its Properties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6: Soil Fertility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soil fertility. Explain the natural and human factors of fertility. Suggest ways to maintain soil fertility.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what makes a soil fertile and how farmers can keep it fertile.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Meaning of Soil Fertility; Factors of Soil Fertility.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Ask a farmer how he keeps his soil fertile and write a short report.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name fertile farming areas in Cameroon.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explain leaching with a coffee filter.</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discuss burning before planting.</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describe zai in the Far North.</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mention terraces in the Mandara Mountains.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3 (Biogeography).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“Carlo in the tea” by luigig, CC BY 2.0, via Flickr (https://www.flickr.com/photos/51035803402@N01/3175986747)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“in the middle of nowhere, morocco” by mariusz kluzniak, CC BY-NC-ND 2.0, via Flickr (https://www.flickr.com/photos/39997856@N03/8398997251)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“20111216-NRCS-LSC-0355” by USDAgov, CC BY 2.0, via Flickr (https://www.flickr.com/photos/41284017@N08/6551564351)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“Women sowing okra in zai holes” by abossuet, CC BY-NC 2.0, via Flickr (https://www.flickr.com/photos/30450178@N07/7175750825)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“Terraced Hillside” by AdamCohn, CC BY-NC-ND 2.0, via Flickr (https://www.flickr.com/photos/96142515@N00/6311042523)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50</Slides>
  <Notes>50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50</vt:i4>
      </vt:variant>
    </vt:vector>
  </HeadingPairs>
  <TitlesOfParts>
    <vt:vector size="5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2026-09-27T09:37:04Z</dcterms:created>
  <dcterms:modified xsi:type="dcterms:W3CDTF">2026-09-27T09:37:04Z</dcterms:modified>
</cp:coreProperties>
</file>