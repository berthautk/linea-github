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24: Nutrient Cycling in Contrasting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draw the three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describe the thin litter of the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discuss shifting cultivation.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find Ukraine and the Prairies.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find the taiga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biomass 2. soil 3. 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LOWER SIXTH ARTS  —  BIOGEOGRAPHY  —  LESSON 24</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Nutrient Cycling in Contrasting Ecosystems</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Lower Sixth Arts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2 periods (2 × 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Functioning of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24: Nutrient Cycling in Contrasting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Selva, steppe, taiga, nutrient store, plantation, cereal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Nutrient cycles of the selva and the man-made ecosystem replacing it; the steppe and its replacement; the taiga.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nutrient cycle of the selva and its plantation replacement.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nutrient cycle of the steppe and its cereal replacement.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the nutrient cycle of the taiga.</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The Gersmehl model has three stores.</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Heavy rain causes leaching.</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forest is cleared for farms in southern Cameroon, crops grow well for two or three years and then fail. On the steppes of Ukraine, wheat has grown on the same black soils for a century.</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Cleared rainforest soils lose fertility fast, but steppe soils stay fertile.</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nutrients in the rainforest?</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biomass (trees).</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they in the steppe?</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Mostly in the soil.</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some ecosystems can be farmed for long and others cannot.</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COMPARISON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gersmehl_compar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Nutrient stores in three biomes.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COMPARISON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biome is the biomass store largest? In which is the soil store largest?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COMPARISON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Biomass: selva. Soil: steppe.</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SELVA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2t_rainfores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selva (tropical rainforest).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SELVA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small in the selva?</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THE SELVA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and humidity make decomposition very fast.</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SELVA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lsa_oilpalm.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An oil palm plantation replacing forest.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SELVA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nutrients when the selva is cleared?</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SELVA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rain leaches the soil.</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STEPPE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13" name="Image 0" descr="/home/claude/f4/img/v2/lsa_wheat.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Harvesting wheat on former grassland.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STEPPE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could steppes be farmed for so long?</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THE STEPPE REPLACED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soils (chernozems) store many nutrients.</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THE TAIGA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13" name="Image 0" descr="/home/claude/f4/img/v2/f2t_conifer.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The taiga (coniferous forest).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THE TAIGA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litter store large in the taiga?</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IV. THE TAIGA</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cold, so decomposition is slow.</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Nutrient Cycling in Contrasting Ecosystems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24: Nutrient Cycling in Contrasting Ecosystems</a:t>
            </a:r>
            <a:endParaRPr lang="en-US" sz="3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Selva: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tropical rainforest.</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Steppe: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temperate grassland of Eurasia.</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Taiga: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coniferous forest of cold northern regions.</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Selva and Steppe (1/2)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Selva: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Most nutrients are in the biomass, and the litter and soil stores are small. Recycling is fast because of heat and rain.</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Selva replaced: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Plantations and farms remove the biomass store. Leaching and erosion quickly make soils poor.</a:t>
            </a:r>
            <a:endParaRPr lang="en-US" sz="4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Selva and Steppe (2/2)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Steppe: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Most nutrients are in the deep, dark soil, and the biomass is small. Cereal farming can last long but needs fertiliser and erosion control.</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Taiga (1/3)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Stores: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litter store is large because decomposition is slow in the cold. The soil is acid and poor.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Flows: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Uptake and fallout are slow. Needles make acid humus that leads to podsols.</a:t>
            </a:r>
            <a:endParaRPr lang="en-US" sz="4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Taiga (2/3)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Management: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Logging removes nutrients that return very slowly. Replanting and careful cutting are needed.</a:t>
            </a:r>
            <a:endParaRPr lang="en-US" sz="4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The Taiga (3/3)</a:t>
            </a:r>
            <a:endParaRPr lang="en-US" sz="3600" dirty="0"/>
          </a:p>
        </p:txBody>
      </p:sp>
      <p:pic>
        <p:nvPicPr>
          <p:cNvPr id="13" name="Image 0" descr="/home/claude/f4/img/v2/gersmehl_compare_big.png">    </p:cNvPr>
          <p:cNvPicPr>
            <a:picLocks noChangeAspect="1"/>
          </p:cNvPicPr>
          <p:nvPr/>
        </p:nvPicPr>
        <p:blipFill>
          <a:blip r:embed="rId1"/>
          <a:stretch>
            <a:fillRect/>
          </a:stretch>
        </p:blipFill>
        <p:spPr>
          <a:xfrm>
            <a:off x="300838" y="1691640"/>
            <a:ext cx="11587277"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Copy the three models.</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nutrients in the selva, the steppe and the taiga?</a:t>
            </a:r>
            <a:endParaRPr lang="en-US" sz="4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Selva: biomass. Steppe: soil. Taiga: litter.</a:t>
            </a:r>
            <a:endParaRPr lang="en-US" sz="4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cleared rainforest soils lose fertility quickly?</a:t>
            </a:r>
            <a:endParaRPr lang="en-US" sz="4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biomass store is removed and heavy rain leaches the soil.</a:t>
            </a:r>
            <a:endParaRPr lang="en-US" sz="4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the selva most nutrients are in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the steppe most nutrients are in the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In the taiga the ______ store is large.</a:t>
            </a:r>
            <a:endParaRPr lang="en-US" sz="36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Gersmehl models of the selva and the steppe and explain the differences.</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25: Nutrient Cycling and Ecosystem Management.</a:t>
            </a:r>
            <a:endParaRPr lang="en-US" sz="4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Rainforest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forêt dense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Steppe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steppe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Taiga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taïga</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Plantation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plantation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Wheat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blé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Decomposition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décomposition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Ecological Systems (Ecosystems)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24: Nutrient Cycling in Contrasting Ecosystems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Describe the nutrient cycle of the selva and its plantation replacement. Describe the nutrient cycle of the steppe and its cereal replacement. Describe the nutrient cycle of the taiga.</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compare nutrient cycles of the selva, steppe and taiga and explain the effects of replacing them.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Selva, Steppe, Taiga; II. Selva and Steppe: Selva, Selva replaced, Steppe; III. The Taiga: Stores, Flows, Management.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Draw the Gersmehl models of the selva and the steppe and explain the differences.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8 min | Situation 8 min | 5 activities 30 min | Board summary (copying) 30 min | Evaluation, remediation 10 min | Homework, logbook 9 min | Spare 5 min</a:t>
            </a:r>
            <a:endParaRPr lang="en-US" sz="2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Sixth Forms (Lower &amp; Upper Sixth), MINESEC/IGE/IP-SS, August 2019 — Module 3 (Biogeography).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“Aerial view of oil palm plantation” by CIFOR, CC BY-NC-ND 2.0, via Flickr (https://www.flickr.com/photos/45423546@N07/38802487905)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5: “Battleship Lake” by `James Wheeler, CC BY-NC-SA 2.0, via Flickr (https://www.flickr.com/photos/24128704@N08/16587218945)</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2026-09-26T18:37:01Z</dcterms:created>
  <dcterms:modified xsi:type="dcterms:W3CDTF">2026-09-26T18:37:01Z</dcterms:modified>
</cp:coreProperties>
</file>