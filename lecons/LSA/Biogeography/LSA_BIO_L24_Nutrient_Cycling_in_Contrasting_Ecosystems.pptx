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Nutrient Cycling in Contrasting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Functioning of Ecosystems. The key notions we shall use today are: selva, steppe, taiga, nutrient store, plantation, cereal farming. At the end, you should be able to do this: learners are able to compare nutrient cycles of the selva, steppe and taiga and explain the effects of replacing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Nutrient Cycling and the Gersmehl Model. The question was: Draw the Gersmehl model and explain each arrow in one sentence.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diagram shows three circles (biomass, litter, soil) linked by fallout, decomposition and uptake, with inputs from weathering and rain and outputs by leaching and runoff.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nutrient cycle of the selva and its plantation replacement. Number 2: describe the nutrient cycle of the steppe and its cereal replacement. Number 3: describe the nutrient cycle of the taiga.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Gersmehl model has three stores. Heavy rain causes leaching.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When forest is cleared for farms in southern Cameroon, crops grow well for two or three years and then fail. On the steppes of Ukraine, wheat has grown on the same black soils for a century.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Cleared rainforest soils lose fertility fast, but steppe soils stay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nutrients in the rainforest?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Mostly in the biomass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they in the steppe?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Mostly in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cleared ecosystems so that their soils do not lose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some ecosystems can be farmed for long and others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nutrient stores in three biomes.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biome is the biomass store largest? In which is the soil store largest?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Biomass: selva. Soil: steppe.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selva (tropical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litter store small in the selva?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Heat and humidity make decomposition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palm plantation replacing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nutrients when the selva is cleared?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biomass store is removed and rain leaches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harvesting wheat on former grassland.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could steppes be farmed for so 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soils (chernozems) store many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taiga (coniferous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litter store large in the taiga?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cold, so decomposition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Selva and its Replacement. Nutrient cycling in the tropical rainforest is as follows. On this slide we have The selva.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Selva and its Replacement. On this slide we have Man-made replacement.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gersmehl models of three biomes.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Steppe and its Replacement. Nutrient cycling in the temperate grassland is as follows. On this slide we have The steppe.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Steppe and its Replacement. On this slide we have Man-made replacement.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Taiga. Nutrient cycling in the coniferous forest is as follows. On this slide we have Stores.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Taiga. On this slide we have Flows.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are most nutrients in the selva, the steppe and the taiga?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selva: biomass. Steppe: soil. Taiga: litter.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cleared rainforest soils lose fertility quickly?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biomass store is removed and heavy rain leaches the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biomass; number 2, soil; number 3, litter.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Gersmehl models of the selva and the steppe and explain the differences.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Nutrient Cycling and Ecosystem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24: NUTRIENT CYCLING IN CONTRASTING ECOSYSTEMS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 Nutrient Cycling in Contrasting Ecosystems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Nutrient Cycling in Contrasting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Nutrient Cycling in Contrasting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Selva, steppe, taiga, nutrient store, plantation, cereal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Nutrient cycles of the selva and the man-made ecosystem replacing it; the steppe and its replacement; the taiga.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compare nutrient cycles of the selva, steppe and taiga and explain the effects of replacing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Nutrient Cycling and the Gersmehl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Gersmehl model and explain each arrow in one sentence.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diagram shows three circles (biomass, litter, soil) linked by fallout, decomposition and uptake, with inputs from weathering and rain and outputs by leaching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nutrient cycle of the selva and its plantation replacement.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nutrient cycle of the steppe and its cereal replacement.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nutrient cycle of the taiga.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Gersmehl model has three stores.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causes leaching.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forest is cleared for farms in southern Cameroon, crops grow well for two or three years and then fail. On the steppes of Ukraine, wheat has grown on the same black soils for a century.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Cleared rainforest soils lose fertility fast, but steppe soils stay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nutrients in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in the biomass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they in the steppe?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in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cleared ecosystems so that their soils do not lose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some ecosystems can be farmed for long and others cannot.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COMPARISON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rsmehl_compa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Nutrient stores in three biomes.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biome is the biomass store largest? In which is the soil store largest?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Biomass: selva. Soil: steppe.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SELVA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selva (tropical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SELVA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litter store small in the selva?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SELVA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humidity make decomposition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SELVA REPLACED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 replacing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SELVA REPLACED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nutrients when the selva is cleared?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SELVA REPLACED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biomass store is removed and rain leaches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STEPPE REPLACED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whe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Harvesting wheat on former grassland.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STEPPE REPLACED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could steppes be farmed for so 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STEPPE REPLACED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soils (chernozems) store many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TAIGA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onif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taiga (coniferous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TAIGA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litter store large in the taiga?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TAIGA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cold, so decomposition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Nutrient Cycling in Contrasting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Selva and its Replacement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Nutrient cycling in the tropical rainforest is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selva: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nutrients are stored in the huge biomass, while the litter and soil stores are small. Hot, wet conditions decompose litter quickly, and roots take nutrients up at once.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Selva and its Replacement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Man-made replacement: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forest is cleared for farms or plantations, the biomass store is removed. Heavy rain leaches the poor soil, so fertility falls within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Selva and its Replacement</a:t>
            </a:r>
            <a:endParaRPr lang="en-US" sz="3600" dirty="0"/>
          </a:p>
        </p:txBody>
      </p:sp>
      <p:pic>
        <p:nvPicPr>
          <p:cNvPr id="4" name="Image 0" descr="/home/claude/f4/img/v2/gersmehl_compa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Gersmehl models of three biomes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Steppe and its Replacement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Nutrient cycling in the temperate grassland is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steppe: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store is the largest, with deep, dark chernozems rich in humus. The biomass is small, and grass dies back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Steppe and its Replacement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Man-made replacement: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Steppes were ploughed for wheat and maize, and the rich soil allowed long farming. But overuse, erosion and the Dust Bowl show that nutrients must be restored.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Taiga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Nutrient cycling in the coniferous forest is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litter store is the largest, because the cold climate slows decomposition. Needles are acid and decompose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Taiga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Uptake and decomposition are slow, and soils are acid podsols. The system is poor in available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nutrients in the selva, the steppe and the taiga?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Selva: biomass. Steppe: soil. Taiga: litter.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cleared rainforest soils lose fertility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biomass store is removed and heavy rain leaches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selva most nutrients are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steppe most nutrients are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taiga the ______ store is large.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Gersmehl models of the selva and the steppe and explain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Nutrient Cycling and Ecosystem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Steppe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steppe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Taiga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taïga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Decomposition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décomposition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Nutrient Cycling in Contrasting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nutrient cycle of the selva and its plantation replacement. Describe the nutrient cycle of the steppe and its cereal replacement. Describe the nutrient cycle of the taiga.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compare nutrient cycles of the selva, steppe and taiga and explain the effects of replacing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Selva and its Replacement; The Steppe and its Replacement; The Taiga.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Gersmehl models of the selva and the steppe and explain the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models.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thin litter of the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shifting cultivation.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Ukraine and the Prairies.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the taiga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“Battleship Lake” by `James Wheeler, CC BY-NC-SA 2.0, via Flickr (https://www.flickr.com/photos/24128704@N08/16587218945)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2026-09-27T09:37:08Z</dcterms:created>
  <dcterms:modified xsi:type="dcterms:W3CDTF">2026-09-27T09:37:08Z</dcterms:modified>
</cp:coreProperties>
</file>