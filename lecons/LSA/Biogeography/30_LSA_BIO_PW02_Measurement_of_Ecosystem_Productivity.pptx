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2: Measurement of Ecosystem Productivity.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Ecosystem Productivity. The key notions we shall use today are: gPP, respiration, NPP, net productivity per unit area, bar graph, ranking. At the end, you should be able to do this: learners are able to calculate and compare the net productivity of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26: Productivity of Ecosystems. The question was: Rank five biomes by productivity and give one reason for each.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Rainforest (warm and wet all year) &gt; swamp (water and nutrients) &gt; savanna (dry season) &gt; temperate grassland &gt; desert (lack of water) and tundra (cold).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calculate NPP from GPP and respiration. Number 2: draw a bar graph of productivity. Number 3: rank ecosystems and explain the differences.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NPP = GPP − respiration. Rainforests are the most productive land biomes.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Ministry of Forests gives the class a table of gross productivity and respiration for four biomes. The class must calculate net productivity and rank the biomes.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calculate and compare productivity.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formula will they use?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NPP = GPP − respiration.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will they show the results?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With a bar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calculate and compare the productivity of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use data to compare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gPP and respiration of four biomes.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Calculate the NPP of the rainforest and the desert.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Rainforest: 4,400 − 2,200 = 2,200. Desert: 200 − 110 = 90 g/m²/year.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 bar graph of NPP.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Rank the four biomes from highest to lowest NPP.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Rainforest (2,200), savanna (900), temperate grassland (600), desert (90).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quadrat used to sample vegetation.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A 1 m² quadrat of grass gives 900 g of dry matter in a year. What is the NPP?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900 g/m²/year.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savanna in the dry season.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savanna NPP lower than rainforest NPP?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has a long dry season, so plants grow only part of the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the main biomes of the world.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the main reason for the low NPP of deserts?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Lack of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Gross productivity and Net productivity.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Calculations. Productivity data are processed as follows. On this slide we have Net productivity.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Calculations. On this slide we have Productivity per unit area.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productivity data.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Presentation and Interpretation. The results are presented and interpreted as follows. On this slide we have Bar graph.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Presentation and Interpretation. On this slide we have Classification and Reasons for differences.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bar graph of NPP.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A grassland has GPP 1,500 and respiration 700. Find the NPP.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800 g/m²/year.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does the tundra have a low NPP?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is very cold with a short growing season.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year; number 2, desert; number 3, weighed.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bar graph of the four biomes and write three sentences explaining it.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27: Biomes.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PRACTICAL WORK 2: MEASUREMENT OF ECOSYSTEM PRODUCTIVITY</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Measurement of Ecosystem Productivity</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Ecosystem Productivity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2: Measurement of Ecosystem Productivity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GPP, respiration, NPP, net productivity per unit area, bar graph, ranking.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Calculate net productivity from tables; draw bar graphs; classify ecosystems by net productivity per unit area; explain differences.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and compare the net productivity of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26: Productivity of Ecosystems):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Rank five biomes by productivity and give one reason for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Rainforest (warm and wet all year) &gt; swamp (water and nutrients) &gt; savanna (dry season) &gt; temperate grassland &gt; desert (lack of water) and tundra (cold).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NPP from GPP and respiration.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 bar graph of productivity.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Rank ecosystems and explain the differences.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NPP = GPP − respiration.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Rainforests are the most productive land biomes.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Ministry of Forests gives the class a table of gross productivity and respiration for four biomes. The class must calculate net productivity and rank the biomes.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calculate and compare productivity.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formula will they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NPP = GPP − respiration.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will they show the results?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a bar 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and compare the productivity of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use data to compare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DATA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pw_productivit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GPP and respiration of four biomes.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DATA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NPP of the rainforest and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DATA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Rainforest: 4,400 − 2,200 = 2,200. Desert: 200 − 110 = 90 g/m²/year.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BAR GRAPH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roductivity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bar graph of NPP.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BAR GRAPH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Rank the four biomes from highest to lowest NPP.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BAR GRAPH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Rainforest (2,200), savanna (900), temperate grassland (600), desert (90).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PRODUCTIVITY PER UNIT AREA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quadra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quadrat used to sample vegetation.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PRODUCTIVITY PER UNIT AREA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1 m² quadrat of grass gives 900 g of dry matter in a year. What is the NPP?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PRODUCTIVITY PER UNIT AREA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900 g/m²/year.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Savanna in the dry season.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savanna NPP lower than rainforest NPP?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a long dry season, so plants grow only part of the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biomes_map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main biomes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main reason for the low NPP of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Ecosystem Productivity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2: Measurement of Ecosystem Productivity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Gross productivity: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total organic matter produced by plants.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Net productivity: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gross productivity minus the matter used in respiration.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Calculations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Productivity data are processed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Net productivity: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NPP = gross productivity − respiration. For example, 4,000 − 1,800 = 2,200 g/m²/year for the rainforest.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Calculations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Productivity per unit area: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Divide the total production by the surface area to compare ecosystems of different sizes. A 1 m² quadrat giving 900 g of dry matter gives 900 g/m²/year.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Calculations</a:t>
            </a:r>
            <a:endParaRPr lang="en-US" sz="3600" dirty="0"/>
          </a:p>
        </p:txBody>
      </p:sp>
      <p:pic>
        <p:nvPicPr>
          <p:cNvPr id="4" name="Image 0" descr="/home/claude/f4/img/v2/pw_productivit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productivity data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Presentation and Interpretation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results are presented and interpreted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Bar 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one bar for the NPP of each biome and rank them from highest to lowest. Label the axes and give a title.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Presentation and Interpretation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Classification: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rainforest is high, the savanna medium and the desert low in NPP per unit area. Ecosystems are classed as high, medium or low productivity.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Reasons for differences: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Rainforests have heat, light and water all year. Savannas have a dry season, and deserts lack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Presentation and Interpretation</a:t>
            </a:r>
            <a:endParaRPr lang="en-US" sz="3600" dirty="0"/>
          </a:p>
        </p:txBody>
      </p:sp>
      <p:pic>
        <p:nvPicPr>
          <p:cNvPr id="4" name="Image 0" descr="/home/claude/f4/img/v2/productivity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bar graph of NPP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grassland has GPP 1,500 and respiration 700. Find the NPP.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800 g/m²/year.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tundra have a low NPP?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very cold with a short growing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NPP is measured in g per m² per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biome with the lowest NPP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Plants in a quadrat are cut, dried and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bar graph of the four biomes and write three sentences explaining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27: Biomes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tableau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Calculate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Calculer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Bar graph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L'histogramme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Rank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Classer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Average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moyenne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Sample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L'échantillon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2: Measurement of Ecosystem Productivity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Calculate NPP from GPP and respiration. Draw a bar graph of productivity. Rank ecosystems and explain the differences.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and compare the net productivity of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Calculations; Presentation and Interpretation.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bar graph of the four biomes and write three sentences explaining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copy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bars on graph paper.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cutting, drying and weighing.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link to climate graphs.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find the deserts on the map.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“Vegetation Monitoring, Katmai NPP” by swanNPS, CC BY-NC 2.0, via Flickr (https://www.flickr.com/photos/90673956@N06/16796099732)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2026-09-29T03:12:56Z</dcterms:created>
  <dcterms:modified xsi:type="dcterms:W3CDTF">2026-09-29T03:12:56Z</dcterms:modified>
</cp:coreProperties>
</file>