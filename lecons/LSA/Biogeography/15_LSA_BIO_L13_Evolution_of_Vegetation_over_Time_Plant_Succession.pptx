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Evolution of Vegetation over Time: Plant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plant succession, sere, prisere, pioneer, colonisation, climax, arresting factor. At the end, you should be able to do this: learners are able to explain how vegetation develops over time and what can stop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Meaning of Natural Vegetation. The question was: List five plants of your area and say whether each is natural or planted.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Natural: elephant grass, shea tree, baobab, wild acacia. Planted: mango, maize, cotton, eucalyptus and neem around the house.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plant succession and its stages. Number 2: name the types and sites of priseres. Number 3: explain colonisation and arresting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forms from bare rock over time. Lichens and mosses grow on rocks.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old farm near Ebolowa was abandoned ten years ago. First grass covered it, then bushes, and now young trees are growing. Farmers say that "the forest is coming back".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vegetation changes over time on the same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change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Plant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final stage?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climax vegetation (here,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allow vegetation to recover naturally and avoid factors that stop its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vegetation grows back and why it is sometimes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from bare rock to forest.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stages of a plant succession.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Bare ground, pioneers (lichens, mosses), grasses, shrubs, climax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priseres.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hydrosere? Where does it begin?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succession that begins in fresh water (a pond or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lichens on bare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lichens called pioneer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the first to grow on bare rock and start soil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hydrosere from open water to woodland.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 pond slowly become dry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Dead plants and mud fill it, and land plants replace water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burnt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that can stop a succession.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Fire and grazing (also farming, cutting).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Plant succession and Sere.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Prisere.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Sites of Priseres. Successions are of different types according to their site. On this slide we have Primary and secondary succession.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Sites of Priseres. On this slide we have Sites of priseres.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priseres.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Process of Plant Colonisation. Colonisation follows these stages. On this slide we have Pioneer stage.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Process of Plant Colonisation. On this slide we have Intermediate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Process of Plant Colonisation. On this slide we have Climax stage.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a plant succession.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Arresting Factors. A succession can be stopped by. On this slide we have Natural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Arresting Factors.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plant succession?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gradual change of plant communities in an area over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primary and secondary succession.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starts on bare ground without soil; secondary starts where soil remains.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pioneers; number 2, hydrosere; number 3, arresting.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an abandoned field and describe the plants growing on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The Concept of Climax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13: EVOLUTION OF VEGETATION OVER TIME: PLANT SUCCESSION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gif"/><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Evolution of Vegetation over Time: Plant Succession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Evolution of Vegetation over Time: Plant Succession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Plant succession, sere, prisere, pioneer, colonisation, climax, arresting factor.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Notion of succession; types; sites of priseres; process of colonisation; arresting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vegetation develops over time and what can stop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Meaning of Natural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plants of your area and say whether each is natural or planted.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elephant grass, shea tree, baobab, wild acacia. Planted: mango, maize, cotton, eucalyptus and neem around the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plant succession and its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types and sites of priseres.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colonisation and arresting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forms from bare rock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Lichens and mosses grow on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old farm near Ebolowa was abandoned ten years ago. First grass covered it, then bushes, and now young trees are growing. Farmers say that "the forest is coming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vegetation changes over time on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final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climax vegetation (here,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Allow vegetation to recover naturally and avoid factors that stop its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vegetation grows back and why it is sometimes stopped.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NOTION OF PLANT SUCCESSION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ucces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from bare rock to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NOTION OF PLANT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stages of a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NOTION OF PLANT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ground, pioneers (lichens, mosses), grasses, shrubs, climax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SITES OF PRISERES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iser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priseres.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SITES OF PRISERES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hydrosere? Where does it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SITES OF PRISERES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succession that begins in fresh water (a pond or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ch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Lichens on bare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lichens called pioneer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first to grow on bare rock and start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hydros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hydrosere from open water to woodland.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pond slowly become dry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Dead plants and mud fill it, and land plants replace water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ARRESTING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Burnt 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ARRESTING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can stop a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ARRESTING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 and grazing (also farming, cutting).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Evolution of Vegetation over Time: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succession: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gradual change of plant communities on a site over time until a stable climax is reached.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whole series of plant communities in a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succession that begins on a bare surface that never had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Sites of Priseres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Successions are of different types according to their site: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and secondary succession: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succession starts on a new bare surface such as lava. Secondary succession starts where vegetation was removed, such as an abandoned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Sites of Priseres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Sites of priseres: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lithosere begins on bare rock, a psammosere on sand dunes and a hydrosere in fresh water. A halosere begins in salt marshes.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Sites of Priseres</a:t>
            </a:r>
            <a:endParaRPr lang="en-US" sz="3600" dirty="0"/>
          </a:p>
        </p:txBody>
      </p:sp>
      <p:pic>
        <p:nvPicPr>
          <p:cNvPr id="4" name="Image 0" descr="/home/claude/f4/img/v2/priser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priseres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Colonisation follows these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Pioneer stage: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Lichens and mosses colonise the bare surface and start weathering it. They add the first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Intermediate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Grasses, herbs and shrubs follow as the soil deepens and improves. Each community changes the site and prepares it for the next.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Climax stage: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a stable community are reached, in balance with the climate. The number of species and the biomass are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a:t>
            </a:r>
            <a:endParaRPr lang="en-US" sz="3600" dirty="0"/>
          </a:p>
        </p:txBody>
      </p:sp>
      <p:pic>
        <p:nvPicPr>
          <p:cNvPr id="4" name="Image 0" descr="/home/claude/f4/img/v2/succes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a plant succession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Arresting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succession can be stopped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 from lightning, floods, landslides and volcanic eruptions can stop or reverse a succession. Grazing by wild animals also keeps grasses.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Arresting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farming, grazing, logging and building stop the succession. The vegetation that results is a plagioclimax.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gradual change of plant communities in an area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primary and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starts on bare ground without soil; secondary starts where soil remains.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first plants on bare rock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succession in fresh water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Fire and grazing are ______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an abandoned field and describe the plants growing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The Concept of Climax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Succession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succession végétale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Pioneer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Pionnier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Lichen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lichen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Evolution of Vegetation over Time: Plant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plant succession and its stages. Name the types and sites of priseres. Explain colonisation and arresting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vegetation develops over time and what can stop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and Sites of Priseres; The Process of Plant Colonisation; Arresting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an abandoned field and describe the plants growing on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stages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four priseres.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for lichens on walls.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swampy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yearly bush fires.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“Lichens on rock - Mason Lake” by brewbooks, CC BY-SA 2.0, via Flickr (https://www.flickr.com/photos/93452909@N00/2924427336)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2026-09-29T03:12:54Z</dcterms:created>
  <dcterms:modified xsi:type="dcterms:W3CDTF">2026-09-29T03:12:54Z</dcterms:modified>
</cp:coreProperties>
</file>