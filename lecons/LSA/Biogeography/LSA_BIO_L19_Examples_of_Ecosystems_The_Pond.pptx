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Examples of Ecosystems: The 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aquatic ecosystem, pond, algae, plankton, producer, consumer, decomposer, food chain. At the end, you should be able to do this: learners are able to describe a pond as an ecosystem with its components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Ecosystem as a System. The question was: Draw the ecosystem of a farm as a system with inputs, stores and outputs.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Farm system: inputs – sun, rain, seeds, manure and labour; stores – crops, soil and livestock; outputs – harvest, milk, eroded soil and water lost by evaporation.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abiotic and biotic components of a pond. Number 2: describe a pond food chain. Number 3: show the pond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producers, consumers and decomposers. Ecosystems are open systems.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fish farmer near Foumban notices that when he adds too much animal waste to his pond, the water turns green and the fish die.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pond ecosystem was upset and fish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made the water green?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Too many nutrients made algae grow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fish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Rotting algae used up the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ponds and wetlands from pollution and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study a small ecosystem that we can observe near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pond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producers, consumers and decomposers of the pond.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algae, water lilies. Consumers: fish, frogs. Decomposers: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water lilies on a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water lilies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food by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fishermen on the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a pond food chain ending with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Algae → small animals (zooplankton) → fish →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garden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of the pond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Sunlight and nutrients (also rain water,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savanna, a land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difference between a pond and a savanna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pond is in water; its producers are mainly algae, not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and Characteristics of a Pond. A pond ecosystem has the following components. On this slide we have Abiotic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Consumers and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pond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Pond as a System. The pond works as a system. On this slide we have Inputs and outputs.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Pond as a System. On this slide we have Food chain and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one producer, one consumer and one decomposer of a pond.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algae; fish; bacteria.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eutrophication?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rapid algae growth from excess nutrients, which reduces oxygen.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algae; number 2, decomposers; number 3, eutrophication.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 pond or stream and list what lives in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Interactions within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EXAMPLES OF ECOSYSTEMS: THE POND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 Examples of Ecosystems: The Pond</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Examples of Ecosystems: The Pond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Examples of Ecosystems: The Pond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Aquatic ecosystem, pond, algae, plankton, producer, consumer, decomposer, food chain.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Example of an aquatic ecosystem (pond): components, characteristics and functioning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Ecosystem as a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system: inputs – sun, rain, seeds, manure and labour; stores – crops, soil and livestock; outputs – harvest, milk, eroded soil and water lost by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abiotic and biotic components of a pond.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pond food chain.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Show the pond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producers, consumers and decomposers.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are open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fish farmer near Foumban notices that when he adds too much animal waste to his pond, the water turns green and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ecosystem was upset and fish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made the water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nutrients made algae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Rotting algae used up the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ponds and wetlands from pollution and drying.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study a small ecosystem that we can observe near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producers, consumers and decomposers of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algae, water lilies. Consumers: fish, frogs. Decomposers: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aterli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lilies on a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water lilies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food by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on the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 pond food chain ending with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 small animals (zooplankton) → fish →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garden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of the pond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and nutrients (also rain water,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a land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a pond and a savanna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is in water; its producers are mainly algae, not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pond ecosystem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sunlight, dissolved oxygen, nutrients and bottom mud. Temperature and light change with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water lilies and reeds make food by photosynthesis. Phytoplankton are tiny floating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and 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Zooplankton, insects, tadpoles and small fish are consumers, and large fish, birds and man are top consumers. Bacteria in the mud decompose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pond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sunlight, rain, runoff with nutrients and leaves. Outputs are evaporation, outflow, fish caught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and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typical chain is algae → zooplankton → small fish → large fish → man. The pond is small, clearly limited and sensitive to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producer, one consumer and one decomposer of a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fish;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algae growth from excess nutrients, which reduces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Simple water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Bacteria in the mud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Excess nutrients cause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pond or stream and list what lives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Interactions within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Algae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algues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chain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chaîne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Examples of Ecosystems: The Pond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abiotic and biotic components of a pond. Describe a pond food chain. Show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Components and Characteristics of a Pond;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 pond or stream and list what lives in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water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chain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inputs and outputs.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“Rieve's Pond Water Lilies 2015” by matthewbeziat, CC BY-NC 2.0, via Flickr (https://www.flickr.com/photos/109690096@N08/20146588069)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2026-09-27T09:37:07Z</dcterms:created>
  <dcterms:modified xsi:type="dcterms:W3CDTF">2026-09-27T09:37:07Z</dcterms:modified>
</cp:coreProperties>
</file>