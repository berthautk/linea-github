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19: Examples of Ecosystems: The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at water plants.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chain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inputs and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algae 2. decomposers 3. eutrophication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Ecosystems: The Pond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Structure of an Ecosystem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Examples of Ecosystems: The Pond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Aquatic ecosystem, pond, algae, plankton, producer, consumer, decomposer, food chain.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of an aquatic ecosystem (pond): components, characteristics and functioning as a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pond as an ecosystem with its components and processes.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abiotic and biotic components of a pond.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pond food chain.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pond as a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has producers, consumers and decomposers.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are open systems.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fish farmer near Foumban notices that when he adds too much animal waste to his pond, the water turns green and the fish die.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ecosystem was upset and fish died.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made the water green?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many nutrients made algae grow fast.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fish die?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Rotting algae used up the oxygen.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study a small ecosystem that we can observe near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on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producers, consumers and decomposers of the pond.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Producers: algae, water lilies. Consumers: fish, frogs. Decomposers: bacteria.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waterl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lilies on a pond.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water lilies producers?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make food by photosynthesis.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fish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Fishermen on the water.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a pond food chain ending with man.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→ small animals (zooplankton) → fish → man.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po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garden pond.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of the pond system.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 A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 and nutrients (also rain water, leaves).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savanna, a land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difference between a pond and a savanna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is in water; its producers are mainly algae, not grass.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Examples of Ecosystems: The Pond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Structure of an Ecosystem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Examples of Ecosystems: The Pond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Aquatic ecosystem: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ecosystem in water, such as a pond, river or lake.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simple water plants that make food by photosynthesis.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Eutrophication: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too-rapid growth of algae caused by excess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a Pond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Abiotic: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Water, sunlight, dissolved oxygen, mud and nutrients. Temperature and light change with depth.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Producers and consumers: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Algae, water lilies and reeds are producers. Insects, fish and frogs are consumers.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a Pond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Decomposers: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Bacteria and fungi live in the mud. They break down dead matter and release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Inputs and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Sunlight, rain, leaves and nutrients enter the pond. Water evaporates, and fish are removed by man.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Food chain: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are eaten by small animals, which are eaten by fish. Fish are eaten by birds or man.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Disturbance: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many nutrients cause eutrophication. Oxygen falls and fish die.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Pond as a System (3/3)</a:t>
            </a:r>
            <a:endParaRPr lang="en-US" sz="3600" dirty="0"/>
          </a:p>
        </p:txBody>
      </p:sp>
      <p:pic>
        <p:nvPicPr>
          <p:cNvPr id="13" name="Image 0" descr="/home/claude/f4/img/v2/pon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pond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producer, one consumer and one decomposer of a pond.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Algae; fish; bacteria.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eutrophication?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Rapid algae growth from excess nutrients, which reduces oxygen.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water plants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Bacteria in the mud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Excess nutrients cause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a pond or stream and list what lives in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20: Interactions within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Algae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algues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poisson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chain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chaîne alimentaire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L'oxygène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Examples of Ecosystems: The Pond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abiotic and biotic components of a pond. Describe a pond food chain. Show the pond as a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pond as an ecosystem with its components and processes.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Aquatic ecosystem, Algae, Eutrophication; II. Components of a Pond: Abiotic, Producers and consumers, Decomposers; III. The Pond as a System: Inputs and outputs, Food chain, Disturbance.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a pond or stream and list what lives in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“Rieve's Pond Water Lilies 2015” by matthewbeziat, CC BY-NC 2.0, via Flickr (https://www.flickr.com/photos/109690096@N08/20146588069)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“Fishermen, Lake Tana” by A.Davey, CC BY 2.0, via Flickr (https://www.flickr.com/photos/40595948@N00/2260748777)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“Gooderstone Water Gardens - pond - water lilies” by ell brown, CC BY 2.0, via Flickr (https://www.flickr.com/photos/39415781@N06/5993988041)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