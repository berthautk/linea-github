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18: The Ecosystem as a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photosynthesis equation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food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bare land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input 2. decomposition 3. leaching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as a System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an Ecosystem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Ecosystem as a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Input, output, store, process, photosynthesis, respiration, decomposition, feedback.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Inputs, outputs and processes of an ecosystem and the interactions between them.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 ecosystem as an open system with inputs, stores, processes and outputs.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inputs and outputs of an ecosystem.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main processes (photosynthesis, feeding, decomposition).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interactions between inputs, processes and outputs.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has abiotic and biotic parts.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is an open system.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forest near Bertoua is cleared, the river becomes muddy and the soil loses its fertility within a few years. The learners ask why removing trees changes the whole system.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Clearing the forest changed soil and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river become muddy?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trees, rain erodes the soil (a new output).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fertility fall?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input stopped and nutrients were leached.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see ecosystems as systems where a change in one part affects the whole.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cosystem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ecosystem as an open 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and two outputs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sun energy, rain (also CO₂, nutrients). Outputs: heat, leaching (also O₂, erosion).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forest: a large store of biomass.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process makes food and stores energy in plants?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being broken down on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process returns nutrients to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Decomposition.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l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lioness stalking zebras.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feeding a process that moves energy?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passes from the eaten to the eater.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on bare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removing vegetation change the outputs of the ecosystem?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Runoff, erosion and leaching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Ecosystem as a System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Structure of an Ecosystem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The Ecosystem as a System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energy or matter that enters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energy or matter that leaves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where matter is kept, like biomass, litter or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Inputs, Stores and Outputs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 energy, rain, carbon dioxide and nutrients from rock enter the system. Animals and seeds can also arrive.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and energy are stored in biomass, litter and soil. The size of each store differs between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Inputs, Stores and Outputs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Heat, oxygen and water vapour leave the system. Nutrients are lost by leaching, erosion and harvesting.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 makes food, feeding passes it on and respiration uses it. Decomposition returns nutrients to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Interactions: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change in one input changes processes and outputs. For example, less rain means less growth and less litter.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effect: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Clearing, burning and farming change inputs and outputs. They can upset the balance of the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(3/3)</a:t>
            </a:r>
            <a:endParaRPr lang="en-US" sz="3600" dirty="0"/>
          </a:p>
        </p:txBody>
      </p:sp>
      <p:pic>
        <p:nvPicPr>
          <p:cNvPr id="13" name="Image 0" descr="/home/claude/f4/img/v2/ecosystem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processes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 and decomposition (also feeding, respiration).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deforestation change ecosystem outputs?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Runoff, erosion and leaching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 energy is an ______ to the ecosystem.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is broken down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nutrients in water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ecosystem of a farm as a system with inputs, stores and outputs.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19: Examples of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L'entrée (intrant)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sortie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décomposition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L'équilibre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Ecosystem as a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inputs and outputs of an ecosystem. Explain the main processes (photosynthesis, feeding, decomposition). Explain the interactions between inputs, processes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 ecosystem as an open system with inputs, stores, processes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Input, Output, Store; II. Inputs, Stores and Outputs: Inputs, Stores, Outputs; III. Processes and Interactions: Processes, Interactions, Human effect.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ecosystem of a farm as a system with inputs, stores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“hunt is on” by @Doug88888, CC BY-NC-SA 2.0, via Flickr (https://www.flickr.com/photos/29468339@N02/2930690305)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