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18: The Ecosystem as a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three boxes.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the photosynthesis equation in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rotting leaves.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food 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bare land after clearing.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input 2. decomposition 3. leaching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18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Ecosystem as a System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Structure of an Ecosystem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18: The Ecosystem as a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Input, output, store, process, photosynthesis, respiration, decomposition, feedback.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Inputs, outputs and processes of an ecosystem and the interactions between them.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an ecosystem as an open system with inputs, stores, processes and outputs.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inputs and outputs of an ecosystem.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main processes (photosynthesis, feeding, decomposition).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interactions between inputs, processes and outputs.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ecosystem has abiotic and biotic parts.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drainage basin is an open system.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 a forest near Bertoua is cleared, the river becomes muddy and the soil loses its fertility within a few years. The learners ask why removing trees changes the whole system.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Clearing the forest changed soil and water.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did the river become muddy?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Without trees, rain erodes the soil (a new output).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did fertility fall?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Litter input stopped and nutrients were leached.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see ecosystems as systems where a change in one part affects the whole.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ecosystem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ecosystem as an open system.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inputs and two outputs of an ecosystem.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Inputs: sun energy, rain (also CO₂, nutrients). Outputs: heat, leaching (also O₂, erosion).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rain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forest: a large store of biomass.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process makes food and stores energy in plants?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Photosynthesis.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lit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Litter being broken down on the soil.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process returns nutrients to the soil?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Decomposition.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INTERACTIONS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l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6746" y="1691640"/>
            <a:ext cx="8155459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lioness stalking zebras.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INTERACTIONS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is feeding a process that moves energy?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INTERACTIONS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 passes from the eaten to the eater.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INTERACTIONS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gul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gully on bare land.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INTERACTIONS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removing vegetation change the outputs of the ecosystem?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INTERACTIONS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Runoff, erosion and leaching increase.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Ecosystem as a System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Ecological Systems (Ecosystems)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Structure of an Ecosystem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18: The Ecosystem as a System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energy or matter that enters an ecosystem.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Output: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energy or matter that leaves an ecosystem.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where matter is kept, like biomass, litter or soil.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Inputs, Stores and Outputs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Inputs: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Sun energy, rain, carbon dioxide and nutrients from rock enter the system. Animals and seeds can also arrive.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Stores: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Nutrients and energy are stored in biomass, litter and soil. The size of each store differs between ecosystems.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Inputs, Stores and Outputs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Outputs: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Heat, oxygen and water vapour leave the system. Nutrients are lost by leaching, erosion and harvesting.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Processes and Interactions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Processes: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Photosynthesis makes food, feeding passes it on and respiration uses it. Decomposition returns nutrients to the soil.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Interactions: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change in one input changes processes and outputs. For example, less rain means less growth and less litter.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Processes and Interactions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Human effect: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Clearing, burning and farming change inputs and outputs. They can upset the balance of the ecosystem.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Processes and Interactions (3/3)</a:t>
            </a:r>
            <a:endParaRPr lang="en-US" sz="3600" dirty="0"/>
          </a:p>
        </p:txBody>
      </p:sp>
      <p:pic>
        <p:nvPicPr>
          <p:cNvPr id="13" name="Image 0" descr="/home/claude/f4/img/v2/ecosystem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system.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processes of an ecosystem.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Photosynthesis and decomposition (also feeding, respiration).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deforestation change ecosystem outputs?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Runoff, erosion and leaching increase.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Sun energy is an ______ to the ecosystem.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Dead matter is broken down by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Loss of nutrients in water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ecosystem of a farm as a system with inputs, stores and outputs.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19: Examples of Ecosystems.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L'entrée (intrant)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sortie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stock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Decomposition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décomposition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L'équilibre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18: The Ecosystem as a System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the inputs and outputs of an ecosystem. Explain the main processes (photosynthesis, feeding, decomposition). Explain the interactions between inputs, processes and outputs.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an ecosystem as an open system with inputs, stores, processes and outputs.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Input, Output, Store; II. Inputs, Stores and Outputs: Inputs, Stores, Outputs; III. Processes and Interactions: Processes, Interactions, Human effect.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ecosystem of a farm as a system with inputs, stores and outputs.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“Amazon 11” by CIAT International Center for Tropical Agriculture, CC BY-SA 2.0, via Flickr (https://www.flickr.com/photos/38476503@N08/5641587148)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“Heavily earthworm-infested soil” by esagor, CC BY-NC 2.0, via Flickr (https://www.flickr.com/photos/7357861@N03/1993224477)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“hunt is on” by @Doug88888, CC BY-NC-SA 2.0, via Flickr (https://www.flickr.com/photos/29468339@N02/2930690305)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“Soil erosion in the central Mexican Highlands” by CIMMYT, CC BY-NC-SA 2.0, via Flickr (https://www.flickr.com/photos/44760652@N05/6244930288)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2026-09-27T04:25:25Z</dcterms:created>
  <dcterms:modified xsi:type="dcterms:W3CDTF">2026-09-27T04:25:25Z</dcterms:modified>
</cp:coreProperties>
</file>