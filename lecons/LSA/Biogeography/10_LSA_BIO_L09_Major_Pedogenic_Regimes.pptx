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Major Pedogenic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Profile Development and Forming Processes. The key notions we shall use today are: pedogenic regime, podsolisation, laterisation, calcification, salinisation, gleying. At the end, you should be able to do this: learners are able to explain the main soil-forming regimes and link them to climate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The Soil Profile. The question was: Draw a soil profile seen in a road cutting near your home and label the horizons.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a road cutting: a thin dark topsoil (A), a thick red or brown subsoil rich in clay (B), weathered rock with stones (C), and sometimes solid rock at the bottom (R).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pedogenic regime. Number 2: explain podsolisation and laterisation (downward movement). Number 3: explain calcification, salinisation and gleying.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moves materials in the soil. Climate is an active factor of soil formation.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teacher shows photos of a red soil from Yaoundé, a grey soil from Canada and a salty white crust from an irrigated field in the Sahel. Learners ask why soils differ so much.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Soils in different climates look very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controls these differences?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main soil-forming process (pedogenic regime), linked to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the regime of hot, wet tropics.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Laterisation.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main soil-forming regimes to manage soils in different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soil types of the world and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five pedogenic regimes.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regimes does water move mainly down? In which does it move 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Down: podsolisation and laterisation. Up: calcification and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coniferous forest (taiga).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soils under coniferous forests acid and leached?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Needles make acid humus, and rain washes iron and clay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laterite, a hard red layer.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elements stay in the soil during laterisation?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Iron and aluminium oxides; silica and bases are washed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dry steppe of Kazakhstan.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calcium collect near the surface in steppe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is low, so calcium is not washed away and evaporation brings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salt crust on dry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irrigation cause salinisation?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evaporates and leaves salts at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Pedogenic regimes can be understood as follows. On this slide we have Pedogenic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On this slide we have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major pedogenic regimes.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Leaching Regimes. The main leaching regimes are. On this slide we have Podsolisation.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Leaching Regimes. On this slide we have Laterisation.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Accumulation Regimes. The main accumulation regimes are. On this slide we have Calcification.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Accumulation Regimes. On this slide we have Salinisation.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Accumulation Regimes. On this slide we have Gleying (gleization).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does laterisation occur? Which elements stay?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hot, wet tropics; iron and aluminium oxides stay.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salinisation.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dry areas, evaporation draws water up and leaves salts at the surface.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podsolisation; number 2, laterisation; number 3, gleying.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Copy the pedogenic diagram and give one climate for each regime.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Minor Soil Forming Processes.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MAJOR PEDOGENIC REGIMES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Major Pedogenic Regimes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Development and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Major Pedogenic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Pedogenic regime, podsolisation, laterisation, calcification, salinisation, gleying.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podsolisation, laterisation, calcification, salinisation and gleying: location, movement of materials,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main soil-forming regimes and link them to climate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The Soil Profile):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soil profile seen in a road cutting near your home and label the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road cutting: a thin dark topsoil (A), a thick red or brown subsoil rich in clay (B), weathered rock with stones (C), and sometimes solid rock at the bottom (R).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pedogenic regime.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podsolisation and laterisation (downward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calcification, salinisation and gleying.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moves materials in the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an active factor of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teacher shows photos of a red soil from Yaoundé, a grey soil from Canada and a salty white crust from an irrigated field in the Sahel. Learners ask why soils differ so much.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in different climates look very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controls these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main soil-forming process (pedogenic regime), linked to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regime of hot, wet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main soil-forming regimes to manage soils in different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soil types of the world and their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edogen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Five pedogenic regimes.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regimes does water move mainly down? In which does it move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Down: podsolisation and laterisation. Up: calcification and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PODSOLISATION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coniferous forest (taiga).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PODSOLISATION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under coniferous forests acid and leached?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PODSOLISATION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Needles make acid humus, and rain washes iron and clay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LATERISATION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Laterite, a hard red layer.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LATERISATION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elements stay in the soil during laterisation?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LATERISATION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and aluminium oxides; silica and bases are washed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CALCIFICATION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tepp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dry steppe of Kazakhstan.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CALCIFICATION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calcium collect near the surface in steppe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CALCIFICATION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is low, so calcium is not washed away and evaporation brings it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SALINISATION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lt_c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salt crust on dry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SALINISATION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irrigation cause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SALINISATION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evaporates and leaves salts at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Profile Development and Forming Processes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Major Pedogenic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Pedogenic regimes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Pedogenic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major soil-forming process linked to a type of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wet climates, water moves down and leaches the soil (podsolisation, laterisation). In dry climates, water moves up and salts accumulate (calcification, salinisation); gleying occurs in waterlogged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a:t>
            </a:r>
            <a:endParaRPr lang="en-US" sz="3600" dirty="0"/>
          </a:p>
        </p:txBody>
      </p:sp>
      <p:pic>
        <p:nvPicPr>
          <p:cNvPr id="4" name="Image 0" descr="/home/claude/f4/img/v2/pedogen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major pedogenic regimes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Leaching Regimes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leaching regimes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Podsolisation: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in cool, wet regions under coniferous forests (taiga). Acid water washes iron, aluminium and humus down, leaving a pale ash-grey E horizon and an iron pan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Leaching Regimes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in hot, wet tropical regions such as southern Cameroon. Silica and bases are leached away, while iron and aluminium oxides remain, giving deep red soils and laterite crusts.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Accumulation Regimes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accumulation regimes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Calcification: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in semi-arid grasslands such as the steppes and prairies. Evaporation draws calcium carbonate up, which collects near the surface and forms fertile chernozems.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Accumulation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Salinisation: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in hot, dry regions and in badly irrigated land. Capillary rise brings salts to the surface, forming a white crust that kills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Accumulation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Gleying (gleization):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in waterlogged soils without oxygen, such as swamps and floodplains. Iron is reduced, giving grey-blue colours with rusty mottles.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laterisation occur? Which elements stay?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hot, wet tropics; iron and aluminium oxides stay.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dry areas, evaporation draws water up and leaves salts at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regime of the taiga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regime of the humid tropics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Grey waterlogged soils form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Copy the pedogenic diagram and give one climate for each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Minor Soil Forming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Podsolisation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podzolisation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latéritisation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calcification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Salinisation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salinisation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Gleying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L'hydromorphie (gley)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croûte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Major Pedogenic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pedogenic regime. Explain podsolisation and laterisation (downward movement). Explain calcification, salinisation and gleying.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main soil-forming regimes and link them to climate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Leaching Regimes; Accumulation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Copy the pedogenic diagram and give one climate for each regime.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five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 taiga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laterite roads.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steppes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salty wells in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“Tank on the Kazakh steppe” by Timon91, CC BY-NC-SA 2.0, via Flickr (https://www.flickr.com/photos/52250985@N06/30964503402)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“Salt” by Phillie Casablanca, CC BY 2.0, via Flickr (https://www.flickr.com/photos/19451080@N00/2052715618)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2026-09-29T03:12:52Z</dcterms:created>
  <dcterms:modified xsi:type="dcterms:W3CDTF">2026-09-29T03:12:52Z</dcterms:modified>
</cp:coreProperties>
</file>