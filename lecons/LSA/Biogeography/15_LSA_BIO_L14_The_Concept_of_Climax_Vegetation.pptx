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The Concept of Climax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climax, monoclimax, polyclimax, climatic climax, edaphic climax, plagioclimax. At the end, you should be able to do this: learners are able to explain the climax concept and discuss whether savannas are climax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Evolution of Vegetation over Time: Plant Succession. The question was: Observe an abandoned field and describe the plants growing on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On an abandoned field, first weeds and grasses grow, then shrubs and young trees. It is in the intermediate (shrub) stage of a secondary succession.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climax vegetation. Number 2: compare the monoclimax and polyclimax views. Number 3: discuss the climax status of grasslands.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Succession ends with a climax. Fire and grazing can stop succession.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forester says that much of the savanna of central Cameroon would become forest if bush fires stopped. A herder disagrees and says savanna is the natural vegetation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disagree on whether savanna is a natural 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would happen without fire?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Trees might grow and forest could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vegetation kept by fire?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plagioclimax.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judge the effects of man on vegetation and manage grasslands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final stage of vegetation and how man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climatic climax and plagioclimax.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climax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final, stable plant community in balance with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equatorial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rainforest called a climatic climax?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stable vegetation that the hot, wet climate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savanna with scattered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some scientists say that many savannas are not true climaxes?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kept by fire and grazing; without them trees would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cattle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grazing keep grassland?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Animals eat young trees and trample seedlings.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temperate grassland (prairie).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argument that some grasslands are climatic climaxes.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rain is too low for trees, grass is the natural final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Climax Vegetation. Climax vegetation can be understood as follows. On this slide we have Climax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Climax Vegetation. On this slide we have Mono-climax view.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Climax Vegetation. On this slide we have Poly-climax view.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climax vegetation.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Climaxes. The main types of climaxes are. On this slide we have Climatic climax.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Climaxes. On this slide we have Edaphic and topographic climax.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Climaxes. On this slide we have Plagioclimax.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Debate on the Climax Status of Grasslands. Scientists debate whether grasslands are true climaxes. On this slide we have Grasslands as a plagioclimax.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Debate on the Climax Status of Grasslands. On this slide we have Grasslands as a climatic climax.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monoclimax and polyclimax views.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monoclimax: one climax set by climate; polyclimax: several climaxes set by climate, soil, relief and fire.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plagioclimax? Give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vegetation kept below its climax by man; savanna kept by fire.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climax; number 2, monoclimax; number 3, plagioclimax.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short paragraph: "Is the savanna of Cameroon a climax?".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Examples of Plant Succession.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THE CONCEPT OF CLIMAX VEGETATION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Concept of Climax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The Concept of Climax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Climax, monoclimax, polyclimax, climatic climax, edaphic climax, plagioclimax.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climax vegetation; mono and poly climax views; types of climax; debate on the climax status of grasslands.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climax concept and discuss whether savannas are climax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Evolution of Vegetation over Time: Plant Succession):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an abandoned field and describe the plants growing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an abandoned field, first weeds and grasses grow, then shrubs and young trees. It is in the intermediate (shrub) stage of a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climax vegetation.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monoclimax and polyclimax views.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Discuss the climax status of grasslands.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Succession ends with a climax.</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Fire and grazing can stop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forester says that much of the savanna of central Cameroon would become forest if bush fires stopped. A herder disagrees and says savanna is the natural vegetation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disagree on whether savanna is a natural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happen without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might grow and forest could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vegetation kept by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plagioclimax.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Judge the effects of man on vegetation and manage grasslands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final stage of vegetation and how man changes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limax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Climatic climax and plagioclimax.</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climax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final, stable plant community in balance with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CLIMATIC CLIMAX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equatorial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CLIMATIC 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rainforest called a climatic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CLIMATIC 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stable vegetation that the hot, wet climate allows.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with scattered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some scientists say that many savannas are not true climaxes?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kept by fire and grazing; without them trees would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grazing keep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eat young trees and trample seedlings.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 ON GRASSLANDS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grassland (prairie).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 ON GRASSLANDS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argument that some grasslands are climatic climaxes.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 ON GRASSLANDS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rain is too low for trees, grass is the natural final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The Concept of Climax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Climax vegetation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Climax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final, stable plant community of a succession, in balance with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Mono-climax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Clements said that each climatic region has only one true climax, determined by climate. Other communities are only stages towards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Poly-climax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Tansley said that several climaxes can exist in one region. Soils, relief, drainage and fire can also produce stable communities.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a:t>
            </a:r>
            <a:endParaRPr lang="en-US" sz="3600" dirty="0"/>
          </a:p>
        </p:txBody>
      </p:sp>
      <p:pic>
        <p:nvPicPr>
          <p:cNvPr id="4" name="Image 0" descr="/home/claude/f4/img/v2/climax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climax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Climaxes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climaxes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controlled by climate, like the equatorial rainforest. It is the natural vegetation of a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Climaxes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Edaphic and topographic 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controlled by soil (edaphic) or relief and drainage (topographic). Mangroves and swamp forests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Climaxes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Plagioclimax: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stable vegetation maintained by human activity such as fire, grazing or cutting. Many savannas and pastures are plagioclimaxes.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Debate on the Climax Status of Grasslands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Scientists debate whether grasslands are true climaxes: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as a plagioclimax: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fire and grazing stop, trees often return, as in parts of the Guinea savanna. This suggests that man created many savannas.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Debate on the Climax Status of Grasslands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as a climatic 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dry areas such as the prairies, steppes and Sahel, low rainfall prevents forests. There, grassland is the natural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monoclimax and polyclimax views.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Monoclimax: one climax set by climate; polyclimax: several climaxes set by climate, soil, relief and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plagioclimax?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kept below its climax by man; savanna kept by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final stable stage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view of one climax per climate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Vegetation kept by man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paragraph: "Is the savanna of Cameroon a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Examples of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prairie, 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Debate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The Concept of Climax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climax vegetation. Compare the monoclimax and polyclimax views. Discuss the climax status of grasslands.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climax concept and discuss whether savannas are climax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Climax Vegetation; Types of Climaxes; Debate on the Climax Status of Grasslands.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short paragraph: "Is the savanna of Cameroon a climax?"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climax forests of the world.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debate.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grazing on the Adamawa.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prairie and savanna.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2026-09-29T12:18:41Z</dcterms:created>
  <dcterms:modified xsi:type="dcterms:W3CDTF">2026-09-29T12:18:41Z</dcterms:modified>
</cp:coreProperties>
</file>