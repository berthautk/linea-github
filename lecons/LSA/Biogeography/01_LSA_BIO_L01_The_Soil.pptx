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The Soil System. The key notions we shall use today are: soil, pedology, mineral matter, organic matter, soil air, soil water, soil system. At the end, you should be able to do this: learners are able to describe what soil is made of and explain why it is important to man and to living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Relief of Cameroon. The question was: Define soil.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Soil is the thin upper layer of the land made of weathered rock, humus, water and air, in which plants grow.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and pedology. Number 2: describe the four components of soil and how they change with depth. Number 3: explain the importance of soil and the soil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breaks rocks into small pieces. Plants need water and nutrients.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in Foumbot says that his dark soil feeds his family, while a builder says that soil is only "dirt" to be removed. The class wants to know what soil really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do not agree on what soil is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soil only broken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also contains humus, water, air and living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soil important?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grows our food and supports all land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and conserve the soils that feed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soil, the base of farming and of land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soil pit showing layers of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pit show about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is a thin layer over rock, with different layers from the top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components of a good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components of soil. Which is the largest?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Mineral matter, water, air and organic matter; mineral matter is the largest (45 %).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earthworm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earthworm part of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contains living organisms that mix it and make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woman farmer in her farm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uses of soil for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grows food and cash crops and gives building materials (clay,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soil as an open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inputs and two outputs of the soil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dead leaves (also weathered rock, sun). Outputs: leaching, erosion (also uptake,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Soil. Soil can be understood as follows. On this slide we have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Components and Variations with Depth. Soil is made up of four main components. On this slide we have Mineral matter (about 45 %).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Organic matter (about 5 %).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Water and air (about 25 % each).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Variations with depth.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components of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Soil to Man and the Biosphere. Soil is important in the following ways. On this slide we have For man.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Soil to Man and the Biosphere. On this slide we have For the biosphere.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Soil System. The soil can be studied as an open system.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Soil System. On this slide we have Processes and state.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Soil System. On this slide we have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components of soil with their proportions.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mineral matter 45 %, water 25 %, air 25 %, organic matter 5 %.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outputs of the soil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leaching and erosion (also uptake, evaporation).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pedology; number 2, humus; number 3, mineral.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a handful of soil and list what you can see in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Physical Properties of the Soil: Texture.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THE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pedology, mineral matter, organic matter, soil air, soil water,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soil; components and their variation with depth; importance of soil; the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what soil is made of and explain why it is important to man and to living things.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Relief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is the thin upper layer of the land made of weathered rock, humus, water and air, in which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and pedology.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components of soil and how they change with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soil and the soil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breaks rocks into small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water and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in Foumbot says that his dark soil feeds his family, while a builder says that soil is only "dirt" to be removed. The class wants to know what soil really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do not agree on what soil is and why it matters.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soil only broken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also contains humus, water, air and living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soil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our food and supports all land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and conserve the soils that feed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soil, the base of farming and of land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pit showing layers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pit show about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is a thin layer over rock, with different layers from the top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components of a good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soil. Which is the largest?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water, air and organic matter; mineral matter is the largest (45 %).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earthwor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earthworm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earthworm part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contains living organisms that mix it and make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woman farmer in her farm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soil for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food and cash crops and gives building materials (clay,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as 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and two outputs of the soil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dead leaves (also weathered rock, sun). Outputs: leaching, erosion (also uptake,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loose layer of weathered rock, organic matter, water and air that covers the land surface and supports plant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made up of four main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matter (about 45 %):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weathering of the parent rock, as sand, silt and clay. It gives the soil its body and many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(about 5 %):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dead plants and animals that decompose into humus. It makes the soil dark, fertile and able to hold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(about 25 % each):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fill the pores between particles. Water carries dissolved nutrients to roots, and air supplies oxygen to roots and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Variations with depth: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Organic matter, air and organisms decrease with depth, while stones and weathered rock increase. This creates layers called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components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Soil to Man and the Biosphere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supports farming, which provides food, cash crops and raw materials. It also supplies building materials such as clay and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Soil to Man and the Biosphere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the biosphere: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anchors plants and supplies them with water and nutrients. It is the home of many organisms and recycles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can be studied as an open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weathered rock, organic matter, rain water, air and solar energy. Man adds fertilisers and manure.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and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Processes include weathering, decomposition, leaching and translocation. The state of the soil is its properties at a given time: texture, structure, pH,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Outputs are nutrients taken by plants, water lost by evaporation and drainage, and soil lost by erosion. Crops removed by man are also an output.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soil with their proportions.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45 %, water 25 %, air 25 %, organic matter 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outputs of the soil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 and erosion (also uptake,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soils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Decayed organic matter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component of soil is ______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handful of soil and list what you can see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Physical Properties of the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Earthworm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Pedology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pédologie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and pedology. Describe the four components of soil and how they change with depth. Explain the importance of soil and the soil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what soil is made of and explain why it is important to man and to living things.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Soil; Soil Components and Variations with Depth; Importance of Soil to Man and the Biosphere; The Soil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a handful of soil and list what you can see in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hole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pie chart.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for worms after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crops grown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three boxes.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“Earthworm In Soil” by jwinfred, CC BY-NC-ND 2.0, via Flickr (https://www.flickr.com/photos/98937825@N00/3532746937)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2026-09-29T03:12:51Z</dcterms:created>
  <dcterms:modified xsi:type="dcterms:W3CDTF">2026-09-29T03:12:51Z</dcterms:modified>
</cp:coreProperties>
</file>