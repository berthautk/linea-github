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 The Soil.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Soil and its Properties, and the sub-topic is The Soil System. The key notions we shall use today are: soil, pedology, mineral matter, organic matter, soil air, soil water, soil system. At the end, you should be able to do this: learners are able to describe what soil is made of and explain why it is important to man and to living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Coastal Processes and Features. The question was: Name the four components of soil.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Mineral matter, organic matter (humus), water and air.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soil and pedology. Number 2: describe the four components of soil and how they change with depth. Number 3: explain the importance of soil and the soil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Weathering breaks rocks into small pieces. Plants need water and nutrients.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farmer in Foumbot says that his dark soil feeds his family, while a builder says that soil is only "dirt" to be removed. The class wants to know what soil really is.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do not agree on what soil is and why it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Is soil only broken rock?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No. It also contains humus, water, air and living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soil important?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grows our food and supports all land life.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and conserve the soils that feed 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the soil, the base of farming and of land ecosystems.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soil pit showing layers of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does the pit show about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is a thin layer over rock, with different layers from the top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components of a good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components of soil. Which is the largest?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Mineral matter, water, air and organic matter; mineral matter is the largest (45 %).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an earthworm in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earthworm part of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Soil contains living organisms that mix it and make humus.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woman farmer in her farm in Cameroon.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uses of soil for man.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grows food and cash crops and gives building materials (clay, sand).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the soil as an open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Name two inputs and two outputs of the soil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rain, dead leaves (also weathered rock, sun). Outputs: leaching, erosion (also uptake, evaporation).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of Soil. Soil can be understood as follows. On this slide we have Soil.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Soil Components and Variations with Depth. Soil is made up of four main components. On this slide we have Mineral matter (about 45 %).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Components and Variations with Depth. On this slide we have Organic matter (about 5 %).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Components and Variations with Depth. On this slide we have Water and air (about 25 % each).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Soil Components and Variations with Depth. On this slide we have Variations with depth.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components of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Importance of Soil to Man and the Biosphere. Soil is important in the following ways. On this slide we have For man.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Importance of Soil to Man and the Biosphere. On this slide we have For the biosphere.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Soil System. The soil can be studied as an open system.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Soil System. On this slide we have Processes and state.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Soil System.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soil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components of soil with their proportions.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mineral matter 45 %, water 25 %, air 25 %, organic matter 5 %.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outputs of the soil 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leaching and erosion (also uptake, evaporation).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pedology; number 2, humus; number 3, mineral.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Collect a handful of soil and list what you can see in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 Physical Properties of the Soil: Texture.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 THE SOIL</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Soil</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and its Properties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Soil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 The Soil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Soil, pedology, mineral matter, organic matter, soil air, soil water, soil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of soil; components and their variation with depth; importance of soil; the soil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what soil is made of and explain why it is important to man and to living things.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Coastal Processes and Features):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matter, organic matter (humus), water and air.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soil and pedology.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components of soil and how they change with depth.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importance of soil and the soil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Weathering breaks rocks into small pieces.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need water and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farmer in Foumbot says that his dark soil feeds his family, while a builder says that soil is only "dirt" to be removed. The class wants to know what soil really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do not agree on what soil is and why it matters.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Is soil only broken rock?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It also contains humus, water, air and living things.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soil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grows our food and supports all land life.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and conserve the soils that feed 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the soil, the base of farming and of land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sa_soilpi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soil pit showing layers of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pit show about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is a thin layer over rock, with different layers from the top down.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oil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components of a good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soil. Which is the largest?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matter, water, air and organic matter; mineral matter is the largest (45 %).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earthworm.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earthworm in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earthworm part of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SOIL COMPONENTS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contains living organisms that mix it and make humus.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OF SOIL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cmrfa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woman farmer in her farm in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OF 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of soil for man.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IMPORTANCE OF SOIL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grows food and cash crops and gives building materials (clay, sand).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SOIL SYSTEM</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soi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soil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SOIL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the soil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THE SOIL SYSTEM</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rain, dead leaves (also weathered rock, sun). Outputs: leaching, erosion (also uptake,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Soil and its Properties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Soil 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of Soil</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can be understood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thin, loose layer of weathered rock, organic matter, water and air that covers the land surface and supports plant growth.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Components and Variations with Depth</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made up of four main components: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Mineral matter (about 45 %):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the weathering of the parent rock, as sand, silt and clay. It gives the soil its body and many nutrients.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Components and Variations with Depth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Organic matter (about 5 %):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comes from dead plants and animals that decompose into humus. It makes the soil dark, fertile and able to hold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Components and Variations with Depth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and air (about 25 % each):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fill the pores between particles. Water carries dissolved nutrients to roots, and air supplies oxygen to roots and organisms.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Components and Variations with Depth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Variations with depth: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Organic matter, air and organisms decrease with depth, while stones and weathered rock increase. This creates layers called horizons.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Soil Components and Variations with Depth</a:t>
            </a:r>
            <a:endParaRPr lang="en-US" sz="3600" dirty="0"/>
          </a:p>
        </p:txBody>
      </p:sp>
      <p:pic>
        <p:nvPicPr>
          <p:cNvPr id="4" name="Image 0" descr="/home/claude/f4/img/v2/soil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components of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Soil to Man and the Biosphere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Soil is important in the following ways: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man: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supports farming, which provides food, cash crops and raw materials. It also supplies building materials such as clay and laterite.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Importance of Soil to Man and the Biosphere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 the biosphere: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Soil anchors plants and supplies them with water and nutrients. It is the home of many organisms and recycles dead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Soil System</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soil can be studied as an open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are weathered rock, organic matter, rain water, air and solar energy. Man adds fertilisers and manure.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Soil System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and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Processes include weathering, decomposition, leaching and translocation. The state of the soil is its properties at a given time: texture, structure, pH, fertility.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Soil System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Outputs are nutrients taken by plants, water lost by evaporation and drainage, and soil lost by erosion. Crops removed by man are also an output.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4. The Soil System</a:t>
            </a:r>
            <a:endParaRPr lang="en-US" sz="3600" dirty="0"/>
          </a:p>
        </p:txBody>
      </p:sp>
      <p:pic>
        <p:nvPicPr>
          <p:cNvPr id="4" name="Image 0" descr="/home/claude/f4/img/v2/soil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soil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components of soil with their proportions.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Mineral matter 45 %, water 25 %, air 25 %, organic matter 5 %.</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outputs of the soil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Leaching and erosion (also uptake, evaporation).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study of soils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Decayed organic matter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largest component of soil is ______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Collect a handful of soil and list what you can see in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 Physical Properties of the Soil: Texture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L'humus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Earthworm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ver de terre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lessivage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Pedology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pédologie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Soil and its Properties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 The Soil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soil and pedology. Describe the four components of soil and how they change with depth. Explain the importance of soil and the soil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what soil is made of and explain why it is important to man and to living things.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7"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of Soil; Soil Components and Variations with Depth; Importance of Soil to Man and the Biosphere; The Soil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Collect a handful of soil and list what you can see in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dig a small hole near the school.</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pie chart.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look for worms after rain.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crops grown in your area.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the three boxes.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“Humic Dystrudept (fine-loamy, isotic, frigid)” by SoilScience.info, CC BY 2.0, via Flickr (https://www.flickr.com/photos/22503286@N06/5140645742)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“Earthworm In Soil” by jwinfred, CC BY-NC-ND 2.0, via Flickr (https://www.flickr.com/photos/98937825@N00/3532746937)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(https://www.flickr.com/photos/51431730@N04/46914753474)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2026-09-29T12:18:38Z</dcterms:created>
  <dcterms:modified xsi:type="dcterms:W3CDTF">2026-09-29T12:18:38Z</dcterms:modified>
</cp:coreProperties>
</file>