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21: Energy Flows in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Ecological Systems (Ecosystems), and the sub-topic is The Functioning of Ecosystems. The key notions we shall use today are: energy flow, photosynthesis, respiration, first law of thermodynamics, second law of thermodynamics, 10 % rule. At the end, you should be able to do this: learners are able to explain how energy enters and flows through ecosystems using the two energy laws.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20: Interactions within Ecosystems. The question was: Give an example of an ecosystem in your area that has lost its balance and explain why.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the savanna near town has been overgrazed and burnt; grass cover has disappeared, soil is eroded and wild animals have left, so the ecosystem has lost its balance.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source of energy in ecosystems. Number 2: explain the first and second laws of energy. Number 3: explain why energy decreases along a food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Plants make food by photosynthesis. Animals eat plants or other animals.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herder feeds his cattle on grass. A learner calculates that the cattle use most of the energy in the grass to walk and keep warm, and very little becomes meat.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Much energy is lost between grass and meat.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does the energy go?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is lost as heat through respiration and movement.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Where does the energy of grass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the Sun.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energy flows to understand why food production is most efficient at low trophic levels.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why energy flows in one direction and why food chains are short.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Sun, source of all energy in ecosystems.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does solar energy enter the ecosystem?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Through photosynthesis by green plants.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photosynthesis.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Into what form is solar energy changed by plants?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Chemical energy stored in food (sugars).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energy flow along a food chain.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If grass has 10,000 units, how much reaches the lion?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About 100 units (10 % at each step).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zebras grazing.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does the zebra keep only a small part of the grass energy?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loses most as heat when it moves and breathes (second law).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lioness stalking zebras.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are there few lions and many zebras?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Little energy is left at the top of the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of Energy in the Ecosystem. Energy enters the ecosystem as follows. On this slide we have Solar energy.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of Energy in the Ecosystem. On this slide we have Photosynthesis.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Two Energy Laws. Energy flow obeys the two laws of thermodynamics. On this slide we have First law.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Two Energy Laws. On this slide we have Second law and Consequence.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energy flow through trophic levels.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State the two energy laws.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first: energy is not created or destroyed, only changed. Second: each change loses some energy as heat.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are food chains short?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about 90 % of energy is lost at each level.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Sun; number 2, photosynthesis; number 3,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Calculate how much energy reaches a hawk if grass has 50,000 units in the chain grass → grasshopper → bird → hawk.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22: Trophic Levels, Food Chains and Food Webs.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21: ENERGY FLOWS IN ECOSYSTEMS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Energy Flows in Ecosystems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Ecological Systems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Functioning of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21: Energy Flows in Ecosystems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Energy flow, photosynthesis, respiration, first law of thermodynamics, second law of thermodynamics, 10 % rule.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Sources of energy in the ecosystem; the two energy laws analysed.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how energy enters and flows through ecosystems using the two energy laws.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20: Interactions within Ecosystems):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an example of an ecosystem in your area that has lost its balance and explain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the savanna near town has been overgrazed and burnt; grass cover has disappeared, soil is eroded and wild animals have left, so the ecosystem has lost its balance.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source of energy in ecosystems.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first and second laws of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why energy decreases along a food chain.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make food by photosynthesis.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Animals eat plants or other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herder feeds his cattle on grass. A learner calculates that the cattle use most of the energy in the grass to walk and keep warm, and very little becomes meat.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Much energy is lost between grass and meat.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energy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lost as heat through respiration and movement.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energy of grass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energy flows to understand why food production is most efficient at low trophic levels.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why energy flows in one direction and why food chains are short.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 OF ENERGY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su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Sun, source of all energy in ecosystems.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 OF ENERGY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solar energy enter the ecosystem?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 OF ENERGY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Through photosynthesis by green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 OF ENERGY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veg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Photosynthesis.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 OF ENERGY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Into what form is solar energy changed by plants?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SOURCES OF ENERGY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Chemical energy stored in food (sugars).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ENERGY FLOW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nergy_fl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Energy flow along a food chain.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ENERGY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If grass has 10,000 units, how much reaches the 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ENERGY FLOW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100 units (10 % at each step).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FIRST LAW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zebra.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Zebras grazing.</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FIRST LAW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the zebra keep only a small part of the grass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FIRST LAW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loses most as heat when it moves and breathes (second law).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SECOND LAW</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lion.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lioness stalking zebras.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SECOND LAW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there few lions and many zebras?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THE SECOND LAW</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Little energy is left at the top of the chain.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Ecological Systems (Ecosystems)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Functioning of Ecosystems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21: Energy Flows in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Energy in the Ecosystem</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Energy enters the ecosystem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Solar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sun is the main source of energy for almost all ecosystems. Only about 1 % of the sunlight reaching plants is used in photosynthesis.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of Energy in the Ecosystem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Photosynthesis: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Plants change light energy into chemical energy stored in food (glucose). This energy is passed on to animals when they feed.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Two Energy Laws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Energy flow obeys the two laws of thermodynamics: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First law: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Energy cannot be created or destroyed; it only changes form. Light becomes chemical energy, then movement and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Two Energy Laws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Second law: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each transfer, some energy is lost as heat, so less is available at the next level. Only about 10 % passes from one trophic level to the next.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Consequence: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Energy flows in one direction and cannot be recycled. This is why there are many zebras but few lions.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The Two Energy Laws</a:t>
            </a:r>
            <a:endParaRPr lang="en-US" sz="3600" dirty="0"/>
          </a:p>
        </p:txBody>
      </p:sp>
      <p:pic>
        <p:nvPicPr>
          <p:cNvPr id="4" name="Image 0" descr="/home/claude/f4/img/v2/energy_flow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energy flow through trophic levels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State the two energy laws.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First: energy is not created or destroyed, only changed. Second: each change loses some energy as heat.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food chains short?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90 % of energy is lost at each level.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All energy in ecosystems comes from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Plants take in energy by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At each level about ______ % of energy passes 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how much energy reaches a hawk if grass has 50,000 units in the chain grass → grasshopper → bird → hawk.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22: Trophic Levels, Food Chains and Food Webs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Energy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L'énergie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Heat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chaleur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loi</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Flow</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flux</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Sunlight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lumière solaire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respiration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Ecological Systems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21: Energy Flows in Ecosystems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source of energy in ecosystems. Explain the first and second laws of energy. Explain why energy decreases along a food chain.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how energy enters and flows through ecosystems using the two energy laws.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Sources of Energy in the Ecosystem; The Two Energy Laws.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Calculate how much energy reaches a hawk if grass has 50,000 units in the chain grass → grasshopper → bird → hawk.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explain why plants need light.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write the equation in words.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do the calculation.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feel body heat after running.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numbers in a park.</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“Scientists Propose Mechanism to Describe Solar Eruptions of All Sizes” by NASA's Marshall Space Flight Center, CC BY-NC 2.0, via nasa (https://www.flickr.com/photos/28634332@N05/36084784530)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“Zebra” by mape_s, CC BY 2.0, via Flickr (https://www.flickr.com/photos/50931380@N00/333863114)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“hunt is on” by @Doug88888, CC BY-NC-SA 2.0, via Flickr (https://www.flickr.com/photos/29468339@N02/2930690305)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2026-09-27T10:08:03Z</dcterms:created>
  <dcterms:modified xsi:type="dcterms:W3CDTF">2026-09-27T10:08:03Z</dcterms:modified>
</cp:coreProperties>
</file>