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21: Energy Flows in Ecosystems.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explain why plants need 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write the equation 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do the calculation.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feel body heat after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numbers in a park.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Sun 2. photosynthesis 3. 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BIOGEOGRAPHY  —  LESSON 21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Flows in Ecosystems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Understanding and managing biogeographic zones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Ecological Systems (Ecosystems)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Functioning of Ecosystems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21: Energy Flows in Ecosystems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flow, photosynthesis, respiration, first law of thermodynamics, second law of thermodynamics, 10 % rule.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Sources of energy in the ecosystem; the two energy laws analysed.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energy enters and flows through ecosystems using the two energy laws.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source of energy in ecosystems.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first and second laws of energy.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energy decreases along a food chain.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make food by photosynthesis.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 eat plants or other animals.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herder feeds his cattle on grass. A learner calculates that the cattle use most of the energy in the grass to walk and keep warm, and very little becomes meat.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Much energy is lost between grass and meat.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does the energy go?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lost as heat through respiration and movement.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does the energy of grass come from?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the Sun.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why energy flows in one direction and why food chains are short.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SOURCE OF ENERGY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lsa_su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Sun, source of all energy in ecosystems.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SOURCE OF ENERGY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solar energy enter the ecosystem?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SOURCE OF ENERGY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Through photosynthesis by green plants.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SOURCE OF ENERGY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veg_syste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Photosynthesis.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SOURCE OF ENERGY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Into what form is solar energy changed by plants?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SOURCE OF ENERGY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Chemical energy stored in food (sugars).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ENERGY FLOW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energy_flow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flow along a food chain.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ENERGY FLOW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grass has 10,000 units, how much reaches the lion?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ENERGY FLOW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100 units (10 % at each step).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ENERGY LAWS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lsa_zebr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Zebras grazing.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ENERGY LAWS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the zebra keep only a small part of the grass energy?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ENERGY LAWS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loses most as heat when it moves and breathes (second law).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ENERGY LAWS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lsa_l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746" y="1691640"/>
            <a:ext cx="8155459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lioness stalking zebras.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ENERGY LAWS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there few lions and many zebras?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ENERGY LAWS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Little energy is left at the top of the chain.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Flows in Ecosystems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Ecological Systems (Ecosystems)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The Functioning of Ecosystems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21: Energy Flows in Ecosystems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flow: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movement of energy through an ecosystem.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First law of thermodynamics: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says that energy cannot be created or destroyed, only changed.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Second law of thermodynamics: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says that each change of energy loses some as heat.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Sources of Energy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The Sun: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Nearly all energy in ecosystems comes from sunlight. Plants use only about 1 % of it.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Photosynthesis: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Plants change light energy into chemical energy in food. This is the entry point of energy.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Sources of Energy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Other sources: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Some bacteria use chemical energy from rocks or hot springs. This is rare.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The Two Energy Laws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First law: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is changed from light to chemical energy and then to heat. The total amount stays the same.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Second law: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each step energy is lost as heat by respiration and movement. Only about 10 % passes to the next level.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The Two Energy Laws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Consequences: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flows in one direction and is not recycled. Food chains are short, and top carnivores are few.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The Two Energy Laws (3/3)</a:t>
            </a:r>
            <a:endParaRPr lang="en-US" sz="3600" dirty="0"/>
          </a:p>
        </p:txBody>
      </p:sp>
      <p:pic>
        <p:nvPicPr>
          <p:cNvPr id="13" name="Image 0" descr="/home/claude/f4/img/v2/energy_flow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energy flow.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the two energy laws.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First: energy is not created or destroyed, only changed. Second: each change loses some energy as heat.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food chains short?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90 % of energy is lost at each level.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energy in ecosystems comes from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Plants take in energy by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each level about ______ % of energy passes on.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 how much energy reaches a hawk if grass has 50,000 units in the chain grass → grasshopper → bird → hawk.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22: Trophic Levels.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L'énergie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chaleur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loi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flux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Sunlight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lumière solaire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Respiration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respiration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Ecological Systems (Ecosystems)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21: Energy Flows in Ecosystems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the source of energy in ecosystems. Explain the first and second laws of energy. Explain why energy decreases along a food chain.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energy enters and flows through ecosystems using the two energy laws.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Energy flow, First law of thermodynamics, Second law of thermodynamics; II. Sources of Energy: The Sun, Photosynthesis, Other sources; III. The Two Energy Laws: First law, Second law, Consequences.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 how much energy reaches a hawk if grass has 50,000 units in the chain grass → grasshopper → bird → hawk.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3 (Biogeography).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“Scientists Propose Mechanism to Describe Solar Eruptions of All Sizes” by NASA's Marshall Space Flight Center, CC BY-NC 2.0, via nasa (https://www.flickr.com/photos/28634332@N05/36084784530)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“Zebra” by mape_s, CC BY 2.0, via Flickr (https://www.flickr.com/photos/50931380@N00/333863114)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“hunt is on” by @Doug88888, CC BY-NC-SA 2.0, via Flickr (https://www.flickr.com/photos/29468339@N02/2930690305)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2026-09-27T04:25:26Z</dcterms:created>
  <dcterms:modified xsi:type="dcterms:W3CDTF">2026-09-27T04:25:26Z</dcterms:modified>
</cp:coreProperties>
</file>