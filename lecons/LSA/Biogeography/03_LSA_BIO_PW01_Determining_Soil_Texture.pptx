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Determining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feel method, moulding, ribbon test, sieving, textural class, ternary graph. At the end, you should be able to do this: learners are able to determine soil texture in the field and in the laboratory and plot it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Physical Properties of the Soil: Texture. The question was: Test three soils from home by feel and give the texture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from the garden feels smooth and slightly sticky (loam); soil from the road feels gritty (sandy); soil from the river bank is sticky and forms a ribbon (clay).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collect soil samples correctly. Number 2: determine texture by feeling, moulding and ribbon methods. Number 3: sieve a sample, calculate percentages and plot them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Sand is gritty, silt smooth and clay sticky. The texture triangle shows the class of a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school wants to start a vegetable garden. The teacher asks the class to test the soils in three places in the school compound and to choose the best 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soil for a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will they 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texture is best for vegetables?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determine the texture of school soils to choose the best site for the school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test soils ourselves and choose good land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taking samples from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we take samples from several places?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Soils change from place to place, so one sample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feel and ribbon test.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wet sample makes a long, shiny ribbon. What is its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particles separated by sieves.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we dry and crush the soil before sieving?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the particles separate and pass through the right sieve.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results for three samples.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sample is best for the school garden?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Sample B (loam): it holds water and drains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plotting a sample on the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Plot sample C (20 % sand, 25 % silt, 55 % clay). In which class does it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sample and Ternary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Methods. In the school locality, texture is determined by feel. On this slide we have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Feeling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Moulding and ringing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Laboratory Method. In the laboratory, texture is measured by sieving. On this slide we have Preparation.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Laboratory Method. On this slide we have Sieving.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results of three samples.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Interpretation. The results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Interpretation.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plotting samples on the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sample weighs 200 g: 80 g sand, 80 g silt, 40 g clay. Give the percentages.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 40 %, silt 40 %, clay 20 % (loam).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field methods to find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feel method and ribbon test (also moulding).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sand; number 2, clay;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on the three school samples and the best place for the garden.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DETERMINING SOIL TEXTURE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Determining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Determining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Feel method, moulding, ribbon test, sieving, textural class,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 the field: feeling, moulding and ribbon methods. In the laboratory: sieving, percentages and plotting on a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Physical Properties of the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from the garden feels smooth and slightly sticky (loam); soil from the road feels gritty (sandy); soil from the river bank is sticky and forms a ribbon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 soil samples correctly.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by feeling, moulding and ribbon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Sieve a sample, calculate percentages and plot them on a texture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is gritty, silt smooth and clay sticky.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texture triangle shows the class of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wants to start a vegetable garden. The teacher asks the class to test the soils in three places in the school compound and to choose the best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soil for a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will they 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texture is best for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Determine the texture of school soils to choose the best site for the school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test soils ourselves and choose good land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samples from 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take samples from several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change from place to place, so one sample is not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feel and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sample makes a long, shiny ribbon. What is its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Particles separated by sieves.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dry and crush the soil before sieving?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the particles separate and pass through the right sieve.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Results for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sample is best for the school garden?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B (loam): it holds water and drains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Plotting a sample on the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sample C (20 % sand, 25 % silt, 55 % clay). In which class does it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quantity of soil taken to represent the soil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Ternary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triangular graph used to plot three percentages that add up to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school locality, texture is determined by feel: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samples from several places at the same depth, label them and note the site. Several samples give a reliable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Feeling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 moist soil between the fingers: gritty means sand, smooth means silt and sticky means clay. Record the texture of each sample.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Moulding and ringing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Roll the moist soil into a ribbon and a ring. Clay makes a long ribbon and a complete ring; sand breaks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laboratory, texture is measured by sieving: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Preparation: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and crush each sample and weigh it (for example 100 g). This separates the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Sieving: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 the soil through a set of sieves (2 mm, 0.05 mm) and weigh the soil left on each. Calculate the percentage of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results of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sand, silt and clay percentages along the three sides of the triangle. The point where the three lines meet gives the textural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 is best for the school garden because it drains well and holds water. Sandy soils need organic matter and clay soils need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plotting samples on the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weighs 200 g: 80 g sand, 80 g silt, 40 g clay. Give the percentages.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40 %, silt 40 %, clay 20 %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field methods to find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Feel method and ribbon test (also moulding).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gritty soil is rich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ribbon shows much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percentages must add up to ______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jardin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Determining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soil samples correctly. Determine texture by feeling, moulding and ribbon methods. Sieve a sample, calculate percentages and plot them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Field Methods; Laboratory Method; Plotting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on the three school samples and the best place for the garden.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three sample points in the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ribbon test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kitchen sieves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plot the three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2026-09-29T03:12:51Z</dcterms:created>
  <dcterms:modified xsi:type="dcterms:W3CDTF">2026-09-29T03:12:51Z</dcterms:modified>
</cp:coreProperties>
</file>