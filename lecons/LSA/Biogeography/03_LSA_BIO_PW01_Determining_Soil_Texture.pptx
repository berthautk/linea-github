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1: Determining Soil Texture.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Soil and its Properties, and the sub-topic is Soil Properties and their Significance. The key notions we shall use today are: feel method, moulding, ribbon test, sieving, textural class, ternary graph. At the end, you should be able to do this: learners are able to determine soil texture in the field and in the laboratory and plot it on a texture triangle.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Physical Properties of the Soil: Texture. The question was: Test three soils from home by feel and give the texture of each.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soil from the garden feels smooth and slightly sticky (loam); soil from the road feels gritty (sandy); soil from the river bank is sticky and forms a ribbon (clay).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collect soil samples correctly. Number 2: determine texture by feeling, moulding and ribbon methods. Number 3: sieve a sample, calculate percentages and plot them on a texture triangle.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Sand is gritty, silt smooth and clay sticky. The texture triangle shows the class of a soil.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school wants to start a vegetable garden. The teacher asks the class to test the soils in three places in the school compound and to choose the best one.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find the best soil for a garden.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property will they test?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Soil texture.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texture is best for vegetables?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loam.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determine the texture of school soils to choose the best site for the school garden.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test soils ourselves and choose good land for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taking samples from a soil pit.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do we take samples from several places?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Soils change from place to place, so one sample is not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feel and ribbon test.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A wet sample makes a long, shiny ribbon. What is its texture?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particles separated by sieves.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 we dry and crush the soil before sieving?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 the particles separate and pass through the right sieve.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results for three samples.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sample is best for the school garden?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Sample B (loam): it holds water and drains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plotting a sample on the triangle.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Plot sample C (20 % sand, 25 % silt, 55 % clay). In which class does it fall?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Soil sample and Ternary graph.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Field Methods. In the school locality, texture is determined by feel. On this slide we have Sampling.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Field Methods. On this slide we have Feeling method.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Field Methods. On this slide we have Moulding and ringing methods.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Laboratory Method. In the laboratory, texture is measured by sieving. On this slide we have Preparation.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Laboratory Method. On this slide we have Sieving.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results of three samples.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Plotting and Interpretation. The results are plotted and interpreted as follows. On this slide we have Plotting.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Plotting and Interpretation. On this slide we have Interpretation.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plotting samples on the texture triangle.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A sample weighs 200 g: 80 g sand, 80 g silt, 40 g clay. Give the percentages.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sand 40 %, silt 40 %, clay 20 % (loam).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field methods to find texture.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feel method and ribbon test (also moulding).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sand; number 2, clay; number 3,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Write a short report on the three school samples and the best place for the garden.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Soil Structure.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PRACTICAL WORK 1: DETERMINING SOIL TEXTURE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Determining Soil Texture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and its Properties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Properties and their Significance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1: Determining Soil Texture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Feel method, moulding, ribbon test, sieving, textural class, ternary graph.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 the field: feeling, moulding and ribbon methods. In the laboratory: sieving, percentages and plotting on a ternary graph.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determine soil texture in the field and in the laboratory and plot it on a texture triangle.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Physical Properties of the Soil: Texture):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Test three soils from home by feel and give the texture of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soil from the garden feels smooth and slightly sticky (loam); soil from the road feels gritty (sandy); soil from the river bank is sticky and forms a ribbon (clay).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Collect soil samples correctly.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Determine texture by feeling, moulding and ribbon methods.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Sieve a sample, calculate percentages and plot them on a texture triangle.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Sand is gritty, silt smooth and clay sticky.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texture triangle shows the class of a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school wants to start a vegetable garden. The teacher asks the class to test the soils in three places in the school compound and to choose the best 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find the best soil for a garden.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property will they test?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texture.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texture is best for vegetables?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loam.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Determine the texture of school soils to choose the best site for the school garden.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test soils ourselves and choose good land for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SAMPLING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soilpi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Taking samples from a soil pit.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SAMPLING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we take samples from several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SAMPLING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Soils change from place to place, so one sample is not enough.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FIELD METHODS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ribbon_tes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feel and ribbon test.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FIELD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wet sample makes a long, shiny ribbon. What is its texture?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FIELD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LABORATORY METHOD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article_siz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Particles separated by sieves.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LABORATORY METHOD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we dry and crush the soil before sieving?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LABORATORY METHOD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 the particles separate and pass through the right sieve.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LABORATORY METHOD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pw_textu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Results for three samples.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LABORATORY METHOD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sample is best for the school garden?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LABORATORY METHOD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Sample B (loam): it holds water and drains well.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PLOTTING ON A TERNARY GRAPH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exture_triangle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Plotting a sample on the triangle.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PLOTTING ON A TERNARY 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Plot sample C (20 % sand, 25 % silt, 55 % clay). In which class does it 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PLOTTING ON A TERNARY 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Soil and its Properties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Soil Properties and their Significance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 Determining Soil Texture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sample: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small quantity of soil taken to represent the soil of a place.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Ternary 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triangular graph used to plot three percentages that add up to 100.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Field Methods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 the school locality, texture is determined by feel: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Sampling: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Take samples from several places at the same depth, label them and note the site. Several samples give a reliable result.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Field Methods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Feeling method: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Rub moist soil between the fingers: gritty means sand, smooth means silt and sticky means clay. Record the texture of each sample.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Field Methods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Moulding and ringing methods: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Roll the moist soil into a ribbon and a ring. Clay makes a long ribbon and a complete ring; sand breaks at once.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Laboratory Method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 the laboratory, texture is measured by sieving: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Preparation: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Dry and crush each sample and weigh it (for example 100 g). This separates the particles.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Laboratory Method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Sieving: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Pass the soil through a set of sieves (2 mm, 0.05 mm) and weigh the soil left on each. Calculate the percentage of sand, silt and clay.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Laboratory Method</a:t>
            </a:r>
            <a:endParaRPr lang="en-US" sz="3600" dirty="0"/>
          </a:p>
        </p:txBody>
      </p:sp>
      <p:pic>
        <p:nvPicPr>
          <p:cNvPr id="4" name="Image 0" descr="/home/claude/f4/img/v2/pw_textu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results of three samples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Plotting and Interpretation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results are plotted and interpreted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Plotting: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Read the sand, silt and clay percentages along the three sides of the triangle. The point where the three lines meet gives the textural class.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Plotting and Interpretation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Interpretation: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loam is best for the school garden because it drains well and holds water. Sandy soils need organic matter and clay soils need drainage.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Plotting and Interpretation</a:t>
            </a:r>
            <a:endParaRPr lang="en-US" sz="3600" dirty="0"/>
          </a:p>
        </p:txBody>
      </p:sp>
      <p:pic>
        <p:nvPicPr>
          <p:cNvPr id="4" name="Image 0" descr="/home/claude/f4/img/v2/texture_triangle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plotting samples on the texture triangle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sample weighs 200 g: 80 g sand, 80 g silt, 40 g clay. Give the percentages.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 40 %, silt 40 %, clay 20 % (loam).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field methods to find texture.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Feel method and ribbon test (also moulding).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gritty soil is rich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long ribbon shows much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three percentages must add up to ______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a short report on the three school samples and the best place for the garden.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Soil 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Sample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L'échantillon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Sieve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tamis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Weigh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Peser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Percentage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pourcentage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Triangle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triangle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Garden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jardin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Soil and its Properties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1: Determining Soil Texture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Collect soil samples correctly. Determine texture by feeling, moulding and ribbon methods. Sieve a sample, calculate percentages and plot them on a texture triangle.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determine soil texture in the field and in the laboratory and plot it on a texture triangle.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Field Methods; Laboratory Method; Plotting and Interpretation.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Write a short report on the three school samples and the best place for the garden.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mark three sample points in the compound.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do the ribbon test with the class.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use kitchen sieves of different sizes.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copy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plot the three samples.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“Humic Dystrudept (fine-loamy, isotic, frigid)” by SoilScience.info, CC BY 2.0, via Flickr (https://www.flickr.com/photos/22503286@N06/5140645742)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2026-09-27T10:31:34Z</dcterms:created>
  <dcterms:modified xsi:type="dcterms:W3CDTF">2026-09-27T10:31:34Z</dcterms:modified>
</cp:coreProperties>
</file>