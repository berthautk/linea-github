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Spatial Distribution of Vegetation.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bands on a map of Africa.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zones from Equator to pole.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natural and human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mountain with the globe.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horizontal 2. treeline 3. grassland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Distribution of Vegetation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of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Spatial Distribution of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distribution, vegetation formation, zonation, vertical distribution, altitudinal zone.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distribution (world formations); factors of distribution; vertical distribution on mountains.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distribution of vegetation across the world and on mountains.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horizontal distribution of vegetation formations.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vegetation distribution.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vertical distribution of vegetation.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with altitude.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decreases from the Equator to the tropics.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Climbing Mount Cameroon from Buea, hikers pass through farms and forest, then mossy forest, then grassland, and finally bare lava near the summit.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changes with height on the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causes these changes?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and rainfall change with altitude.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pattern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(altitudinal) zonation.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where vegetation types are found and why.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africa_veget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vegetation of Africa.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order of vegetation from the Equator to the Sahara.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Rainforest, then savanna, then semi-desert and desert.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iomes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vegetation zones of the world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formation is found just south of the Arctic tundra?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taiga (coniferous forest).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oilpal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 replaced by an oil palm plantation.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vegetation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soil and relief (also man and animals).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VERTICAL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veg_altitu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zones on Mount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VERTICAL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forest give way to grassland near 2,400 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VERTICAL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becomes too cold and windy for trees.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VERTICAL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mt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VERTICAL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vertical zonation like a journey from the Equator to the poles?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VERTICAL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 as it falls with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Spatial Distribution of Vegetation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Natural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Development of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Spatial Distribution of Vegetation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Horizontal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pattern of vegetation zones across latitudes.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vegetation with altitude.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Treeline: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highest altitude or latitude where trees can grow.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Horizontal Distribution and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 lies near the Equator, then savanna and desert towards the tropics. Temperate forests and grasslands, taiga and tundra follow towards the poles.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Climatic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and rainfall are the main factors. Light and wind also matter.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Horizontal Distribution and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Soil, relief and drainage change vegetation locally. Man changes it by farming, fire and plantations.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Distribution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height, and rain and wind change. Vegetation changes in belts up the mountain.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Mount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Lowland forest grows below 800 m, then submontane and montane forest. Montane grassland lies above 2,400 m and bare lava near the top.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Distribution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Comparison: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Climbing a mountain is like travelling towards the poles. Each belt matches a latitude zone.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Distribution (3/3)</a:t>
            </a:r>
            <a:endParaRPr lang="en-US" sz="3600" dirty="0"/>
          </a:p>
        </p:txBody>
      </p:sp>
      <p:pic>
        <p:nvPicPr>
          <p:cNvPr id="13" name="Image 0" descr="/home/claude/f4/img/v2/veg_altitu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vegetation zones.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horizontal distribution of vegetation in Africa.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 at the Equator, then savanna, then semi-desert and desert towards the tropics.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vegetation change with altitude?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 and rain and wind change.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zones across latitudes form a ______ distribution.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highest place where trees grow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Above 2,400 m on Mount Cameroon there is montane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vegetation belts of Mount Cameroon with their heights.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2: Vegetation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répartition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 des arbres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Taiga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taïga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Tundra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toundra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Spatial Distribution of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horizontal distribution of vegetation formations. Explain the factors of vegetation distribution. Describe the vertical distribution of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distribution of vegetation across the world and on mountains.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Horizontal distribution, Vertical distribution, Treeline; II. Horizontal Distribution and Factors: Pattern, Climatic factors, Other factors; III. Vertical Distribution: Cause, Mount Cameroon, Comparison.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vegetation belts of Mount Cameroon with their heights.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“Aerial view of oil palm plantation” by CIFOR, CC BY-NC-ND 2.0, via Flickr (https://www.flickr.com/photos/45423546@N07/38802487905)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“Mount Cameroon” by John &amp; Mel Kots, CC BY-NC-ND 2.0, via Flickr (https://www.flickr.com/photos/26745817@N00/2347261849)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2026-09-26T18:37:00Z</dcterms:created>
  <dcterms:modified xsi:type="dcterms:W3CDTF">2026-09-26T18:37:00Z</dcterms:modified>
</cp:coreProperties>
</file>