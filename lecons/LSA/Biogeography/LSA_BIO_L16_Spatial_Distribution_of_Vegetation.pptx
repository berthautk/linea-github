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16: Spatial Distribution of Vegetation.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bands on a map of Africa.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zones from Equator to pole.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natural and human factors.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zones.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the mountain with the globe.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horizontal 2. treeline 3. grassland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BIOGEOGRAPHY  —  LESSON 16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Distribution of Vegetation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Understanding and managing biogeographic zones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Vegetation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of Vegetation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16: Spatial Distribution of Vegetation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distribution, vegetation formation, zonation, vertical distribution, altitudinal zone.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distribution (world formations); factors of distribution; vertical distribution on mountains.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and explain the distribution of vegetation across the world and on mountains.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horizontal distribution of vegetation formations.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factors of vegetation distribution.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vertical distribution of vegetation.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falls with altitude.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decreases from the Equator to the tropics.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Climbing Mount Cameroon from Buea, hikers pass through farms and forest, then mossy forest, then grassland, and finally bare lava near the summit.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Vegetation changes with height on the mountain.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causes these changes?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Temperature and rainfall change with altitude.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this pattern called?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Vertical (altitudinal) zonation.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where vegetation types are found and why.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HORIZONTAL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africa_vegetatio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1691640"/>
            <a:ext cx="804672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vegetation of Africa.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HORIZONTAL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order of vegetation from the Equator to the Sahara.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HORIZONTAL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Rainforest, then savanna, then semi-desert and desert.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HORIZONTAL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biomes_map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691640"/>
            <a:ext cx="90525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vegetation zones of the world (simplified).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HORIZONTAL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formation is found just south of the Arctic tundra?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HORIZONTAL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taiga (coniferous forest).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lsa_oilpal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Forest replaced by an oil palm plantation.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factors of vegetation distribution.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Climate, soil and relief (also man and animals).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VERTICAL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veg_altitud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Vegetation zones on Mount Cameroon.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VERTICAL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forest give way to grassland near 2,400 m?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VERTICAL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becomes too cold and windy for trees.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VERTICAL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lsa_mtcamero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Mount Cameroon.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VERTICAL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vertical zonation like a journey from the Equator to the poles?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VERTICAL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Temperature falls with height as it falls with latitude.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Spatial Distribution of Vegetation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Natural Vegetation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Development of Vegetation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16: Spatial Distribution of Vegetation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Horizontal distribution: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pattern of vegetation zones across latitudes.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Vertical distribution: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change of vegetation with altitude.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Treeline: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highest altitude or latitude where trees can grow.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Horizontal Distribution and Factors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Pattern: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Rainforest lies near the Equator, then savanna and desert towards the tropics. Temperate forests and grasslands, taiga and tundra follow towards the poles.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Climatic factors: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Temperature and rainfall are the main factors. Light and wind also matter.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Horizontal Distribution and Factors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Other factors: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Soil, relief and drainage change vegetation locally. Man changes it by farming, fire and plantations.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Vertical Distribution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Cause: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Temperature falls with height, and rain and wind change. Vegetation changes in belts up the mountain.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Mount Cameroon: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Lowland forest grows below 800 m, then submontane and montane forest. Montane grassland lies above 2,400 m and bare lava near the top.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Vertical Distribution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Comparison: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Climbing a mountain is like travelling towards the poles. Each belt matches a latitude zone.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Vertical Distribution (3/3)</a:t>
            </a:r>
            <a:endParaRPr lang="en-US" sz="3600" dirty="0"/>
          </a:p>
        </p:txBody>
      </p:sp>
      <p:pic>
        <p:nvPicPr>
          <p:cNvPr id="13" name="Image 0" descr="/home/claude/f4/img/v2/veg_altitud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vegetation zones.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horizontal distribution of vegetation in Africa.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Rainforest at the Equator, then savanna, then semi-desert and desert towards the tropics.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vegetation change with altitude?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Temperature falls with height and rain and wind change.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Vegetation zones across latitudes form a ______ distribution.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highest place where trees grow is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Above 2,400 m on Mount Cameroon there is montane ______.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the vegetation belts of Mount Cameroon with their heights.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Further Study 2: Vegetation of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répartition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zone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Altitude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L'altitude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Treeline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limite des arbres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Taiga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taïga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Tundra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toundra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Vegetation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16: Spatial Distribution of Vegetation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horizontal distribution of vegetation formations. Explain the factors of vegetation distribution. Describe the vertical distribution of vegetation.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and explain the distribution of vegetation across the world and on mountains.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Horizontal distribution, Vertical distribution, Treeline; II. Horizontal Distribution and Factors: Pattern, Climatic factors, Other factors; III. Vertical Distribution: Cause, Mount Cameroon, Comparison.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the vegetation belts of Mount Cameroon with their heights.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3 (Biogeography).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“Aerial view of oil palm plantation” by CIFOR, CC BY-NC-ND 2.0, via Flickr (https://www.flickr.com/photos/45423546@N07/38802487905)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“Mount Cameroon” by John &amp; Mel Kots, CC BY-NC-ND 2.0, via Flickr (https://www.flickr.com/photos/26745817@N00/2347261849)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2026-09-27T04:25:25Z</dcterms:created>
  <dcterms:modified xsi:type="dcterms:W3CDTF">2026-09-27T04:25:25Z</dcterms:modified>
</cp:coreProperties>
</file>