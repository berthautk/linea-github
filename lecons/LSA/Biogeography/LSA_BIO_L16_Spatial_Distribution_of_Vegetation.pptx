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Spatial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horizontal distribution, vegetation formation, zonation, vertical distribution, altitudinal zone. At the end, you should be able to do this: learners are able to describe and explain the distribution of vegetation across the world and on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Examples of Plant Succession. The question was: Describe the plants on a fallow field near you and say which stage it has reached.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fallow field has grasses, weeds and small shrubs after one or two years, which shows the early to intermediate stage of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horizontal distribution of vegetation formations. Number 2: explain the factors of vegetation distribution. Number 3: describe the vertical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Rainfall decreases from the Equator to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Climbing Mount Cameroon from Buea, hikers pass through farms and forest, then mossy forest, then grassland, and finally bare lava near the summit.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Vegetation changes with height on the mountain.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causes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Temperature and rainfall change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Vertical (altitudinal)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distribution of vegetation and protect each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vegetation types are found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order of vegetation from the Equator to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then savanna, then semi-desert and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vegetation zones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formation is found just south of the Arctic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taiga (coniferous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forest replaced by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of vegetation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soil and relief (also man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forest give way to grassland near 2,400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too cold and windy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vertical zonation like a journey from the Equator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height as it falls with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Distribution. Vegetation formations are distributed as follows. On this slide we have From the Equator to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Distribution. On this slide we have In the mid-latitudes and polar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formations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Vegetation Distribution. Vegetation distribution depends on the following factors.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Vegetation Distribution. On this slide we have Soils and relief and Biotic factors and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Distribution of Vegetation. Vegetation changes with altitude on mountains. On this slide we have Vertical zonation.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Distribution of Vegetation. On this slide we have Comparison with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belts on a mountain.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horizontal distribution of vegetation in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at the Equator, then savanna, then semi-desert and desert towards the tropics.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vegetation change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falls with height and rain and wind change.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horizontal; number 2, treeline; number 3,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belts of Mount Cameroon with their heights.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SPATIAL DISTRIBUTION OF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 Spatial Distribution of Vegetation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Spatial Distribution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vegetation formation, zonation, vertical distribution, altitudinal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(world formations); factors of distribution; vertical distribution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Examples of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fallow field has grasses, weeds and small shrubs after one or two years, which shows the early to intermediate stage of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formations.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Equator to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Mount Cameroon from Buea, hikers pass through farms and forest, then mossy forest, then grassland, and finally bare lava near the summit.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changes with height on the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(altitudinal) zonation.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distribution of vegetation and protect each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vegetation types are found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order of vegetation from the Equator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then savanna, then semi-desert 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vegetation zones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formation is found just south of the Arctic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taiga (coniferous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replaced by 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and relief (also man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forest give way to grassland near 2,400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too cold and windy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vertical zonation like a journey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as it falls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formations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the Equator to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rainforest gives way to savanna, then to semi-desert and desert. In Africa this order is seen from the Congo basin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mid-latitudes and 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Mediterranean scrub, temperate forests and grasslands are followed by the coniferous taiga. The tundra and ice caps are found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formations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are the main factors: forests need much rain, while grasslands and deserts are drier. Cold limits trees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drainage decide which plants grow; swamps have special vegetation. Relief changes climate with altitude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graze and spread seeds. Man clears forests, burns savannas and plants crops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with altitude on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lowland rainforest gives way to montane forest, then to montane grassland and bare rock at the top. Each belt reflects falling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Comparison with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a high mountain is like travelling from the Equator towards the poles. The belts are compressed into a few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belts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at the Equator, then savanna, then semi-desert and desert towards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vegetation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and rain and wind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zones across latitudes form a ______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place where trees grow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Above 2,400 m on Mount Cameroon there is montane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des arbres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Taiga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taïga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Spatial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horizontal distribution of vegetation formations. Explain the factors of vegetation distribution. Describe the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Horizontal Distribution; Factors of Vegetation Distribution;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belts of Mount Cameroon with their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bands on a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zones from Equator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natural and human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mountain with the globe.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2026-09-27T09:37:07Z</dcterms:created>
  <dcterms:modified xsi:type="dcterms:W3CDTF">2026-09-27T09:37:07Z</dcterms:modified>
</cp:coreProperties>
</file>