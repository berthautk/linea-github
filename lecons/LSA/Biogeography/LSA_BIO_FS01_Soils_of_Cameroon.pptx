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Further Study 1: Soils of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Cameroon and shade the soils.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soils around Yaoundé.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karal soils near Maroua.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crops of the West.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SEMRY at Yagoua.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ferrallitic 2. earths 3. hydromorphic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FURTHER STUDY 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Soils of Cameroon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Geography of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Types and their Characteristics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1: Soils of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Ferrallitic, ferruginous, tropical black earths, alluvial, volcanic, mountain, hydromorphic soils.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Zonal soils (ferrallitic, ferruginous, black earths); azonal soils (alluvial, volcanic, mountain); intrazonal hydromorphic soils; characteristics and location.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locate the soils of Cameroon and describe their characteristics and uses.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main soils of Cameroon on a map.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zonal soils and their characteristics.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azonal and intrazonal soils and their uses.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Soils are zonal, intrazonal or azonal.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Laterisation happens in hot, wet climates.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cocoa buyer notices that cocoa grows well around Mbalmayo, Arabica coffee in the West, cotton in the North and rice along the Logone. He asks if the soils explain this.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 crops grow in different regions.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soil is found around Mbalmayo?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 ferrallitic soil.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West good for coffee?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has fertile volcanic soils.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further study helps us to know our country's soils and to use them wisely.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cameroon_soil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soils of Cameroon (simplified).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soil covers most of southern Cameroon?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Ferrallitic (red) soils.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redso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red ferrallitic soil.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characteristics of ferrallitic soils.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Deep, red, acid and leached (poor in bases).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black_so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dark soil.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are tropical black earths found? What are they used for?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Far North plains (karal); they are used for dry-season sorghum (muskwari).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tea_highlan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994" y="1691640"/>
            <a:ext cx="1027696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Farms on fertile highland soils.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volcanic soils of the West so fertile?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rich in minerals from basalt and ash.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INTRAZONAL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4_ricefie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flooded rice field.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INTRAZONAL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soils are used for rice along the Logone? Why?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INTRAZONAL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Hydromorphic soils: they are waterlogged and hold water.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Soils of Cameroon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Physical Geography of Cameroon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Soil Types and their Characteristics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Study 1: Soils of Cameroon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Ferrallitic soil: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deep, red, leached soil of the humid tropics.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Ferruginous soil: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red-brown soil of the tropical wet and dry zone.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Hydromorphic soil: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soil formed under waterlogging.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Zonal Soils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Ferrallitic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cover the south and east, under forest and heavy rain. They are deep and red but acid and poor, so they need care.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Ferruginous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found in the Adamawa and the North, with one rainy season. They are less leached but form hard crusts.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Zonal Soils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Tropical black earths: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occur on the plains of the Far North. They are clayey, crack in the dry season and are used for muskwari.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Azonal and Intrazonal Soils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Volcanic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found in the West, North-West and around Mount Cameroon. They are very fertile and grow coffee, tea, bananas and food crops.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Alluvial and mountain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Alluvial soils lie along rivers like the Benue and are fertile. Mountain soils are thin and stony on steep slopes.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Azonal and Intrazonal Soils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Hydromorphic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found in the Logone floodplain and swampy valleys. They are used for rice.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Azonal and Intrazonal Soils (3/3)</a:t>
            </a:r>
            <a:endParaRPr lang="en-US" sz="3600" dirty="0"/>
          </a:p>
        </p:txBody>
      </p:sp>
      <p:pic>
        <p:nvPicPr>
          <p:cNvPr id="13" name="Image 0" descr="/home/claude/f4/img/v2/cameroon_soil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map.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zonal soils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Ferrallitic, ferruginous and tropical black earths.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volcanic soils important in the West?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very fertile and support coffee, tea and food crops.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Southern Cameroon has ______ soils.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Muskwari grows on tropical black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Rice along the Logone grows on ______ soils.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soil map of Cameroon and write one crop for each soil.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12: Meaning of Natural Vegetation.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Ferrallitic soil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sol ferrallitique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Ferruginous soil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sol ferrugineux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Volcanic soil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sol volcanique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Alluvial soil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sol alluvial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earth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vertisol (karal)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Floodplain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plaine d'inondation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Geography of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1: Soils of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 the main soils of Cameroon on a map. Describe zonal soils and their characteristics. Describe azonal and intrazonal soils and their uses.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locate the soils of Cameroon and describe their characteristics and uses.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Ferrallitic soil, Ferruginous soil, Hydromorphic soil; II. Zonal Soils: Ferrallitic soils, Ferruginous soils, Tropical black earths; III. Azonal and Intrazonal Soils: Volcanic soils, Alluvial and mountain soils, Hydromorphic soils.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soil map of Cameroon and write one crop for each soil.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“in the middle of nowhere, morocco” by mariusz kluzniak, CC BY-NC-ND 2.0, via Flickr (https://www.flickr.com/photos/39997856@N03/8398997251)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“My date palm. Cool, huh?” by Hair Squared, CC BY-SA 2.0, via Flickr (https://www.flickr.com/photos/73119211@N00/3804244479)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“Carlo in the tea” by luigig, CC BY 2.0, via Flickr (https://www.flickr.com/photos/51035803402@N01/3175986747)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“A woman harvesting rice, Barotse floodplain, Zambia. Photo by Georgina” by WorldFish, CC BY-NC-ND 2.0, via Flickr (https://www.flickr.com/photos/61545321@N06/7848727138)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2026-09-26T18:38:11Z</dcterms:created>
  <dcterms:modified xsi:type="dcterms:W3CDTF">2026-09-26T18:38:11Z</dcterms:modified>
</cp:coreProperties>
</file>