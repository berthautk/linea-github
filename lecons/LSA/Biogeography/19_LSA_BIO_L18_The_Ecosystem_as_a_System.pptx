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The Ecosystem as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Structure of an Ecosystem. The key notions we shall use today are: input, output, store, process, photosynthesis, respiration, decomposition, feedback. At the end, you should be able to do this: learners are able to describe an ecosystem as an open system with inputs, stores, processes and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Meaning of Ecology and Ecosystems. The question was: List the producers, consumers and decomposers in your compound.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Producers: grass, trees, maize. Consumers: goats, chickens, birds, insects and people. Decomposers: fungi, bacteria, termites and earthworms.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inputs and outputs of an ecosystem. Number 2: explain the main processes (photosynthesis, feeding, decomposition). Number 3: explain the interactions between inputs, processes and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An ecosystem has abiotic and biotic parts. A drainage basin is an open system.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a forest near Bertoua is cleared, the river becomes muddy and the soil loses its fertility within a few years. The learners ask why removing trees changes the whole system.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Clearing the forest changed soil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did the river become muddy?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Without trees, rain erodes the soil (a new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fertility fall?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Litter input stopped and nutrients were leached.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ecosystems as systems so that inputs and outputs stay 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see ecosystems as systems where a change in one part affects the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ecosystem as an open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two inputs and two outputs of an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Inputs: sun energy, rain (also CO₂, nutrients). Outputs: heat, leaching (also O₂,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forest: a large store of biomass.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process makes food and stores energy in plants?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Photosynthesis.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litter being broken down on the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process returns nutrients to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lioness stalking zebras.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is feeding a process that moves energy?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Energy passes from the eaten to the eater.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gully on bare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removing vegetation change the outputs of the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Runoff, erosion and leaching increase.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System.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Inputs, Outputs and Processes. An ecosystem works as a system with. On this slide we have Inputs.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Inputs, Outputs and Processes. On this slide we have Processes.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Inputs, Outputs and Processes. On this slide we have Outputs.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ecosystem as a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Interactions between the Parts. The parts of the ecosystem interact as follows. On this slide we have Links between components.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Interactions between the Parts. On this slide we have Human interference.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processes of an ecosystem.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photosynthesis and decomposition (also feeding, respiration).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does deforestation change ecosystem outputs?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runoff, erosion and leaching increase.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input; number 2, decomposition; number 3, leaching.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ecosystem of a farm as a system with inputs, stores and outputs.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Examples of Ecosystems: The Pond.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18: THE ECOSYSTEM AS A SYSTEM</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Ecosystem as a System</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an Ecosystem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The Ecosystem as a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Input, output, store, process, photosynthesis, respiration, decomposition, feedback.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Inputs, outputs and processes of an ecosystem and the interactions between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 ecosystem as an open system with inputs, stores, processes and outputs.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Meaning of Ecology and Ecosystems):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producers, consumers and decomposers in your compound.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Producers: grass, trees, maize. Consumers: goats, chickens, birds, insects and people. Decomposers: fungi, bacteria, termites and earthworms.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inputs and outputs of an ecosystem.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main processes (photosynthesis, feeding, decomposition).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interactions between inputs, processes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 ecosystem has abiotic and biotic parts.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drainage basin is an open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a forest near Bertoua is cleared, the river becomes muddy and the soil loses its fertility within a few years. The learners ask why removing trees changes the whole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Clearing the forest changed soil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river become muddy?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Without trees, rain erodes the soil (a new output).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fertility 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Litter input stopped and nutrients were leached.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ecosystems as systems so that inputs and outputs stay balanced.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see ecosystems as systems where a change in one part affects the whole.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INPUTS, OUTPUTS AND PROCESSES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cosystem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ecosystem as an open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INPUTS, OUTPUTS AND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inputs and two outputs of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INPUTS, OUTPUTS AND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sun energy, rain (also CO₂, nutrients). Outputs: heat, leaching (also O₂,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PHOTOSYNTHESIS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a large store of biomass.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PHOTOSYNTHESIS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process makes food and stores energy in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PHOTOSYNTHESIS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Photosynthesis.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DECOMPOSITION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Litter being broken down on the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DECOMPOSITION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process returns nutrients 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DECOMPOSITION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FEEDING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lion.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lioness stalking zebras.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FEEDING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feeding a process that moves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FEEDING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passes from the eaten to the eater.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HUMAN CHANGES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gully on bare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HUMAN CHANGES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removing vegetation change the outputs of the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HUMAN CHANGES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Runoff, erosion and leaching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Structure of an Ecosystem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The Ecosystem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set of parts linked by flows of energy and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Inputs, Outputs and Processes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An ecosystem works as a system with: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Solar energy, rainfall, carbon dioxide and nutrients from weathering and the air enter the system. Man adds fertilisers and seeds.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Inputs, Outputs and Processes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Photosynthesis stores energy in plants, feeding transfers it to animals and decomposition returns nutrients to the soil. Respiration releases energy as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Inputs, Outputs and Processes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water vapour, oxygen and nutrients lost by leaching and erosion leave the system. Harvested crops and timber are also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Inputs, Outputs and Processes</a:t>
            </a:r>
            <a:endParaRPr lang="en-US" sz="3600" dirty="0"/>
          </a:p>
        </p:txBody>
      </p:sp>
      <p:pic>
        <p:nvPicPr>
          <p:cNvPr id="4" name="Image 0" descr="/home/claude/f4/img/v2/ecosystem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ecosystem as a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Interactions between the Parts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parts of the ecosystem interact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Links between 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depend on soil and climate, animals depend on plants, and decomposers depend on dead matter. A change in one part changes the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Interactions between the Parts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interference: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Removing vegetation reduces photosynthesis and increases runoff and erosion. Outputs of soil and nutrients then become greater than inputs.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processes of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Photosynthesis and decomposition (also feeding,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deforestation change ecosystem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Runoff, erosion and leaching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Sun energy is an ______ to the ecosystem.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Dead matter is broken down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Loss of nutrients in water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ecosystem of a farm as a system with inputs, stores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Examples of Ecosystems: The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L'entrée (intrant)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Output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sortie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stock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Decomposition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décomposition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Balance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L'équilibre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The Ecosystem as a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inputs and outputs of an ecosystem. Explain the main processes (photosynthesis, feeding, decomposition). Explain the interactions between inputs, processes and outputs.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 ecosystem as an open system with inputs, stores, processes and outputs.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Inputs, Outputs and Processes; Interactions between the Parts.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ecosystem of a farm as a system with inputs, stores and outputs.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three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photosynthesis equation in words.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rotting leaves.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food chain.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bare land after clearing.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“Heavily earthworm-infested soil” by esagor, CC BY-NC 2.0, via Flickr (https://www.flickr.com/photos/7357861@N03/1993224477)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“hunt is on” by @Doug88888, CC BY-NC-SA 2.0, via Flickr (https://www.flickr.com/photos/29468339@N02/2930690305)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2026-09-29T12:18:42Z</dcterms:created>
  <dcterms:modified xsi:type="dcterms:W3CDTF">2026-09-29T12:18:42Z</dcterms:modified>
</cp:coreProperties>
</file>