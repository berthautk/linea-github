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28: Characteristics of Tropical Biomes.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layers of the forest.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baobab or acacia.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Douala.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cactus.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xerophytes 2. emergents 3. dry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28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 of Tropical Biomes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Terrestrial Ecosystems (Biomes)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28: Characteristics of Tropical Biomes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Selva, savanna, hot desert, adaptation, xerophyte, deciduous, emergent.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Tropical rainforest, savanna and hot desert: location, climate, vegetation, soils, fauna, productivity, resources, human activities, challenges and solutions; links between climate, vegetation and soil.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tropical biomes and explain the links between their climate, vegetation and soils.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rainforest biome.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savanna biome.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hot desert biome and compare the three.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Biomes are grouped by climate and vegetation.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Ferrallitic soils form under hot, wet climates.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has rainforest in the south, savanna in the centre and north, and borders the Sahara near Lake Chad. Learners want to compare these three tropical biomes.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Learners want to compare three tropical biomes.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controls the differences?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Mainly the amount and season of rain.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biome is the richest in species?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rainforest.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three tropical biomes found in and around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RAINFOREST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rain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tropical rainforest (selva).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RAINFOREST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vegetation of the rainforest.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RAINFOREST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Tall evergreen trees in layers, many species, lianas and emergents.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RAINFOREST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douala_clim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equatorial climate graph.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RAINFOREST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this climate explain the rainforest?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RAINFOREST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Heat and rain all year allow continuous growth.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SAVANNA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savann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17691"/>
            <a:ext cx="11640312" cy="427417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savanna.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SAVANNA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are savanna trees adapted to the dry season?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SAVANNA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lose leaves, have thick bark and deep roots.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SAVANNA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garoua_clim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tropical wet and dry climate graph.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SAVANNA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savanna vegetation green only part of the year?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SAVANNA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falls only in one season.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HOT DESERT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desert_pla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Desert plants.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HOT DESERT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are desert plants adapted to drought?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HOT DESERT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Small or no leaves, long roots, water storage (xerophytes).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Characteristics of Tropical Biomes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Ecological Systems (Ecosystems)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Global Terrestrial Ecosystems (Biomes)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28: Characteristics of Tropical Biomes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Selva: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tropical rainforest biome.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Xerophyte: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plant adapted to very dry conditions.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Emergent: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very tall tree that rises above the forest canopy.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Rainforest and Savanna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Rainforest location and climate: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lies between 5°N and 5°S, in the Congo, Amazon and South-East Asia. It is hot (about 27 °C) and wet (over 2,000 mm) all 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Rainforest life and use: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Tall evergreen trees in layers grow on deep, leached ferrallitic soils. It gives timber and crops but suffers from deforestation.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Rainforest and Savanna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Savanna: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lies between 5° and 15°, with one wet and one dry season. Grasses and drought-resistant trees support large herds, grazing and cereal farming.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Hot Desert and Links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Hot desert: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lies near the tropics, like the Sahara, with under 250 mm of rain. Xerophytes and animals like camels survive the heat and drought.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Challenges and solutions: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Deforestation, overgrazing and desertification threaten these biomes. Reserves, reforestation and good grazing help.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Hot Desert and Links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Climate, vegetation and soil: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decreases from rainforest to desert, and vegetation becomes shorter and sparser. Soils become thinner and less leached.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characteristics of the rainforest climate.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 all year (about 27 °C) and wet all year (over 2,000 mm).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are savanna trees adapted to the dry season?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lose leaves, have thick bark and deep roots.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adapted to drought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Very tall trees above the canopy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savanna has one wet and one ______ season.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Make a table comparing the climate, vegetation, soils and uses of the three tropical biomes.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3: Ecosystem Services.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Rainforest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forêt dense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Savanna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savane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désert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L'adaptation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Canopy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canopée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Desertification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désertification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28: Characteristics of Tropical Biomes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rainforest biome. Describe the savanna biome. Describe the hot desert biome and compare the three.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tropical biomes and explain the links between their climate, vegetation and soils.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Selva, Xerophyte, Emergent; II. Rainforest and Savanna: Rainforest location and climate, Rainforest life and use, Savanna; III. Hot Desert and Links: Hot desert, Challenges and solutions, Climate, vegetation and soil.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a table comparing the climate, vegetation, soils and uses of the three tropical biomes.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“Amazon 11” by CIAT International Center for Tropical Agriculture, CC BY-SA 2.0, via Flickr (https://www.flickr.com/photos/38476503@N08/5641587148)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“Blue Wildebeest in the Lowveld” by Martin_Heigan, CC BY-NC-ND 2.0, via Flickr (https://www.flickr.com/photos/97303475@N00/2089079933)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“Saguaro and teddy bear cholla with mountains in background” by Martin LaBar, CC BY-NC 2.0, via Flickr (https://www.flickr.com/photos/32454422@N00/443523984)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2026-09-26T18:37:02Z</dcterms:created>
  <dcterms:modified xsi:type="dcterms:W3CDTF">2026-09-26T18:37:02Z</dcterms:modified>
</cp:coreProperties>
</file>