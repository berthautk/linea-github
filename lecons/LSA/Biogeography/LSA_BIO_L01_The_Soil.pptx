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1: The Soil.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dig a small hole near the school.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pie chart.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look for worms after rain.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crops grown in your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three boxes.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pedology 2. humus 3. mineral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1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Soil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and its Properties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Soil System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1: The Soil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Soil, pedology, mineral matter, organic matter, soil air, soil water, soil system.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of soil; components and their variation with depth; importance of soil; the soil system.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what soil is made of and explain why it is important to man and to living things.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soil and pedology.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four components of soil and how they change with depth.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importance of soil and the soil as a system.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Weathering breaks rocks into small pieces.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Plants need water and nutrients.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farmer in Foumbot says that his dark soil feeds his family, while a builder says that soil is only "dirt" to be removed. The class wants to know what soil really is.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do not agree on what soil is and why it matters.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soil only broken rock?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No. It also contains humus, water, air and living things.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soil important?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grows our food and supports all land life.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soil, the base of farming and of land ecosystems.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lsa_soilp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soil pit showing layers of soil.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the pit show about soil?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is a thin layer over rock, with different layers from the top down.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COMPONENTS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soil_component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four components of a good soil.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COMPONENTS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four components of soil. Which is the largest?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COMPONENTS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Mineral matter, water, air and organic matter; mineral matter is the largest (45 %).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COMPONENTS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earthwor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433" y="1691640"/>
            <a:ext cx="8152085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 earthworm in the soil.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COMPONENTS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earthworm part of the soil?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COMPONENTS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contains living organisms that mix it and make humus.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IMPORTANCE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lsa_cmrfar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woman farmer in her farm in Cameroon.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IMPORTANCE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uses of soil for man.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IMPORTANCE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grows food and cash crops and gives building materials (clay, sand).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THE SOIL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soil_system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soil as an open system.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THE SOIL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two inputs and two outputs of the soil system.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THE SOIL SYSTEM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Inputs: rain, dead leaves (also weathered rock, sun). Outputs: leaching, erosion (also uptake, evaporation).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Soil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Soil and its Properties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 Soil System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1: The Soil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thin, loose top layer of the Earth where plants grow.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Pedology: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scientific study of soils.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Humus: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dark, decayed organic matter in the soil.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Components of Soil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Mineral matter (45 %):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comes from weathered rock as sand, silt and clay. It gives the soil its body.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Water and air (25 % each):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fill the pores between particles. Plants and soil animals need both.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Components of Soil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Organic matter (5 %):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comes from dead plants and animals and becomes humus. It holds water and nutrients.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Variation with depth: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Humus and life are highest near the surface. Deeper down there is more rock and less air.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Importance and the Soil System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Importance to man: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grows food, cash crops and forests. It also gives clay, sand and laterite for building.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Importance to the biosphere: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stores water and nutrients for plants. It is home to many living things.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Importance and the Soil System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The soil system: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Inputs are rain, weathered rock, litter and energy. Outputs are uptake, leaching, evaporation and erosion.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Importance and the Soil System (3/3)</a:t>
            </a:r>
            <a:endParaRPr lang="en-US" sz="3600" dirty="0"/>
          </a:p>
        </p:txBody>
      </p:sp>
      <p:pic>
        <p:nvPicPr>
          <p:cNvPr id="13" name="Image 0" descr="/home/claude/f4/img/v2/soil_system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soil system.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four components of soil with their proportions.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Mineral matter 45 %, water 25 %, air 25 %, organic matter 5 %.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outputs of the soil system.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Leaching and erosion (also uptake, evaporation).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study of soils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Decayed organic matter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largest component of soil is ______ matter.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Collect a handful of soil and list what you can see in it.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2: Physical Properties of the Soil.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sol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Humus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L'humus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pore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Earthworm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ver de terre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Leaching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lessivage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Pedology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pédologie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and its Properties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1: The Soil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soil and pedology. Describe the four components of soil and how they change with depth. Explain the importance of soil and the soil as a system.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what soil is made of and explain why it is important to man and to living things.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Soil, Pedology, Humus; II. Components of Soil: Mineral matter (45 %), Water and air (25 % each), Organic matter (5 %), Variation with depth; III. Importance and the Soil System: Importance to man, Importance to the biosphere, The soil system.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Collect a handful of soil and list what you can see in it.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“Humic Dystrudept (fine-loamy, isotic, frigid)” by SoilScience.info, CC BY 2.0, via Flickr (https://www.flickr.com/photos/22503286@N06/5140645742)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“Earthworm In Soil” by jwinfred, CC BY-NC-ND 2.0, via Flickr (https://www.flickr.com/photos/98937825@N00/3532746937)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“Cameroon - UN Women's Gender Road Project” by UN Women Gallery, CC BY-NC-ND 2.0, via Flickr (https://www.flickr.com/photos/51431730@N04/46914753474)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2026-09-26T18:31:41Z</dcterms:created>
  <dcterms:modified xsi:type="dcterms:W3CDTF">2026-09-26T18:31:41Z</dcterms:modified>
</cp:coreProperties>
</file>