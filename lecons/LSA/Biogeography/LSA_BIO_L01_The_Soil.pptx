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slideMasters/slideMaster53.xml" ContentType="application/vnd.openxmlformats-officedocument.presentationml.slideMaster+xml"/>
  <Override PartName="/ppt/slides/slide53.xml" ContentType="application/vnd.openxmlformats-officedocument.presentationml.slide+xml"/>
  <Override PartName="/ppt/slideMasters/slideMaster54.xml" ContentType="application/vnd.openxmlformats-officedocument.presentationml.slideMaster+xml"/>
  <Override PartName="/ppt/slides/slide54.xml" ContentType="application/vnd.openxmlformats-officedocument.presentationml.slide+xml"/>
  <Override PartName="/ppt/slideMasters/slideMaster55.xml" ContentType="application/vnd.openxmlformats-officedocument.presentationml.slideMaster+xml"/>
  <Override PartName="/ppt/slides/slide55.xml" ContentType="application/vnd.openxmlformats-officedocument.presentationml.slide+xml"/>
  <Override PartName="/ppt/slideMasters/slideMaster56.xml" ContentType="application/vnd.openxmlformats-officedocument.presentationml.slideMaster+xml"/>
  <Override PartName="/ppt/slides/slide56.xml" ContentType="application/vnd.openxmlformats-officedocument.presentationml.slide+xml"/>
  <Override PartName="/ppt/slideMasters/slideMaster57.xml" ContentType="application/vnd.openxmlformats-officedocument.presentationml.slideMaster+xml"/>
  <Override PartName="/ppt/slides/slide57.xml" ContentType="application/vnd.openxmlformats-officedocument.presentationml.slide+xml"/>
  <Override PartName="/ppt/slideMasters/slideMaster58.xml" ContentType="application/vnd.openxmlformats-officedocument.presentationml.slideMaster+xml"/>
  <Override PartName="/ppt/slides/slide5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Lst>
  <p:notesMasterIdLst>
    <p:notesMasterId r:id="rId6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slide" Target="slides/slide53.xml"/><Relationship Id="rId55" Type="http://schemas.openxmlformats.org/officeDocument/2006/relationships/slide" Target="slides/slide54.xml"/><Relationship Id="rId56" Type="http://schemas.openxmlformats.org/officeDocument/2006/relationships/slide" Target="slides/slide55.xml"/><Relationship Id="rId57" Type="http://schemas.openxmlformats.org/officeDocument/2006/relationships/slide" Target="slides/slide56.xml"/><Relationship Id="rId58" Type="http://schemas.openxmlformats.org/officeDocument/2006/relationships/slide" Target="slides/slide57.xml"/><Relationship Id="rId59" Type="http://schemas.openxmlformats.org/officeDocument/2006/relationships/slide" Target="slides/slide58.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_rels/notesSlide5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3.xml"/>
		</Relationships>
</file>

<file path=ppt/notesSlides/_rels/notesSlide5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4.xml"/>
		</Relationships>
</file>

<file path=ppt/notesSlides/_rels/notesSlide5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5.xml"/>
		</Relationships>
</file>

<file path=ppt/notesSlides/_rels/notesSlide5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6.xml"/>
		</Relationships>
</file>

<file path=ppt/notesSlides/_rels/notesSlide5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7.xml"/>
		</Relationships>
</file>

<file path=ppt/notesSlides/_rels/notesSlide5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1: The Soil.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Lower Sixth Arts. It belongs to Module 3: Understanding and managing biogeographic zones across the world in general and Cameroon in particular.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Soil and its Properties, and the sub-topic is The Soil System. The key notions we shall use today are: soil, pedology, mineral matter, organic matter, soil air, soil water, soil system. At the end, you should be able to do this: learners are able to describe what soil is made of and explain why it is important to man and to living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Further Study 3: Relief of Cameroon. The question was: Revise the Geomorphology lessons. Draw and label a sketch map of the relief of Cameroon.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The sketch map shows the coastal lowlands, Mount Cameroon, the Western Highlands, the South Cameroon Plateau, the Adamawa Plateau, the Benue depression, the Mandara Mountains and the Chad plain, with a key, title and north arrow.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your time to copy this part; we will continue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soil and pedology. Number 2: describe the four components of soil and how they change with depth. Number 3: explain the importance of soil and the soil as a system.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Weathering breaks rocks into small pieces. Plants need water and nutrients.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A farmer in Foumbot says that his dark soil feeds his family, while a builder says that soil is only "dirt" to be removed. The class wants to know what soil really is.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People do not agree on what soil is and why it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Is soil only broken rock?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No. It also contains humus, water, air and living things.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Why is soil important?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It grows our food and supports all land life.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and conserve the soils that feed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understand the soil, the base of farming and of land ecosystems.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a soil pit showing layers of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does the pit show about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is a thin layer over rock, with different layers from the top down.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four components of a good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Name the four components of soil. Which is the largest?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Mineral matter, water, air and organic matter; mineral matter is the largest (45 %).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picture: an earthworm in the soil.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Why is the earthworm part of the soil?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Soil contains living organisms that mix it and make humus.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woman farmer in her farm in Cameroon.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Give two uses of soil for man.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grows food and cash crops and gives building materials (clay, sand).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diagram: the soil as an open system.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Name two inputs and two outputs of the soil system.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Inputs: rain, dead leaves (also weathered rock, sun). Outputs: leaching, erosion (also uptake, evaporation).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Meaning of Soil. Soil can be understood as follows. On this slide we have Soil.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Soil Components and Variations with Depth. Soil is made up of four main components. On this slide we have Mineral matter (about 45 %).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Organic matter (about 5 %).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Water and air (about 25 % each).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Soil Components and Variations with Depth. On this slide we have Variations with depth.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components of soil.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Importance of Soil to Man and the Biosphere. Soil is important in the following ways. On this slide we have For man.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Importance of Soil to Man and the Biosphere. On this slide we have For the biosphere.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Soil System. The soil can be studied as an open system. On this slide we have Inputs.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Soil System. On this slide we have Processes and state. Write each point on a new line, with the key term first, and explain it in your own words when we revise. When you finish, we go to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The Soil System. On this slide we have Outputs.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draw this illustration in your notebook: the soil system.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Name the four components of soil with their proportions.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mineral matter 45 %, water 25 %, air 25 %, organic matter 5 %.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Give two outputs of the soil system.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leaching and erosion (also uptake, evaporation).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pedology; number 2, humus; number 3, mineral.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Collect a handful of soil and list what you can see in it.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2: Physical Properties of the Soil: Texture.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LOWER SIXTH ARTS</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1: THE SOIL</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GBHS 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GBHS 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jp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jp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jp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image" Target="../media/image-48-1.png"/><Relationship Id="rId2" Type="http://schemas.openxmlformats.org/officeDocument/2006/relationships/slideLayout" Target="../slideLayouts/slideLayout2.xml"/><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image" Target="../media/image-49-1.png"/><Relationship Id="rId2" Type="http://schemas.openxmlformats.org/officeDocument/2006/relationships/slideLayout" Target="../slideLayouts/slideLayout2.xml"/><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image" Target="../media/image-50-1.png"/><Relationship Id="rId2" Type="http://schemas.openxmlformats.org/officeDocument/2006/relationships/slideLayout" Target="../slideLayouts/slideLayout2.xml"/><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image" Target="../media/image-53-1.png"/><Relationship Id="rId2" Type="http://schemas.openxmlformats.org/officeDocument/2006/relationships/slideLayout" Target="../slideLayouts/slideLayout2.xml"/><Relationship Id="rId3"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image" Target="../media/image-57-1.png"/><Relationship Id="rId2" Type="http://schemas.openxmlformats.org/officeDocument/2006/relationships/slideLayout" Target="../slideLayouts/slideLayout2.xml"/><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image" Target="../media/image-58-1.png"/><Relationship Id="rId2" Type="http://schemas.openxmlformats.org/officeDocument/2006/relationships/slideLayout" Target="../slideLayouts/slideLayout2.xml"/><Relationship Id="rId3" Type="http://schemas.openxmlformats.org/officeDocument/2006/relationships/notesSlide" Target="../notesSlides/notesSlide5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LOWER SIXTH ARTS</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1: The Soil</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Soil</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Lower Sixth Arts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Understanding and managing biogeographic zones across the world in general and Cameroon in particular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and its Properties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1: The Soil</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Soil, pedology, mineral matter, organic matter, soil air, soil water,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Meaning of soil; components and their variation with depth; importance of soil; the soil system.</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what soil is made of and explain why it is important to man and to living things.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(Further Study 3: Relief of Cameroon):</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Revise the Geomorphology lessons. Draw and label a sketch map of the relief of Cameroon.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sketch map shows the coastal lowlands, Mount Cameroon, the Western Highlands, the South Cameroon Plateau, the Adamawa Plateau, the Benue depression, the Mandara Mountains and the Chad plain, with a key, title and north arrow.</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soil and pedology.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Describe the four components of soil and how they change with depth.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Explain the importance of soil and the soil as a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Weathering breaks rocks into small pieces.</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Plants need water and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farmer in Foumbot says that his dark soil feeds his family, while a builder says that soil is only "dirt" to be removed. The class wants to know what soil really is.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People do not agree on what soil is and why it matters.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Is soil only broken rock?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No. It also contains humus, water, air and living things.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soil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our food and supports all land life.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and conserve the soils that feed 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understand the soil, the base of farming and of land ecosystems.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lsa_soilpit.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soil pit showing layers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does the pit show about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is a thin layer over rock, with different layers from the top down.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four components of a good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 Which is the largest?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water, air and organic matter; mineral matter is the largest (45 %).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lsa_earthworm.jpg">    </p:cNvPr>
          <p:cNvPicPr>
            <a:picLocks noChangeAspect="1"/>
          </p:cNvPicPr>
          <p:nvPr/>
        </p:nvPicPr>
        <p:blipFill>
          <a:blip r:embed="rId1"/>
          <a:stretch>
            <a:fillRect/>
          </a:stretch>
        </p:blipFill>
        <p:spPr>
          <a:xfrm>
            <a:off x="2250369" y="1783080"/>
            <a:ext cx="7690957"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An earthworm in the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earthworm part of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SOIL COMPONENTS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contains living organisms that mix it and make humus.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lsa_cmrfarm.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woman farmer in her farm in Cameroon.</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uses of soil for man.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IMPORTANCE OF SOIL</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grows food and cash crops and gives building materials (clay, sand).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soil as an open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two inputs and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4. THE SOIL SYSTEM</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rain, dead leaves (also weathered rock, sun). Outputs: leaching, erosion (also uptake,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Soil and its Properties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The Soil System</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1: The Soil</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Meaning of Soil</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can be understood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Soil: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thin, loose layer of weathered rock, organic matter, water and air that covers the land surface and supports plant growth.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made up of four main components: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Mineral matter (about 45 %):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the weathering of the parent rock, as sand, silt and clay. It gives the soil its body and many nutrients.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Organic matter (about 5 %):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comes from dead plants and animals that decompose into humus. It makes the soil dark, fertile and able to hold water.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and air (about 25 % each):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fill the pores between particles. Water carries dissolved nutrients to roots, and air supplies oxygen to roots and organisms.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Variations with depth: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Organic matter, air and organisms decrease with depth, while stones and weathered rock increase. This creates layers called horizons.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Soil Components and Variations with Depth</a:t>
            </a:r>
            <a:endParaRPr lang="en-US" sz="3600" dirty="0"/>
          </a:p>
        </p:txBody>
      </p:sp>
      <p:pic>
        <p:nvPicPr>
          <p:cNvPr id="4" name="Image 0" descr="/home/claude/f4/img/v2/soil_components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components of soil</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Soil to Man and the Biosphere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Soil is important in the following ways: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man: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supports farming, which provides food, cash crops and raw materials. It also supplies building materials such as clay and laterite.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3. Importance of Soil to Man and the Biosphere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For the biosphere: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Soil anchors plants and supplies them with water and nutrients. It is the home of many organisms and recycles dead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soil can be studied as an open system:</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Inputs: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Inputs are weathered rock, organic matter, rain water, air and solar energy. Man adds fertilisers and manure.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 (continued)</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Processes and state: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Processes include weathering, decomposition, leaching and translocation. The state of the soil is its properties at a given time: texture, structure, pH, fertility.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 (continued)</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Outputs: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Outputs are nutrients taken by plants, water lost by evaporation and drainage, and soil lost by erosion. Crops removed by man are also an output.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4. The Soil System</a:t>
            </a:r>
            <a:endParaRPr lang="en-US" sz="3600" dirty="0"/>
          </a:p>
        </p:txBody>
      </p:sp>
      <p:pic>
        <p:nvPicPr>
          <p:cNvPr id="4" name="Image 0" descr="/home/claude/f4/img/v2/soil_system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Illustration: the soil system</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four components of soil with their proportions.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Mineral matter 45 %, water 25 %, air 25 %, organic matter 5 %.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Give two outputs of the soil system.</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Leaching and erosion (also uptake, evaporation).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study of soils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Decayed organic matter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largest component of soil is ______ matter.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Collect a handful of soil and list what you can see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name="Slide 5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2: Physical Properties of the Soil: Texture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53</a:t>
            </a:fld>
            <a:endParaRPr lang="en-US"/>
          </a:p>
        </p:txBody>
      </p:sp>
    </p:spTree>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name="Slide 5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55"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Soil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sol</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L'humus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pore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Earthworm</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ver de terre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Leaching</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lessivage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Pedology</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pédologie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54</a:t>
            </a:fld>
            <a:endParaRPr lang="en-US"/>
          </a:p>
        </p:txBody>
      </p:sp>
    </p:spTree>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name="Slide 5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6"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Soil and its Properties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1: The Soil</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soil and pedology. Describe the four components of soil and how they change with depth. Explain the importance of soil and the soil as a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what soil is made of and explain why it is important to man and to living things.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55</a:t>
            </a:fld>
            <a:endParaRPr lang="en-US"/>
          </a:p>
        </p:txBody>
      </p:sp>
    </p:spTree>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name="Slide 5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7"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Meaning of Soil; Soil Components and Variations with Depth; Importance of Soil to Man and the Biosphere; The Soil System.</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Collect a handful of soil and list what you can see in it.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56</a:t>
            </a:fld>
            <a:endParaRPr lang="en-US"/>
          </a:p>
        </p:txBody>
      </p:sp>
    </p:spTree>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name="Slide 5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dig a small hole near the school.</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the pie chart.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look for worms after rain.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list crops grown in your area.</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draw the three boxes.</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57</a:t>
            </a:fld>
            <a:endParaRPr lang="en-US"/>
          </a:p>
        </p:txBody>
      </p:sp>
    </p:spTree>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name="Slide 5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National Geography Syllabus, MINESEC/IGE/IP-SS, 2019 — Module 3 (Biogeography).</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“Humic Dystrudept (fine-loamy, isotic, frigid)” by SoilScience.info, CC BY 2.0, via Flickr (https://www.flickr.com/photos/22503286@N06/5140645742)</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3: “Earthworm In Soil” by jwinfred, CC BY-NC-ND 2.0, via Flickr (https://www.flickr.com/photos/98937825@N00/3532746937)</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“Cameroon - UN Women's Gender Road Project” by UN Women Gallery, CC BY-NC-ND 2.0, via Flickr (https://www.flickr.com/photos/51431730@N04/46914753474)</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58</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58</Slides>
  <Notes>58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58</vt:i4>
      </vt:variant>
    </vt:vector>
  </HeadingPairs>
  <TitlesOfParts>
    <vt:vector size="61"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2026-09-27T09:37:02Z</dcterms:created>
  <dcterms:modified xsi:type="dcterms:W3CDTF">2026-09-27T09:37:02Z</dcterms:modified>
</cp:coreProperties>
</file>