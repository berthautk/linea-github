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fertility, productivity, fallow, manure, crop rotation, soil exhaustion. At the end, you should be able to do this: learners are able to explain what makes a soil fertile and how farmers can keep it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Chemical Properties of the Soil. The question was: Read the label of a fertiliser bag and explain what N, P and K do.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 (nitrogen) makes leaves grow green; P (phosphorus) helps roots and flowers; K (potassium) helps fruits, seeds and resistance to disease. Example: NPK 20-10-10.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fertility. Number 2: explain the natural and human factors of fertility. Number 3: suggest ways to maintain soil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Soils need nutrients, humus and a good structure. Soil pH affects crops.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Farmers in the West Region grow good crops every year on volcanic soils, while in some parts of the North, yields fall after two or three years on the same field.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stay fertile and others lose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volcanic soils fertile?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rich in minerals from volcanic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yields fall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Nutrients are used up and not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keep our soils fertile through sustainable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soil fertility and how to keep soils productive for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crops on fertile highland soils.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fertile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soil that can supply enough water and nutrients for good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leached red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many rainforest soils poor despite the thick 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leaches nutrients; most nutrients are in the plants, not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burnt land after a bush fire.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bush fires reduce fertility in the long term?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burn humus and leave the soil bare to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zai pits with manure.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zai pits help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hold water and manure near the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terraces protect fertility?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stop erosion from removing the topsoil.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Fertility. Soil fertility can be understood as follows. On this slide we have Soil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Soil Fertility. On this slide we have Signs of a fertile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Soil Fertility. Fertility depends on natural and human factors. On this slide we have Natural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reduce fertility.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Fertility. On this slide we have Human factors that improve fertility.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ability of a soil to supply water and nutrients to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ways of maintaining soil fertility.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manure, fallow, crop rotation (also terraces, fertiliser, lime).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fallow; number 2, exhaustion; number 3, nitrogen.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 farmer how he keeps his soil fertile and write a short report.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Soil Formation.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SOIL FERTILITY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Fertility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fertility, productivity, fallow, manure, crop rotation, soil exhaustion.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factors of soil fertility.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Chemical Properties of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the label of a fertiliser bag and explain what N, P and K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(nitrogen) makes leaves grow green; P (phosphorus) helps roots and flowers; K (potassium) helps fruits, seeds and resistance to disease. Example: NPK 20-10-10.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natural and human factors of fertility.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ways to maintain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Soils need nutrients, humus and a good structure.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pH affects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in the West Region grow good crops every year on volcanic soils, while in some parts of the North, yields fall after two or three years on the same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stay fertile and others lose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volcanic soils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minerals from volcanic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yields fall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Nutrients are used up and not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Keep our soils fertile through sustainable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soil fertility and how to keep soils productive for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Crops on fertile highland soils.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fertile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that can supply enough water and nutrients for good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leached red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many rainforest soils poor despite the thick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leaches nutrients; most nutrients are in the plants, not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ushfi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Burnt land after a bush fire.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bush fires reduce fertility in the long term?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HUMAN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burn humus and leave the soil bare to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Zai pits with manure.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zai pits help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hold water and manure near the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terraces protect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MAINTAINING FERTILITY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stop erosion from removing the topsoil.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fertility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ability of a soil to supply water, air and nutrients to plants in the right amounts to support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Signs of a fertile 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fertile soil is deep, rich in humus and nutrients, well drained and well structured. Its pH is close to neutral.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Fertility depends on natural and human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Parent rock, climate, vegetation, relief and organisms determine fertility. Volcanic soils are fertile, while leached rainforest soils are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reduce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continuous cropping, overgrazing and deforestation remove nutrients and cause erosion. Soils become poor and hard.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Fertility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factors that improve fertility: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compost, fertilisers, crop rotation, fallowing and legumes add nutrients. Terraces, zaï pits and mulching reduce losses.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ability of a soil to supply water and nutrients to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ways of maintaining soil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Manure, fallow, crop rotation (also terraces, fertiliser, lime).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left to rest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Loss of fertility by overuse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Legumes add ______ to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fertilité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Fallow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jachère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Crop rotation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rotation des cultures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Legume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légumineuse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Yield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rendement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Overcropping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fertility. Explain the natural and human factors of fertility. Suggest ways to maintain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makes a soil fertile and how farmers can keep it fertile.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Fertility; Factors of Soil Fertility.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 farmer how he keeps his soil fertile and write a short report.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fertile farming areas in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explain leaching with a coffee filter.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burning before planting.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zai in the Far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terraces in the Mandara Mountains.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“20111216-NRCS-LSC-0355” by USDAgov, CC BY 2.0, via Flickr (https://www.flickr.com/photos/41284017@N08/6551564351)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2026-09-29T12:18:39Z</dcterms:created>
  <dcterms:modified xsi:type="dcterms:W3CDTF">2026-09-29T12:18:39Z</dcterms:modified>
</cp:coreProperties>
</file>