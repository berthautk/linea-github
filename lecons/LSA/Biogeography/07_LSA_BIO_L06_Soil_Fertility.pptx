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Soil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fertility, productivity, fallow, manure, crop rotation, soil exhaustion. At the end, you should be able to do this: learners are able to explain what makes a soil fertile and how farmers can keep it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Chemical Properties of the Soil. The question was: Read the label of a fertiliser bag and explain what N, P and K do.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 (nitrogen) makes leaves grow green; P (phosphorus) helps roots and flowers; K (potassium) helps fruits, seeds and resistance to disease. Example: NPK 20-10-10.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fertility. Number 2: explain the natural and human factors of fertility. Number 3: suggest ways to maintain soil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Soils need nutrients, humus and a good structure. Soil pH affects crops.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Farmers in the West Region grow good crops every year on volcanic soils, while in some parts of the North, yields fall after two or three years on the same field.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Some soils stay fertile and others lose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volcanic soils fertile?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rich in minerals from volcanic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 yields fall in the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Nutrients are used up and not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keep our soils fertile through sustainable farming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soil fertility and how to keep soils productive for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crops on fertile highland soils.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fertile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soil that can supply enough water and nutrients for good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leached red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many rainforest soils poor despite the thick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leaches nutrients; most nutrients are in the plants, not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burnt land after a bush fire.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bush fires reduce fertility in the long term?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burn humus and leave the soil bare to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zai pits with manure.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zai pits help fertility?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hold water and manure near the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terraces on a hillside.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terraces protect fertility?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stop erosion from removing the topsoil.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Soil Fertility. Soil fertility can be understood as follows. On this slide we have Soil fertility.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Soil Fertility. On this slide we have Signs of a fertile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Soil Fertility. Fertility depends on natural and human factors. On this slide we have Natural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Fertility. On this slide we have Human factors that reduce fertility.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Soil Fertility. On this slide we have Human factors that improve fertility.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soil fertility.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ability of a soil to supply water and nutrients to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ways of maintaining soil fertility.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manure, fallow, crop rotation (also terraces, fertiliser, lime).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fallow; number 2, exhaustion; number 3, nitrogen.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a farmer how he keeps his soil fertile and write a short report.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Soil Formation.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SOIL FERTILITY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Fertility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Soil Fertility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fertility, productivity, fallow, manure, crop rotation, soil exhaustion.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factors of soil fertility.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what makes a soil fertile and how farmers can keep it fertile.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Chemical Properties of the Soil):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label of a fertiliser bag and explain what N, P and K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 (nitrogen) makes leaves grow green; P (phosphorus) helps roots and flowers; K (potassium) helps fruits, seeds and resistance to disease. Example: NPK 20-10-10.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fertility.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natural and human factors of fertility.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ways to maintain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Soils need nutrients, humus and a good structure.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pH affects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in the West Region grow good crops every year on volcanic soils, while in some parts of the North, yields fall after two or three years on the same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soils stay fertile and others lose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volcanic soils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rich in minerals from volcanic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yields fall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are used up and not replaced.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Keep our soils fertile through sustainable farming practices.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soil fertility and how to keep soils productive for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Crops on fertile highland soils.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fertile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soil that can supply enough water and nutrients for good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leached red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many rainforest soils poor despite the thick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NATURAL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leaches nutrients; most nutrients are in the plants, not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Burnt land after a bush fire.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bush fires reduce fertility in the long term?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burn humus and leave the soil bare to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MAINTAINING FERTILITY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z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Zai pits with manure.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MAINTAINING FERTILITY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zai pits help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MAINTAINING FERTILITY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hold water and manure near the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MAINTAINING FERTILITY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 on a hillside.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MAINTAINING FERTILITY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protect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MAINTAINING FERTILITY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stop erosion from removing the topsoil.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Soil Fertility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fertility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ability of a soil to supply water, air and nutrients to plants in the right amounts to support good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Soil Fertility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Signs of a fertile 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fertile soil is deep, rich in humus and nutrients, well drained and well structured. Its pH is close to neutral.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Fertility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Fertility depends on natural and human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Parent rock, climate, vegetation, relief and organisms determine fertility. Volcanic soils are fertile, while leached rainforest soils are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Fertility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that reduce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fires, continuous cropping, overgrazing and deforestation remove nutrients and cause erosion. Soils become poor and hard.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Soil Fertility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factors that improve fertility: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compost, fertilisers, crop rotation, fallowing and legumes add nutrients. Terraces, zaï pits and mulching reduce losses.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ability of a soil to supply water and nutrients to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ways of maintaining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Manure, fallow, crop rotation (also terraces, fertiliser, lime).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Land left to rest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Loss of fertility by overuse is soil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Legumes add ______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 farmer how he keeps his soil fertile and write a short report.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Soil 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fertilité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Fallow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jachère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Crop 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rotation des cultures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Legume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légumineuse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rendement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Overcropping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surexploitation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Soil Fertility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fertility. Explain the natural and human factors of fertility. Suggest ways to maintain soil fertility.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what makes a soil fertile and how farmers can keep it fertile.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Soil Fertility; Factors of Soil Fertility.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a farmer how he keeps his soil fertile and write a short report.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fertile farming areas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leaching with a coffee filter.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burning before planting.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zai in the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terraces in the Mandara Mountains.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“Women sowing okra in zai holes” by abossuet, CC BY-NC 2.0, via Flickr (https://www.flickr.com/photos/30450178@N07/7175750825)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2026-09-29T03:12:52Z</dcterms:created>
  <dcterms:modified xsi:type="dcterms:W3CDTF">2026-09-29T03:12:52Z</dcterms:modified>
</cp:coreProperties>
</file>