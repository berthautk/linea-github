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20: Interactions within Ecosystems.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boxes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a full bucket with a tap and a hole.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logging.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bare grazing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equilibrium 2. compartment 3. disequilibrium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within Ecosystems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an Ecosystem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20: Interactions within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Compartment, four-compartment model, equilibrium, dynamic equilibrium, disequilibrium, feedback.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with four compartments; interrelations; equilibrium and its nature; factors of disequilibrium, notably 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equilibrium of ecosystems and how man can upset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four compartments of an ecosystem.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interrelations and the equilibrium between them.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disequilibrium, especially man.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is an open system.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Nutrients move between biomass, litter and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many years, farmers around Garoua cleared land, burned bush and kept large herds. Now the soils are poor, the grass is thin and the rains wash the soil away.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ecosystem has lost its balance.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caused this?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 activities: clearing, burning and overgrazing.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 balance of an ecosystem?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Equilibrium.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balance of nature and our role in keeping 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COMPARTMENTS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quilibriu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compartments of an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COMPARTMENTS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compartments.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COMPARTMENTS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Atmosphere, biomass, litter and soil.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INTERRELATIONS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gersmeh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moving between biomass, litter and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INTERRELATIONS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nutrients move from biomass to litter to soil?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INTERRELATIONS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Leaves fall (fallout), then decompose into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on the forest floor.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equilibrium called dynamic?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Matter keeps moving, but inputs and outputs stay balanced.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from a cleared forest.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logging upset the equilibrium?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removes biomass and nutrients and exposes the soil to erosion.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overgrazin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Overgrazing leaves bare soil.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human factors of disequilibrium.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DISEQUILIBRIUM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Overgrazing and bush fires (also logging, pollution).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Interactions within Ecosystems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Structure of an Ecosystem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20: Interactions within Ecosystems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Compartment: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store in an ecosystem, such as biomass or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Equilibrium: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balance between the parts of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Disequilibrium: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loss of balance in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Structure and Interrelations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Four compartments: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atmosphere, biomass, litter and soil store energy and matter. They are linked by flows.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take carbon dioxide from the air and nutrients from the soil. Litter falls, decomposes and returns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Structure and Interrelations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Feedback: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change in one compartment affects the others. Negative feedback helps to restore balance.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Equilibrium and Disequilibrium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Dynamic equilibrium: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Matter and energy keep moving, but the stores stay about the same. The ecosystem can recover from small changes.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Natural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Droughts, floods and volcanic eruptions can upset the balance. Most ecosystems recover with time.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Equilibrium and Disequilibrium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Logging, fire, overgrazing and pollution cause serious disequilibrium. Soils lose fertility, and species disappear.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Equilibrium and Disequilibrium (3/3)</a:t>
            </a:r>
            <a:endParaRPr lang="en-US" sz="3600" dirty="0"/>
          </a:p>
        </p:txBody>
      </p:sp>
      <p:pic>
        <p:nvPicPr>
          <p:cNvPr id="13" name="Image 0" descr="/home/claude/f4/img/v2/equilibriu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four compartments.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compartments of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Atmosphere, biomass, litter and soil.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man causes disequilibrium.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Logging, fire, overgrazing and pollution remove stores and increase losses.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Balance in an ecosystem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store in an ecosystem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Overgrazing causes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an example of an ecosystem in your area that has lost its balance and explain why.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21: Energy Flows.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compartiment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Equilibrium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L'équilibre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rétroaction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Overgrazing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surpâturage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rétablissement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20: Interactions within Ecosystems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four compartments of an ecosystem. Explain the interrelations and the equilibrium between them. Explain the factors of disequilibrium, especially man.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equilibrium of ecosystems and how man can upset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Compartment, Equilibrium, Disequilibrium; II. Structure and Interrelations: Four compartments, Flows, Feedback; III. Equilibrium and Disequilibrium: Dynamic equilibrium, Natural factors, Man.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an example of an ecosystem in your area that has lost its balance and explain why.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2026-09-27T04:25:26Z</dcterms:created>
  <dcterms:modified xsi:type="dcterms:W3CDTF">2026-09-27T04:25:26Z</dcterms:modified>
</cp:coreProperties>
</file>