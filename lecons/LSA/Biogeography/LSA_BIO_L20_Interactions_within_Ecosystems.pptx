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Interactions within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compartment, four-compartment model, equilibrium, dynamic equilibrium, disequilibrium, feedback. At the end, you should be able to do this: learners are able to explain the equilibrium of ecosystems and how man can upset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Examples of Ecosystems: The Pond. The question was: Observe a pond or stream and list what lives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pond or stream: water plants, algae, frogs and tadpoles, insects (mosquito larvae, water beetles), small fish, snails and birds that feed there.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four compartments of an ecosystem. Number 2: explain the interrelations and the equilibrium between them. Number 3: explain the factors of disequilibrium, especially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is an open system. Nutrients move between biomass, litter and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farmers around Garoua cleared land, burned bush and kept large herds. Now the soils are poor, the grass is thin and the rains wash the soil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ecosystem has lost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Human activities: clearing, burning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balance of an ecosystem?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human actions that upset the balance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of nature and our role in keeping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compartments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compartments.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Atmosphere,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nutrients moving between biomass, litter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nutrients move from biomass to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Leaves fall (fallout), then decompose into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on the forest floor.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equilibrium called dynamic?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Matter keeps moving, but inputs and outputs stay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logging upset the 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removes biomass and nutrients and exposes the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overgrazing leaves bare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factors of disequilibrium.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and bush fires (also logging,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Ecosystem. A four-compartment ecosystem has. On this slide we have Abiotic compartment.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Ecosystem. On this slide we have Biotic compartments.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compartments.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Interrelations and Equilibrium. The compartments are linked and balanced as follows. On this slide we have Interrelations.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Interrelations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Disequilibrium. The balance can be upset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Disequilibrium. On this slide we have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compartments of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atmosphere, biomass, litter and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man causes disequilibrium.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fire, overgrazing and pollution remove stores and increase losses.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equilibrium; number 2, compartment; number 3, disequilibrium.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an example of an ecosystem in your area that has lost its balance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Energy Flows in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INTERACTIONS WITHIN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Interactions within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Interactions within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Compartment, four-compartment model, equilibrium, dynamic equilibrium, disequilibrium, feedback.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with four compartments; interrelations; equilibrium and its nature; factors of disequilibrium, notably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Examples of Ecosystems: The Pond):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pond or stream and list what lives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or stream: water plants, algae, frogs and tadpoles, insects (mosquito larvae, water beetles), small fish, snails and birds that feed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compartments of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interrelations and the equilibrium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disequilibrium, especially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is an open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Nutrients move between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farmers around Garoua cleared land, burned bush and kept large herds. Now the soils are poor, the grass is thin and the rains wash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activities: clearing, burning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balance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human actions that upset the balance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of nature and our role in keeping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compartments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Nutrients moving between biomass, litter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move from biomass to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Leaves fall (fallout), then decompose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forest floor.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equilibrium called dynamic?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Matter keeps moving, but inputs and outputs stay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logging upset the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removes biomass and nutrients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Overgrazing leaves bare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bush fires (also logging,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Interactions within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four-compartment ecosystem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compartment: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atmosphere, water, rocks and soil minerals. It supplies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compartments: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(plants), consumers (animals) and decomposers. Each compartment stores energy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compartments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compartments are linked and balanced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Interrelations: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move from the soil to plants, from plants to animals, and back to the soil through litter and decomposition. Energy flows in one direction from the sun to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inputs equal outputs, the ecosystem is in balance. The equilibrium is dynamic, because numbers and flows change but stay within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balance can be upset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floods, fires, diseases and volcanic eruptions disturb ecosystems. Most ecosystems recover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pollution and hunting are the main causes of disequilibrium. For example, logging removes the biomass store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man causes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fire, overgrazing and pollution remove stores and increase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Balance in an ecosystem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store in an ecosystem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Overgrazing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compartiment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Equilibrium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Recovery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rétablissement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Interactions within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four compartments of an ecosystem. Explain the interrelations and the equilibrium between them. Explain the factors of disequilibrium, especially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Structure of the Ecosystem; Interrelations and Equilibrium; Factors of Disequilibrium.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an example of an ecosystem in your area that has lost its balance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full bucket with a tap and a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bare grazing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