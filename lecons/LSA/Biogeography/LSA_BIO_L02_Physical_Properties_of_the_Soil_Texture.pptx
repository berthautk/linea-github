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Physical Properties of the Soil: Texture.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Soil and its Properties, and the sub-topic is Soil Properties and their Significance. The key notions we shall use today are: soil texture, sand, silt, clay, loam, textural class, texture triangle. At the end, you should be able to do this: learners are able to identify soil texture and explain its importance for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The Soil. The question was: Collect a handful of soil and list what you can see in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handful of soil contains mineral particles (sand, clay, small stones), dead leaves and roots (organic matter), small animals (ants, worms), and it may feel damp (water).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soil texture and name the particle sizes. Number 2: determine texture in the field and in the laboratory. Number 3: read the texture triangle and explain the significance of texture.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Mineral matter comes from weathered rock. Soil holds water and air in its pores.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Adamawa, a farmer notices that water disappears quickly in his sandy field, while in a valley the clay soil stays wet and sticky for days after rain.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Soils behave differently with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property explains this?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Soil texture.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soil holds more water?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clay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know the texture of our soils to choose the right crops and farming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soil texture, which controls water, air and fertility.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size of soil particles.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Put sand, silt and clay in order from the largest to the smallest.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Sand, silt, clay.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soil texture triangle.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A soil has 40 % sand, 40 % silt and 20 % clay. What is its class?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ribbon test for soil texture.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In the field, how can you tell if a wet soil is sandy or clayey?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Sand feels gritty and falls apart; clay feels sticky and makes a long ribbon.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red tropical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soils on granite often sandy, and soils on basalt often clayey?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Granite weathers into quartz sand; basalt weathers into clay.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rice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rice grown on clay soils?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Clay holds water and keeps the field flooded.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Soil Texture. Soil texture can be understood as follows. On this slide we have Soil texture and Particle sizes.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particle sizes.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Textural Classes and Representation. Soils are grouped into textural classes. On this slide we have Main classes.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Textural Classes and Representation. On this slide we have Representation.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soil texture triangle.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Determination of Soil Texture. Texture can be determined by two methods. On this slide we have Field methods.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Determination of Soil Texture. On this slide we have Laboratory methods.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ribbon test.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and Significance. The factors and significance of texture are. On this slide we have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and Significance. On this slide we have Significance.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soil texture?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proportion of sand, silt and clay in a soil.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advantage and one disadvantage of a sandy soil.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advantage: easy to dig and well aerated. Disadvantage: dries fast and loses nutrients.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clay; number 2, loam; number 3, triangle.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Test three soils from home by feel and give the texture of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1: Determining Soil Texture.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 PHYSICAL PROPERTIES OF THE SOIL: TEXTURE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 Physical Properties of the Soil: Texture</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Physical Properties of the Soil: Texture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and its Properties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Properties and their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Physical Properties of the Soil: Texture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texture, sand, silt, clay, loam, textural class, texture triangle.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texture; textural classes; field and laboratory determination; representation; factors;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soil texture and explain its importance for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The Soil):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Collect a handful of soil and list what you can see in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handful of soil contains mineral particles (sand, clay, small stones), dead leaves and roots (organic matter), small animals (ants, worms), and it may feel damp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soil texture and name the particle sizes.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Determine texture in the field and in the laboratory.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Read the texture triangle and explain the significance of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Mineral matter comes from weathered rock.</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 holds water and air in its pores.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Adamawa, a farmer notices that water disappears quickly in his sandy field, while in a valley the clay soil stays wet and sticky for days after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Soils behave differently with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property explains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soil holds more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clay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Know the texture of our soils to choose the right crops and farming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soil texture, which controls water, air and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PARTICLE SIZES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article_siz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size of soil particles.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PARTICLE SIZES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sand, silt and clay in order from the largest to the smallest.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PARTICLE SIZES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silt, clay.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TEXTURAL CLASSES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exture_triangl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soil texture triangle.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TEXTURAL CLASSES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soil has 40 % sand, 40 % silt and 20 % clay. What is its class?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TEXTURAL CLASSES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DETERMINATION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ibbon_tes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ribbon test for soil texture.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DETERMINATION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field, how can you tell if a wet soil is sandy or clayey?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DETERMINATION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feels gritty and falls apart; clay feels sticky and makes a long ribbon.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red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red tropical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soils on granite often sandy, and soils on basalt often clayey?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Granite weathers into quartz sand; basalt weathers into clay.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SIGNIFICANCE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rice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rice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rice grown on clay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Clay holds water and keeps the field flooded.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Soil and its Properties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Soil Properties and their Significance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Physical Properties of the Soil: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Soil Texture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texture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texture: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relative proportion of sand, silt and clay particles in a soil.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Particle sizes: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particles measure 2–0.05 mm, silt 0.05–0.002 mm and clay less than 0.002 mm. Gravel and stones are larger than 2 mm.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Soil Texture</a:t>
            </a:r>
            <a:endParaRPr lang="en-US" sz="3600" dirty="0"/>
          </a:p>
        </p:txBody>
      </p:sp>
      <p:pic>
        <p:nvPicPr>
          <p:cNvPr id="4" name="Image 0" descr="/home/claude/f4/img/v2/particle_siz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particle sizes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Textural Classes and Representation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Soils are grouped into textural classes: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classes: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Sandy soils are light and drain fast; clay soils are heavy, sticky and hold water. Loam, a balanced mixture, is the best for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Textural Classes and Representation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Representation: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Textural classes are shown on a triangular (ternary) graph with sand, silt and clay percentages. A soil with 40 % sand, 40 % silt and 20 % clay is a loam.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Textural Classes and Representation</a:t>
            </a:r>
            <a:endParaRPr lang="en-US" sz="3600" dirty="0"/>
          </a:p>
        </p:txBody>
      </p:sp>
      <p:pic>
        <p:nvPicPr>
          <p:cNvPr id="4" name="Image 0" descr="/home/claude/f4/img/v2/texture_triangl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soil texture triangle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Determination of Soil Texture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Texture can be determined by two methods: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Field 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moist sample is rubbed and moulded: sand feels gritty, silt feels smooth and clay feels sticky. Clay makes a long ribbon and a ring, while sand crumbles.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Determination of Soil Texture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Laboratory 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Dry soil is sieved through meshes of different sizes and each fraction is weighed. The sedimentation method measures fine particles settling in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Determination of Soil Texture</a:t>
            </a:r>
            <a:endParaRPr lang="en-US" sz="3600" dirty="0"/>
          </a:p>
        </p:txBody>
      </p:sp>
      <p:pic>
        <p:nvPicPr>
          <p:cNvPr id="4" name="Image 0" descr="/home/claude/f4/img/v2/ribbon_tes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ribbon test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Factors and Significance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factors and significance of texture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Parent rock is the main factor: granite gives sandy soils and basalt clayey soils. Weathering, age and deposition by rivers and wind also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Factors and Significance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Significance: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Texture controls drainage, aeration, water-holding capacity and ease of ploughing. Rice grows on clay, while groundnuts prefer sandy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soil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proportion of sand, silt and clay in a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a sandy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easy to dig and well aerated. Disadvantage: dries fast and loses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smallest soil particles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soil with a good mix of particles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Texture classes are read on the texture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Test three soils from home by feel and give the texture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Determining Soil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Texture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texture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limon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L'argile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 limoneux équilibré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Sieve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tamis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and its Properties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Physical Properties of the Soil: Texture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soil texture and name the particle sizes. Determine texture in the field and in the laboratory. Read the texture triangle and explain the significance of texture.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soil texture and explain its importance for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Soil Texture; Textural Classes and Representation; Determination of Soil Texture; Factors and Significance.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Test three soils from home by feel and give the texture of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sand, flour and clay.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triangle.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rub wet soil between the fingers.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local rocks.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rice at Ndop and Yagoua.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“in the middle of nowhere, morocco” by mariusz kluzniak, CC BY-NC-ND 2.0, via Flickr (https://www.flickr.com/photos/39997856@N03/8398997251)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“Irrigated rice fields in Sefula, Zambia. Photo by Kate Longley, 2013.” by WorldFish, CC BY-NC-ND 2.0, via Flickr (https://www.flickr.com/photos/61545321@N06/8608804590)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2026-09-27T09:37:03Z</dcterms:created>
  <dcterms:modified xsi:type="dcterms:W3CDTF">2026-09-27T09:37:03Z</dcterms:modified>
</cp:coreProperties>
</file>