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2: Physical Properties of the Soil: Texture.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sand, flour and clay.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triangle.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rub wet soil between the fingers.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local rocks.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rice at Ndop and Yagoua.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clay 2. loam 3. triangle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Properties of the Soil: Texture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Properties and their Significance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Physical Properties of the Soil: Texture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texture, sand, silt, clay, loam, textural class, texture triangle.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texture; textural classes; field and laboratory determination; representation; factors; significance.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soil texture and explain its importance for farming.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soil texture and name the particle sizes.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texture in the field and in the laboratory.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texture triangle and explain the significance of texture.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 matter comes from weathered rock.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holds water and air in its pores.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Adamawa, a farmer notices that water disappears quickly in his sandy field, while in a valley the clay soil stays wet and sticky for days after rain.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Soils behave differently with water.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property explains this?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texture.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soil holds more water?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clay soil.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soil texture, which controls water, air and fertility.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PARTICLE SIZES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particle_siz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size of soil particles.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PARTICLE SIZES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Put sand, silt and clay in order from the largest to the smallest.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PARTICLE SIZES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Sand, silt, clay.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TEXTURAL CLASSES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texture_triang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texture triangle.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TEXTURAL CLASSES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has 40 % sand, 40 % silt and 20 % clay. What is its class?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TEXTURAL CLASSES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Loam.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DETERMINATION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ribbon_tes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ribbon test for soil texture.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DETERMINATION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field, how can you tell if a wet soil is sandy or clayey?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DETERMINATION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feels gritty and falls apart; clay feels sticky and makes a long ribbon.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redso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red tropical soil.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soils on granite often sandy, and soils on basalt often clayey?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Granite weathers into quartz sand; basalt weathers into clay.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rice_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rice field.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rice grown on clay soils?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Clay holds water and keeps the field flooded.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Physical Properties of the Soil: Texture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and its Properties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Soil Properties and their Significance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2: Physical Properties of the Soil: Texture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texture: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proportion of sand, silt and clay in a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Loam: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soil with a good mixture of sand, silt and clay.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Texture triangle: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triangle graph used to name the texture class of a soil.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Classes and Determination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Particle sizes: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is 0.05–2 mm, silt 0.002–0.05 mm and clay below 0.002 mm. Gravel is bigger than 2 mm.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Field methods: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feel, mould and roll wet soil in the hand. Sand is gritty, silt is smooth and clay is sticky.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Classes and Determination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Laboratory methods: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Sieving and sedimentation separate the particles. The percentages are plotted on the texture triangle.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Parent rock, weathering and age control texture. Water and wind also move fine particles.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Sandy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light, well aerated and easy to dig. But they drain fast and lose nutrients.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Clay and loam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Clay holds water and nutrients but can be sticky and waterlogged. Loam is the best balance for most crops.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(3/3)</a:t>
            </a:r>
            <a:endParaRPr lang="en-US" sz="3600" dirty="0"/>
          </a:p>
        </p:txBody>
      </p:sp>
      <p:pic>
        <p:nvPicPr>
          <p:cNvPr id="13" name="Image 0" descr="/home/claude/f4/img/v2/texture_triang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texture triangle.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soil texture?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proportion of sand, silt and clay in a soil.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advantage and one disadvantage of a sandy soil.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Advantage: easy to dig and well aerated. Disadvantage: dries fast and loses nutrients.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smallest soil particles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with a good mix of particles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Texture classes are read on the texture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 three soils from home by feel and give the texture of each.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Practical Work 1: Determining Soil Texture.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texture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limon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L'argile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sol limoneux équilibré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tamis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Physical Properties of the Soil: Texture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soil texture and name the particle sizes. Determine texture in the field and in the laboratory. Read the texture triangle and explain the significance of texture.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soil texture and explain its importance for farming.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 texture, Loam, Texture triangle; II. Classes and Determination: Particle sizes, Field methods, Laboratory methods; III. Factors and Significance: Factors, Sandy soils, Clay and loam soils.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three soils from home by feel and give the texture of each.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“in the middle of nowhere, morocco” by mariusz kluzniak, CC BY-NC-ND 2.0, via Flickr (https://www.flickr.com/photos/39997856@N03/8398997251)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“Irrigated rice fields in Sefula, Zambia. Photo by Kate Longley, 2013.” by WorldFish, CC BY-NC-ND 2.0, via Flickr (https://www.flickr.com/photos/61545321@N06/8608804590)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2026-09-26T18:31:42Z</dcterms:created>
  <dcterms:modified xsi:type="dcterms:W3CDTF">2026-09-26T18:31:42Z</dcterms:modified>
</cp:coreProperties>
</file>