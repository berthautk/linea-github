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27: Biomes.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3: Understanding and managing biogeographic zones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Ecological Systems (Ecosystems), and the sub-topic is Global Terrestrial Ecosystems (Biomes). The key notions we shall use today are: biome, tropical, temperate, polar, forest, grassland, scrubland, desert. At the end, you should be able to do this: learners are able to define and classify the world's biomes.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Practical Work 2: Measurement of Ecosystem Productivity. The question was: Draw the bar graph of the four biomes and write three sentences explaining it.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bar graph shows the rainforest highest, then savanna, temperate grassland and desert. NPP decreases as water and warmth decrease; the desert is lowest because of lack of water.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a biome. Number 2: classify biomes by climate. Number 3: classify biomes by vegetation.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Vegetation zones follow latitude and climate. Ecosystems can be small or very large.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documentary shows lions in the African savanna, bison on the North American prairie and reindeer on the Arctic tundra. Learners ask how scientists group such huge regions.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Learners want to group very large ecosystems.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a very large ecosystem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biome.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On what basis are biomes grouped?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Climate and main vegetation.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locate and describe the biomes of the world.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great natural regions of the world.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main biomes of the world (simplified).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a biome?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very large ecosystem with a similar climate, vegetation and animals.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biomes by climate and vegetation.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Give one forest biome for each climate group.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Tropical: rainforest. Temperate: deciduous forest. Cold: taiga.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temperate deciduous forest in autumn.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do these trees lose their leaves?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 survive the cold winter.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temperate grassland.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Name one tropical and one temperate grassland.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Savanna (tropical); steppe or prairie (temperate).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the Arctic tundra.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are there no trees on the tundra?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too cold, windy and the ground is frozen.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Biomes. A biome can be understood as follows. On this slide we have Biome.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of Biomes. On this slide we have Example.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biomes of the world.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By Climatic Characteristics. Biomes are classified by climate into. On this slide we have Tropical biomes.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By Climatic Characteristics. On this slide we have Temperate biomes.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By Climatic Characteristics. On this slide we have Polar biomes.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By Vegetation Characteristics. Biomes are also classified by vegetation into. On this slide we have Forests.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By Vegetation Characteristics. On this slide we have Grasslands and Scrublands and deserts.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classification of biomes.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Define a biome.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very large ecosystem with similar climate, vegetation and animals.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Name one tropical, one temperate and one polar biome.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rainforest; deciduous forest (or steppe); tundra.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biome; number 2, taiga; number 3, steppe.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a table of six biomes with their climate and vegetation.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28: Characteristics of Tropical Biomes.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27: BIOMES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27</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Biomes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Understanding and managing biogeographic zones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Ecological Systems (Ecosystems)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Global Terrestrial Ecosystems (Biomes)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27: Biomes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Biome, tropical, temperate, polar, forest, grassland, scrubland, desert.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of biome; classification by climate (tropical, temperate, polar) and by vegetation (forest, grassland, scrubland).</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define and classify the world's biomes.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(Practical Work 2: Measurement of Ecosystem Productivity):</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bar graph of the four biomes and write three sentences explaining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bar graph shows the rainforest highest, then savanna, temperate grassland and desert. NPP decreases as water and warmth decrease; the desert is lowest because of lack of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 biome.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Classify biomes by climate.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Classify biomes by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Vegetation zones follow latitude and climate.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Ecosystems can be small or very large.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documentary shows lions in the African savanna, bison on the North American prairie and reindeer on the Arctic tundra. Learners ask how scientists group such huge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Learners want to group very large ecosystems.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very large ecosystem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biome.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what basis are biomes grouped?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Climate and main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Locate and describe the biomes of the world.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great natural regions of the world.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biomes_map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main biomes of the world (simplified).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biome?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very large ecosystem with a similar climate, vegetation and animals.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CLASSIFICATION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biome_class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Biomes by climate and vegetation.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CLASSIFICATION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forest biome for each climate group.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CLASSIFICATION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Tropical: rainforest. Temperate: deciduous forest. Cold: taiga.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TEMPERATE BIOMES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autumn_fores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temperate deciduous forest in autumn.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TEMPERATE BIOMES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these trees lose their leaves?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TEMPERATE BIOMES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survive the cold winter.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 GRASSLAND BIOMES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prairi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temperate grassland.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 GRASSLAND BIOMES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one tropical and one temperate grassland.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 GRASSLAND BIOMES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Savanna (tropical); steppe or prairie (temperate).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POLAR BIOMES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tundra.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Arctic tundra.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POLAR BIOMES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there no trees on the tundra?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POLAR BIOMES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too cold, windy and the ground is frozen.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Ecological Systems (Ecosystems)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Global Terrestrial Ecosystems (Biomes)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27: Biomes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Biomes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 biome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Biome: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very large ecosystem covering a wide area, with similar climate, vegetation, soils and animals.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Biomes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Example: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tropical rainforest biome is found in the Amazon, the Congo basin and South-East Asia. The same biome has similar plants on different continents.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Biomes</a:t>
            </a:r>
            <a:endParaRPr lang="en-US" sz="3600" dirty="0"/>
          </a:p>
        </p:txBody>
      </p:sp>
      <p:pic>
        <p:nvPicPr>
          <p:cNvPr id="4" name="Image 0" descr="/home/claude/f4/img/v2/biomes_map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biomes of the world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Classification of Biomes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By Climatic Characteristics</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Biomes are classified by climate into:</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Tropical biomes: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Rainforest, savanna and hot desert are found between the tropics. They are warm all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Classification of Biomes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400" b="1" dirty="0">
                <a:solidFill>
                  <a:srgbClr val="990011"/>
                </a:solidFill>
                <a:latin typeface="Times New Roman" pitchFamily="34" charset="0"/>
                <a:ea typeface="Times New Roman" pitchFamily="34" charset="-122"/>
                <a:cs typeface="Times New Roman" pitchFamily="34" charset="-120"/>
              </a:rPr>
              <a:t>A) By Climatic Characteristics (continued)</a:t>
            </a:r>
            <a:endParaRPr lang="en-US" sz="24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Temperate biomes: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Deciduous forest, Mediterranean scrub, temperate grassland and taiga are found in the mid-latitudes. They have marked seasons.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Classification of Biomes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400" b="1" dirty="0">
                <a:solidFill>
                  <a:srgbClr val="990011"/>
                </a:solidFill>
                <a:latin typeface="Times New Roman" pitchFamily="34" charset="0"/>
                <a:ea typeface="Times New Roman" pitchFamily="34" charset="-122"/>
                <a:cs typeface="Times New Roman" pitchFamily="34" charset="-120"/>
              </a:rPr>
              <a:t>A) By Climatic Characteristics (continued)</a:t>
            </a:r>
            <a:endParaRPr lang="en-US" sz="24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Polar biomes: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Tundra and ice caps are found near the poles. They are cold, with a very short growing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Classification of Biomes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By Vegetation Characteristics</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Biomes are also classified by vegetation into:</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Forests: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Rainforest, deciduous forest and coniferous forest are dominated by trees. They need much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Classification of Biomes</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By Vegetation Characteristics (continued)</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Grasslands: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Savanna, prairie and steppe are dominated by grasses. They occur where rainfall is seasonal or moderate.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Scrublands and deserts: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Mediterranean scrub, semi-desert and tundra have low, scattered plants. They are limited by drought or cold.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Classification of Biomes</a:t>
            </a:r>
            <a:endParaRPr lang="en-US" sz="3600" dirty="0"/>
          </a:p>
        </p:txBody>
      </p:sp>
      <p:pic>
        <p:nvPicPr>
          <p:cNvPr id="4" name="Image 0" descr="/home/claude/f4/img/v2/biome_class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classification of biomes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a biome.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very large ecosystem with similar climate, vegetation and animals.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one tropical, one temperate and one polar biome.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Rainforest; deciduous forest (or steppe); tundra.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very large ecosystem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cold coniferous forest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temperate grassland of Eurasia is the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table of six biomes with their climate and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28: Characteristics of Tropical Biomes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Biome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biome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Tropical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Tropical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Temperate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Tempéré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Polaire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Scrubland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brousse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Evergreen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Sempervirent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Ecological Systems (Ecosystems)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27: Biomes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 biome. Classify biomes by climate. Classify biomes by vegetation.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define and classify the world's biomes.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Biomes; By Climatic Characteristics; By Vegetation Characteristics.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a table of six biomes with their climate and vegetation.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find biomes on the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copy the table.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compare with evergreen forests.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find them on the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 the tundra.</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3 (Biogeography).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“David R. Johnson Natural Area (3)” by Nicholas_T, CC BY 2.0, via Flickr (https://www.flickr.com/photos/14922165@N00/10682288495)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“Saskatchewan field in August, Alfalfa Medicago sativa” by ocean.flynn, CC BY-NC-SA 2.0, via Flickr (https://www.flickr.com/photos/89488115@N00/1535397596)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“Fall Tundra Landscape” by Andrea Pokrzywinski, CC BY 2.0, via Flickr (https://www.flickr.com/photos/65781065@N00/2891717078)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2026-09-29T12:18:44Z</dcterms:created>
  <dcterms:modified xsi:type="dcterms:W3CDTF">2026-09-29T12:18:44Z</dcterms:modified>
</cp:coreProperties>
</file>