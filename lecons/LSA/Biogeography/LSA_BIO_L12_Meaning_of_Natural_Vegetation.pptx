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Meaning of Natural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Natural Vegetation, and the sub-topic is Basic Concepts. The key notions we shall use today are: natural vegetation, flora, plant formation, plant community, vegetation system. At the end, you should be able to do this: learners are able to define natural vegetation, classify plant groupings and explain the importance of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Soils of Cameroon. The question was: Draw the soil map of Cameroon and write one crop for each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Ferrallitic soils – cocoa (South); ferruginous soils – cotton (North); black earths – muskwari sorghum (Far North); volcanic soils – bananas and tea (South West); hydromorphic soils – rice (Logone).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natural vegetation and related terms. Number 2: classify plant groupings (forest, grassland, desert). Number 3: explain the vegetation system and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need sunlight, water, air and nutrients. Climate changes from the south to the north of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learner sees thick forest, then tall grass with trees, then short grass and thorny bushes. Near towns, he also sees oil palm and teak plantations.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wants to understand the different plant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a plantation natural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was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plant covers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Into forests, grasslands and desert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natural vegetation for its many services to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the study of vegetation, which protects soils and supports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Plants that grow in an area without being planted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seen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this not natural vegetation?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was planted and is managed by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savanna grassland.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three main plant formations.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Forests, grasslands and desert (scrub)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plant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inputs and two outputs of the vegetation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sunlight, water, CO₂, nutrients. Outputs: oxygen, water vapour, dead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charcoal made from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uses of vegetation to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and fuel, food and medicines, protection of soils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Vegetation. Natural vegetation can be understood as follows. On this slide we have Natural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Vegetation. On this slide we have Planted vegetation.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Plant Groupings and Classification. Plants are grouped and classified as follows. On this slide we have Plant groupings.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Plant Groupings and Classification.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Vegetation System and Importance. Vegetation works as a system and is important for man. On this slide we have Inputs and outputs.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Vegetation System and Importance.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natural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plant cover that grows without human planting.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importances of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protects soils, gives wood and food, regulates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formations; number 3,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plants of your area and say whether each is natural or planted.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Evolution of Vegetation over Time: Plant Succession.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MEANING OF NATURAL VEGETATION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 Meaning of Natural Vegetation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Natural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Meaning of Natural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vegetation, flora, plant formation, plant community, vegetation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plant groupings and classification; the vegetation system;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soil map of Cameroon and write one crop for each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Ferrallitic soils – cocoa (South); ferruginous soils – cotton (North); black earths – muskwari sorghum (Far North); volcanic soils – bananas and tea (South West); hydromorphic soils – rice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natural vegetation and related terms.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plant groupings (forest, grassland,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vegetation system and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sunlight, water, air and nutrients.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changes from the south to the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learner sees thick forest, then tall grass with trees, then short grass and thorny bushes. Near towns, he also sees oil palm and teak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wants to understand the different plant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plantation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was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plant covers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forests, grasslands and desert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natural vegetation for its many services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the study of vegetation, which protects soils and supports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that grow in an area without being planted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 seen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DEFINITION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planted and is managed by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savanna grassland.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plant formations.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PLANT GROUPINGS AND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grasslands and desert (scrub)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plant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vegetation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VEGETATION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sunlight, water, CO₂, nutrients. Outputs: oxygen, water vapour, dead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harco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Charcoal made from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vegetation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and fuel, food and medicines, protection of soils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Natural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Concepts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Meaning of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vegetation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that grows in an area without human interference, adapted to its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Vegetation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vegetation planted or changed by man, such as plantations and farms. An oil palm estate is not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Plants are grouped and classified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 groupings: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plant community is a group of plants living together in the same area. A plant formation is a large community with a similar appearance, such as a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Plant Groupings and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is classified into forests, grasslands and deserts or scrubs. It can also be classified by climate: tropical, temperate and polar.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Vegetation works as a system and is important for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and 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sunlight, water, carbon dioxide and nutrients from the soil. Outputs are oxygen, water vapour, litter and biomass used by animals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Photosynthesis makes food and stores energy, and respiration releases it. Plants also transpire water and recycle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Vegetation provides food, timber, fuelwood, medicines and grazing. It protects soils, regulates climate and water, and shelters wildlife.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Vegetation System and Importance</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natural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 cover that grows without human planting.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importances of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protects soils, gives wood and food, regulates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 species of an area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and grassland are plant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release ______ during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plants of your area and say whether each is natural or planted.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Evolution of Vegetation over Time: Plant Succession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formation végétale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Photosynthesis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photosynthèse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Meaning of Natural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natural vegetation and related terms. Classify plant groupings (forest, grassland, desert). Explain the vegetation system and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define natural vegetation, classify plant groupings and explain the importance of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Vegetation; Plant Groupings and Classification; The Vegetation System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plants of your area and say whether each is natural or planted.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forest near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farm and a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formations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tree with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uses of trees at home.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2026-09-27T09:37:06Z</dcterms:created>
  <dcterms:modified xsi:type="dcterms:W3CDTF">2026-09-27T09:37:06Z</dcterms:modified>
</cp:coreProperties>
</file>