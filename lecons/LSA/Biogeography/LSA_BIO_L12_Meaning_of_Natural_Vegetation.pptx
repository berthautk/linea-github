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12: Meaning of Natural Vegetation.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forest near your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farm and a forest.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formations of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tree with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uses of trees at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flora 2. formations 3. oxygen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 of Natural Vegetation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Meaning of Natural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vegetation, flora, plant formation, plant community, vegetation system.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Definition; plant groupings and classification; the vegetation system; importance of vegetation.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define natural vegetation, classify plant groupings and explain the importance of vegetation.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natural vegetation and related terms.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plant groupings (forest, grassland, desert).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vegetation system and its importance.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need sunlight, water, air and nutrients.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changes from the south to the north of Cameroon.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Travelling from Kribi to Kousseri, a learner sees thick forest, then tall grass with trees, then short grass and thorny bushes. Near towns, he also sees oil palm and teak plantations.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learner wants to understand the different plant covers.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a plantation natural vegetation?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No, it was planted by man.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plant covers grouped?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Into forests, grasslands and desert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introduces the study of vegetation, which protects soils and supports life.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natural equatorial forest.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natural vegetation?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that grow in an area without being planted by man.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oilpal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oil palm plantation seen from the air.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this not natural vegetation?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was planted and is managed by man.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PLANT GROUPINGS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savanna grassland.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PLANT GROUPINGS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main plant formations.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PLANT GROUPINGS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Forests, grasslands and desert (scrub)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VEGETATION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veg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plant as a system.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VEGETATION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inputs and two outputs of the vegetation system.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VEGETATION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Inputs: sunlight, water, CO₂, nutrients. Outputs: oxygen, water vapour, dead leaves.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charco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Charcoal made from wood.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uses of vegetation to man.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Wood and fuel, food and medicines, protection of soils and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 of Natural Vegetation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Natural Vegetation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Basic Concepts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12: Meaning of Natural Vegetation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Natural vegetation: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plant cover that grows without human planting.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Flora: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all the plant species of an area.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formation: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large group of plants with a similar appearance, such as forest or grassland.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Plant Groupings and the System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Classification: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Vegetation is grouped into forests, grasslands and desert scrub. Each is divided by climate, such as tropical or temperate forest.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Plant community: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group of plants living together in one place. They compete for light, water and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Plant Groupings and the System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The vegetation system: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 are sunlight, water, carbon dioxide and nutrients. Outputs are oxygen, water vapour and litter.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 of Vegetation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To the environment: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Vegetation protects soils from erosion and adds humus. It regulates climate and the water cycle.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To man: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gives wood, fuel, food, medicines and pasture. It also supports tourism.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 of Vegetation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To animals: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gives food and shelter to wildlife. It is the base of all food chains.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 of Vegetation (3/3)</a:t>
            </a:r>
            <a:endParaRPr lang="en-US" sz="3600" dirty="0"/>
          </a:p>
        </p:txBody>
      </p:sp>
      <p:pic>
        <p:nvPicPr>
          <p:cNvPr id="13" name="Image 0" descr="/home/claude/f4/img/v2/veg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vegetation system.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natural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plant cover that grows without human planting.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importances of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protects soils, gives wood and food, regulates climate.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the plant species of an area is its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 and grassland are plant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release ______ during photosynthesis.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five plants of your area and say whether each is natural or planted.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13: Evolution of Vegetation over Time.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Vegetation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végétation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formation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formation végétale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flore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plantation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Photosynthesis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photosynthèse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litière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Meaning of Natural Vegetation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natural vegetation and related terms. Classify plant groupings (forest, grassland, desert). Explain the vegetation system and its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define natural vegetation, classify plant groupings and explain the importance of vegetation.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Natural vegetation, Flora, Plant formation; II. Plant Groupings and the System: Classification, Plant community, The vegetation system; III. Importance of Vegetation: To the environment, To man, To animals.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five plants of your area and say whether each is natural or planted.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“Aerial view of oil palm plantation” by CIFOR, CC BY-NC-ND 2.0, via Flickr (https://www.flickr.com/photos/45423546@N07/38802487905)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“Charcoal, made from tree branches” by World Bank Photo Collection, CC BY-NC-ND 2.0, via Flickr (https://www.flickr.com/photos/10816734@N03/25644159775)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2026-09-26T18:37:00Z</dcterms:created>
  <dcterms:modified xsi:type="dcterms:W3CDTF">2026-09-26T18:37:00Z</dcterms:modified>
</cp:coreProperties>
</file>