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Formation. The key notions we shall use today are: pedogenesis, parent material, Jenny's equation, active factors, passive factors. At the end, you should be able to do this: learners are able to explain how soils form and the role of each soil-forming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Soil Fertility. The question was: Ask a farmer how he keeps his soil fertile and write a short report.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cow dung and compost, rotates maize with groundnuts, leaves some land fallow and avoids burning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stages of soil formation. Number 2: state Jenny's equation. Number 3: explain the role of active and passive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Humus comes from dead organic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1999 lava flow of Mount Cameroon there is almost no soil yet, but on older flows there are farms. Learners ask how long it takes to make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soil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soil on the new lava?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has not been enough time for weathering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main factors of soil 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organisms, relief, parent material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soils form in order to protect them, because they form very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soil forms very slowly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deep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stage of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of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jenny's equation: the five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factors are called active?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and organisms, because they drive the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red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 hot, wet climate affect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speeds up chemical weathering and gives deep, leached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steep mountain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relief affect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have thin soils; valleys collect deep, wet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fern growing on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time an important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forms very slowly, about 1 cm in 100 to 1,000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Pedogenesis and Parent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Soil Formation. Soil forms in the following stages. On this slide we have Weathering of the parent rock.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Soil Formation. On this slide we have Colonisation and humus formation and Horizon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Formation. Jenny's equation S = f (CL, O, R, P, T) groups the factors. On this slide we have Active factor –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Active factor –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 – Parent material.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factors – Relief and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Jenny's equation.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 = f (Cl, O, R, P, T): soil depends on climate, organisms, relief, parent material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climate and organisms called active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drive the soil-forming processes.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pedogenesis; number 2, parent; number 3,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soils of Mount Cameroon differ from those of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SOIL FORMATION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Pedogenesis, parent material, Jenny's equation, active factors, passive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Stages of soil formation; factors (Cl, O, R, P, T): active and passive, and the role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Soil Fertility):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cow dung and compost, rotates maize with groundnuts, leaves some land fallow and avoids burning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stages of soil formation.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active and passive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comes from dead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1999 lava flow of Mount Cameroon there is almost no soil yet, but on older flows there are farms. Learners ask how long it takes to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soil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soil on the new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weathering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factors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soils form in order to protect them, because they form very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soil forms very slowly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deep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stage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of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Jenny's equation: the five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factors are called active?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organisms, because they drive the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hot, wet climate affect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speeds up chemical weathering and gives deep, leached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have thin soils; valleys collect deep,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time an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forms very slowly, about 1 cm in 100 to 1,000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Formation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rock or deposit from which a soil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forms in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of the parent 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breaks down into regolith by physical, chemical and biological weathering. This gives the mineral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Colonisation and humus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mosses and then plants grow on the regolith. Their remains decompose into humus.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materials down and up the profile, forming horizons. A mature soil develops after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Jenny's equation S = f (CL, O, R, P, T) groups the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control weathering, leaching and decomposition. Hot, wet climates form deep, red, leached soils; dry climates form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supply organic matter and animals mix the soil. Man changes soils by farming, burning and fertilising.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 – 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determines texture, colour and minerals. Basalt gives fertile clay soils, while granite gives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factors – Relief and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thin on steep slopes and deep and wet in valleys. Older soils are deeper and have clearer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 = f (Cl, O, R, P, T): soil depends on 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climate and organisms called active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drive the soil-forming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formation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rock from which soil forms is the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forms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pédogenèse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Parent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stages of soil formation. State Jenny's equation. Explain the role of active and passive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Soil Formation; Factors of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soils of Mount Cameroon differ from those of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S = f(Cl, O, R, P, 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south and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hilltop and valley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new and old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2026-09-27T10:31:35Z</dcterms:created>
  <dcterms:modified xsi:type="dcterms:W3CDTF">2026-09-27T10:31:35Z</dcterms:modified>
</cp:coreProperties>
</file>