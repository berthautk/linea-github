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22: Trophic Levels, Food Chains and Food Webs.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pyramid.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chains from the savanna.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arrows between animals.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add decomposers to the web.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recall the 10 %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trophic 2. primary 3. web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22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Trophic Levels, Food Chains and Food Webs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Functioning of Ecosystems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22: Trophic Levels, Food Chains and Food Webs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Trophic level, herbivore, carnivore, omnivore, food chain, food web, ecological pyramid.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and illustration of trophic levels; stepwise nature and limits; food chains and food webs.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build food chains and food webs and explain trophic levels.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trophic level and name the levels.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food chain and a food web.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the number of trophic levels is limited.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decreases by about 90 % at each level.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Producers, consumers and decomposers make an ecosystem.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Bénoué National Park, poachers killed many lions. Rangers then saw antelopes and warthogs increase and the grass disappear in some places.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Removing one animal changed the whole food web.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level did the lions occupy?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top carnivore level.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did the grass disappear?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More herbivores ate more grass.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feeding links and why protecting all species keeps ecosystems stable.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TROPHIC LEVELS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trophic_pyramid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Trophic levels as a pyramid.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TROPHIC LEVELS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trophic levels from the bottom to the top.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TROPHIC LEVELS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Producers, primary consumers, secondary consumers, tertiary consumers.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FOOD CHAIN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l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6746" y="1691640"/>
            <a:ext cx="8155459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lioness stalking zebras.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FOOD CHAIN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Write a food chain with the lion.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FOOD CHAIN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Grass → zebra → lion.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FOOD WEB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ood_web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savanna food web.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FOOD WEB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a food web more stable than a single chain?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FOOD WEB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Animals have several food sources, so losing one is less serious.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DECOMPOSERS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fung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fungus feeding on dead wood.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DECOMPOSERS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 decomposers fit in a food web?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DECOMPOSERS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feed on dead matter from all levels.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LIMITS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elepha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Elephants, large herbivores.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LIMITS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there rarely more than four or five trophic levels?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LIMITS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Too little energy is left for another level.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Trophic Levels, Food Chains and Food Webs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Ecological Systems (Ecosystems)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Functioning of Ecosystems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22: Trophic Levels, Food Chains and Food Webs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Trophic level: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feeding level in an ecosystem.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Food chain: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single line showing who eats whom.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Food web: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network of linked food chains.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Trophic Levels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Producers: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Green plants form the first level. They make food from sunlight.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Consumers: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Herbivores are primary consumers, and carnivores are secondary or tertiary consumers. Omnivores eat at several levels.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Trophic Levels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Stepwise nature: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Energy passes up one level at a time. Numbers and biomass usually decrease upwards, forming a pyramid.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Food Chains and Food Webs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Food chains: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show one path of energy, like grass → zebra → lion. They are simple but rare in nature.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Food webs: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 animals eat several foods, so chains link into webs. Webs make ecosystems more stable.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Food Chains and Food Webs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Limits: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Energy loss limits chains to four or five levels. Removing a species can upset the whole web.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Food Chains and Food Webs (3/3)</a:t>
            </a:r>
            <a:endParaRPr lang="en-US" sz="3600" dirty="0"/>
          </a:p>
        </p:txBody>
      </p:sp>
      <p:pic>
        <p:nvPicPr>
          <p:cNvPr id="13" name="Image 0" descr="/home/claude/f4/img/v2/food_web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food web.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a food chain and a food web.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food chain is one line of feeding; a food web is a network of linked chains.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trophic levels limited?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Energy is lost at each level, so little is left for higher levels.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Plants are on the first ______ level.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Herbivores are ______ consumers.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network of food chains is a food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 a food web of five animals and three plants from your area.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23: Nutrient Cycling.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Trophic level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niveau trophique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Herbivore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L'herbivore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Carnivore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carnivore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Food web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réseau alimentaire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Pyramid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pyramide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proie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22: Trophic Levels, Food Chains and Food Webs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trophic level and name the levels. Build a food chain and a food web. Explain why the number of trophic levels is limited.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build food chains and food webs and explain trophic levels.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Trophic level, Food chain, Food web; II. Trophic Levels: Producers, Consumers, Stepwise nature; III. Food Chains and Food Webs: Food chains, Food webs, Limits.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a food web of five animals and three plants from your area.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“hunt is on” by @Doug88888, CC BY-NC-SA 2.0, via Flickr (https://www.flickr.com/photos/29468339@N02/2930690305)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“Mushroom, underneath_2012-09-21-14.51.00 ZS PMax” by Sam Droege, Public domain 1.0, via Flickr (https://www.flickr.com/photos/54563451@N08/8016189217)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“African Bush Elephants, Maasai Mara” by Ray in Manila, CC BY 2.0, via Flickr (https://www.flickr.com/photos/21186555@N07/50627864261)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2026-09-26T18:37:01Z</dcterms:created>
  <dcterms:modified xsi:type="dcterms:W3CDTF">2026-09-26T18:37:01Z</dcterms:modified>
</cp:coreProperties>
</file>