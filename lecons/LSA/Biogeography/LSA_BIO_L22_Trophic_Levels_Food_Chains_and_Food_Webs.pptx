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Trophic Levels, Food Chains and Food Webs.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trophic level, herbivore, carnivore, omnivore, food chain, food web, ecological pyramid. At the end, you should be able to do this: learners are able to build food chains and food webs and explain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Energy Flows in Ecosystems. The question was: Calculate how much energy reaches a hawk if grass has 50,000 units in the chain grass → grasshopper → bird → hawk.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With about 10 % passed at each level: grass 50,000 → grasshopper 5,000 → bird 500 → hawk 50 units.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trophic level and name the levels. Number 2: build a food chain and a food web. Number 3: explain why the number of trophic levels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Energy decreases by about 90 % at each level. Producers, consumers and decomposers make an ecosystem.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Bénoué National Park, poachers killed many lions. Rangers then saw antelopes and warthogs increase and the grass disappear in some places.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Removing one animal changed the whole food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level did the lions occupy?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top carnivore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grass disappear?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herbivores ate more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all levels of food chains, because each level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feeding links and why protecting all species keeps ecosystems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trophic levels as a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trophic levels from the bottom to the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primary consumers, secondary consumers, tertiary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Write a food chain with the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 zebra → 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savanna food web.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a food web more stable than a single chain?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have several food sources, so losing one is less serious.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fungus feeding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decomposers fit in a food web?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feed on dead matter from all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large herbivores.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rarely more than four or five trophic levels?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little energy is left for another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Trophic Levels. Trophic levels can be understood as follows. On this slide we have Trophic level.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Trophic Levels. On this slide we have Illustration.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trophic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Stepwise Nature and Limitation. Trophic levels are limited as follows. On this slide we have Stepwise nature.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Stepwise Nature and Limitation. On this slide we have Limitation.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Food Chains and Food Webs. Feeding relationships are shown as follows. On this slide we have Food chain and Food web.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Food Chains and Food Webs. On this slide we have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food web.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food chain and a food web.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chain is one line of feeding; a food web is a network of linked chains.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trophic levels limited?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energy is lost at each level, so little is left for higher levels.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trophic; number 2, primary; number 3,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Build a food web of five animals and three plants from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Nutrient Cycling and the Gersmehl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22: TROPHIC LEVELS, FOOD CHAINS AND FOOD WEBS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 Trophic Levels, Food Chains and Food Webs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Trophic Levels, Food Chains and Food Webs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Trophic Levels, Food Chains and Food Webs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Trophic level, herbivore, carnivore, omnivore, food chain, food web, ecological pyramid.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illustration of trophic levels; stepwise nature and limits; food chains and food webs.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build food chains and food webs and explain trophic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Energy Flows in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how much energy reaches a hawk if grass has 50,000 units in the chain grass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about 10 % passed at each level: grass 50,000 → grasshopper 5,000 → bird 500 → hawk 50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trophic level and name the levels.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 food chain and a food web.</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number of trophic levels is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decreases by about 90 % at each level.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Producers, consumers and decomposers make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Bénoué National Park, poachers killed many lions. Rangers then saw antelopes and warthogs increase and the grass disappear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Removing one animal changed the whole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level did the lions occupy?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 carnivore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grass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herbivores ate more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all levels of food chains, because each level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feeding links and why protecting all species keeps ecosystems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Trophic levels as a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trophic levels from the bottom to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primary consumers, secondary consumers,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food chain with the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zebra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food web.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food web more stable than a single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have several food sources, so losing one is less serious.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fungus feeding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decomposers fit in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feed on dead matter from all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 large herbivores.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rarely more than four or five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little energy is left for another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Trophic Levels, Food Chains and Food Webs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Trophic levels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an organism in a food chain, according to how it gets its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Level 1 is producers (plants), level 2 primary consumers (herbivores), level 3 secondary consumers and level 4 tertiary consumers. They are shown as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trophic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Stepwise Nature and Limitation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Trophic levels are 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Stepwise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step by step from one level to the next. Each step has less energy, fewer organisms and less biomass.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Stepwise Nature and Limitation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about 90 % of energy is lost at each step, there is rarely enough energy for more than four or five levels. Top predators such as lions are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Feeding relationships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simple line showing who eats whom. Example: grass → zebra → lion.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web: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network of connected food chains in an ecosystem. It is more stable, because animals have several food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feed on dead matter from all levels. They recycle nutrients back to the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food web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food chain and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chain is one line of feeding; a food web is a network of linked chains.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trophic levels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is lost at each level, so little is left for higher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are on the first ______ level.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Herbivores are ______ consumers.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network of food chains is a food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web of five animals and three plants from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Nutrient Cycling and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Trophic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trophique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web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Trophic Levels, Food Chains and Food Webs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trophic level and name the levels. Build a food chain and a food web. Explain why the number of trophic levels is limited.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build food chains and food webs and explain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Illustration of Trophic Levels; Stepwise Nature and Limitation; Food Chains and Food Webs.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Build a food web of five animals and three plants from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chains from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arrows between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add decomposers to the web.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recall the 10 % rule.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2026-09-27T09:37:08Z</dcterms:created>
  <dcterms:modified xsi:type="dcterms:W3CDTF">2026-09-27T09:37:08Z</dcterms:modified>
</cp:coreProperties>
</file>