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9: Major Pedogenic Regimes.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five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the taiga on a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laterite roads.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the steppes on a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salty wells in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podsolisation 2. laterisation 3. gleying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Pedogenic Regimes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Development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Profile Development and Forming Processes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Major Pedogenic Regimes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Pedogenic regime, podsolisation, laterisation, calcification, salinisation, gleying.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classification; podsolisation, laterisation, calcification, salinisation and gleying: location, movement of materials, processes.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main soil-forming regimes and link them to climate zones.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pedogenic regime.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podsolisation and laterisation (downward movement).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calcification, salinisation and gleying.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moves materials in the soil.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is an active factor of soil formation.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teacher shows photos of a red soil from Yaoundé, a grey soil from Canada and a salty white crust from an irrigated field in the Sahel. Learners ask why soils differ so much.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Soils in different climates look very different.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controls these differences?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soil-forming process (pedogenic regime), linked to climate.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regime of hot, wet tropics.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Laterisation.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great soil types of the world and their problems.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edogenic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pedogenic regimes.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regimes does water move mainly down? In which does it move up?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Down: podsolisation and laterisation. Up: calcification and salinisation.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PODSOLISATION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conif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coniferous forest (taiga).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PODSOLISATION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soils under coniferous forests acid and leached?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PODSOLISATION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Needles make acid humus, and rain washes iron and clay down.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LATERISATION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later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46" y="1691640"/>
            <a:ext cx="8155459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Laterite, a hard red layer.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LATERISATION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elements stay in the soil during laterisation?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LATERISATION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Iron and aluminium oxides; silica and bases are washed out.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CALCIFICATION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stepp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dry steppe of Kazakhstan.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CALCIFICATION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calcium collect near the surface in steppe soils?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CALCIFICATION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is low, so calcium is not washed away and evaporation brings it up.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SALINISATION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salt_cr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salt crust on dry land.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SALINISATION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irrigation cause salinisation?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SALINISATION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evaporates and leaves salts at the surface.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Pedogenic Regimes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Soil Development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Soil Profile Development and Forming Processes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9: Major Pedogenic Regimes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Pedogenic regime: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main process that gives a soil its character.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Leaching: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washing down of dissolved minerals by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Capillary rise: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upward movement of water in small pores.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Downward Movement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Podsolisation: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happens in cold, wet climates under coniferous forests. Acid water leaches iron and humus from the E horizon into B.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Laterisation: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happens in hot, wet tropics. Silica and bases are leached, and iron and aluminium oxides stay and form red soils or laterite.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Upward Movement and Waterlogging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Calcification: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happens in semi-arid grasslands like the steppe. Calcium collects in the upper soil and gives fertile black soils.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Salinisation: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happens in hot, dry areas and irrigated land. Evaporation draws water up and leaves salts at the surface.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Upward Movement and Waterlogging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Gleying: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happens where soils are waterlogged. Lack of air turns iron grey-blue.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Upward Movement and Waterlogging (3/3)</a:t>
            </a:r>
            <a:endParaRPr lang="en-US" sz="3600" dirty="0"/>
          </a:p>
        </p:txBody>
      </p:sp>
      <p:pic>
        <p:nvPicPr>
          <p:cNvPr id="13" name="Image 0" descr="/home/claude/f4/img/v2/pedogenic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diagram.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laterisation occur? Which elements stay?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hot, wet tropics; iron and aluminium oxides stay.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salinisation.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dry areas, evaporation draws water up and leaves salts at the surface.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regime of the taiga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regime of the humid tropics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Grey waterlogged soils form by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pedogenic diagram and give one climate for each regime.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10: Minor Soil Forming Processes.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Podsolisation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podzolisation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latéritisation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calcification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salinisation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L'hydromorphie (gley)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croûte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Development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Major Pedogenic Regimes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pedogenic regime. Explain podsolisation and laterisation (downward movement). Explain calcification, salinisation and gleying.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main soil-forming regimes and link them to climate zones.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Pedogenic regime, Leaching, Capillary rise; II. Downward Movement: Podsolisation, Laterisation; III. Upward Movement and Waterlogging: Calcification, Salinisation, Gleying.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the pedogenic diagram and give one climate for each regime.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“Battleship Lake” by `James Wheeler, CC BY-NC-SA 2.0, via Flickr (https://www.flickr.com/photos/24128704@N08/16587218945)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“Laterite soil bricks in Richard Rebello's farm” by India Water Portal, CC BY-NC-SA 2.0, via Flickr (https://www.flickr.com/photos/21623815@N03/10720461943)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“Tank on the Kazakh steppe” by Timon91, CC BY-NC-SA 2.0, via Flickr (https://www.flickr.com/photos/52250985@N06/30964503402)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“Salt” by Phillie Casablanca, CC BY 2.0, via Flickr (https://www.flickr.com/photos/19451080@N00/2052715618)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2026-09-26T18:31:43Z</dcterms:created>
  <dcterms:modified xsi:type="dcterms:W3CDTF">2026-09-26T18:31:43Z</dcterms:modified>
</cp:coreProperties>
</file>