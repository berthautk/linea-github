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Spatial Distribution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horizontal distribution, vegetation formation, zonation, vertical distribution, altitudinal zone. At the end, you should be able to do this: learners are able to describe and explain the distribution of vegetation across the world and on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Examples of Plant Succession. The question was: Describe the plants on a fallow field near you and say which stage it has reached.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fallow field has grasses, weeds and small shrubs after one or two years, which shows the early to intermediate stage of secondary succession.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horizontal distribution of vegetation formations. Number 2: explain the factors of vegetation distribution. Number 3: describe the vertical distribution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with altitude. Rainfall decreases from the Equator to the tropics.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Climbing Mount Cameroon from Buea, hikers pass through farms and forest, then mossy forest, then grassland, and finally bare lava near the summit.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Vegetation changes with height on the mountain.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causes these changes?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Temperature and rainfall change with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pattern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Vertical (altitudinal) zonation.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distribution of vegetation and protect each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vegetation types are found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order of vegetation from the Equator to the Sahara.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then savanna, then semi-desert and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vegetation zones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formation is found just south of the Arctic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taiga (coniferous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forest replaced by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factors of vegetation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Climate, soil and relief (also man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vegetation zones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forest give way to grassland near 2,400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too cold and windy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vertical zonation like a journey from the Equator to the poles?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falls with height as it falls with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Horizontal Distribution. Vegetation formations are distributed as follows. On this slide we have From the Equator to the tropics.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Horizontal Distribution. On this slide we have In the mid-latitudes and polar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formations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Vegetation Distribution. Vegetation distribution depends on the following factors.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Vegetation Distribution. On this slide we have Soils and relief and Biotic factors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Distribution of Vegetation. Vegetation changes with altitude on mountains. On this slide we have Vertical zonation.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Distribution of Vegetation. On this slide we have Comparison with latitude.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belts on a mountain.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horizontal distribution of vegetation in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at the Equator, then savanna, then semi-desert and desert towards the tropics.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vegetation change with altitude?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falls with height and rain and wind change.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horizontal; number 2, treeline; number 3,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an ecosystem.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Meaning of Ecology and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SPATIAL DISTRIBUTION OF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Distribution of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Spatial Distribution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distribution, vegetation formation, zonation, vertical distribution, altitudinal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distribution (world formations); factors of distribution; vertical distribution on mountains.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distribution of vegetation across the world and on mountains.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Examples of Plant Succession):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on a fallow field near you and say which stage it has reached.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fallow field has grasses, weeds and small shrubs after one or two years, which shows the early to intermediate stage of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horizontal distribution of vegetation formations.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vegetation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vertical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Rainfall decreases from the Equator to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Climbing Mount Cameroon from Buea, hikers pass through farms and forest, then mossy forest, then grassland, and finally bare lava near the summit.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changes with height on the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these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change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pattern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(altitudinal) zonation.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distribution of vegetation and protect each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vegetation types are found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order of vegetation from the Equator to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then savanna, then semi-desert and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vegetation zones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formation is found just south of the Arctic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taiga (coniferous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 replaced by 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vegetation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soil and relief (also man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eg_altitud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zones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forest give way to grassland near 2,400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too cold and windy for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vertical zonation like a journey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as it falls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Spatial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formations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From the Equator to the tropics: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rainforest gives way to savanna, then to semi-desert and desert. In Africa this order is seen from the Congo basin to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the mid-latitudes and polar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Mediterranean scrub, temperate forests and grasslands are followed by the coniferous taiga. The tundra and ice caps are found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formations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Vegetation Distribution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distribution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are the main factors: forests need much rain, while grasslands and deserts are drier. Cold limits trees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Vegetation Distribution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and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fertility and drainage decide which plants grow; swamps have special vegetation. Relief changes climate with altitude and aspect.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factors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graze and spread seeds. Man clears forests, burns savannas and plants crops and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changes with altitude on mountains: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zonation: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Mount Cameroon, lowland rainforest gives way to montane forest, then to montane grassland and bare rock at the top. Each belt reflects falling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Comparison with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Climbing a high mountain is like travelling from the Equator towards the poles. The belts are compressed into a few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a:t>
            </a:r>
            <a:endParaRPr lang="en-US" sz="3600" dirty="0"/>
          </a:p>
        </p:txBody>
      </p:sp>
      <p:pic>
        <p:nvPicPr>
          <p:cNvPr id="4" name="Image 0" descr="/home/claude/f4/img/v2/veg_altitud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belts on a mountain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horizontal distribution of vegetation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at the Equator, then savanna, then semi-desert and desert towards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vegetation change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and rain and wind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Vegetation zones across latitudes form a ______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place where trees grow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Above 2,400 m on Mount Cameroon there is montane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Meaning of Ecology 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des arbres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Taiga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taïga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Tundra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toundra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Spatial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horizontal distribution of vegetation formations. Explain the factors of vegetation distribution. Describe the vertical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distribution of vegetation across the world and on mountains.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Horizontal Distribution; Factors of Vegetation Distribution; Vertical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ecosystem.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bands on a map of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zones from Equator to pole.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natural and human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mountain with the globe.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2026-09-29T12:18:42Z</dcterms:created>
  <dcterms:modified xsi:type="dcterms:W3CDTF">2026-09-29T12:18:42Z</dcterms:modified>
</cp:coreProperties>
</file>