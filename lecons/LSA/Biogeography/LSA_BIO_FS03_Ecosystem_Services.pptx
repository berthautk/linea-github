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Lst>
  <p:notesMasterIdLst>
    <p:notesMasterId r:id="rId5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notesMaster" Target="notesMasters/notesMaster1.xml"/><Relationship Id="rId54" Type="http://schemas.openxmlformats.org/officeDocument/2006/relationships/presProps" Target="presProps.xml"/><Relationship Id="rId55" Type="http://schemas.openxmlformats.org/officeDocument/2006/relationships/viewProps" Target="viewProps.xml"/><Relationship Id="rId56" Type="http://schemas.openxmlformats.org/officeDocument/2006/relationships/theme" Target="theme/theme1.xml"/><Relationship Id="rId5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Further Study 3: Ecosystem Services.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Lower Sixth Arts. It belongs to Module 3: Understanding and managing biogeographic zones across the world in general and Cameroon in particular.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Ecological Systems (Ecosystems), and the sub-topic is Global Terrestrial Ecosystems (Biomes). The key notions we shall use today are: ecosystem services, provisioning, regulating, cultural, supporting services. At the end, you should be able to do this: learners are able to explain the benefits of ecosystems and why they must be protected.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28: Characteristics of Tropical Biomes. The question was: Make a table comparing the climate, vegetation, soils and uses of the three tropical biomes.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Rainforest: hot and wet; tall trees; ferrallitic soils; timber and cocoa. Savanna: wet and dry seasons; grass and trees; ferruginous soils; cattle and cotton. Desert: very dry; cacti and shrubs; thin sandy soils; oases and nomadic herding.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define ecosystem services. Number 2: explain the four types of services with examples. Number 3: explain why ecosystem services must be protected.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Ecosystems produce food and wood. Vegetation protects soils and water.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Villagers near Korup National Park say that the forest gives them bush mango, medicines and clean water. Tourists also pay to visit it. A logger says the forest is only useful for timber.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People see different benefits in the forest.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Name three benefits the forest gives the villagers.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Food, medicines and clean water.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do we call these benefits?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Ecosystem services.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value and protect the services that ecosystems give 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further study helps us to value all the benefits that ecosystems give 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the four types of ecosystem services.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Name the four types of ecosystem services.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Provisioning, regulating, cultural and supporting.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a fish market.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Give three provisioning services.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Food (fish, fruit), wood and water (also medicines).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dried medicinal plants for sale in a market (Seoul).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Why are ecosystems important for medicines?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Many medicines come from plants and animals.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a bee pollinating a flower.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Which service does the bee give to farmers?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Pollination (a supporting service).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a leopard seen on a safari drive.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Give two cultural services of ecosystems.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Tourism and recreation (also sacred forests, education).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Meaning of Ecosystem Services. Ecosystem services can be understood as follows. On this slide we have Ecosystem services.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types of ecosystem services.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Types of Ecosystem Services. The four types of services are. On this slide we have Provisioning services.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Types of Ecosystem Services. On this slide we have Regulating services.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Types of Ecosystem Services. On this slide we have Cultural services.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Types of Ecosystem Services. On this slide we have Supporting services.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Define ecosystem services.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the benefits that people get from ecosystems.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one example of each type of service.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provisioning: food; regulating: flood control; cultural: tourism; supporting: pollination.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provisioning; number 2, regulating; number 3, supporting.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List the services given by an ecosystem near your home and classify them.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FURTHER STUDY 3: ECOSYSTEM SERVICES</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jp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jp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jp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jp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LOWER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Further Study 3: Ecosystem Services</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Ecosystem Services</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Lower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3: Understanding and managing biogeographic zones across the world in general and Cameroon in particular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Ecological Systems (Ecosystems)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Global Terrestrial Ecosystems (Biomes)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Further Study 3: Ecosystem Services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Ecosystem services, provisioning, regulating, cultural, supporting services.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Resources of ecosystems to man: provisioning, regulating, cultural and supporting services, with examples.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explain the benefits of ecosystems and why they must be protected.</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28: Characteristics of Tropical Biomes):</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Make a table comparing the climate, vegetation, soils and uses of the three tropical biomes.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Rainforest: hot and wet; tall trees; ferrallitic soils; timber and cocoa. Savanna: wet and dry seasons; grass and trees; ferruginous soils; cattle and cotton. Desert: very dry; cacti and shrubs; thin sandy soils; oases and nomadic herding.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ecosystem services.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four types of services with examples.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why ecosystem services must be protected.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Ecosystems produce food and wood.</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Vegetation protects soils and water.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Villagers near Korup National Park say that the forest gives them bush mango, medicines and clean water. Tourists also pay to visit it. A logger says the forest is only useful for timber.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People see different benefits in the forest.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three benefits the forest gives the villagers.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Food, medicines and clean water.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do we call these benefits?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Ecosystem services.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Value and protect the services that ecosystems give us.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further study helps us to value all the benefits that ecosystems give us.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TYPES OF SERVICES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service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four types of ecosystem services.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TYPES OF SERVICES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four types of ecosystem services.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TYPES OF SERVICES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Provisioning, regulating, cultural and supporting.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PROVISIONING SERVICES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f2t_fish_market.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fish market.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PROVISIONING SERVICES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three provisioning services.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PROVISIONING SERVICES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Food (fish, fruit), wood and water (also medicines).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PROVISIONING SERVICES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lsa_herbs.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Dried medicinal plants for sale in a market (Seoul).</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PROVISIONING SERVICES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are ecosystems important for medicines?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PROVISIONING SERVICES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Many medicines come from plants and animals.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5. SUPPORTING SERVICES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lsa_bee.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bee pollinating a flower.</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5. SUPPORTING SERVICES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service does the bee give to farmers?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5. SUPPORTING SERVICES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Pollination (a supporting service).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CULTURAL SERVICES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f2t_safari.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leopard seen on a safari drive.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CULTURAL SERVICES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cultural services of ecosystems.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CULTURAL SERVICES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Tourism and recreation (also sacred forests, education).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Ecological Systems (Ecosystems)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Global Terrestrial Ecosystems (Biomes)</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Further Study 3: Ecosystem Services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of Ecosystem Services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Ecosystem services can be understood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Ecosystem services: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the benefits that people obtain from ecosystems. They are grouped into provisioning, regulating, cultural and supporting services.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of Ecosystem Services</a:t>
            </a:r>
            <a:endParaRPr lang="en-US" sz="3600" dirty="0"/>
          </a:p>
        </p:txBody>
      </p:sp>
      <p:pic>
        <p:nvPicPr>
          <p:cNvPr id="4" name="Image 0" descr="/home/claude/f4/img/v2/service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types of ecosystem services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Types of Ecosystem Services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four types of services are: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Provisioning services: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Ecosystems supply food, fresh water, timber, fuelwood, fibres and medicines. For example, forests give bush mango and medicinal plants, and rivers give fish.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Types of Ecosystem Services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Regulating services: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Ecosystems regulate climate, store carbon, purify water and control floods and erosion. Mangroves protect coasts from storms.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Types of Ecosystem Services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Cultural services: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Ecosystems give places for tourism, recreation, education and religious ceremonies. Waza park and sacred forests are examples.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Types of Ecosystem Services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Supporting services: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make all other services possible: soil formation, nutrient cycling, photosynthesis and pollination. Bees pollinate crops such as coffee.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Define ecosystem services.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benefits that people get from ecosystems.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one example of each type of service.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Provisioning: food; regulating: flood control; cultural: tourism; supporting: pollination.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Food and wood are ______ services.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Flood control is a ______ service.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Pollination is a ______ service.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List the services given by an ecosystem near your home and classify them.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48"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Service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service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Benefit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bénéfice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Pollination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pollinisation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Tourism</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tourisme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Medicine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médicament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Wetland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zone humide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49"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Ecological Systems (Ecosystems)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Further Study 3: Ecosystem Services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ecosystem services. Explain the four types of services with examples. Explain why ecosystem services must be protected.</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explain the benefits of ecosystems and why they must be protected.</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Meaning of Ecosystem Services; Types of Ecosystem Services.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List the services given by an ecosystem near your home and classify them.</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draw four boxes.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list products from forests and rivers.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name local medicinal plants.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explain pollination.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mention Waza and Limbe.</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MINESEC/IGE/IP-SS, 2019 — Module 3 (Biogeography).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“Kenyan food, farming and landscapes” by CGIAR Climate, CC BY-NC-SA 2.0, via Flickr (https://www.flickr.com/photos/55227776@N04/14310899853)</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“MEDICINE MARKET - SEOUL” by U.S. Army Korea (Historical Image Archive), CC BY-NC-ND 2.0, via Flickr (https://www.flickr.com/photos/28486074@N08/2920744660)</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“Bee pollinating flower” by tombayly13, CC BY-SA 2.0, via Flickr (https://www.flickr.com/photos/60174932@N05/5797724005)</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“Sri Lankan Leopard” by Shanaka Kalubowila, CC BY-NC-ND 2.0, via Flickr (https://www.flickr.com/photos/50057113@N06/43689916724)</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51</Slides>
  <Notes>51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51</vt:i4>
      </vt:variant>
    </vt:vector>
  </HeadingPairs>
  <TitlesOfParts>
    <vt:vector size="5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2026-09-27T09:37:09Z</dcterms:created>
  <dcterms:modified xsi:type="dcterms:W3CDTF">2026-09-27T09:37:09Z</dcterms:modified>
</cp:coreProperties>
</file>