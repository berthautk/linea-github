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Further Study 3: Ecosystem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four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products from forests and rivers.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name local medicinal plants.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pollination.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Waza and Limbe.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provisioning 2. regulating 3. supporting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FURTHER STUDY 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Services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Terrestrial Ecosystems (Biomes)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3: Ecosystem Services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services, provisioning, regulating, cultural, supporting services.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 of ecosystems to man: provisioning, regulating, cultural and supporting services, with examples.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benefits of ecosystems and why they must be protected.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ecosystem services.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four types of services with examples.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ecosystem services must be protected.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Ecosystems produce food and wood.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protects soils and water.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Villagers near Korup National Park say that the forest gives them bush mango, medicines and clean water. Tourists also pay to visit it. A logger says the forest is only useful for timber.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see different benefits in the forest.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three benefits the forest gives the villagers.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Food, medicines and clean water.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these benefits?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Ecosystem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further study helps us to value all the benefits that ecosystems give us.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SERVICES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ervic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types of ecosystem services.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SERVICES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types of ecosystem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SERVICES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Provisioning, regulating, cultural and supporting.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PROVISIONING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fish_mark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fish market.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PROVISIONING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provisioning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PROVISIONING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(fish, fruit), wood and water (also medicines).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PROVISIONING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herb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Dried medicinal plants for sale in a market (Seoul).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PROVISIONING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ecosystems important for medicines?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PROVISIONING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medicines come from plants and animals.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SUPPORTING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be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bee pollinating a flower.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SUPPORTING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service does the bee give to farmers?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SUPPORTING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Pollination (a supporting service).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CULTURAL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safar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leopard seen on a safari drive.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CULTURAL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cultural services of ecosystems.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CULTURAL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Tourism and recreation (also sacred forests, education).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Ecosystem Services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Ecological Systems (Ecosystems)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Global Terrestrial Ecosystems (Biomes)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Study 3: Ecosystem Services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Ecosystem services: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the benefits that people get from ecosystems.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Pollination: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transfer of pollen that allows plants to make fruit and seeds.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Sacred forest: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forest protected for religious or traditional reasons.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Four Services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Provisioning services: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Ecosystems give food, wood, fibre, water and medicines. Forests, rivers and the sea feed millions of people.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Regulating services: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Forests clean the air, store carbon and regulate climate. Wetlands and mangroves control floods and clean water.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Four Services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Cultural services: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Ecosystems give beauty, tourism, recreation and education. Sacred forests keep cultural traditions alive.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Supporting services: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formation, nutrient cycling and pollination support all other services. Without them there would be no food.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Protecting Services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Threats: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Deforestation, pollution and overexploitation reduce services. The loss is often seen only when it is too late.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Measures: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Parks, reserves and sustainable use protect ecosystems. Local people should share the benefits.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Protecting Services (2/2)</a:t>
            </a:r>
            <a:endParaRPr lang="en-US" sz="3600" dirty="0"/>
          </a:p>
        </p:txBody>
      </p:sp>
      <p:pic>
        <p:nvPicPr>
          <p:cNvPr id="13" name="Image 0" descr="/home/claude/f4/img/v2/servic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four services.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ecosystem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benefits that people get from ecosystems.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example of each type of service.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Provisioning: food; regulating: flood control; cultural: tourism; supporting: pollination.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and wood are ______ services.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Flood control is a ______ service.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Pollination is a ______ service.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the services given by an ecosystem near your home and classify them.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ends the Biogeography branch of Lower Sixth.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service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bénéfice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Pollination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pollinisation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tourisme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médicament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Wetland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zone humide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3: Ecosystem Services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ecosystem services. Explain the four types of services with examples. Explain why ecosystem services must be protected.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benefits of ecosystems and why they must be protected.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Ecosystem services, Pollination, Sacred forest; II. The Four Services: Provisioning services, Regulating services, Cultural services, Supporting services; III. Protecting Services: Threats, Measures.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the services given by an ecosystem near your home and classify them.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“Kenyan food, farming and landscapes” by CGIAR Climate, CC BY-NC-SA 2.0, via Flickr (https://www.flickr.com/photos/55227776@N04/14310899853)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“MEDICINE MARKET - SEOUL” by U.S. Army Korea (Historical Image Archive), CC BY-NC-ND 2.0, via Flickr (https://www.flickr.com/photos/28486074@N08/2920744660)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“Bee pollinating flower” by tombayly13, CC BY-SA 2.0, via Flickr (https://www.flickr.com/photos/60174932@N05/5797724005)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“Sri Lankan Leopard” by Shanaka Kalubowila, CC BY-NC-ND 2.0, via Flickr (https://www.flickr.com/photos/50057113@N06/43689916724)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2026-09-27T04:25:26Z</dcterms:created>
  <dcterms:modified xsi:type="dcterms:W3CDTF">2026-09-27T04:25:26Z</dcterms:modified>
</cp:coreProperties>
</file>