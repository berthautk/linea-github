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Soil Depth, Organic Matter and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depth, regolith, organic matter, humus, humification, soil organisms, decomposers. At the end, you should be able to do this: learners are able to explain soil depth and the role of organic matter and organisms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Soil Structure. The question was: Break soil from a path and from a garden. Describe the structure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Soil from a path is hard, compact and platy because it is trampled. Soil from a garden is loose and crumbly because it contains humus and is dug.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depth and explain its factors. Number 2: explain the formation and importance of humus. Number 3: describe the role of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four components. Earthworms improve soil structure.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steep slopes of the Mandara Mountains the soil is only a few centimetres deep, while in the southern forest the red soil can be several metres deep.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have very different depths.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soil thin on steep slopes?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Erosion removes it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forest soil deep?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Heat and rain weather the rock deeply over a long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increase soil organic matter through composting and protect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soil depth and the living part of the soil that keeps it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from the surface to the bedrock.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soil depth?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thickness of the soil from the surface to the parent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steep mountain slopes with broken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soils thin on steep mountain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 removes soil as fast as it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dead leaves and worm casts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dead leaves on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Organisms break them down into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termite mound.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termites change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move and mix soil and break down dead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mushroom (fungus)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fungi and bacteria called decomposers?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break down dead matter and release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Depth (Thickness). Soil depth can be understood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Depth (Thickness). On this slide we have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depth.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Inorganic Matter and Soil Organisms. Other important parts of the soil are. On this slide we have Inorganic matter.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Inorganic Matter and Soil Organisms. On this slide we have Macro-organisms and Micro-organisms.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Organic Matter (Humus). Soil organic matter can be understood as follows. On this slide we have Meaning and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Organic Matter (Humus).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factors of soil depth.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climate, slope and time (also rock type, vegetation).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humus important?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holds water and nutrients and improves structure.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humus; number 2, decomposers; number 3,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small compost heap with leaves and observe it for two weeks.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Chemical Properties of the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SOIL DEPTH, ORGANIC MATTER AND SOIL ORGANISMS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Depth, Organic Matter and Soil Organisms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Soil Depth, Organic Matter and Soil Organisms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depth, regolith, organic matter, humus, humification, soil organisms, decomposers.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depth and its factors; inorganic matter; soil organisms; soil organic matter (humus) and its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soil depth and the role of organic matter and organisms in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Soil Structure):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Break soil from a path and from a garden. Describe the structure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from a path is hard, compact and platy because it is trampled. Soil from a garden is loose and crumbly because it contains humus and is dug.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depth and explain its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and importance of humus.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role of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four components.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Earthworms improve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steep slopes of the Mandara Mountains the soil is only a few centimetres deep, while in the southern forest the red soil can be several metres deep.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have very different depths.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thin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 removes it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soil deep?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rain weather the rock deeply over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Increase soil organic matter through composting and protect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soil depth and the living part of the soil that keeps it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 from the surface to the bedrock.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thickness of the soil from the surface to the parent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Steep mountain slopes with broken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thin on steep mountain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 removes soil as fast as it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and worm casts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dead leaves on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Organisms break them down into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term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termite mound.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termites change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and mix soil and break down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mushroom (fungus)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fungi and bacteria called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break down dead matter and release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Soil Depth, Organic Matter and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depth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depth is the thickness of the soil from the surface down to the parent rock. It decides how deep roots can grow and how much water the soil can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time and parent rock control depth: hot, wet regions have deep soils, sometimes over 10 m. Steep slopes, erosion and young volcanic rocks give thin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depth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Inorganic Matter and Soil Organisms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important parts of the soil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Inorganic matter: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minerals such as quartz, feldspar and clay minerals from weathered rock. It supplies nutrients such as potassium, calcium and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Inorganic Matter and Soil Organisms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Macro-organisms: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Earthworms, termites and ants dig channels, mix the soil and bring organic matter down. Termite mounds are common in the savanna.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Bacteria and fungi decompose dead matter and release nutrients. Some bacteria fix nitrogen from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Organic Matter (Humus)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organic matter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is the dark, decomposed organic matter of the soil. It forms when decomposers break down litter such as leaves, dung and dead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Organic Matter (Humus)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makes the soil fertile, dark and crumbly and increases its water-holding capacity. It stores nutrients and feeds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soil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slope and time (also rock type,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humus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holds water and nutrients and improves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becomes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Fungi and bacteria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on steep slopes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small compost heap with leaves and observe it for two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Chemical Properties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Organic matter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organique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décomposeur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Fungus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champignon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Soil Depth, Organic Matter and Soil Organisms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depth and explain its factors. Explain the formation and importance of humus. Describe the role of soil organisms.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soil depth and the role of organic matter and organisms in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Depth (Thickness); Inorganic Matter and Soil Organisms; Soil Organic Matter (Humus).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small compost heap with leaves and observe it for two weeks.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measure a road cutting.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slopes and valleys.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under a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termite mounds in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rotting wood.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“100_5629” by damien_farrell, CC BY 2.0, via Flickr (https://www.flickr.com/photos/92094658@N00/269671962)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2026-09-27T10:31:34Z</dcterms:created>
  <dcterms:modified xsi:type="dcterms:W3CDTF">2026-09-27T10:31:34Z</dcterms:modified>
</cp:coreProperties>
</file>