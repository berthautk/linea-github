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14: The Concept of Climax Vegetation.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diagram.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name climax forests of the world.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discuss the debate.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describe grazing on the Adamawa.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compare prairie and savanna.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climax 2. monoclimax 3. plagioclimax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BIOGEOGRAPHY  —  LESSON 14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 of Climax Vegetation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3: Understanding and managing biogeographic zones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Vegetation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of Vegetation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14: The Concept of Climax Vegetation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Climax, monoclimax, polyclimax, climatic climax, edaphic climax, plagioclimax.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 of climax vegetation; mono and poly climax views; types of climax; debate on the climax status of grasslands.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the climax concept and discuss whether savannas are climax vegetation.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climax vegetation.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monoclimax and polyclimax views.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the climax status of grasslands.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Succession ends with a climax.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and grazing can stop succession.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forester says that much of the savanna of central Cameroon would become forest if bush fires stopped. A herder disagrees and says savanna is the natural vegetation there.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disagree on whether savanna is a natural climax.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would happen without fire?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Trees might grow and forest could spread.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 we call vegetation kept by fire?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plagioclimax.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the final stage of vegetation and how man changes it.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climax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Climatic climax and plagioclimax.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climax vegetation?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final, stable plant community in balance with the environment.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CLIMATIC CLIMAX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2t_rainfore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equatorial rainforest.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CLIMATIC CLIMAX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the rainforest called a climatic climax?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CLIMATIC CLIMAX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stable vegetation that the hot, wet climate allows.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PLAGIOCLIMAX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2t_savanna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817691"/>
            <a:ext cx="11640312" cy="427417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savanna with scattered trees.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PLAGIOCLIMAX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some scientists say that many savannas are not true climaxes?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PLAGIOCLIMAX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are kept by fire and grazing; without them trees would grow.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PLAGIOCLIMAX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2t_catt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8433" y="1691640"/>
            <a:ext cx="8152085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Cattle grazing.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PLAGIOCLIMAX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does grazing keep grassland?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PLAGIOCLIMAX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Animals eat young trees and trample seedlings.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THE DEBATE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2t_prairi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temperate grassland (prairie).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THE DEBATE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one argument that some grasslands are climatic climaxes.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IV. THE DEBATE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rain is too low for trees, grass is the natural final vegetation.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Concept of Climax Vegetation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Natural Vegetation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Development of Vegetation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14: The Concept of Climax Vegetation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Climax vegetation: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final, stable plant community of a succession.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Plagioclimax: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vegetation kept below its climax by human action.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Edaphic climax: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climax controlled by soil conditions.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Views and Types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Monoclimax view (Clements):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one climate zone there is only one climax, set by climate. All successions end in it.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Polyclimax view (Tansley):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can be several climaxes in one zone. Soil, relief and fire also control the climax.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Views and Types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Types: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are climatic, edaphic, topographic and fire climaxes. A plagioclimax is caused by man.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The Grassland Debate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Climatic view: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Some grasslands grow where rain is too low for trees. Here grass is a true climax.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Plagioclimax view: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Many savannas are kept by fire, grazing and farming. Without them, woodland or forest would grow.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The Grassland Debate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Conclusion: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tropical savannas are influenced by both climate and man. Protecting them from fire can bring back trees.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The Grassland Debate (3/3)</a:t>
            </a:r>
            <a:endParaRPr lang="en-US" sz="3600" dirty="0"/>
          </a:p>
        </p:txBody>
      </p:sp>
      <p:pic>
        <p:nvPicPr>
          <p:cNvPr id="13" name="Image 0" descr="/home/claude/f4/img/v2/climax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diagram.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Distinguish monoclimax and polyclimax views.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Monoclimax: one climax set by climate; polyclimax: several climaxes set by climate, soil, relief and fire.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 plagioclimax? Give an example.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Vegetation kept below its climax by man; savanna kept by fire.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final stable stage is the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view of one climax per climate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Vegetation kept by man is a ______.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Write a short paragraph: "Is the savanna of Cameroon a climax?"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15: Examples of Plant Succession.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Climax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climax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Grassland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prairie, la savane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Debate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débat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Grazing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pâturage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feu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Stable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Vegetation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14: The Concept of Climax Vegetation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climax vegetation. Compare the monoclimax and polyclimax views. Discuss the climax status of grasslands.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explain the climax concept and discuss whether savannas are climax vegetation.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Climax vegetation, Plagioclimax, Edaphic climax; II. Views and Types: Monoclimax view (Clements), Polyclimax view (Tansley), Types; III. The Grassland Debate: Climatic view, Plagioclimax view, Conclusion.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a short paragraph: "Is the savanna of Cameroon a climax?"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3 (Biogeography).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“Amazon 11” by CIAT International Center for Tropical Agriculture, CC BY-SA 2.0, via Flickr (https://www.flickr.com/photos/38476503@N08/5641587148)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“Blue Wildebeest in the Lowveld” by Martin_Heigan, CC BY-NC-ND 2.0, via Flickr (https://www.flickr.com/photos/97303475@N00/2089079933)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“Fulani cattle breed of West Africa” by International Livestock Research Institute, CC BY-NC-SA 2.0, via Flickr (https://www.flickr.com/photos/7155605@N03/48125675226)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“Saskatchewan field in August, Alfalfa Medicago sativa” by ocean.flynn, CC BY-NC-SA 2.0, via Flickr (https://www.flickr.com/photos/89488115@N00/1535397596)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2026-09-26T18:37:00Z</dcterms:created>
  <dcterms:modified xsi:type="dcterms:W3CDTF">2026-09-26T18:37:00Z</dcterms:modified>
</cp:coreProperties>
</file>