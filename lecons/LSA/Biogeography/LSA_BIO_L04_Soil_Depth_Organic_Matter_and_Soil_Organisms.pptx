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Soil Depth, Organic Matter and Soil Organisms.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Soil and its Properties, and the sub-topic is Soil Properties and their Significance. The key notions we shall use today are: soil depth, regolith, organic matter, humus, humification, soil organisms, decomposers. At the end, you should be able to do this: learners are able to explain soil depth and the role of organic matter and organisms in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Soil Structure. The question was: Break soil from a path and from a garden. Describe the structure of each.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Soil from a path is hard, compact and platy because it is trampled. Soil from a garden is loose and crumbly because it contains humus and is dug.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soil depth and explain its factors. Number 2: explain the formation and importance of humus. Number 3: describe the role of soil organisms.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Soil has four components. Earthworms improve soil structure.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the steep slopes of the Mandara Mountains the soil is only a few centimetres deep, while in the southern forest the red soil can be several metres deep.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Soils have very different depths.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the soil thin on steep slopes?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Erosion removes it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forest soil deep?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Heat and rain weather the rock deeply over a long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increase soil organic matter through composting and protect soil organisms.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soil depth and the living part of the soil that keeps it fertile.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 soil profile from the surface to the bedrock.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soil depth?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thickness of the soil from the surface to the parent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steep mountain slopes with broken rock.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are soils thin on steep mountain slopes?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Erosion removes soil as fast as it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dead leaves and worm casts on the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happens to dead leaves on the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Organisms break them down into humus.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termite mound.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termites change the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move and mix soil and break down dead plants.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mushroom (fungus) on dead wood.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fungi and bacteria called decomposers?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break down dead matter and release nutrients.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 Depth (Thickness). Soil depth can be understood as follows. On this slide we have Meaning.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 Depth (Thickness). On this slide we have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soil depth.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Inorganic Matter and Soil Organisms. Other important parts of the soil are. On this slide we have Inorganic matter.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Inorganic Matter and Soil Organisms. On this slide we have Macro-organisms and Micro-organisms.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 Organic Matter (Humus). Soil organic matter can be understood as follows. On this slide we have Meaning and formation.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 Organic Matter (Humus). On this slide we have Importance.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factors of soil depth.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climate, slope and time (also rock type, vegetation).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humus important?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holds water and nutrients and improves structure.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humus; number 2, decomposers; number 3, thin.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Make a small compost heap with leaves and observe it for two weeks.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Chemical Properties of the Soil.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4: SOIL DEPTH, ORGANIC MATTER AND SOIL ORGANISMS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Soil Depth, Organic Matter and Soil Organisms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and its Properties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Properties and their Significance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Soil Depth, Organic Matter and Soil Organisms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depth, regolith, organic matter, humus, humification, soil organisms, decomposers.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depth and its factors; inorganic matter; soil organisms; soil organic matter (humus) and its importance.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soil depth and the role of organic matter and organisms in the soil.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Soil Structure):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Break soil from a path and from a garden. Describe the structure of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from a path is hard, compact and platy because it is trampled. Soil from a garden is loose and crumbly because it contains humus and is dug.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soil depth and explain its factors.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formation and importance of humus.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role of soil organisms.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Soil has four components.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Earthworms improve soil 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steep slopes of the Mandara Mountains the soil is only a few centimetres deep, while in the southern forest the red soil can be several metres deep.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Soils have very different depths.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soil thin on steep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Erosion removes it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forest soil deep?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Heat and rain weather the rock deeply over a long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Increase soil organic matter through composting and protect soil organisms.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soil depth and the living part of the soil that keeps it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DEPTH: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oi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soil profile from the surface to the bedrock.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DEPTH: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soil depth?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DEPTH: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thickness of the soil from the surface to the parent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DEPTH: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scre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Steep mountain slopes with broken rock.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DEPTH: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soils thin on steep mountain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SOIL DEPTH: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Erosion removes soil as fast as it forms.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SOIL ORGANIC MATTER (HUMUS)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lit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Dead leaves and worm casts on the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SOIL ORGANIC MATTER (HUMUS)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dead leaves on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SOIL ORGANIC MATTER (HUMUS)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Organisms break them down into humus.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 ORGANISMS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termit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termite mound.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 ORGANISMS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termites change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 ORGANISMS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move and mix soil and break down dead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 ORGANISMS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fungi.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mushroom (fungus) on dead wood.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 ORGANISMS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fungi and bacteria called decomposers?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 ORGANISMS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break down dead matter and release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Soil and its Properties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Soil Properties and their Significance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Soil Depth, Organic Matter and Soil Organisms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Soil Depth (Thickness)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depth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depth is the thickness of the soil from the surface down to the parent rock. It decides how deep roots can grow and how much water the soil can store.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Soil Depth (Thickness)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Climate, time and parent rock control depth: hot, wet regions have deep soils, sometimes over 10 m. Steep slopes, erosion and young volcanic rocks give thin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Soil Depth (Thickness)</a:t>
            </a:r>
            <a:endParaRPr lang="en-US" sz="3600" dirty="0"/>
          </a:p>
        </p:txBody>
      </p:sp>
      <p:pic>
        <p:nvPicPr>
          <p:cNvPr id="4" name="Image 0" descr="/home/claude/f4/img/v2/soi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soil depth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Inorganic Matter and Soil Organisms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Other important parts of the soil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Inorganic matter: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made of minerals such as quartz, feldspar and clay minerals from weathered rock. It supplies nutrients such as potassium, calcium and iron.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Inorganic Matter and Soil Organisms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Macro-organisms: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Earthworms, termites and ants dig channels, mix the soil and bring organic matter down. Termite mounds are common in the savanna.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Micro-organisms: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Bacteria and fungi decompose dead matter and release nutrients. Some bacteria fix nitrogen from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Soil Organic Matter (Humus)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organic matter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and formation: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Humus is the dark, decomposed organic matter of the soil. It forms when decomposers break down litter such as leaves, dung and dead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Soil Organic Matter (Humus)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Importance: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Humus makes the soil fertile, dark and crumbly and increases its water-holding capacity. It stores nutrients and feeds soil organisms.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factors of soil depth.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Climate, slope and time (also rock type,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humus important?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holds water and nutrients and improves structure.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Dead matter becomes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Fungi and bacteria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Soils on steep slopes are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small compost heap with leaves and observe it for two weeks.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Chemical Properties of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Depth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profondeur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Organic matter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matière organique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Decomposer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décomposeur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Termite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termite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Fungus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champignon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compost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Soil and its Properties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Soil Depth, Organic Matter and Soil Organisms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soil depth and explain its factors. Explain the formation and importance of humus. Describe the role of soil organisms.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soil depth and the role of organic matter and organisms in the soil.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Soil Depth (Thickness); Inorganic Matter and Soil Organisms; Soil Organic Matter (Humus).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Make a small compost heap with leaves and observe it for two weeks.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measure a road cutting.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slopes and valleys.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look under a tree.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termite mounds in the savanna.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rotting wood.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“Full Screen Plate Tectonics” by subarcticmike, CC BY 2.0, via Flickr (https://www.flickr.com/photos/31856336@N03/3109980958)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“Heavily earthworm-infested soil” by esagor, CC BY-NC 2.0, via Flickr (https://www.flickr.com/photos/7357861@N03/1993224477)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“100_5629” by damien_farrell, CC BY 2.0, via Flickr (https://www.flickr.com/photos/92094658@N00/269671962)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“Mushroom, underneath_2012-09-21-14.51.00 ZS PMax” by Sam Droege, Public domain 1.0, via Flickr (https://www.flickr.com/photos/54563451@N08/8016189217)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2026-09-27T10:08:00Z</dcterms:created>
  <dcterms:modified xsi:type="dcterms:W3CDTF">2026-09-27T10:08:00Z</dcterms:modified>
</cp:coreProperties>
</file>