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4: Soil Depth, Organic Matter and Soil Organisms.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measure a road cutting.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slopes and valleys.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look under a tree.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termite mounds in the savanna.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rotting wood.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humus 2. decomposers 3. thin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Depth, Organic Matter and Soil Organisms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and its Properties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Properties and their Significance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4: Soil Depth, Organic Matter and Soil Organisms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depth, regolith, organic matter, humus, humification, soil organisms, decomposers.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depth and its factors; inorganic matter; soil organisms; soil organic matter (humus) and its importance.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soil depth and the role of organic matter and organisms in the soil.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soil depth and explain its factors.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formation and importance of humus.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role of soil organisms.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has four components.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Earthworms improve soil structure.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the steep slopes of the Mandara Mountains the soil is only a few centimetres deep, while in the southern forest the red soil can be several metres deep.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Soils have very different depths.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soil thin on steep slopes?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Erosion removes it quickly.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forest soil deep?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Heat and rain weather the rock deeply over a long time.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soil depth and the living part of the soil that keeps it fertile.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DEPTH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oil_profi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soil profile from the surface to the bedrock.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DEPTH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soil depth?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DEPTH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thickness of the soil from the surface to the parent rock.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DEPTH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scre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Steep mountain slopes with broken rock.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DEPTH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soils thin on steep mountain slopes?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DEPTH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Erosion removes soil as fast as it forms.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ORGANIC MATTER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lit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Dead leaves and worm casts on the soil.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ORGANIC MATTER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to dead leaves on the soil?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ORGANIC MATTER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Organisms break them down into humus.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ORGANISMS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term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termite mound.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ORGANISMS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termites change the soil?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ORGANISMS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move and mix soil and break down dead plants.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ORGANISMS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fung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mushroom (fungus) on dead wood.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ORGANISMS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fungi and bacteria called decomposers?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ORGANISMS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break down dead matter and release nutrients.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Depth, Organic Matter and Soil Organisms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Soil and its Properties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Soil Properties and their Significance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4: Soil Depth, Organic Matter and Soil Organisms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depth: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thickness of the soil down to the parent rock.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Humification: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change of dead organic matter into humus.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Decomposers: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organisms such as fungi and bacteria that break down dead matter.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Soil Depth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Climate, rock type, slope, vegetation and time control soil depth. Hot, wet climates give deep soils.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Examples: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Tropical forest soils can be many metres deep. Mountain and desert soils are often thin.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Soil Depth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Inorganic matter: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includes rock pieces, minerals and nutrients. It comes from weathering of the parent rock.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Organic Matter and Organisms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Humus: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Dead leaves and animals are broken down into humus. Humus is dark and holds water and nutrients.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Soil organisms: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Worms, termites, ants, fungi and bacteria live in the soil. They mix it, make pores and decompose matter.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Organic Matter and Organisms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Importance: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Humus and organisms make soils fertile and well structured. Burning and overuse destroy them.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factors of soil depth.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Climate, slope and time (also rock type, vegetation).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humus important?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holds water and nutrients and improves structure.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Dead matter becomes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Fungi and bacteria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Soils on steep slopes are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Make a small compost heap with leaves and observe it for two weeks.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5: Chemical Properties of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profondeur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Organic matter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matière organique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Decomposer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décomposeur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termite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Fungus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champignon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compost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and its Properties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4: Soil Depth, Organic Matter and Soil Organisms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soil depth and explain its factors. Explain the formation and importance of humus. Describe the role of soil organisms.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soil depth and the role of organic matter and organisms in the soil.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Soil depth, Humification, Decomposers; II. Soil Depth: Factors, Examples, Inorganic matter; III. Organic Matter and Organisms: Humus, Soil organisms, Importance.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 a small compost heap with leaves and observe it for two weeks.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“Full Screen Plate Tectonics” by subarcticmike, CC BY 2.0, via Flickr (https://www.flickr.com/photos/31856336@N03/3109980958)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“Heavily earthworm-infested soil” by esagor, CC BY-NC 2.0, via Flickr (https://www.flickr.com/photos/7357861@N03/1993224477)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“100_5629” by damien_farrell, CC BY 2.0, via Flickr (https://www.flickr.com/photos/92094658@N00/269671962)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“Mushroom, underneath_2012-09-21-14.51.00 ZS PMax” by Sam Droege, Public domain 1.0, via Flickr (https://www.flickr.com/photos/54563451@N08/8016189217)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2026-09-27T04:25:23Z</dcterms:created>
  <dcterms:modified xsi:type="dcterms:W3CDTF">2026-09-27T04:25:23Z</dcterms:modified>
</cp:coreProperties>
</file>