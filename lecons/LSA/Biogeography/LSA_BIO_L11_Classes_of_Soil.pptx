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11: Classes of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match soils to climate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swampy valleys.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fields beside a 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Mount Cameroon lava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zonal 2. intrazonal 3. azonal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11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of Soil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Development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of Soils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11: Classes of Soil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classification, zonal, intrazonal, azonal soils.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of classification; zonal, intrazonal and azonal soils: meaning and characteristics.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classify soils into zonal, intrazonal and azonal groups with examples.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basis of soil classification.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zonal soils.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intrazonal and azonal soils.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controls the main pedogenic regimes.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soils have few horizons.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Along the Logone, farmers grow rice on grey, wet soils, while a few kilometres away the soils are dry and sandy. On the slopes of Mount Cameroon, young ash soils have no clear layers.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Soils in the same region are very different.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 Logone soils grey and wet?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waterlogged (a local factor).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are soils grouped?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Into zonal, intrazonal and azonal soils.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classify soils and understand why they differ even in the same climate.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oil_class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classes of soil.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what basis are soils divided into zonal, intrazonal and azonal?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main factor that formed them and on their maturity.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redso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ferrallitic soil of the humid tropics.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this a zonal soil?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was formed mainly by the climate and vegetation of its zone.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INTRAZONAL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rice_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Rice on a waterlogged soil.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INTRAZONAL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waterlogged soils called intrazonal?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INTRAZONAL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local factor (water) is stronger than the climate.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flood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river floodplain.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alluvial soils azonal?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young, new layers of mud with no clear horizons.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pahoeho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Young lava.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soils on young lava or ash azonal?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has not been enough time for horizons to form.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Classes of Soil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Soil Development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Classification of Soils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11: Classes of Soil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Zonal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mature soils formed mainly by the climate and vegetation of a zone.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Intrazonal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soils formed mainly by a local factor such as water, salt or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Azonal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young soils without clear horizons.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Basis of Classification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Genetic basis: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Soils are grouped by the factor and process that formed them. The profile and maturity are also used.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Other bases: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Soils can also be grouped by texture, colour or use. International systems like the FAO use detailed classes.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Characteristics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Zonal: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have well-developed horizons and follow climate zones. Examples are ferrallitic soils, podsols and chernozems.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Intrazonal: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local factor is stronger than the climate. Examples are hydromorphic, saline and limestone soils.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Characteristics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Azonal: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young and have little profile development. Examples are alluvial, volcanic ash and mountain soils.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Characteristics (3/3)</a:t>
            </a:r>
            <a:endParaRPr lang="en-US" sz="3600" dirty="0"/>
          </a:p>
        </p:txBody>
      </p:sp>
      <p:pic>
        <p:nvPicPr>
          <p:cNvPr id="13" name="Image 0" descr="/home/claude/f4/img/v2/soil_class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three classes.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zonal and azonal soils.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Zonal soils are mature and follow climate; azonal soils are young without clear horizons.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example of each class.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Zonal: ferrallitic; intrazonal: hydromorphic; azonal: alluvial.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Soils formed by climate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Waterlogged soils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Alluvial soils are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zonal, one intrazonal and one azonal soil found in Cameroon.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Further Study 1: Soils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classification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Alluvial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Alluvial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Waterlogged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Engorgé d'eau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Development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11: Classes of Soil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basis of soil classification. Describe zonal soils. Describe intrazonal and azonal soils.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classify soils into zonal, intrazonal and azonal groups with examples.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Zonal soils, Intrazonal soils, Azonal soils; II. Basis of Classification: Genetic basis, Other bases; III. Characteristics: Zonal, Intrazonal, Azonal.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one zonal, one intrazonal and one azonal soil found in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“in the middle of nowhere, morocco” by mariusz kluzniak, CC BY-NC-ND 2.0, via Flickr (https://www.flickr.com/photos/39997856@N03/8398997251)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“Irrigated rice fields in Sefula, Zambia. Photo by Kate Longley, 2013.” by WorldFish, CC BY-NC-ND 2.0, via Flickr (https://www.flickr.com/photos/61545321@N06/8608804590)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“20130501-NRCS-LSC-0605” by USDAgov, Public domain 1.0, via Flickr (https://www.flickr.com/photos/41284017@N08/8725089904)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“Pahoehoe Lava Flow” by graysky., CC BY-NC-SA 2.0, via Flickr (https://www.flickr.com/photos/20021588@N00/540223861)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2026-09-26T18:31:43Z</dcterms:created>
  <dcterms:modified xsi:type="dcterms:W3CDTF">2026-09-26T18:31:43Z</dcterms:modified>
</cp:coreProperties>
</file>