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23: Nutrient Cycling and the Gersmehl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three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collect dead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rotting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pull up a plant and look at its roots.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soil washed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litter 2. litter 3. uptake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23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Cycling and the Gersmehl Model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Functioning of Ecosystems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Nutrient Cycling and the Gersmehl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Nutrient cycling, biomass, litter, soil, fallout, decomposition, uptake, Gersmehl model.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nutrient cycling; definition of biomass, litter and soil; the Gersmehl model.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nutrient cycling with the Gersmehl model.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nutrient cycling, biomass and litter.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three stores and the flows of the Gersmehl model.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inputs and outputs of nutrients.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flows but matter is recycled.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Decomposers return nutrients to the soil.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forest, no one adds fertiliser, yet the trees grow for centuries. On a farm, the farmer must add manure every year. The class asks why.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forest keeps its nutrients while the farm loses them.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the forest keep its nutrients?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recycled between trees, litter and soil.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farm lose them?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Harvests remove nutrients.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ecosystems recycle nutrients and why farms need care.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GERSMEHL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gersmeh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Gersmehl nutrient cycle.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GERSMEHL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stores of the Gersmehl model.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GERSMEHL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Biomass, litter and soil.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lit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Litter on the soil.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litter? Which flow brings nutrients into 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 organic matter on the surface; fallout (leaf fall).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fung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Decomposition of dead wood.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flow moves nutrients from litter to soil?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Decomposition.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roo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 in the soil.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nutrients return from soil to biomass?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uptake through plant roots.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INPUTS AND OUTPUTS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gul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Erosion on bare land.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INPUTS AND OUTPUTS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ways nutrients leave the cycle.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INPUTS AND OUTPUTS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Leaching and runoff (erosion).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 Cycling and the Gersmehl Model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Ecological Systems (Ecosystems)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Functioning of Ecosystems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23: Nutrient Cycling and the Gersmehl Model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 cycling: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continuous movement of nutrients between living things and their environment.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Biomass: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total mass of living matter in an area.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dead organic matter lying on the soil surface.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Gersmehl Model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Stores: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Nutrients are stored in biomass, litter and soil. Circles show the size of each store.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Flows: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Fallout moves nutrients from biomass to litter, and decomposition from litter to soil. Uptake returns them from soil to biomass.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Gersmehl Model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Arrows: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thickness of arrows shows the size of the flows. It varies between ecosystems.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Inputs and Outputs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Inputs: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Nutrients come from rain (dissolved in it) and from weathering of rock. Man adds fertiliser and manure.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Outputs: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Nutrients are lost by leaching and surface runoff. Harvests and burning remove them too.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Inputs and Outputs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Importance: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shows where nutrients are stored in each biome. It helps to manage forests and farms.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Inputs and Outputs (3/3)</a:t>
            </a:r>
            <a:endParaRPr lang="en-US" sz="3600" dirty="0"/>
          </a:p>
        </p:txBody>
      </p:sp>
      <p:pic>
        <p:nvPicPr>
          <p:cNvPr id="13" name="Image 0" descr="/home/claude/f4/img/v2/gersmeh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Gersmehl model.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stores and three flows of the Gersmehl model.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Stores: biomass, litter, soil. Flows: fallout, decomposition, uptake.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inputs of nutrients.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weathering of rock (also fertiliser).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 matter on the surface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Leaf fall moves nutrients from biomass to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 take nutrients by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Gersmehl model and explain each arrow in one sentence.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24: Nutrient Cycling in Contrasting Ecosystems.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L'élément nutritif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cycle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biomasse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Uptake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L'absorption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chute de litière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Nutrient Cycling and the Gersmehl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nutrient cycling, biomass and litter. Describe the three stores and the flows of the Gersmehl model. Explain the inputs and outputs of nutrients.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nutrient cycling with the Gersmehl model.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Nutrient cycling, Biomass, Litter; II. The Gersmehl Model: Stores, Flows, Arrows; III. Inputs and Outputs: Inputs, Outputs, Importance.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Gersmehl model and explain each arrow in one sentence.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“Heavily earthworm-infested soil” by esagor, CC BY-NC 2.0, via Flickr (https://www.flickr.com/photos/7357861@N03/1993224477)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“Mushroom, underneath_2012-09-21-14.51.00 ZS PMax” by Sam Droege, Public domain 1.0, via Flickr (https://www.flickr.com/photos/54563451@N08/8016189217)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“Stones 'n' Roots” by erix!, CC BY 2.0, via Flickr (https://www.flickr.com/photos/68387408@N00/55692423)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“Soil erosion in the central Mexican Highlands” by CIMMYT, CC BY-NC-SA 2.0, via Flickr (https://www.flickr.com/photos/44760652@N05/6244930288)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2026-09-27T04:25:26Z</dcterms:created>
  <dcterms:modified xsi:type="dcterms:W3CDTF">2026-09-27T04:25:26Z</dcterms:modified>
</cp:coreProperties>
</file>