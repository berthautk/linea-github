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Nutrient Cycling and the Gersmehl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Functioning of Ecosystems. The key notions we shall use today are: nutrient cycling, biomass, litter, soil, fallout, decomposition, uptake, Gersmehl model. At the end, you should be able to do this: learners are able to explain nutrient cycling with the Gersmehl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Trophic Levels, Food Chains and Food Webs. The question was: Build a food web of five animals and three plants from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web: grass and maize are eaten by grasshoppers, goats and rats; grasshoppers are eaten by birds and lizards; rats and lizards are eaten by snakes and hawks.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nutrient cycling, biomass and litter. Number 2: describe the three stores and the flows of the Gersmehl model. Number 3: explain the inputs and outputs of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Energy flows but matter is recycled. Decomposers return nutrients to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forest, no one adds fertiliser, yet the trees grow for centuries. On a farm, the farmer must add manure every year. The class asks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forest keeps its nutrients while the farm loses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does the forest keep its nutrients?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recycled between trees, litter and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farm lose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Harvests remove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nutrients in our farms and forests by protecting the nutrient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ecosystems recycle nutrients and why farms need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Gersmehl nutrient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stores of the Gersmehl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Biomass, litter and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litter on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litter? Which flow brings nutrients into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Dead organic matter on the surface; fallout (leaf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decomposition of dead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flow moves nutrients from litter to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roots in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nutrients return from soil to biomass?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uptake through plant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erosion on bare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ways nutrients leave the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Leaching and runoff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Nutrient Cycling. Nutrient cycling and its stores are defined as follows. On this slide we have Nutrient cycling and Biomass.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Nutrient Cycling. On this slide we have Litter and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Gersmehl Model. Gersmehl's model shows nutrient cycling with three stores. On this slide we have Flows between stores.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Gersmehl Model. On this slide we have Inputs and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Gersmehl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stores and three flows of the Gersmehl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stores: biomass, litter, soil. Flows: fallout, decomposition, uptake.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inputs of nutrients.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 and weathering of rock (also fertiliser).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litter; number 2, litter; number 3, uptake.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Gersmehl model and explain each arrow in one sentence.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Nutrient Cycling in Contrasting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23: NUTRIENT CYCLING AND THE GERSMEHL MODEL</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 Nutrient Cycling and the Gersmehl Model</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Nutrient Cycling and the Gersmehl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Nutrient Cycling and the Gersmehl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Nutrient cycling, biomass, litter, soil, fallout, decomposition, uptake, Gersmehl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nutrient cycling; definition of biomass, litter and soil; the Gersmehl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nutrient cycling with the Gersmehl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Trophic Levels, Food Chains and Food Webs):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 food web of five animals and three plants from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web: grass and maize are eaten by grasshoppers, goats and rats; grasshoppers are eaten by birds and lizards; rats and lizards are eaten by snakes and hawks.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nutrient cycling, biomass and litter.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stores and the flows of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inputs and outputs of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Energy flows but matter is recycled.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Decomposers return nutrients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forest, no one adds fertiliser, yet the trees grow for centuries. On a farm, the farmer must add manure every year. The class asks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keeps its nutrients while the farm loses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forest keep its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recycled between trees,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farm lose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Harvests remove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nutrients in our farms and forests by protecting the nutrient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ecosystems recycle nutrients and why farms need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GERSMEHL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rsmeh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Gersmehl nutrient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GERSMEHL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stores of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GERSMEHL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Biomass,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LITTER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 on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LITTER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litter? Which flow brings nutrients into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LITTER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Dead organic matter on the surface; fallout (leaf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DECOMPOSITION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Decomposition of dead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DECOMPOSITION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flow moves nutrients from litter to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DECOMPOSITION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UPTAKE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UPTAKE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nutrients return from soil to biomass?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UPTAKE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uptake through plant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 AND OUTPUTS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Erosion on bare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 AND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nutrients leave the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 AND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Leaching and runoff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Nutrient Cycling and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Nutrient Cycling</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Nutrient cycling and its stores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Nutrient cycling: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movement of mineral nutrients between the living and non-living parts of an ecosystem.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mass of living organisms, mainly plants, in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Nutrient Cycling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Litter and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Litter is the dead organic matter on the ground, such as fallen leaves. The soil store holds nutrients in humus and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Gersmehl Model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Gersmehl's model shows nutrient cycling with three stores: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between stores: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Fallout moves nutrients from biomass to litter, decomposition from litter to soil, and uptake from soil to biomass. The size of the arrows shows the amount.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Gersmehl Model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enter from weathering of rocks and from rain and dust. Nitrogen is fixed from the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leave by leaching, runoff and soil erosion. Harvesting and burning also remove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Gersmehl Model</a:t>
            </a:r>
            <a:endParaRPr lang="en-US" sz="3600" dirty="0"/>
          </a:p>
        </p:txBody>
      </p:sp>
      <p:pic>
        <p:nvPicPr>
          <p:cNvPr id="4" name="Image 0" descr="/home/claude/f4/img/v2/gersmeh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Gersmehl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stores and three flows of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Stores: biomass, litter, soil. Flows: fallout, decomposition, uptake.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inputs of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weathering of rock (also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Dead matter on the surface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Leaf fall moves nutrients from biomass to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Roots take nutrients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Gersmehl model and explain each arrow in one sentence.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Nutrient Cycling in Contrasting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Nutrient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L'élément nutritif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Uptake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L'absorption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 litière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Nutrient Cycling and the Gersmehl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nutrient cycling, biomass and litter. Describe the three stores and the flows of the Gersmehl model. Explain the inputs and outputs of nutrients.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nutrient cycling with the Gersmehl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Nutrient Cycling; The Gersmehl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Gersmehl model and explain each arrow in one sentence.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three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collect dead leaves.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rotting leaves.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pull up a plant and look at its roots.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soil washed away.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2026-09-27T09:37:08Z</dcterms:created>
  <dcterms:modified xsi:type="dcterms:W3CDTF">2026-09-27T09:37:08Z</dcterms:modified>
</cp:coreProperties>
</file>