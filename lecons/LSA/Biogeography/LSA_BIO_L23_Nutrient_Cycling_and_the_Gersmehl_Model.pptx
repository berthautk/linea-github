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23: Nutrient Cycling and the Gersmehl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collect dead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pull up a plant and look at its roots.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soil washed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litter 2. litter 3. uptake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 Cycling and the Gersmehl Model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Functioning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Nutrient Cycling and the Gersmehl Model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Nutrient cycling, biomass, litter, soil, fallout, decomposition, uptake, Gersmehl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nutrient cycling; definition of biomass, litter and soil; the Gersmehl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nutrient cycling with the Gersmehl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nutrient cycling, biomass and litter.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three stores and the flows of the Gersmehl model.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inputs and outputs of nutrients.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flows but matter is recycled.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 return nutrients to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forest, no one adds fertiliser, yet the trees grow for centuries. On a farm, the farmer must add manure every year. The class asks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forest keeps its nutrients while the farm loses them.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forest keep its nutrients?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recycled between trees, litter and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farm lose them?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Harvests remove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ecosystems recycle nutrients and why farms need care.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GERSMEHL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ersmeh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Gersmehl nutrient cycle.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GERSMEHL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stores of the Gersmehl model.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GERSMEHL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Biomass, litter and soil.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on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litter? Which flow brings nutrients into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organic matter on the surface; fallout (leaf fall).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fung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Decomposition of dead wood.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flow moves nutrients from litter to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Decomposition.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oo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in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nutrients return from soil to biomass?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uptake through plant roots.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INPUTS AND OUTPUTS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on bare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INPUTS AND OUTPUTS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ways nutrients leave the cycle.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INPUTS AND OUTPUTS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and runoff (erosion).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 Cycling and the Gersmehl Model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Functioning of Ecosystems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23: Nutrient Cycling and the Gersmehl Model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 cycling: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continuous movement of nutrients between living things and their environment.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Biomass: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total mass of living matter in an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dead organic matter lying on the soil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Gersmehl Model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are stored in biomass, litter and soil. Circles show the size of each store.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Fallout moves nutrients from biomass to litter, and decomposition from litter to soil. Uptake returns them from soil to biomass.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Gersmehl Model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Arrows: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thickness of arrows shows the size of the flows. It varies between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 and Outputs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come from rain (dissolved in it) and from weathering of rock. Man adds fertiliser and manure.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are lost by leaching and surface runoff. Harvests and burning remove them too.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 and Outputs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model shows where nutrients are stored in each biome. It helps to manage forests and farms.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 and Outputs (3/3)</a:t>
            </a:r>
            <a:endParaRPr lang="en-US" sz="3600" dirty="0"/>
          </a:p>
        </p:txBody>
      </p:sp>
      <p:pic>
        <p:nvPicPr>
          <p:cNvPr id="13" name="Image 0" descr="/home/claude/f4/img/v2/gersmeh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Gersmehl model.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stores and three flows of the Gersmehl model.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Stores: biomass, litter, soil. Flows: fallout, decomposition, uptake.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inputs of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weathering of rock (also fertiliser).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on the surface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Leaf fall moves nutrients from biomass to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take nutrients by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Gersmehl model and explain each arrow in one sentence.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24: Nutrient Cycling in Contrasting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 nutritif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biomasse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Uptake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L'absorption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chute de litière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Nutrient Cycling and the Gersmehl 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nutrient cycling, biomass and litter. Describe the three stores and the flows of the Gersmehl model. Explain the inputs and outputs of nutrients.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nutrient cycling with the Gersmehl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Nutrient cycling, Biomass, Litter; II. The Gersmehl Model: Stores, Flows, Arrows; III. Inputs and Outputs: Inputs, Outputs,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Gersmehl model and explain each arrow in one sentence.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“Mushroom, underneath_2012-09-21-14.51.00 ZS PMax” by Sam Droege, Public domain 1.0, via Flickr (https://www.flickr.com/photos/54563451@N08/8016189217)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“Stones 'n' Roots” by erix!, CC BY 2.0, via Flickr (https://www.flickr.com/photos/68387408@N00/55692423)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