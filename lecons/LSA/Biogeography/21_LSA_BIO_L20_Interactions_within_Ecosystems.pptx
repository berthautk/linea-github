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Interactions within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compartment, four-compartment model, equilibrium, dynamic equilibrium, disequilibrium, feedback. At the end, you should be able to do this: learners are able to explain the equilibrium of ecosystems and how man can upset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Examples of Ecosystems: The Pond. The question was: Observe a pond or stream and list what lives in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a pond or stream: water plants, algae, frogs and tadpoles, insects (mosquito larvae, water beetles), small fish, snails and birds that feed there.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four compartments of an ecosystem. Number 2: explain the interrelations and the equilibrium between them. Number 3: explain the factors of disequilibrium, especially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is an open system. Nutrients move between biomass, litter and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many years, farmers around Garoua cleared land, burned bush and kept large herds. Now the soils are poor, the grass is thin and the rains wash the soil away.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ecosystem has lost its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caused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Human activities: clearing, burning and overgrazing.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the balance of an ecosystem?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Equilibrium.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human actions that upset the balance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balance of nature and our role in keeping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compartments of an ecosystem.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compartments.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Atmosphere, biomass, litter and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nutrients moving between biomass, litter and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nutrients move from biomass to litter to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Leaves fall (fallout), then decompose into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litter on the forest floor.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equilibrium called dynamic?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Matter keeps moving, but inputs and outputs stay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logs from a cleared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logging upset the equilibrium?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removes biomass and nutrients and exposes the soil to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overgrazing leaves bare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human factors of disequilibrium.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Overgrazing and bush fires (also logging,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the Ecosystem. A four-compartment ecosystem has. On this slide we have Abiotic compartment.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of the Ecosystem. On this slide we have Biotic compartments.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compartments.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Interrelations and Equilibrium. The compartments are linked and balanced as follows. On this slide we have Interrelations.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Interrelations and Equilibrium. On this slide we have Equilibrium.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Disequilibrium. The balance can be upset by. On this slide we have Natural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Disequilibrium. On this slide we have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compartments of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atmosphere, biomass, litter and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how man causes disequilibrium.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logging, fire, overgrazing and pollution remove stores and increase losses.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equilibrium; number 2, compartment; number 3, disequilibrium.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an example of an ecosystem in your area that has lost its balance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Energy Flows in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INTERACTIONS WITHIN ECOSYSTEMS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Interactions within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Interactions within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Compartment, four-compartment model, equilibrium, dynamic equilibrium, disequilibrium, feedback.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Structure with four compartments; interrelations; equilibrium and its nature; factors of disequilibrium, notably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equilibrium of ecosystems and how man can upset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Examples of Ecosystems: The Pond):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a pond or stream and list what lives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pond or stream: water plants, algae, frogs and tadpoles, insects (mosquito larvae, water beetles), small fish, snails and birds that feed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compartments of an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interrelations and the equilibrium between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disequilibrium, especially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is an open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Nutrients move between 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many years, farmers around Garoua cleared land, burned bush and kept large herds. Now the soils are poor, the grass is thin and the rains wash the soil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ecosystem has lost its balance.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caused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Human activities: clearing, burning and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balance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human actions that upset the balance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balance of nature and our role in keeping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COMPARTMENTS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quilibri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compartments of an ecosystem.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COMPARTMENTS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compartments.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FOUR COMPARTMENTS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Atmosphere, 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INTERRELATIONS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ersmeh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Nutrients moving between biomass, litter and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INTERRELATIONS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nutrients move from biomass to litter to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INTERRELATIONS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Leaves fall (fallout), then decompose into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on the forest floor.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equilibrium called dynamic?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Matter keeps moving, but inputs and outputs stay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cleared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logging upset the 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removes biomass and nutrients and exposes the soil to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overgraz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Overgrazing leaves bare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factors of disequilibrium.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FACTORS OF DISEQUILIBRIUM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and bush fires (also logging,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Interactions within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Ecosystem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four-compartment ecosystem has: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Abiotic compartment: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includes the atmosphere, water, rocks and soil minerals. It supplies energy and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Ecosystem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Biotic compartments: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producers (plants), consumers (animals) and decomposers. Each compartment stores energy and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Ecosystem</a:t>
            </a:r>
            <a:endParaRPr lang="en-US" sz="3600" dirty="0"/>
          </a:p>
        </p:txBody>
      </p:sp>
      <p:pic>
        <p:nvPicPr>
          <p:cNvPr id="4" name="Image 0" descr="/home/claude/f4/img/v2/equilibriu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compartments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Interrelations and Equilibrium</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compartments are linked and balanced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Interrelations: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move from the soil to plants, from plants to animals, and back to the soil through litter and decomposition. Energy flows in one direction from the sun to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Interrelations and Equilibrium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Equilibrium: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inputs equal outputs, the ecosystem is in balance. The equilibrium is dynamic, because numbers and flows change but stay within limits.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Disequilibrium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balance can be upset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Droughts, floods, fires, diseases and volcanic eruptions disturb ecosystems. Most ecosystems recover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Disequilibrium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overgrazing, bush fires, pollution and hunting are the main causes of disequilibrium. For example, logging removes the biomass store and exposes the soil to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compartments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Atmosphere, biomass, litter and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man causes disequilibrium.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fire, overgrazing and pollution remove stores and increase losses.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Balance in an ecosystem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store in an ecosystem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Overgrazing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an ecosystem in your area that has lost its balance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Energy Flows in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Compartment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compartiment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Equilibrium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Feedback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rétroaction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Recovery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rétablissement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Interactions within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four compartments of an ecosystem. Explain the interrelations and the equilibrium between them. Explain the factors of disequilibrium, especially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equilibrium of ecosystems and how man can upset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Structure of the Ecosystem; Interrelations and Equilibrium; Factors of Disequilibrium.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an example of an ecosystem in your area that has lost its balance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four boxes with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cycle.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a full bucket with a tap and a hole.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logging.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bare grazing land.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2026-09-29T12:18:43Z</dcterms:created>
  <dcterms:modified xsi:type="dcterms:W3CDTF">2026-09-29T12:18:43Z</dcterms:modified>
</cp:coreProperties>
</file>