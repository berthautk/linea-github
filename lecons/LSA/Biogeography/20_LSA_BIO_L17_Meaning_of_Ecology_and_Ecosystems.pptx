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Meaning of Ecology 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Basic Concepts. The key notions we shall use today are: ecology, ecosystem, biotic, abiotic, producer, consumer, decomposer, habitat. At the end, you should be able to do this: learners are able to define an ecosystem and identify its components and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Vegetation of Cameroon. The question was: Draw the vegetation map of Cameroon and write one threat for each type.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Mangrove – cutting for fuelwood; rainforest – logging; montane forest – farming; Guinea savanna – bush fires; Sudan savanna – overgrazing; Sahel – desertification.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ecology and ecosystem. Number 2: identify the abiotic and biotic components. Number 3: describe the characteristics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need sunlight, water and nutrients. Decomposers break down dead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Waza National Park, a guide explains that if lions disappear, antelopes increase, eat all the grass and then die of hunger. Everything is linked.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Living things depend on each other and on their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such a linked community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non-living parts.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Sunlight, water, air, soil and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balance of ecosystems in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ecosystems, the units in which living things and their environment work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abiotic and biotic components.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abiotic and two biotic components of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Abiotic: sunlight, water. Biotic: plants,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savanna: a land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producers in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Grasses and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pond: a water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producer and one consumer in a pond.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 water lilies or algae. Consumer: fish or frogs.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role of the zebra in the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consumer (herbivore) that eats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fungus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happen without decomposers?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matter would pile up and nutrients would not return 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 of Ecology and Ecosystems. The main terms are defined as follows. On this slide we have Ecology.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of Ecology and Ecosystems. On this slide we have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Ecosystems. An ecosystem has two groups of components. On this slide we have Abiotic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Producers and Consumers.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Ecosystems. Ecosystems have the following characteristics. On this slide we have Open systems.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Ecosystems. On this slide we have Dynamic balance.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interacting with their non-living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producers, consumers and decomposers.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producers make food; consumers eat others; decomposers break down dead matter.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ecology; number 2, producers; number 3, decomposers.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producers, consumers and decomposers in your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 Ecosystem as a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MEANING OF ECOLOGY AND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Ecology and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Meaning of Ecology and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Ecology, ecosystem, biotic, abiotic, producer, consumer, decomposer, habitat.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ecology and ecosystems; components;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 ecosystem and identify its components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map of Cameroon and write one threat for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Mangrove – cutting for fuelwood; rainforest – logging; montane forest – farming; Guinea savanna – bush fires; Sudan savanna – overgrazing; Sahel –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ecology and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abiotic and 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and nutrients.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Waza National Park, a guide explains that if lions disappear, antelopes increase, eat all the grass and then die of hunger. Everything is linked.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Living things depend on each other and on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such a linked community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non-living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water, air, soil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balance of ecosystems in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ecosystems, the units in which living things and their environment work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Abiotic and biotic components.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abiotic and two biotic components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Abiotic: sunlight, water. Biotic: plants,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a land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producers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Grasses and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a water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producer and one consumer in a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 water lilies or algae. Consumer: fish or frogs.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zebra in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consumer (herbivore) that eats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fungus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without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matter would pile up and nutrients would not return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Concepts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Meaning of Ecology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of Ecology and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terms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relationships between living organisms and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of Ecology and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organisms interacting with each other and with their non-living environment in a given area. It can be as small as a pond or as large as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ecosystem has two groups of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non-living parts: sunlight, temperature, water, air, soil and nutrients. They provide energy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 plants make their own food by photosynthesis. They are the base of all food chains.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Herbivores eat plants, carnivores eat animals and omnivores eat both. The zebra is a herbivore and the lion a carnivore.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Bacteria and fungi break down dead matter and return nutrients to the soil. Without them, dead matter would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receive energy and matter and lose them. Energy flows through them, while nutrients are recycled.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components are linked, so a change in one part affects the others. They can change over time and recover after disturbance.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producers, consumers and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make food; consumers eat others; 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organisms and their environment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Green plants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producers, consumers and decomposers in your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Ecosystem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Producer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consommateur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Meaning of Ecology and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ecology and ecosystem. Identify the abiotic and biotic components. Describe the characteristics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 ecosystem and identify its components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 of Ecology and Ecosystems; Components of Ecosystems; Characteristics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producers, consumers and decomposers in your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things in the school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local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herbivores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rotting leaves.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2026-09-27T10:31:37Z</dcterms:created>
  <dcterms:modified xsi:type="dcterms:W3CDTF">2026-09-27T10:31:37Z</dcterms:modified>
</cp:coreProperties>
</file>