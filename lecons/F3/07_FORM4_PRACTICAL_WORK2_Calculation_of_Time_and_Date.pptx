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Calculate the local time at 30° E when it is 12:00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 4 = 120 minutes = 2 hours ahead, so 14:00.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(GMT − 7) starts at 5 p.m. on Sunday, local time. Moussa and his friends in Garoua (GMT + 1) want to watch it live. Moussa asks: "At what time and on what day must we switch on the television?"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calculate the time and the day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in Garoua (13° E). What is the local time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 because the place is to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22:00 on Friday in Garoua (GMT + 1). What time is it in Tokyo (GMT + 9)?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06:00 on Saturday.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just west of the Date Line. What is the day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at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from Longitude. Local time is calculated from longitude as follows. Copy the point on Difference of longitude on the left, then draw the diagram on the right: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Time difference and East or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 from Local Time. Longitude is calculated from local time as follows. On this slide we have Time difference and Difference of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 from Local Time. On this slide we have Direction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Standard Time from Standard Time Zones. Standard time is calculated with time zones as follows. Copy the point on Reading the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Standard Time from Standard Time Zones. On this slide we have Time difference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and Date across the International Date Line. The date is calculated across the Date Line as follows. Copy the point on Crossing westwards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and Date across the International Date Line. On this slide we have Crossing eastwards, Passing midnight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rotation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local time at 30° E when it is 12:00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 120 minutes = 2 hours ahead,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(GMT − 7) starts at 5 p.m. on Sunday, local time. Moussa and his friends in Garoua (GMT + 1) want to watch it live. Moussa asks: "At what time and on what day must we switch on the television?"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calculate the time and the day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is the local time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 because the place is to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just west of the Date Line. What is the day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at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the meridians of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Local Time from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time is calculated from longitude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If both places are on the same side of Greenwich, we subtract; if not, we add.</a:t>
            </a:r>
            <a:endParaRPr lang="en-US" sz="3200" dirty="0"/>
          </a:p>
        </p:txBody>
      </p:sp>
      <p:pic>
        <p:nvPicPr>
          <p:cNvPr id="6"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Local Time from Longitude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difference of longitude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or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Local Time from Longitude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(13° E) 12:00; at 43° E: 30° × 4 = 120 min = 2 h,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Longitude from Local Time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 is calculated from local time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between the two local times in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time difference by 4 to get the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Longitude from Local Time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place is ahead in time it is to the east; if it is behind, it is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and 14:00 at place X: 120 ÷ 4 = 30°, so X is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is calculated with time zones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Reading the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read the zone of each place in hours ahead of GMT (+) or behind GMT (−).</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in hours between the two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GMT + 1 at 22:00 Friday; Tokyo GMT + 9 is 8 hours ahead, so 06:00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date is calculated across the Date Line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traveller going west across the line adds one day.</a:t>
            </a:r>
            <a:endParaRPr lang="en-US" sz="3600" dirty="0"/>
          </a:p>
        </p:txBody>
      </p:sp>
      <p:pic>
        <p:nvPicPr>
          <p:cNvPr id="5"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going east across the line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Passing midnight: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calculated time passes midnight, the date also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10:00 just west of the line is Saturday 10:00 just east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from Longitude; Longitude from Local Time; Standard Time from Standard Time Zones; Time and Date across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2026-09-28T21:32:35Z</dcterms:created>
  <dcterms:modified xsi:type="dcterms:W3CDTF">2026-09-28T21:32:35Z</dcterms:modified>
</cp:coreProperties>
</file>