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Calculation of Time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longitude difference, time difference, GMT, International Date Line. At the end, you should be able to do this: learners are able to calculate the time and the date in another place, for example to follow a match or to call a relative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Local Time, Standard Time and Time Zones. The question was: Find the time in Garoua when it is 12 noon in London in winter (GMT). Then try: what time is it in a town at 45° E when it is 12 noon at 0°?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When it is 12 noon GMT, Garoua (GMT + 1) is at 13:00. A town at 45° E: 45 × 4 min = 180 min = 3 h ahead, so it is 15:00.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state the three rules for time calculations. Number 2: calculate local time from a difference of longitude, and longitude from local time. Number 3: calculate standard time with time zones. Number 4: find the correct date after crossing midnight or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turns 15° in 1 hour, and 1° in 4 minutes. Cameroon uses West Africa Time: GMT + 1. Crossing the IDL going west, we add one day; going east, we remove one day.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World Cup match in Los Angeles (GMT − 7) starts at 5 p.m. on Sunday, local time. Moussa and his friends in Garoua (GMT + 1) want to watch it live. Moussa asks: "At what time and on what day must we switch on the television?"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must calculate the time and the day of the match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time difference between Los Angeles and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8 hours (from GMT − 7 to GMT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At what time will they watch?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1 a.m.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the rules step by step when calculating time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calculate the time and the date in other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It is 12:00 in Garoua (13° E). What is the local time at 43° 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14:00: the difference is 30°, which is 2 hours, and we add because the place is to the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time zones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It is 22:00 on Friday in Garoua (GMT + 1). What time is it in Tokyo (GMT + 9)?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06:00 on Saturday.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International Date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It is 10:00 on Sunday just west of the Date Line. What is the day just east of the line?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Saturday, at 10:00: we remove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Difference of longitude and Date.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Local Time from Longitude. Local time is calculated from longitude with the following rules. Copy the point on Difference of longitude on the left, then draw the diagram on the right: calculating sun time.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Local Time from Longitude. On this slide we have Time difference and East or west.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Local Time from Longitude.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Longitude from Local Time. Longitude is calculated from local time with the following rules. On this slide we have Time difference and Difference of longitude.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Longitude from Local Time. On this slide we have Direction and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Standard Time from Standard Time Zones. Standard time is calculated with time zones as follows. Copy the point on Reading the zones on the left, then draw the diagram on the right: the time zones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Standard Time from Standard Time Zones. On this slide we have Time difference and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Time and Date across the International Date Line. The date is calculated across the Date Line as follows. Copy the point on Crossing westwards on the left, then draw the diagram on the right: the International Date Line.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Time and Date across the International Date Line. On this slide we have Crossing eastwards, Passing midnight and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It is 10:00 at Garoua (13° E). What is the local time at 17° 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08:00 (30° = 2 hours, we remove).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It is 22:00 on Friday in Garoua (GMT + 1). What time is it in Tokyo (GMT + 9)?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06:00 on Saturday.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4; number 2, remove; number 3,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sunrise and the sunset one day this week and write down the times. Write a sentence to explain why the Sun rises in the east.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The Rotation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CALCULATION OF TIME AND DATE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Calculation of Time and Date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Calculation of Time and Date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Longitude difference, time difference, GMT,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Sun time: calculating local time from longitude and longitude from local time; calculating standard time with time zones; calculating the date when crossing midnight or the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time and the date in another place, for example to follow a match or to call a relative abroad.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Local Time, Standard Time and Time Zones):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time in Garoua when it is 12 noon in London in winter (GMT). Then try: what time is it in a town at 45° E when it is 12 noon at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it is 12 noon GMT, Garoua (GMT + 1) is at 13:00. A town at 45° E: 45 × 4 min = 180 min = 3 h ahead, so it is 15:00.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three rules for time calculations.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local time from a difference of longitude, and longitude from local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standard time with time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correct date after crossing midnight or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turns 15° in 1 hour, and 1° in 4 minutes.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West Africa Time: GMT + 1.</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Crossing the IDL going west, we add one day; going east, we remove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World Cup match in Los Angeles (GMT − 7) starts at 5 p.m. on Sunday, local time. Moussa and his friends in Garoua (GMT + 1) want to watch it live. Moussa asks: "At what time and on what day must we switch on the television?"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must calculate the time and the day of the match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time difference between Los Angeles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 hours (from GMT − 7 to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what time will they watch?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1 a.m. on Monday.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the rules step by step when calculating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calculate the time and the date in other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SUN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im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SUN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in Garoua (13° E). What is the local time at 43°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SUN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14:00: the difference is 30°, which is 2 hours, and we add because the place is to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ime_zon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time zones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22:00 on Friday in Garoua (GMT + 1). What time is it in Tokyo (GMT + 9)?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STANDARD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06:00 on Saturday.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DATE LINE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International Date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on Sunday just west of the Date Line. What is the day just east of the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Saturday, at 10:00: we remove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Calculation of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of 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degrees between the meridians of two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day, the month and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Sun Time (Local Time)</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Local Time from Longitude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Local time is calculated from longitude with the following rules: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Difference of longitude: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If both places are on the same side of Greenwich, we subtract; if not, we add.</a:t>
            </a:r>
            <a:endParaRPr lang="en-US" sz="3200" dirty="0"/>
          </a:p>
        </p:txBody>
      </p:sp>
      <p:pic>
        <p:nvPicPr>
          <p:cNvPr id="6" name="Image 0" descr="/home/claude/f4/img/v2/time_calc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calculating sun time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Sun Time (Local Time)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Local Time from Longitude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difference: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multiply the difference of longitude by 4 minutes.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East or 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the time difference for a place to the east and remove it for a place to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Sun Time (Local Time)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A) Local Time from Longitude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(13° E) 12:00; at 43° E: 30° × 4 = 120 min = 2 h, so 14:00.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Sun Time (Local Time)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Longitude from Local Time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Longitude is calculated from local time with the following rules: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difference: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difference between the two local times in minutes.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of 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divide the time difference by 4 to get the degrees.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Sun Time (Local Time)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Longitude from Local Time (continued)</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the place is ahead in time it is to the east; if it is behind, it is to the west.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at 0° and 14:00 at place X: 120 ÷ 4 = 30°, so X is at 30°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from Standard Time Zones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Standard time is calculated with time zones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Reading the zones: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read the zone of each place in hours ahead of GMT (+) or behind GMT (−).</a:t>
            </a:r>
            <a:endParaRPr lang="en-US" sz="3600" dirty="0"/>
          </a:p>
        </p:txBody>
      </p:sp>
      <p:pic>
        <p:nvPicPr>
          <p:cNvPr id="5" name="Image 0" descr="/home/claude/f4/img/v2/time_zone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time zones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Standard Time from Standard Time Zones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difference: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difference in hours between the two zones.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GMT + 1 at 22:00 Friday; Tokyo GMT + 9 is 8 hours ahead, so 06:00 Saturday.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Time and Date across the International Date Line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date is calculated across the Date Line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Crossing westwards: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traveller going west across the line adds one day.</a:t>
            </a:r>
            <a:endParaRPr lang="en-US" sz="3600" dirty="0"/>
          </a:p>
        </p:txBody>
      </p:sp>
      <p:pic>
        <p:nvPicPr>
          <p:cNvPr id="5" name="Image 0" descr="/home/claude/f4/img/v2/idl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International Date Line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Time and Date across the International Date Line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Crossing eastwards: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going east across the line removes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Passing midnight: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 calculated time passes midnight, the date also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Sunday 10:00 just west of the line is Saturday 10:00 just east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at Garoua (13° E). What is the local time at 17°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08:00 (30° = 2 hours, we remove).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22:00 on Friday in Garoua (GMT + 1). What time is it in Tokyo (GMT + 9)?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06:00 on Saturday.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1° of longitude = ______ minutes.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Going west, we ______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the time passes midnight, the ______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sunrise and the sunset one day this week and write down the times. Write a sentence to explain why the Sun rises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add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Ajouter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subtract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Soustraire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Difference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différence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Calculation of Time and Date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three rules for time calculations. Calculate local time from a difference of longitude, and longitude from local time. Calculate standard time with time zones. Find the correct date after crossing midnight or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time and the date in another place, for example to follow a match or to call a relative abroad.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Local Time from Longitude; Longitude from Local Time; Standard Time from Standard Time Zones; Time and Date across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sunrise and the sunset one day this week and write down the times. Write a sentence to explain why the Sun rises in the east.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zones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Date Line with the two days.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2026-09-28T17:07:11Z</dcterms:created>
  <dcterms:modified xsi:type="dcterms:W3CDTF">2026-09-28T17:07:11Z</dcterms:modified>
</cp:coreProperties>
</file>