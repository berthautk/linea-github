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Calculation of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longitude difference, time difference, GMT, International Date Line. At the end, you should be able to do this: learners are able to calculate the time and the date in another place, for example to follow a match or to call a relative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Local Time, Standard Time and Time Zones. The question was: Calculate the local time at 30° E when it is 12:00 at 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30 × 4 = 120 minutes = 2 hours ahead, so 14:00.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state the three rules for time calculations. Number 2: calculate local time from a difference of longitude, and longitude from local time. Number 3: calculate standard time with time zones. Number 4: find the correct date after crossing midnight or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15° in 1 hour, and 1° in 4 minutes. Cameroon uses West Africa Time: GMT + 1. Crossing the IDL going west, we add one day; going east, we remove one day.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World Cup match in Los Angeles (GMT − 7) starts at 5 p.m. on Sunday, local time. Moussa and his friends in Garoua (GMT + 1) want to watch it live. Moussa asks: "At what time and on what day must we switch on the television?"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must calculate the time and the day of the match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between Los Angeles and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8 hours (from GMT − 7 to GMT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At what time will they watch?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1 a.m.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rules step by step when calculating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and the date in other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in Garoua (13° E). What is the local time at 43°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14:00: the difference is 30°, which is 2 hours, and we add because the place is to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22:00 on Friday in Garoua (GMT + 1). What time is it in Tokyo (GMT + 9)?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06:00 on Saturday.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on Sunday just west of the Date Line. What is the day just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Saturday, at 10:00: we remove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Difference of longitude and Date.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from Longitude. Local time is calculated from longitude as follows. Copy the point on Difference of longitude on the left, then draw the diagram on the right: calculating sun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Time difference and East or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Longitude from Local Time. Longitude is calculated from local time as follows. On this slide we have Time difference and Difference of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Longitude from Local Time. On this slide we have Direction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Standard Time from Standard Time Zones. Standard time is calculated with time zones as follows. Copy the point on Reading the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Standard Time from Standard Time Zones. On this slide we have Time difference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Time and Date across the International Date Line. The date is calculated across the Date Line as follows. Copy the point on Crossing westwards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Time and Date across the International Date Line. On this slide we have Crossing eastwards, Passing midnight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10:00 at Garoua (13° E). What is the local time at 17° 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08:00 (30° = 2 hours, we remove).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It is 22:00 on Friday in Garoua (GMT + 1). What time is it in Tokyo (GMT + 9)?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06:00 on Saturday.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4; number 2, remove; number 3,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rotation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Rotation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CALCULATION OF TIME AND DATE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 and Date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Calculation of Time and Date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Longitude difference, time difference, GMT,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Sun time: calculating local time from longitude and longitude from local time; calculating standard time with time zones; calculating the date when crossing midnight or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Local Time, Standard Time and Time Zones):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local time at 30° E when it is 12:00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4 = 120 minutes = 2 hours ahead, so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three rules for time calculations.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local time from a difference of longitude, and longitude from local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standard time with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correct date after crossing midnight or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15° in 1 hour, and 1° in 4 minutes.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West Africa Time: GMT + 1.</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Crossing the IDL going west, we add one day; going east,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World Cup match in Los Angeles (GMT − 7) starts at 5 p.m. on Sunday, local time. Moussa and his friends in Garoua (GMT + 1) want to watch it live. Moussa asks: "At what time and on what day must we switch on the television?"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must calculate the time and the day of the match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 between Los Angeles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 hours (from GMT − 7 to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will they watch?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a.m.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rules step by step when calculating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and the date in other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Garoua (13° E). What is the local time at 43°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14:00: the difference is 30°, which is 2 hours, and we add because the place is to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on Sunday just west of the Date Line. What is the day just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Saturday, at 10:00: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degrees between the meridians of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the month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Local Time from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Local time is calculated from longitude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If both places are on the same side of Greenwich, we subtract; if not, we add.</a:t>
            </a:r>
            <a:endParaRPr lang="en-US" sz="3200" dirty="0"/>
          </a:p>
        </p:txBody>
      </p:sp>
      <p:pic>
        <p:nvPicPr>
          <p:cNvPr id="6"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sun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Local Time from Longitude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difference of longitude by 4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or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the time difference for a place to the east and remove it for a place to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Local Time from Longitude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(13° E) 12:00; at 43° E: 30° × 4 = 120 min = 2 h, so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Longitude from Local Time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Longitude is calculated from local time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between the two local times in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divide the time difference by 4 to get the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Longitude from Local Time (continued)</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place is ahead in time it is to the east; if it is behind, it is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and 14:00 at place X: 120 ÷ 4 = 30°, so X is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is calculated with time zones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Reading the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read the zone of each place in hours ahead of GMT (+) or behind GMT (−).</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in hours between the two zones.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GMT + 1 at 22:00 Friday; Tokyo GMT + 9 is 8 hours ahead, so 06:00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date is calculated across the Date Line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traveller going west across the line adds one day.</a:t>
            </a:r>
            <a:endParaRPr lang="en-US" sz="3600" dirty="0"/>
          </a:p>
        </p:txBody>
      </p:sp>
      <p:pic>
        <p:nvPicPr>
          <p:cNvPr id="5"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going east across the line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Passing midnight: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calculated time passes midnight, the date also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10:00 just west of the line is Saturday 10:00 just east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at Garoua (13° E). What is the local time at 17°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08:00 (30° = 2 hours, we remove).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Going west, we ______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the time passes midnight, the ______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add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Ajouter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subtract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Soustraire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Difference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Calculation of Time and Date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three rules for time calculations. Calculate local time from a difference of longitude, and longitude from local time. Calculate standard time with time zones. Find the correct date after crossing midnight or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from Longitude; Longitude from Local Time; Standard Time from Standard Time Zones; Time and Date across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zones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Date Line with the two days.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2026-10-02T05:13:52Z</dcterms:created>
  <dcterms:modified xsi:type="dcterms:W3CDTF">2026-10-02T05:13:52Z</dcterms:modified>
</cp:coreProperties>
</file>