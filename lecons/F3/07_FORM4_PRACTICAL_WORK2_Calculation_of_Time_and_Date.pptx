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2: Calculation of Time and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Earth as a Planet in the Solar System — Location and Time.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as a Planet in the Solar System, and the sub-topic is Location and Time. The key notions we shall use today are: longitude difference, time difference, GMT, International Date Line. At the end, you should be able to do this: learners are able to calculate the time and the date in another place, for example to follow a match or to call a relative abroad.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 Local Time, Standard Time and Time Zones. The question was: Find the time in Garoua when it is 12 noon in London in winter (GMT). Then try: what time is it in a town at 45° E when it is 12 noon at 0°?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When it is 12 noon GMT, Garoua (GMT + 1) is at 13:00. A town at 45° E: 45 × 4 min = 180 min = 3 h ahead, so it is 15:00.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state the three rules for time calculations. Number 2: calculate local time from a difference of longitude, and longitude from local time. Number 3: calculate standard time with time zones. Number 4: find the correct date after crossing midnight or the International Date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Earth turns 15° in 1 hour, and 1° in 4 minutes. Cameroon uses West Africa Time: GMT + 1. Crossing the IDL going west, we add one day; going east, we remove one day.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World Cup match in Los Angeles (GMT − 7) starts at 5 p.m. on Sunday, local time. Moussa and his friends in Garoua (GMT + 1) want to watch it live. Moussa asks: "At what time and on what day must we switch on the television?"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Moussa must calculate the time and the day of the match in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time difference between Los Angeles and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8 hours (from GMT − 7 to GMT + 1).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At what time will they watch?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At 1 a.m. on Monday.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follow the rules step by step when calculating time and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calculate the time and the date in other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worked example.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It is 12:00 in Garoua (13° E). What is the local time at 43° 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14:00: the difference is 30°, which is 2 hours, and we add because the place is to the east.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time zones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It is 22:00 on Friday in Garoua (GMT + 1). What time is it in Tokyo (GMT + 9)?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06:00 on Saturday.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International Date Line.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It is 10:00 on Sunday just west of the Date Line. What is the day just east of the line?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Saturday, at 10:00: we remove one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Difference of longitude and Date.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Local Time from Longitude. Local time is calculated from longitude as follows. Copy the point on Difference of longitude on the left, then draw the diagram on the right: calculating sun time.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Local Time from Longitude. On this slide we have Time difference and East or west.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Local Time from Longitude. On this slide we have Example.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Longitude from Local Time. Longitude is calculated from local time as follows. On this slide we have Time difference and Difference of longitude.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Longitude from Local Time. On this slide we have Direction and Example.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Standard Time from Standard Time Zones. Standard time is calculated with time zones as follows. Copy the point on Reading the zones on the left, then draw the diagram on the right: the time zones of the world.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Standard Time from Standard Time Zones. On this slide we have Time difference and Example.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Time and Date across the International Date Line. The date is calculated across the Date Line as follows. Copy the point on Crossing westwards on the left, then draw the diagram on the right: the International Date Line.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Time and Date across the International Date Line. On this slide we have Crossing eastwards, Passing midnight and Example.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It is 10:00 at Garoua (13° E). What is the local time at 17° W?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08:00 (30° = 2 hours, we remove).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It is 22:00 on Friday in Garoua (GMT + 1). What time is it in Tokyo (GMT + 9)?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06:00 on Saturday.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4; number 2, remove; number 3,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Watch the sunrise and the sunset one day this week and write down the times. Write a sentence to explain why the Sun rises in the east.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The Rotation of the Earth.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PRACTICAL WORK 2: CALCULATION OF TIME AND DATE</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Calculation of Time and Date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Earth as a Planet in the Solar System — Location and 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as a Planet in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and Time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2: Calculation of Time and Date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Longitude difference, time difference, GMT, International Date Line.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Sun time: calculating local time from longitude and longitude from local time; calculating standard time with time zones; calculating the date when crossing midnight or the International Date Line.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calculate the time and the date in another place, for example to follow a match or to call a relative abroad.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 Local Time, Standard Time and Time Zones):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the time in Garoua when it is 12 noon in London in winter (GMT). Then try: what time is it in a town at 45° E when it is 12 noon at 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it is 12 noon GMT, Garoua (GMT + 1) is at 13:00. A town at 45° E: 45 × 4 min = 180 min = 3 h ahead, so it is 15:00.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State the three rules for time calculations.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local time from a difference of longitude, and longitude from local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standard time with time zones.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Find the correct date after crossing midnight or the International Date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turns 15° in 1 hour, and 1° in 4 minutes.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uses West Africa Time: GMT + 1.</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Crossing the IDL going west, we add one day; going east, we remove one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World Cup match in Los Angeles (GMT − 7) starts at 5 p.m. on Sunday, local time. Moussa and his friends in Garoua (GMT + 1) want to watch it live. Moussa asks: "At what time and on what day must we switch on the television?"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Moussa must calculate the time and the day of the match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time difference between Los Angeles and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8 hours (from GMT − 7 to GMT + 1).</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what time will they watch?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1 a.m. on Monday.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Follow the rules step by step when calculating time and date.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calculate the time and the date in other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SUN TIME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time_calc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worked example.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SUN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12:00 in Garoua (13° E). What is the local time at 43°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SUN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14:00: the difference is 30°, which is 2 hours, and we add because the place is to the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STANDARD TIME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time_zones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time zones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STANDARD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22:00 on Friday in Garoua (GMT + 1). What time is it in Tokyo (GMT + 9)?</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STANDARD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06:00 on Saturday.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DATE LINE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id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International Date Line.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DATE LINE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10:00 on Sunday just west of the Date Line. What is the day just east of the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DATE LINE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Saturday, at 10:00: we remove one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 as a Planet in the Solar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Location and Time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2: Calculation of Time and Date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Difference of longitude: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degrees between the meridians of two places.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day, the month and the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Sun Time (Local Time)</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Local Time from Longitude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Local time is calculated from longitude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Difference of longitude: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If both places are on the same side of Greenwich, we subtract; if not, we add.</a:t>
            </a:r>
            <a:endParaRPr lang="en-US" sz="3200" dirty="0"/>
          </a:p>
        </p:txBody>
      </p:sp>
      <p:pic>
        <p:nvPicPr>
          <p:cNvPr id="6" name="Image 0" descr="/home/claude/f4/img/v2/time_calc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calculating sun time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Sun Time (Local Time)</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Local Time from Longitude</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Time difference: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multiply the difference of longitude by 4 minutes.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East or west: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add the time difference for a place to the east and remove it for a place to the west.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Sun Time (Local Time)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500" b="1" dirty="0">
                <a:solidFill>
                  <a:srgbClr val="990011"/>
                </a:solidFill>
                <a:latin typeface="Times New Roman" pitchFamily="34" charset="0"/>
                <a:ea typeface="Times New Roman" pitchFamily="34" charset="-122"/>
                <a:cs typeface="Times New Roman" pitchFamily="34" charset="-120"/>
              </a:rPr>
              <a:t>A) Local Time from Longitude (continued)</a:t>
            </a:r>
            <a:endParaRPr lang="en-US" sz="25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 (13° E) 12:00; at 43° E: 30° × 4 = 120 min = 2 h, so 14:00.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Sun Time (Local Time)</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Longitude from Local Time</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Longitude is calculated from local time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Time difference: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find the difference between the two local times in minutes.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Difference of longitude: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divide the time difference by 4 to get the degrees.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Sun Time (Local Time)</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Longitude from Local Time (continued)</a:t>
            </a:r>
            <a:endParaRPr lang="en-US" sz="30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Direction: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If the place is ahead in time it is to the east; if it is behind, it is to the west.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12:00 at 0° and 14:00 at place X: 120 ÷ 4 = 30°, so X is at 30°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Standard Time from Standard Time Zones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Standard time is calculated with time zones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Reading the zones: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 read the zone of each place in hours ahead of GMT (+) or behind GMT (−).</a:t>
            </a:r>
            <a:endParaRPr lang="en-US" sz="3600" dirty="0"/>
          </a:p>
        </p:txBody>
      </p:sp>
      <p:pic>
        <p:nvPicPr>
          <p:cNvPr id="5" name="Image 0" descr="/home/claude/f4/img/v2/time_zones_big.png">    </p:cNvPr>
          <p:cNvPicPr>
            <a:picLocks noChangeAspect="1"/>
          </p:cNvPicPr>
          <p:nvPr/>
        </p:nvPicPr>
        <p:blipFill>
          <a:blip r:embed="rId1"/>
          <a:stretch>
            <a:fillRect/>
          </a:stretch>
        </p:blipFill>
        <p:spPr>
          <a:xfrm>
            <a:off x="5349240" y="2513450"/>
            <a:ext cx="6659575" cy="280950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time zones of the world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Standard Time from Standard Time Zones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Time difference: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find the difference in hours between the two zones.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 GMT + 1 at 22:00 Friday; Tokyo GMT + 9 is 8 hours ahead, so 06:00 Saturday.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Time and Date across the International Date Line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date is calculated across the Date Line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Crossing westwards: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 traveller going west across the line adds one day.</a:t>
            </a:r>
            <a:endParaRPr lang="en-US" sz="3600" dirty="0"/>
          </a:p>
        </p:txBody>
      </p:sp>
      <p:pic>
        <p:nvPicPr>
          <p:cNvPr id="5" name="Image 0" descr="/home/claude/f4/img/v2/idl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International Date Line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Time and Date across the International Date Line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Crossing eastwards: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traveller going east across the line removes one day.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Passing midnight: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a calculated time passes midnight, the date also changes.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Sunday 10:00 just west of the line is Saturday 10:00 just east of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10:00 at Garoua (13° E). What is the local time at 17° 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08:00 (30° = 2 hours, we remove).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22:00 on Friday in Garoua (GMT + 1). What time is it in Tokyo (GMT + 9)?</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06:00 on Saturday.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1° of longitude = ______ minutes.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Going west, we ______ time.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When the time passes midnight, the ______ changes.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Watch the sunrise and the sunset one day this week and write down the times. Write a sentence to explain why the Sun rises in the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The Rotation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Calculation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calcul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 add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Ajouter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 subtract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Soustraire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Difference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différence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East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L'ouest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L'heure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as a Planet in the Solar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2: Calculation of Time and Date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the three rules for time calculations. Calculate local time from a difference of longitude, and longitude from local time. Calculate standard time with time zones. Find the correct date after crossing midnight or the International Date Line.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calculate the time and the date in another place, for example to follow a match or to call a relative abroad.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Local Time from Longitude; Longitude from Local Time; Standard Time from Standard Time Zones; Time and Date across the International Date Line.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Watch the sunrise and the sunset one day this week and write down the times. Write a sentence to explain why the Sun rises in the east.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 steps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zones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Date Line with the two days.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Earth as a Planet in the Solar System.</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2026-09-28T21:14:10Z</dcterms:created>
  <dcterms:modified xsi:type="dcterms:W3CDTF">2026-09-28T21:14:10Z</dcterms:modified>
</cp:coreProperties>
</file>