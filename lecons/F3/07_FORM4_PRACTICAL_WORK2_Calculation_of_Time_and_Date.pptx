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Lst>
  <p:notesMasterIdLst>
    <p:notesMasterId r:id="rId5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notesMaster" Target="notesMasters/notesMaster1.xml"/><Relationship Id="rId53" Type="http://schemas.openxmlformats.org/officeDocument/2006/relationships/presProps" Target="presProps.xml"/><Relationship Id="rId54" Type="http://schemas.openxmlformats.org/officeDocument/2006/relationships/viewProps" Target="viewProps.xml"/><Relationship Id="rId55" Type="http://schemas.openxmlformats.org/officeDocument/2006/relationships/theme" Target="theme/theme1.xml"/><Relationship Id="rId5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Practical Work 2: Calculation of Time and 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The Earth as a Planet in the Solar System — Location and Time. We shall need 50 minutes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Earth as a Planet in the Solar System, and the sub-topic is Location and Time. The key notions we shall use today are: longitude difference, time difference, GMT, International Date Line. At the end, you should be able to do this: learners are able to calculate the time and the date in another place, for example to follow a match or to call a relative abroad.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4: Local Time, Standard Time and Time Zones. The question was: Find the time in Garoua when it is 12 noon in London in winter (GMT). Then try: what time is it in a town at 45° E when it is 12 noon at 0°?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When it is 12 noon GMT, Garoua (GMT + 1) is at 13:00. A town at 45° E: 45 × 4 min = 180 min = 3 h ahead, so it is 15:00.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four things. Number 1: state the three rules for time calculations. Number 2: calculate local time from a difference of longitude, and longitude from local time. Number 3: calculate standard time with time zones. Number 4: find the correct date after crossing midnight or the International Date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Earth turns 15° in 1 hour, and 1° in 4 minutes. Cameroon uses West Africa Time: GMT + 1. Crossing the IDL going west, we add one day; going east, we remove one day.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 World Cup match in Los Angeles (GMT − 7) starts at 5 p.m. on Sunday, local time. Moussa and his friends in Garoua (GMT + 1) want to watch it live. Moussa asks: "At what time and on what day must we switch on the television?"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Moussa must calculate the time and the day of the match in Garoua.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is the time difference between Los Angeles and Garoua?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8 hours (from GMT − 7 to GMT + 1).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At what time will they watch?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At 1 a.m. on Monday.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follow the rules step by step when calculating time and 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practical work helps us to calculate the time and the date in other places.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a worked example.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It is 12:00 in Garoua (13° E). What is the local time at 43° 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14:00: the difference is 30°, which is 2 hours, and we add because the place is to the east.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the time zones of the world.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It is 22:00 on Friday in Garoua (GMT + 1). What time is it in Tokyo (GMT + 9)?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06:00 on Saturday.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the International Date Line.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It is 10:00 on Sunday just west of the Date Line. What is the day just east of the line?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Saturday, at 10:00: we remove one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Difference of longitude and Date.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Local Time from Longitude. Local time is calculated from longitude with the following rules. Copy the point on Difference of longitude on the left, then draw the diagram on the right: calculating sun time.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Local Time from Longitude. On this slide we have Time difference and East or west.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Local Time from Longitude. On this slide we have Example.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Longitude from Local Time. Longitude is calculated from local time with the following rules. On this slide we have Time difference and Difference of longitude.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Longitude from Local Time. On this slide we have Direction and Example.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Standard Time from Standard Time Zones. Standard time is calculated with time zones as follows. Copy the point on Reading the zones on the left, then draw the diagram on the right: the time zones of the world.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Standard Time from Standard Time Zones. On this slide we have Time difference and Example.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Time and Date across the International Date Line. The date is calculated across the Date Line as follows. Copy the point on Crossing westwards on the left, then draw the diagram on the right: the International Date Line.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Time and Date across the International Date Line. On this slide we have Crossing eastwards, Passing midnight and Example.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It is 10:00 at Garoua (13° E). What is the local time at 17° W?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08:00 (30° = 2 hours, we remove).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It is 22:00 on Friday in Garoua (GMT + 1). What time is it in Tokyo (GMT + 9)?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06:00 on Saturday.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4; number 2, remove; number 3, 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Watch the sunrise and the sunset one day this week and write down the times. Write a sentence to explain why the Sun rises in the east.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5: The Rotation of the Earth.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PRACTICAL WORK 2: CALCULATION OF TIME AND DATE</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Practical Work 2</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Calculation of Time and Date</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The Earth as a Planet in the Solar System — Location and Time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Earth as a Planet in the Solar System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Location and Time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Practical Work 2: Calculation of Time and Date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Longitude difference, time difference, GMT, International Date Line.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Sun time: calculating local time from longitude and longitude from local time; calculating standard time with time zones; calculating the date when crossing midnight or the International Date Line.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calculate the time and the date in another place, for example to follow a match or to call a relative abroad.</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4: Local Time, Standard Time and Time Zones):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Find the time in Garoua when it is 12 noon in London in winter (GMT). Then try: what time is it in a town at 45° E when it is 12 noon at 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When it is 12 noon GMT, Garoua (GMT + 1) is at 13:00. A town at 45° E: 45 × 4 min = 180 min = 3 h ahead, so it is 15:00.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State the three rules for time calculations.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Calculate local time from a difference of longitude, and longitude from local time.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Calculate standard time with time zones.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Find the correct date after crossing midnight or the International Date Line.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Earth turns 15° in 1 hour, and 1° in 4 minutes.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Cameroon uses West Africa Time: GMT + 1.</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Crossing the IDL going west, we add one day; going east, we remove one day.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World Cup match in Los Angeles (GMT − 7) starts at 5 p.m. on Sunday, local time. Moussa and his friends in Garoua (GMT + 1) want to watch it live. Moussa asks: "At what time and on what day must we switch on the television?"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Moussa must calculate the time and the day of the match in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time difference between Los Angeles and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8 hours (from GMT − 7 to GMT + 1).</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what time will they watch?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1 a.m. on Monday.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Follow the rules step by step when calculating time and date.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practical work helps us to calculate the time and the date in other places.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SUN TIME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time_calc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worked example.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SUN TIME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12:00 in Garoua (13° E). What is the local time at 43° 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SUN TIME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14:00: the difference is 30°, which is 2 hours, and we add because the place is to the east.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STANDARD TIME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time_zones_big.png">    </p:cNvPr>
          <p:cNvPicPr>
            <a:picLocks noChangeAspect="1"/>
          </p:cNvPicPr>
          <p:nvPr/>
        </p:nvPicPr>
        <p:blipFill>
          <a:blip r:embed="rId1"/>
          <a:stretch>
            <a:fillRect/>
          </a:stretch>
        </p:blipFill>
        <p:spPr>
          <a:xfrm>
            <a:off x="1034813" y="1783080"/>
            <a:ext cx="10122069"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time zones of the world.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STANDARD TIME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22:00 on Friday in Garoua (GMT + 1). What time is it in Tokyo (GMT + 9)?</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STANDARD TIME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06:00 on Saturday.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THE DATE LINE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idl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International Date Line.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THE DATE LINE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10:00 on Sunday just west of the Date Line. What is the day just east of the line?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THE DATE LINE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Saturday, at 10:00: we remove one day.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The Earth as a Planet in the Solar System</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Location and Time</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2: Calculation of Time and Date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Difference of longitude: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number of degrees between the meridians of two places.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day, the month and the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Sun Time (Local Time)</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Local Time from Longitude</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Local time is calculated from longitude with the following rules: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Difference of longitude: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If both places are on the same side of Greenwich, we subtract; if not, we add.</a:t>
            </a:r>
            <a:endParaRPr lang="en-US" sz="3200" dirty="0"/>
          </a:p>
        </p:txBody>
      </p:sp>
      <p:pic>
        <p:nvPicPr>
          <p:cNvPr id="6" name="Image 0" descr="/home/claude/f4/img/v2/time_calc_big.png">    </p:cNvPr>
          <p:cNvPicPr>
            <a:picLocks noChangeAspect="1"/>
          </p:cNvPicPr>
          <p:nvPr/>
        </p:nvPicPr>
        <p:blipFill>
          <a:blip r:embed="rId1"/>
          <a:stretch>
            <a:fillRect/>
          </a:stretch>
        </p:blipFill>
        <p:spPr>
          <a:xfrm>
            <a:off x="5349240" y="2617506"/>
            <a:ext cx="6659575" cy="2601397"/>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calculating sun time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Sun Time (Local Time)</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Local Time from Longitude</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Time difference: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multiply the difference of longitude by 4 minutes.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East or west: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add the time difference for a place to the east and remove it for a place to the west.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Sun Time (Local Time)</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500" b="1" dirty="0">
                <a:solidFill>
                  <a:srgbClr val="990011"/>
                </a:solidFill>
                <a:latin typeface="Times New Roman" pitchFamily="34" charset="0"/>
                <a:ea typeface="Times New Roman" pitchFamily="34" charset="-122"/>
                <a:cs typeface="Times New Roman" pitchFamily="34" charset="-120"/>
              </a:rPr>
              <a:t>A) Local Time from Longitude (continued)</a:t>
            </a:r>
            <a:endParaRPr lang="en-US" sz="25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Example: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Garoua (13° E) 12:00; at 43° E: 30° × 4 = 120 min = 2 h, so 14:00.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Sun Time (Local Time)</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Longitude from Local Time</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Longitude is calculated from local time with the following rules: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Time difference: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find the difference between the two local times in minutes.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Difference of longitude: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divide the time difference by 4 to get the degrees.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Sun Time (Local Time)</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Longitude from Local Time (continued)</a:t>
            </a:r>
            <a:endParaRPr lang="en-US" sz="30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Direction: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If the place is ahead in time it is to the east; if it is behind, it is to the west.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Example: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12:00 at 0° and 14:00 at place X: 120 ÷ 4 = 30°, so X is at 30° 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Standard Time from Standard Time Zones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Standard time is calculated with time zones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Reading the zones: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We read the zone of each place in hours ahead of GMT (+) or behind GMT (−).</a:t>
            </a:r>
            <a:endParaRPr lang="en-US" sz="3600" dirty="0"/>
          </a:p>
        </p:txBody>
      </p:sp>
      <p:pic>
        <p:nvPicPr>
          <p:cNvPr id="5" name="Image 0" descr="/home/claude/f4/img/v2/time_zones_big.png">    </p:cNvPr>
          <p:cNvPicPr>
            <a:picLocks noChangeAspect="1"/>
          </p:cNvPicPr>
          <p:nvPr/>
        </p:nvPicPr>
        <p:blipFill>
          <a:blip r:embed="rId1"/>
          <a:stretch>
            <a:fillRect/>
          </a:stretch>
        </p:blipFill>
        <p:spPr>
          <a:xfrm>
            <a:off x="5349240" y="2513450"/>
            <a:ext cx="6659575" cy="2809508"/>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time zones of the world</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Standard Time from Standard Time Zones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Time difference: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find the difference in hours between the two zones.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Example: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Garoua GMT + 1 at 22:00 Friday; Tokyo GMT + 9 is 8 hours ahead, so 06:00 Saturday.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Time and Date across the International Date Line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date is calculated across the Date Line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Crossing westwards: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A traveller going west across the line adds one day.</a:t>
            </a:r>
            <a:endParaRPr lang="en-US" sz="3600" dirty="0"/>
          </a:p>
        </p:txBody>
      </p:sp>
      <p:pic>
        <p:nvPicPr>
          <p:cNvPr id="5" name="Image 0" descr="/home/claude/f4/img/v2/idl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International Date Line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Time and Date across the International Date Line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Crossing eastwards: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traveller going east across the line removes one day.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Passing midnight: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When a calculated time passes midnight, the date also changes.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Example: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Sunday 10:00 just west of the line is Saturday 10:00 just east of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10:00 at Garoua (13° E). What is the local time at 17° 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08:00 (30° = 2 hours, we remove).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22:00 on Friday in Garoua (GMT + 1). What time is it in Tokyo (GMT + 9)?</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06:00 on Saturday.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1° of longitude = ______ minutes.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Going west, we ______ time.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When the time passes midnight, the ______ changes.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Watch the sunrise and the sunset one day this week and write down the times. Write a sentence to explain why the Sun rises in the east.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5: The Rotation of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Calculation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calcul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To add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Ajouter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To subtract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Soustraire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Difference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différence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East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West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L'ouest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Date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date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Hour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L'heure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Earth as a Planet in the Solar System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Practical Work 2: Calculation of Time and Date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State the three rules for time calculations. Calculate local time from a difference of longitude, and longitude from local time. Calculate standard time with time zones. Find the correct date after crossing midnight or the International Date Line.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calculate the time and the date in another place, for example to follow a match or to call a relative abroad.</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Local Time from Longitude; Longitude from Local Time; Standard Time from Standard Time Zones; Time and Date across the International Date Line.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Watch the sunrise and the sunset one day this week and write down the times. Write a sentence to explain why the Sun rises in the east.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4 min | Recall, situation, action 6 min | 3 activities 12 min | Board summary (copying) 15 min | Evaluation, remediation 5 min | Homework, next lesson 3 min | Logbook 5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write the steps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the zones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the Date Line with the two days.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 Form 4 — The Earth as a Planet in the Solar System.</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lesson notes (Form 4), checked and corrected where necessary.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50</Slides>
  <Notes>50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50</vt:i4>
      </vt:variant>
    </vt:vector>
  </HeadingPairs>
  <TitlesOfParts>
    <vt:vector size="5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2026-09-28T17:19:49Z</dcterms:created>
  <dcterms:modified xsi:type="dcterms:W3CDTF">2026-09-28T17:19:49Z</dcterms:modified>
</cp:coreProperties>
</file>