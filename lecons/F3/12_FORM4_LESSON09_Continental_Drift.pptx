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9: The Theories of the Earth's Structure: Continental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Structure of the Earth: Building Processes and Impacts on Man — Structure of the Earth.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Structure of the Earth: Building Processes and Impacts on Man, and the sub-topic is Structure of the Earth. The key notions we shall use today are: continental drift, Pangaea, Laurasia, Gondwanaland. At the end, you should be able to do this: learners are able to explain, with map evidence, that the continents have moved, and to read the shape of the continents on a world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8: Rocks. The question was: Look at a map of the world. Cut out, or trace, Africa and South America and try to fit their coasts together. Write what you notice.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east coast of South America fits into the west coast of Africa like pieces of a jigsaw puzzle: the two continents were once joined.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state the main idea of the theory of continental drift. Number 2: illustrate the drifting of the continents. Number 3: explain the evidence for continental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crust is broken and lies on the very hot mantle. The mantle flows very slowly. Fossils are found mainly in sedimentary rocks.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Djibrilla looks at a world map. The coast of Africa and the coast of South America look like two pieces of a puzzle, although the Atlantic Ocean separates them. He asks: "Were these two continents once joined, and how could they move apart?"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Djibrilla wonders whether Africa and South America were once joined and how they moved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he notice?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two coasts fit together like a puzzle.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Who first explained this?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Alfred Wegener, in 1912.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maps and evidence to explain how the continents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that the continents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closing the Atlantic Ocean.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happens when we bring South America near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two coasts fit together like pieces of a puzzle.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break-up of Pangaea.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was the name of the single continent of long ago?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Pangaea.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next question: Into which two parts did it split first?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Laurasia in the north and Gondwanaland in the south.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fossil in rock.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Fossils of the same small reptile, Mesosaurus, are found in Brazil and in southern Africa. What does this prove?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two continents were once joined: this small animal could not swim across the ocean.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Continental drift and Pangaea.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Panthalassa.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Main Idea of the Theory. The main idea of the theory of continental drift is the following. On this slide we have Author and One super-continent.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Idea of the Theory. On this slide we have Slow drifting.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Illustration of Drifting. The continents drifted in the following stages. Copy the point on About 250 million years ago on the left, then draw the diagram on the right: the break-up of Pangaea.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Illustration of Drifting. On this slide we have About 200 to 150 million years ago.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Illustration of Drifting. On this slide we have Later and Today.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Evidence of Continental Drift. The following evidence supports the theory. Copy the point on Jigsaw fit on the left, then draw the diagram on the right: the jigsaw fit of the continents.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Fossils on the left, then draw the diagram on the right: a fossil.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Evidence of Continental Drift. On this slide we have Rocks and mountains and Ancient ice marks.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Evidence of Continental Drift. On this slide we have Coal in cold lands.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Pangaea?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single big continent of long ago.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pieces of evidence for continental drift.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jigsaw fit and the same fossils on both continents.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Wegener; number 2, Pangaea; number 3, puzzle (jigsaw).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Listen to the news or ask an adult about a recent earthquake or volcanic eruption in the world. Write the name of the country and what happened.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10: Plate Tectonics.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9: THE THEORIES OF THE EARTH'S STRUCTURE: CONTINENTAL DRIFT</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gif"/><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Theories of the Earth's Structure: Continental Drift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Structure of the Earth: Building Processes and Impacts on Man — Structure of the Earth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Structure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9: The Theories of the Earth's Structure: Continental Drift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Continental drift, Pangaea, Laurasia, Gondwanaland.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Main idea; illustration of drifting; evidence.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with map evidence, that the continents have moved, and to read the shape of the continents on a world map.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8: Rocks):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map of the world. Cut out, or trace, Africa and South America and try to fit their coasts together. Write what you notice.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east coast of South America fits into the west coast of Africa like pieces of a jigsaw puzzle: the two continents were once joined.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main idea of the theory of continental drift.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Illustrate the drifting of the continents.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evidence for continental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crust is broken and lies on the very hot mantle.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mantle flows very slowly.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Fossils are found mainly in sedimentary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Djibrilla looks at a world map. The coast of Africa and the coast of South America look like two pieces of a puzzle, although the Atlantic Ocean separates them. He asks: "Were these two continents once joined, and how could they move apart?"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Djibrilla wonders whether Africa and South America were once joined and how they moved apart.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he notice?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two coasts fit together like a puzzle.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first explained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Alfred Wegener, in 1912.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maps and evidence to explain how the continents moved.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that the continents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MAIN IDEA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jigsaw.gif">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closing the Atlantic Ocean.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MAIN IDEA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when we bring South America near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MAIN IDEA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two coasts fit together like pieces of a puzzle.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ILLUSTRATION OF DRIFTING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drift_stag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break-up of Pangaea.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ILLUSTRATION OF DRIFTING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was the name of the single continent of long ago?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ILLUSTRATION OF DRIFTING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Pangaea.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ILLUSTRATION OF DRIFTING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Into which two parts did it split first?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ILLUSTRATION OF DRIFTING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Laurasia in the north and Gondwanaland in the south.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EVIDENCE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foss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fossil in 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Fossils of the same small reptile, Mesosaurus, are found in Brazil and in southern Africa. What does this prove?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EVIDENCE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two continents were once joined: this small animal could not swim across the ocean.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Structure of the Earth: Building Processes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Structure of the Earth</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The Theories of the Earth's Structure: Continental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Continental drift: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theory that the continents were once joined and have slowly moved apart.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Pangaea: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single super-continent that existed about 250 million years ago.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Panthalassa: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single ocean that surrounded Pangaea.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Idea of the Theory</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idea of the theory of continental drift is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Author: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theory was proposed by the German scientist Alfred Wegener in 1912.</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One super-continent: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All the continents once formed one big land mass, Pangaea, surrounded by one ocean, Panthalassa.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Main Idea of the Theory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Slow drifting: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Pangaea broke up, and its pieces slowly drifted to their present positions.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Illustration of Drifting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continents drifted in the following stages: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About 250 million years ago: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All the land formed one continent, Pangaea.</a:t>
            </a:r>
            <a:endParaRPr lang="en-US" sz="3600" dirty="0"/>
          </a:p>
        </p:txBody>
      </p:sp>
      <p:pic>
        <p:nvPicPr>
          <p:cNvPr id="5" name="Image 0" descr="/home/claude/f4/img/v2/drift_stage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break-up of Pangaea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Illustration of Drifting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About 200 to 150 million years ago: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Pangaea split into Laurasia in the north and Gondwanaland in the south, separated by the Tethys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Illustration of Drifting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Laurasia gave North America, Europe and Asia, while Gondwanaland gave South America, Africa, India, Australia and Antarctica.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Today: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continents still move a few centimetres each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Evidence of Continental Drift</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following evidence supports the theory:</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Jigsaw fit: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coasts of Africa and South America fit together like a puzzle.</a:t>
            </a:r>
            <a:endParaRPr lang="en-US" sz="3600" dirty="0"/>
          </a:p>
        </p:txBody>
      </p:sp>
      <p:pic>
        <p:nvPicPr>
          <p:cNvPr id="5" name="Image 0" descr="/home/claude/f4/img/v2/jigsaw_last.png">    </p:cNvPr>
          <p:cNvPicPr>
            <a:picLocks noChangeAspect="1"/>
          </p:cNvPicPr>
          <p:nvPr/>
        </p:nvPicPr>
        <p:blipFill>
          <a:blip r:embed="rId1"/>
          <a:stretch>
            <a:fillRect/>
          </a:stretch>
        </p:blipFill>
        <p:spPr>
          <a:xfrm>
            <a:off x="5349240" y="2253310"/>
            <a:ext cx="6659575" cy="332978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jigsaw fit of the continents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Evidence of Continental Drift</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Fossils: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same fossils of plants and animals, such as Mesosaurus, are found on continents now separated by oceans.</a:t>
            </a:r>
            <a:endParaRPr lang="en-US" sz="3600" dirty="0"/>
          </a:p>
        </p:txBody>
      </p:sp>
      <p:pic>
        <p:nvPicPr>
          <p:cNvPr id="5" name="Image 0" descr="/home/claude/f4/img/v2/f4_fossil.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fossil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Evidence of Continental Drift</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Rocks and mountains: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same types and ages of rocks and mountain chains continue from one continent to another.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Ancient ice marks: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Marks of old glaciers are found in hot lands such as Africa, India and Australia.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Evidence of Continental Drift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Coal in cold lands: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Coal, formed from tropical forests, is found in Antarctica.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Pangaea?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single big continent of long ago.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pieces of evidence for continental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jigsaw fit and the same fossils on both continents.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theory of continental drift was given by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single big continent was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Africa and South America fit like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Listen to the news or ask an adult about a recent earthquake or volcanic eruption in the world. Write the name of the country and what happened.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Plate Tectonics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Continental drift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dérive des continents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Continent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continent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Evidence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preuve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Fossil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fossile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côte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Ice sheet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L'inlandsis / la calotte glaciaire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Puzzle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puzzle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 move apart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S'éloigner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9: The Theories of the Earth's Structure: Continental Drift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main idea of the theory of continental drift. Illustrate the drifting of the continents. Explain the evidence for continental drift.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with map evidence, that the continents have moved, and to read the shape of the continents on a world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Main Idea of the Theory; Illustration of Drifting; Evidence of Continental Drift.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Listen to the news or ask an adult about a recent earthquake or volcanic eruption in the world. Write the name of the country and what happened.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cut a paper map of the two continents and fit them.</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three stages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explain that Mesosaurus lived in fresh water.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Structure of the Earth: Building Processes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“Marble Skin Fish Fossil” by Bold Frontiers, CC BY 2.0, via Flickr (https://www.flickr.com/photos/82955120@N05/14091612527)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2026-09-28T17:10:06Z</dcterms:created>
  <dcterms:modified xsi:type="dcterms:W3CDTF">2026-09-28T17:10:06Z</dcterms:modified>
</cp:coreProperties>
</file>