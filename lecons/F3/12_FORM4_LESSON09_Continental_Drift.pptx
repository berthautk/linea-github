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The Theories of the Earth's Structure: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Structure of the Earth. The key notions we shall use today are: continental drift, Pangaea, Laurasia, Gondwanaland. At the end, you should be able to do this: learners are able to explain, with map evidence, that the continents have moved, and to read the shape of the continents on a world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Rocks. The question was: Name the single continent of long ago.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Pangaea.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main idea of the theory of continental drift. Number 2: illustrate the drifting of the continents. Number 3: explain the evidence for continental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broken and lies on the very hot mantle. The mantle flows very slowly. Fossils are found mainly in sedimentary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Djibrilla looks at a world map. The coast of Africa and the coast of South America look like two pieces of a puzzle, although the Atlantic Ocean separates them. He asks: "Were these two continents once joined, and how could they move apart?"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Djibrilla wonders whether Africa and South America were once joined and how they moved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notice?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two coasts fit together like a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first explained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Alfred Wegener, in 1912.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and evidence to explain how the continents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the continents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closing the Atlantic Ocean.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we bring South America near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coasts fit together like pieces of a puzzle.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break-up of Pangaea.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was the name of the single continent of long ago?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Pangaea.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Into which two parts did it split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Laurasia in the north and Gondwanaland in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fossil in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Fossils of the same small reptile, Mesosaurus, are found in Brazil and in southern Africa.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two continents were once joined: this small animal could not swim across the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Continental drift and Pangaea.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Panthalassa.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Idea of the Theory. The author and the main idea of the theory of continental drift are the following. On this slide we have Author and One super-continent.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Idea of the Theory. On this slide we have Slow drifting.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Drifting. The continents drifted in the following stages. Copy the point on About 250 million years ago on the left, then draw the diagram on the right: the break-up of Pangaea.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Drifting. On this slide we have About 200 to 150 million years ago.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Drifting. On this slide we have Later and Today.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Continental Drift. The following evidence supports the theory. Copy the point on Jigsaw fit on the left, then draw the diagram on the right: the jigsaw fit of the continents.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Fossils on the left, then draw the diagram on the right: a fossil.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On this slide we have Rocks and mountains and Ancient ice marks.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Continental Drift. On this slide we have Coal in cold 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Pangaea?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single big continent of long ago.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jigsaw fit and the same fossils on both continents.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Wegener; number 2, Pangaea; number 3, puzzle (jigsaw).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plate on which Cameroon lies.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9: THE THEORIES OF THE EARTH'S STRUCTURE: CONTINENTAL DRIFT</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Theories of the Earth's Structure: Continental Drift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The Theories of the Earth's Structure: Continental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Continental drift, Pangaea, Laurasia, Gondwanaland.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Main idea; illustration of drifting; evidence.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Rocks):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single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main idea of the theory of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Illustrate the drifting of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broken and lies on the very hot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flows very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found mainly in sedimentary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looks at a world map. The coast of Africa and the coast of South America look like two pieces of a puzzle, although the Atlantic Ocean separates them. He asks: "Were these two continents once joined, and how could they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Djibrilla wonders whether Africa and South America were once joined and how they moved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together like a puzzle.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first explained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Wegener, in 1912.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and evidence to explain how the continents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the continents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closing the Atlantic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we bring South America near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coasts fit together like pieces of a puzzle.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rift_stag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break-up of Pangaea.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the name of the single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two parts did it split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ILLUSTRATION OF DRIFTING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in the north and Gondwanaland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oss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fossil in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Fossils of the same small reptile, Mesosaurus, are found in Brazil and in southern Africa.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two continents were once joined: this small animal could not swim across the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The Theories of the Earth's Structure: Continental Drift</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continents were once joined and have slowly moved apart.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super-continent that existed about 250 million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Panthalassa: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ocean that surrounded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 of the Theory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author and the main idea of the theory of continental drift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Author: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was proposed by the German scientist Alfred Wegener in 1912.</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One super-continent: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the continents once formed one big land mass, Pangaea, surrounded by one ocean, Panthalassa.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 of the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drifting: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broke up, and its pieces slowly drifted to their present positions.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continents drifted in the following stages: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About 250 million years ago: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All the land formed one continent, Pangaea.</a:t>
            </a:r>
            <a:endParaRPr lang="en-US" sz="3600" dirty="0"/>
          </a:p>
        </p:txBody>
      </p:sp>
      <p:pic>
        <p:nvPicPr>
          <p:cNvPr id="5" name="Image 0" descr="/home/claude/f4/img/v2/drift_stag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break-up of Pangaea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About 200 to 150 million years ago: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split into Laurasia in the north and Gondwanaland in the south, separated by the Tethys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Illustration of Drifting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gave North America, Europe and Asia, while Gondwanaland gave South America, Africa, India, Australia and Antarctica.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still move a few centimetres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evidence supports the theory:</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Jigsaw fit: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coasts of Africa and South America fit together like a puzzle.</a:t>
            </a:r>
            <a:endParaRPr lang="en-US" sz="3600" dirty="0"/>
          </a:p>
        </p:txBody>
      </p:sp>
      <p:pic>
        <p:nvPicPr>
          <p:cNvPr id="5" name="Image 0" descr="/home/claude/f4/img/v2/jigsaw_last.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jigsaw fit of the continents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same fossils of plants and animals, such as Mesosaurus, are found on continents now separated by oceans.</a:t>
            </a:r>
            <a:endParaRPr lang="en-US" sz="3600" dirty="0"/>
          </a:p>
        </p:txBody>
      </p:sp>
      <p:pic>
        <p:nvPicPr>
          <p:cNvPr id="5" name="Image 0" descr="/home/claude/f4/img/v2/f4_foss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Rocks and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types and ages of rocks and mountain chains continue from one continent to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Ancient ice marks: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Marks of old glaciers are found in hot lands such as Africa, India and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Coal in cold 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Coal, formed from tropical forests, is found in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single big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jigsaw fit and the same fossils on both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theory of continental drift was given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single big continent was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Africa and South America fit like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plate on which Cameroon 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des continents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Ice sheet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L'inlandsis / la calotte glaciaire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puzzle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move apart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S'éloigner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The Theories of the Earth's Structure: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main idea of the theory of continental drift. Illustrate the drifting of the continents. Explain the evidence for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with map evidence, that the continents have moved, and to read the shape of the continents on a world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Idea of the Theory; Illustration of Drifting; Evidence of Continental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plate on which Cameroon 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 paper map of the two continents and fit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stages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that Mesosaurus lived in fresh water.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Skin Fish Fossil” by Bold Frontiers, CC BY 2.0, via Flickr (https://www.flickr.com/photos/82955120@N05/14091612527)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2026-09-29T03:12:18Z</dcterms:created>
  <dcterms:modified xsi:type="dcterms:W3CDTF">2026-09-29T03:12:18Z</dcterms:modified>
</cp:coreProperties>
</file>