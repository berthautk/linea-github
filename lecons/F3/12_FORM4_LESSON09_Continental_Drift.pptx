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9: The Theory of Continental Drift.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Structure of the Earth: Building Processes and Impacts on Man — Internal Structure of the Earth.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Structure of the Earth: Building Processes and Impacts on Man, and the sub-topic is Internal Structure of the Earth. The key notions we shall use today are: continental drift, Pangaea, Laurasia, Gondwanaland. At the end, you should be able to do this: learners are able to explain, with map evidence, that the continents have moved, and to read the shape of the continents on a world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8: Rocks. The question was: Look at a map of the world. Cut out, or trace, Africa and South America and try to fit their coasts together. Write what you notice.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east coast of South America fits into the west coast of Africa like pieces of a jigsaw puzzle: the two continents were once joined.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state the theory of continental drift. Number 2: describe the break-up of Pangaea. Number 3: explain the evidence for continental drift.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crust is broken and lies on the very hot mantle. The mantle flows very slowly. Fossils are found mainly in sedimentary rocks.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Djibrilla looks at a map. The coast of Africa and the coast of South America look like two pieces of a puzzle. He wonders if they were once joined.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Djibrilla wonders if Africa and South America were once joined.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he notice?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two coasts fit like a puzzle.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Who first explained this?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Alfred Wegener, in 1912.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maps and evidence to explain how the continents moved.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that the continents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closing the Atlantic Ocean.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happens when we bring South America near Africa?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two coasts fit together like a puzzle.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fossil of a fish in rock.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The fossils of the same small reptile (Mesosaurus) are found in Brazil and in southern Africa. What does it prove?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two continents were once joined.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crack in the ground in Iceland, where two plates move apart.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The ground here opens a little every year. What does it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land (the continents) is moving.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Theory of Continental Drift. The main idea of the theory is the following. On this slide we have Continental drift and Author.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Theory of Continental Drift. On this slide we have Pangaea and Break-up.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Evidence of Continental Drift. The following evidence supports the theory. On this slide we have Jigsaw fit and Fossils.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Evidence of Continental Drift. On this slide we have Rocks and Old ice marks.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jigsaw fit of the continents.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Pangaea?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single big continent of long ago.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pieces of evidence for continental drift.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jigsaw fit and the same fossils on both continents.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Wegener; number 2, Pangaea; number 3, puzzle (jigsaw).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Listen to the news or ask an adult about a recent earthquake or volcanic eruption in the world. Write the name of the country and what happened.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10: The Theory of Plate Tectonics.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9: THE THEORY OF CONTINENTAL DRIFT</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gif"/><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Theory of Continental Drift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Structure of the Earth: Building Processes and Impacts on Man — Internal Structure of the Earth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Internal Structure of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9: The Theory of Continental Drift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Continental drift, Pangaea, Laurasia, Gondwanaland.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theory of continental drift: main idea, illustration and evidence.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with map evidence, that the continents have moved, and to read the shape of the continents on a world map.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8: Rocks):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a map of the world. Cut out, or trace, Africa and South America and try to fit their coasts together. Write what you notice.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east coast of South America fits into the west coast of Africa like pieces of a jigsaw puzzle: the two continents were once joined.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the theory of continental drift.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break-up of Pangaea.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evidence for continental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crust is broken and lies on the very hot mantle.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mantle flows very slowly.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Fossils are found mainly in sedimentary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Djibrilla looks at a map. The coast of Africa and the coast of South America look like two pieces of a puzzle. He wonders if they were once joined.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Djibrilla wonders if Africa and South America were once joined.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he notice?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two coasts fit like a puzzle.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Who first explained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Alfred Wegener, in 1912.</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maps and evidence to explain how the continents moved.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that the continents move.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THEORY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jigsaw.gif">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closing the Atlantic Ocean.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THEORY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when we bring South America near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THEORY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two coasts fit together like a puzzle.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EVIDENCE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foss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fossil of a fish in rock.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fossils of the same small reptile (Mesosaurus) are found in Brazil and in southern Africa. What does it prove?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two continents were once joined.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EVIDENCE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thingvelli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crack in the ground in Iceland, where two plates move apart.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ground here opens a little every year. What does it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land (the continents) is moving.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Structure of the Earth: Building Processes and Impacts on Man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Internal Structure of the Earth</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The Theory of Continental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Theory of Continental Drift</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idea of the theory is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Continental drift: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slow movement of the continents over millions of years.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Author: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theory was proposed by Alfred Wegener in 1912.</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Theory of Continental Drift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Pangaea: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All the continents were once joined in one big continent called Pangaea.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Break-up: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Pangaea broke into pieces which slowly moved apart to form today's continents.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Evidence of Continental Drift</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following evidence supports the theory: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Jigsaw fit: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coasts of Africa and South America fit together like a puzzle.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Fossils: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same fossils of plants and animals are found on both sides of the Atlantic.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Evidence of Continental Drift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Rocks: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same types and ages of rocks are found on continents now far apart.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Old ice marks: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Marks of ancient glaciers are found in hot lands such as Africa and India.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Evidence of Continental Drift</a:t>
            </a:r>
            <a:endParaRPr lang="en-US" sz="3600" dirty="0"/>
          </a:p>
        </p:txBody>
      </p:sp>
      <p:pic>
        <p:nvPicPr>
          <p:cNvPr id="4" name="Image 0" descr="/home/claude/f4/img/v2/jigsaw_last.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jigsaw fit of the continents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Pangaea?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single big continent of long ago.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pieces of evidence for continental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jigsaw fit and the same fossils on both continents.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theory of continental drift was given by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single big continent was called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Africa and South America fit like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Listen to the news or ask an adult about a recent earthquake or volcanic eruption in the world. Write the name of the country and what happened.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The Theory of Plate Tectonics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Continental drift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dérive des continents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Continent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continent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Evidence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preuve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Fossil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fossile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Coast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côte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Ice sheet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L'inlandsis / la calotte glaciaire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Puzzle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puzzle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 move apart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S'éloigner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9: The Theory of Continental Drift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the theory of continental drift. Describe the break-up of Pangaea. Explain the evidence for continental drift.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with map evidence, that the continents have moved, and to read the shape of the continents on a world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Theory of Continental Drift; Evidence of Continental Drift.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Listen to the news or ask an adult about a recent earthquake or volcanic eruption in the world. Write the name of the country and what happened.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cut a paper map of the two continents and fit them.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explain: this small animal could not swim across the ocean.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push two books apart slowly on the table.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Structure of the Earth: Building Processes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“Marble Skin Fish Fossil” by Bold Frontiers, CC BY 2.0, via Flickr (https://www.flickr.com/photos/82955120@N05/14091612527)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“Silfra Fissure” by Daveography.ca, CC BY-NC-SA 2.0, via Flickr (https://www.flickr.com/photos/71482738@N00/32857247053)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2026-09-27T13:44:38Z</dcterms:created>
  <dcterms:modified xsi:type="dcterms:W3CDTF">2026-09-27T13:44:38Z</dcterms:modified>
</cp:coreProperties>
</file>