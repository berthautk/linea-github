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Theories of the Earth's Structure: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continental drift, Pangaea, Laurasia, Gondwanaland. At the end, you should be able to do this: learners are able to explain, with map evidence, that the continents have moved, and to read the shape of the continents on a world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Rocks. The question was: Look at a map of the world. Cut out, or trace, Africa and South America and try to fit their coasts together. Write what you notice.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east coast of South America fits into the west coast of Africa like pieces of a jigsaw puzzle: the two continents were once joined.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main idea of the theory of continental drift. Number 2: illustrate the drifting of the continents. Number 3: explain the evidence for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and lies on the very hot mantle. The mantle flows very slowly. Fossils are found mainly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Djibrilla looks at a map. The coast of Africa and the coast of South America look like two pieces of a puzzle. He wonders if they were once joined.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wonders if Africa and South America were once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notice?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coasts fit like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first explained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Alfred Wegener, in 1912.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and evidence to explain how the continents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the continents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closing the Atlantic Ocean.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we bring South America near Africa? What did Wegener conclude?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coasts fit together like a puzzle, so the continents were once joined and have drifted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break-up of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drifting of the continents shown on the diagram.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Pangaea split into Laurasia and Gondwanaland, which broke into the continents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fossil of a fish in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fossils of the same small reptile (Mesosaurus) are found in Brazil and in southern Africa. What does it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continents were once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 of the Theory. The main idea of the theory of continental drift is the following. On this slide we have Continental drift and Author.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Idea of the Theory. On this slide we have Pangaea.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Drifting. The continents drifted as follows. On this slide we have Break-up and Today's continents.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Still moving.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break-up of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The following evidence supports the theory. On this slide we have Jigsaw fit and Fossils.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Rocks and Old ice marks.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jigsaw fit of the continents.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Pangaea?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single big continent of long ago.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and the same fossils on both continents.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Wegener; number 2, Pangaea; number 3, puzzle (jigsaw).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Listen to the news or ask an adult about a recent earthquake or volcanic eruption in the world. Write the name of the country and what happened.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9: THE THEORIES OF THE EARTH'S STRUCTURE: CONTINENTAL DRIFT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Theories of the Earth's Structure: Continental Drift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idea; illustration of drifting;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Rocks):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Cut out, or trace, Africa and South America and try to fit their coasts together. Write what you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coast of South America fits into the west coast of Africa like pieces of a jigsaw puzzle: the two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idea of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drifting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and lies on the very hot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mainly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looks at a map. The coast of Africa and the coast of South America look like two pieces of a puzzle. He wonders if they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wonders if Africa and South America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like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first explained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and evidence to explain how the continents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the continents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closing the Atlantic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we bring South America near Africa? What did Wegener conclude?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a puzzle, so the continents were once joined and have drifted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rift_st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break-up of 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drifting of the continents shown on the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split into Laurasia and Gondwanaland, which broke into the continents of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 of a fish in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fossils of the same small reptile (Mesosaurus) are found in Brazil and in southern Africa. What does it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idea of the theory of continental drift is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were once joined and have slowly moved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was proposed by Alfred Wegener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continents once formed one big continent called Pangaea, surrounded by one ocean, Panthalassa.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continents drifted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Break-up: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200 million years ago, Pangaea split into Laurasia in the north and Gondwanaland in the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Today's continents: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and Gondwanaland later broke into the continents we know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Still moving: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still move a few centimetres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pic>
        <p:nvPicPr>
          <p:cNvPr id="4" name="Image 0" descr="/home/claude/f4/img/v2/drift_st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break-up of 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evidence supports the theory: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Jigsaw fit: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coasts of Africa and South America fit together like a puzzle.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fossils of plants and animals are found on both sides of the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types and ages of rocks are found on continents now far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 ice marks: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Marks of ancient glaciers are found in hot lands such as Africa and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pic>
        <p:nvPicPr>
          <p:cNvPr id="4" name="Image 0" descr="/home/claude/f4/img/v2/jigsaw_last.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jigsaw fit of the continents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single big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and the same fossils on both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continental drift was given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single big continent was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and South America fit like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the news or ask an adult about a recent earthquake or volcanic eruption in the world. Write the name of the country and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sheet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L'inlandsis / 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move apart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S'éloigner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main idea of the theory of continental drift. Illustrate the drifting of the continents. Explain the evidence for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Main Idea of the Theory; Illustration of Drifting; Evidence of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Listen to the news or ask an adult about a recent earthquake or volcanic eruption in the world. Write the name of the country and what happened.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paper map of the two continents and fit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this small animal could not swim across the ocean.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2026-09-27T16:07:15Z</dcterms:created>
  <dcterms:modified xsi:type="dcterms:W3CDTF">2026-09-27T16:07:15Z</dcterms:modified>
</cp:coreProperties>
</file>