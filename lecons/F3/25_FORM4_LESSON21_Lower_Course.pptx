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The Lower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levees, ox-bow lakes, deltas, braided channels. At the end, you should be able to do this: learners are able to recognise the landforms made by river deposition and to explain why they are good for farming but exposed to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The Middle Course of a River. The question was: Name two landforms of the lower course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floodplain and the delta (also levees and ox-bow lakes).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lower course. Number 2: explain the formation of floodplains, levees, ox-bow lakes, deltas and braided channels. Number 3: give examples of these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 the middle course, meanders form by erosion and deposition. The river carries fine mud in suspension. Deposition happens where the water is slow.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Oumar sees many sandbanks in the Benue at Garoua, and the water splits into small channels. In the rainy season, the river covers the flat land around it. He asks: "Where does all this sand come from, and what does the river build near its mouth?"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 does not know where the sand comes from and what landforms the river builds in its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see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Sandbanks and small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in the rainy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floods the flat land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farm floodplains wisely and prepare for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flat land beside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flat land is covered by the river during floods.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formation of an ox-bow lake.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an ox-bow lake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through the neck of a meander and leaves the old bend as a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delta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river drops its load where it enters the sea. What landform does it build?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Lower course and Deposition.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Alluvium.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and Processes of the Lower Course. The lower course has the following characteristics and processes. On this slide we have Almost flat land and Wide, deep channel.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and Processes of the Lower Course. On this slide we have Fine load and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Lower Course. The lower course has the following landforms. Copy the point on Floodplain on the left, then draw the diagram on the right: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Levees on the left, then draw the diagram on the right: levees, floodplain and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Ox-bow lake on the left, then draw the diagram on the right: formation of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Delta on the left, then draw the diagram on the right: a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Lower Course. On this slide we have Braided channels.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main work of the river in its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delta.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Nile Delta (or the Niger Delta).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floodplain; number 2, ox-bow; number 3,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uses of floodplains.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Man and Floodplain Interactions.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THE LOWER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Lower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The Lower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Levees, ox-bow lakes, deltas, braided channels.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lower course; landforms of the lower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made by river deposition and to explain why they are good for farming but exposed to floods.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The Middle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landforms of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floodplain and the delta (also levees and ox-bow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lower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floodplains, levees, ox-bow lakes, deltas and braided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middle course, meanders form by erosion and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river carries fine mud in suspension.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where the water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Oumar sees many sandbanks in the Benue at Garoua, and the water splits into small channels. In the rainy season, the river covers the flat land around it. He asks: "Where does all this sand come from, and what does the river build near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does not know where the sand comes from and what landforms the river builds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see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Sandbanks and small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floods the flat land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floodplains wisely and prepare for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Flat land beside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flat land is covered by the river during floods.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formation of an ox-bow lake.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an ox-bow lake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through the neck of a meander and leaves the old bend as a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delt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delta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drops its load where it enters the sea. What landform does it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21: The Lower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near its mouth, where the land is almost flat.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load when the river loses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fine, fertile mud and sand deposited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Lower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lower course has the following characteristics and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Almost flat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very gentle, so the river flows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Wide, deep channel: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has its greatest volume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Lower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Fine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mainly fine mud and sand in suspension.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slow river drops much of its load, especially during floods and at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lower course has the following landforms: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wide, flat land beside the river, built by layers of alluvium dropped during floods.</a:t>
            </a:r>
            <a:endParaRPr lang="en-US" sz="3600" dirty="0"/>
          </a:p>
        </p:txBody>
      </p:sp>
      <p:pic>
        <p:nvPicPr>
          <p:cNvPr id="5" name="Image 0" descr="/home/claude/f4/img/v2/f4_floodpl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Levees: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raised banks built when the river drops its coarsest load next to the channel during floods.</a:t>
            </a:r>
            <a:endParaRPr lang="en-US" sz="3600" dirty="0"/>
          </a:p>
        </p:txBody>
      </p:sp>
      <p:pic>
        <p:nvPicPr>
          <p:cNvPr id="5" name="Image 0" descr="/home/claude/f4/img/levee_delta.png">    </p:cNvPr>
          <p:cNvPicPr>
            <a:picLocks noChangeAspect="1"/>
          </p:cNvPicPr>
          <p:nvPr/>
        </p:nvPicPr>
        <p:blipFill>
          <a:blip r:embed="rId1"/>
          <a:stretch>
            <a:fillRect/>
          </a:stretch>
        </p:blipFill>
        <p:spPr>
          <a:xfrm>
            <a:off x="5349240" y="2424299"/>
            <a:ext cx="6659575" cy="298780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levees, floodplain and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Ox-bow lake: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an old meander cut off from the river when a flood cuts through its neck.</a:t>
            </a:r>
            <a:endParaRPr lang="en-US" sz="3600" dirty="0"/>
          </a:p>
        </p:txBody>
      </p:sp>
      <p:pic>
        <p:nvPicPr>
          <p:cNvPr id="5" name="Image 0" descr="/home/claude/f4/img/v2/oxbow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formation of an ox-bow lake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Delta: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flat, fan-shaped land built by a river at its mouth, like the deltas of the Nile and the Niger.</a:t>
            </a:r>
            <a:endParaRPr lang="en-US" sz="3600" dirty="0"/>
          </a:p>
        </p:txBody>
      </p:sp>
      <p:pic>
        <p:nvPicPr>
          <p:cNvPr id="5" name="Image 0" descr="/home/claude/f4/img/v2/f4_delt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Braided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sandbanks split the river into many small channels, as on the Benue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the river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Delta (or the Niger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land covered by floods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old meander cut off is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made by a river at its mouth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Man and Floodplain Interactions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levée / le bourrelet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Ox-bow 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bras mort / lac en croissant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L'alluvion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Braided 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 en tresses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 / 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The Lower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lower course. Explain the formation of floodplains, levees, ox-bow lakes, deltas and braided channels. Give examples of these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made by river deposition and to explain why they are good for farming but exposed to floods.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and Processes of the Lower Course; Landforms of the Lower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uses of floodplains.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land along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Niger Delta in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2026-09-29T03:12:22Z</dcterms:created>
  <dcterms:modified xsi:type="dcterms:W3CDTF">2026-09-29T03:12:22Z</dcterms:modified>
</cp:coreProperties>
</file>