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Look at a map of the Niger Delta or the Nile Delta in your atlas. Draw its shape and name the sea it reaches.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delta is shaped like a triangle or a fan of land with many channels. The Niger Delta reaches the Gulf of Guinea (Atlantic Ocean); the Nile Delta reaches the Mediterranean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and the water splits into small channels. In the rainy season, the river covers the flat land around it. He asks: "Where does all this sand come from, and what does the river build near its mouth?"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 comes from and what landforms the river builds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see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Sandbanks and small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floods the flat land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during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formation of an ox-bow lake.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 as 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where it enters the sea. What landform does it build?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Lower course and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Lower Course. The lower course has the following characteristics and processes. On this slide we have Almost flat land and Wide, deep channel.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Lower Course. On this slide we have Fine load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Copy the point on Floodplain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Levees on the left, then draw the diagram on the right: levees, floodplain and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 on the left, then draw the diagram on the right: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people who live or farm near the Benue: what are the advantages of the river, and what problems do the floods cause?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 is shaped like a triangle or a fan of land with many channels. The Niger Delta reaches the Gulf of Guinea (Atlantic Ocean); the Nile Delta reaches the Mediterranean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and the water splits into small channels. In the rainy season, the river covers the flat land around it. He asks: "Where does all this sand come from, and what does the river build 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 comes from and what landforms the river builds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see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Sandbanks and small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floods the flat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during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 as a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where it enters the sea. What landform does it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mouth, where 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the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fine, fertile mud and sand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Almost 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very gentle, so the river flows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 deep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has its greatest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mainly fine mud and sand in suspension.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river drops much of its load, especially during floods and at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wide, flat land beside the river, built by layers of alluvium dropped during floods.</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raised banks built when the river drops its coarsest load next to the channel during floods.</a:t>
            </a:r>
            <a:endParaRPr lang="en-US" sz="3600" dirty="0"/>
          </a:p>
        </p:txBody>
      </p:sp>
      <p:pic>
        <p:nvPicPr>
          <p:cNvPr id="5" name="Image 0" descr="/home/claude/f4/img/levee_delta.png">    </p:cNvPr>
          <p:cNvPicPr>
            <a:picLocks noChangeAspect="1"/>
          </p:cNvPicPr>
          <p:nvPr/>
        </p:nvPicPr>
        <p:blipFill>
          <a:blip r:embed="rId1"/>
          <a:stretch>
            <a:fillRect/>
          </a:stretch>
        </p:blipFill>
        <p:spPr>
          <a:xfrm>
            <a:off x="5349240" y="2424299"/>
            <a:ext cx="6659575" cy="298780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levees, floodplain and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old meander cut off from the river when a flood cuts through its neck.</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flat, fan-shaped land built by a river at its mouth, like the deltas of the Nile and the Niger.</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small channels, as on the Benue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people who live or farm near the Benue: what are the advantages of the river, and what problems do the floods cause?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Niger Delta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2026-09-28T17:19:52Z</dcterms:created>
  <dcterms:modified xsi:type="dcterms:W3CDTF">2026-09-28T17:19:52Z</dcterms:modified>
</cp:coreProperties>
</file>