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The key notions we shall use today are: volcanicity, magma, lava, vent, crater. At the end, you should be able to do this: learners are able to draw and label a volcano, and to recognise volcanic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Plate Tectonics. The question was: Name one active volcano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volcano and explain its origin. Number 2: classify the types of volcanoes. Number 3: describe the processes and the general structure of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at their margins. Magma rises at constructive margins and at subduction zones.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Mount Cameroon, near Buea, is a high mountain and an active volcano: in 1999 and 2000, lava flowed down its sides. Yet the dark soils around it are very fertile, and many people live there. Pupils from Buea ask: "What exactly is a volcano, and how is it built?"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pupils do not know what a volcano is or how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came out of Mount Cameroon in 2000?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Mount Cameroon active, dormant or extinct?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Active: it has erupted recently.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volcanoes of Cameroon and respect safety rules near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volcanoes and their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volcano erupts.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comes out of a volcano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gases and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volcanoes by shape.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volcano has gentle slopes made of runny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shield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magma stored under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magma chamber.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Through which part does it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the vent (pipe).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Volcanicity, Magma and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 of Volcanoes. Volcanoes are found in the following places. On this slide we have Constructive plate margins and Destructive plate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 of Volcanoes. On this slide we have Hot spots.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weakness on the left, then draw the diagram on the right: volcanoes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Activity. Volcanoes are classified according to their activity as follows. Copy the point on Active volcano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Activity. On this slide we have Dormant volcano and Extinct volcano.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Shape. Volcanoes are classified according to their shape as follows. Copy the point on Shield volcano on the left, then draw the diagram on the right: types of volcanoes by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Shape. On this slide we have Composite cone and Ash and cinder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Volcanicity. Magma moves by two processes. Copy the point on Intrusion on the left, then draw the diagram on the right: intrusive and extrusive features.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Volcanicity. On this slide we have Extrusion.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Structure of a Volcano. A volcano has the following parts. Copy the point on Magma chamber on the left, then draw the diagram on the right: the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Vent (pipe) and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Secondary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volcano?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opening in the crust where magma comes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Is Mount Cameroon active, dormant or extinct?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active: it erupted in 1999 and 2000.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lava; number 2, vent;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danger and one advantage of volcanoes.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Impact of Volcanicity on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VOLCANOES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 magma, lava, vent, crater.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origin; types of volcanoes; processes and general structure of a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volcano and explain its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types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processes and the general structure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constructive margins and at subduction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near Buea, is a high mountain and an active volcano: in 1999 and 2000, lava flowed down its sides. Yet the dark soils around it are very fertile, and many people live there. Pupils from Buea ask: "What exactly is a volcano, and how is it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pupils do not know what a volcano is or how it is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out of Mount Cameroon in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has erupted recently.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volcanoes of Cameroon and respect safety rules near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volcanoes and their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volcano erupts.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gases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lcano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volcanoes by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volcano has gentle slopes made of runny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shield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magma stored under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magma chamber.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which part does it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vent (pipe).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opening in the crust through which magma, gases and ash come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processes by which magma rises into the crust or onto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under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magma that comes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found in the following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plates move apart, magma rises through the gap, as in Iceland and the East African Rift.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one plate sinks and melts, magma rises to the surface, as around the Pacific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spots: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hot magma rises from deep in the mantle in the middle of a plate, as in Hawaii.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weakness: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rises along cracks in the crust, as on the Cameroon Volcanic Line.</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According to Activity</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Volcanoes are classified according to their activity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erupts now or has erupted recently, like Mount Cameroon.</a:t>
            </a:r>
            <a:endParaRPr lang="en-US" sz="34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According to Activity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a long time but can erupt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will never erupt again, like Mount Manengouba.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According to Shape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classified according to their shape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gentle slopes built by runny lava, like Mauna Loa in Hawaii.</a:t>
            </a:r>
            <a:endParaRPr lang="en-US" sz="3600" dirty="0"/>
          </a:p>
        </p:txBody>
      </p:sp>
      <p:pic>
        <p:nvPicPr>
          <p:cNvPr id="6" name="Image 0" descr="/home/claude/f4/img/v2/volcano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volcanoes by shape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According to Shape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steep cone built of layers of lava and ash, like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steep cone built of ash and cinders.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Magma moves by two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Intrusion: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cools inside the crust and forms dykes, sills, laccoliths and batholiths.</a:t>
            </a:r>
            <a:endParaRPr lang="en-US" sz="3600" dirty="0"/>
          </a:p>
        </p:txBody>
      </p:sp>
      <p:pic>
        <p:nvPicPr>
          <p:cNvPr id="5" name="Image 0" descr="/home/claude/f4/img/v2/intrusive_extrusiv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intrusive and extrusive features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comes out as lava, ash and gases and builds cones and lava plateaux.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volcano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Magma chamber: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store of molten rock under the volcano.</a:t>
            </a:r>
            <a:endParaRPr lang="en-US" sz="3600" dirty="0"/>
          </a:p>
        </p:txBody>
      </p:sp>
      <p:pic>
        <p:nvPicPr>
          <p:cNvPr id="5" name="Image 0" descr="/home/claude/f4/img/v2/volcano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structure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Vent (pipe):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through which magma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mountain built by layers of lava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round hollow at the top of the vent.</a:t>
            </a:r>
            <a:endParaRPr lang="en-US" sz="3600" dirty="0"/>
          </a:p>
        </p:txBody>
      </p:sp>
      <p:pic>
        <p:nvPicPr>
          <p:cNvPr id="5" name="Image 0" descr="/home/claude/f4/img/v2/f4_cra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cone on the side of the volcano, fed by a side 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opening in the crust where magma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erupted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Magma on the surface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pipe of a volcano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volcano that erupts now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advantage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cheminée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Volcanoes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volcano and explain its origin. Classify the types of volcanoes. Describe the processes and the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Origin of Volcanoes; According to Activity; According to Shape; Processes of Volcanicity;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danger and one advantage of volcanoes.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2000 eruption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shapes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volcano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Global Volcanism Program (Smithsonian): Mount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volcano):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(Crater):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2026-09-28T21:32:36Z</dcterms:created>
  <dcterms:modified xsi:type="dcterms:W3CDTF">2026-09-28T21:32:36Z</dcterms:modified>
</cp:coreProperties>
</file>