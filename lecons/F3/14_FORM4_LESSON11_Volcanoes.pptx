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11: Volcanoes.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Structure of the Earth: Building Processes and Impacts on Man — Volcanoes.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Structure of the Earth: Building Processes and Impacts on Man, and the sub-topic is Volcanoes. The key notions we shall use today are: volcanicity, magma, lava, vent, crater. At the end, you should be able to do this: learners are able to draw and label a volcano, and to recognise volcanic landforms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10: Plate Tectonics. The question was: Ask your parents or read about Mount Cameroon: when did it last erupt, and what did the lava do?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Mount Cameroon last erupted in 2012 (and in 1999 and 2000). In 1999 lava flowed towards the sea near Bakingili and destroyed roads and farms.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 volcano and explain its origin. Number 2: classify the types of volcanoes. Number 3: describe the processes and the general structure of a volcano.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plates move at their margins. Magma rises at constructive margins and at subduction zones. Mount Cameroon is an active volcano.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Mount Cameroon, near Buea, is a high mountain and an active volcano: in 1999 and 2000, lava flowed down its sides. Yet the dark soils around it are very fertile, and many people live there. Pupils from Buea ask: "What exactly is a volcano, and how is it built?"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pupils do not know what a volcano is or how it is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came out of Mount Cameroon in 2000?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Lava.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Is Mount Cameroon active, dormant or extinct?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Active: it has erupted recently.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know the volcanoes of Cameroon and respect safety rules near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volcanoes and their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volcano erupts.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comes out of a volcano during an eruption?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Lava, gases and 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types of volcanoes by shape.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type of volcano has gentle slopes made of runny lava?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shield volcano.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parts of a volcano.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Where is magma stored under a volcano?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magma chamber.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Through which part does it rise?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Through the vent (pipe).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Volcano.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Volcanicity, Magma and Lava.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Origin of Volcanoes. Volcanoes are found in the following places. On this slide we have Constructive plate margins and Destructive plate margins.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Origin of Volcanoes. On this slide we have Hot spots.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Lines of weakness on the left, then draw the diagram on the right: volcanoes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According to Activity. Volcanoes are classified according to their activity as follows. Copy the point on Active volcano on the left, then draw the diagram on the right: mount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According to Activity. On this slide we have Dormant volcano and Extinct volcano.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According to Shape. Volcanoes are classified according to their shape as follows. Copy the point on Shield volcano on the left, then draw the diagram on the right: types of volcanoes by shape.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According to Shape. On this slide we have Composite cone and Ash and cinder cone.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Processes of Volcanicity. Magma moves by two processes. Copy the point on Intrusion on the left, then draw the diagram on the right: intrusive and extrusive features.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Processes of Volcanicity. On this slide we have Extrusion.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General Structure of a Volcano. A volcano has the following parts. Copy the point on Magma chamber on the left, then draw the diagram on the right: the structure of a volcano.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General Structure of a Volcano. On this slide we have Vent (pipe) and Cone.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Crater on the left, then draw the diagram on the right: a crater.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General Structure of a Volcano. On this slide we have Secondary cone.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 volcano?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an opening in the crust where magma comes out.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Is Mount Cameroon active, dormant or extinct?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active: it erupted in 1999 and 2000.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lava; number 2, vent; number 3, 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Imagine a friend wants to farm near Buea, on Mount Cameroon. Write two good reasons to go and two dangers.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12: The Impact of Volcanicity on Man.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11: VOLCANOES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Volcanoes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Structure of the Earth: Building Processes and Impacts on Man — Volcanoes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Volcanoes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11: Volcanoes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Volcanicity, magma, lava, vent, crater.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and origin; types of volcanoes; processes and general structure of a volcano.</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draw and label a volcano, and to recognise volcanic landforms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10: Plate Tectonics):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your parents or read about Mount Cameroon: when did it last erupt, and what did the lava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 Cameroon last erupted in 2012 (and in 1999 and 2000). In 1999 lava flowed towards the sea near Bakingili and destroyed roads and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volcano and explain its origin.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the types of volcanoes.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processes and the general structure of a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plates move at their margins.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Magma rises at constructive margins and at subduction zones.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Mount Cameroon is an active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 Cameroon, near Buea, is a high mountain and an active volcano: in 1999 and 2000, lava flowed down its sides. Yet the dark soils around it are very fertile, and many people live there. Pupils from Buea ask: "What exactly is a volcano, and how is it built?"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pupils do not know what a volcano is or how it is built.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came out of Mount Cameroon in 2000?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Lava.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Mount Cameroon active, dormant or extinct?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Active: it has erupted recently.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Know the volcanoes of Cameroon and respect safety rules near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volcanoes and their parts.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ORIGIN OF VOLCANOES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erup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volcano erupts.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ORIGIN OF VOLCANOES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comes out of a volcano during an eruption?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ORIGIN OF VOLCANOES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Lava, gases and ash.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VOLCANOES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volcano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volcanoes by shape.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VOLCANOES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type of volcano has gentle slopes made of runny lava?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VOLCANOES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shield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GENERAL STRUCTURE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volcano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parts of a volcano.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GENERAL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magma stored under a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GENERAL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magma chamber.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GENERAL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Through which part does it rise?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GENERAL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Through the vent (pipe).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Structure of the Earth: Building Processes and Impacts on Man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Volcanoes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Volcanoes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Volcano: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opening in the crust through which magma, gases and ash come out onto the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Volcanicity: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all the processes by which magma rises into the crust or onto the surface.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Magma: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molten rock under the ground.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Lava: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magma that comes out onto the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Origin of Volcanoes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Volcanoes are found in the following places: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Constructive plate margins: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plates move apart, magma rises through the gap, as in Iceland and the East African Rift.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Destructive plate margins: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one plate sinks and melts, magma rises to the surface, as around the Pacific Ocean.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Origin of Volcanoes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Hot spots: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some places, hot magma rises from deep in the mantle in the middle of a plate, as in Hawaii.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Origin of Volcanoes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Lines of weakness: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Magma rises along cracks in the crust, as on the Cameroon Volcanic Line.</a:t>
            </a:r>
            <a:endParaRPr lang="en-US" sz="3600" dirty="0"/>
          </a:p>
        </p:txBody>
      </p:sp>
      <p:pic>
        <p:nvPicPr>
          <p:cNvPr id="5" name="Image 0" descr="/home/claude/f4/img/cameroon_volcanic_line.png">    </p:cNvPr>
          <p:cNvPicPr>
            <a:picLocks noChangeAspect="1"/>
          </p:cNvPicPr>
          <p:nvPr/>
        </p:nvPicPr>
        <p:blipFill>
          <a:blip r:embed="rId1"/>
          <a:stretch>
            <a:fillRect/>
          </a:stretch>
        </p:blipFill>
        <p:spPr>
          <a:xfrm>
            <a:off x="6021727" y="1783080"/>
            <a:ext cx="5314602" cy="427024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volcanoes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Volcanoes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According to Activity</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Volcanoes are classified according to their activity as follows: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Active volcano: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It erupts now or has erupted recently, like Mount Cameroon.</a:t>
            </a:r>
            <a:endParaRPr lang="en-US" sz="3400" dirty="0"/>
          </a:p>
        </p:txBody>
      </p:sp>
      <p:pic>
        <p:nvPicPr>
          <p:cNvPr id="6" name="Image 0" descr="/home/claude/f4/img/v2/lsa_mtcameroon.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Mount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Volcanoes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According to Activity</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Dormant volcano: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not erupted for a long time but can erupt again.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Extinct volcano: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will never erupt again, like Mount Manengouba.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Volcanoes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According to Shape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Volcanoes are classified according to their shape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Shield volcano: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has gentle slopes built by runny lava, like Mauna Loa in Hawaii.</a:t>
            </a:r>
            <a:endParaRPr lang="en-US" sz="3600" dirty="0"/>
          </a:p>
        </p:txBody>
      </p:sp>
      <p:pic>
        <p:nvPicPr>
          <p:cNvPr id="6" name="Image 0" descr="/home/claude/f4/img/v2/volcano_types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types of volcanoes by shape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Volcanoes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According to Shape</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Composite cone: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high, steep cone built of layers of lava and ash, like Mount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Ash and cinder cone: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small, steep cone built of ash and cinders.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Processes of Volcanicity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Magma moves by two processes: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Intrusion: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Magma cools inside the crust and forms dykes, sills, laccoliths and batholiths.</a:t>
            </a:r>
            <a:endParaRPr lang="en-US" sz="3600" dirty="0"/>
          </a:p>
        </p:txBody>
      </p:sp>
      <p:pic>
        <p:nvPicPr>
          <p:cNvPr id="5" name="Image 0" descr="/home/claude/f4/img/v2/intrusive_extrusiv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intrusive and extrusive features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Processes of Volcanicity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Extrusion: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Magma comes out as lava, ash and gases and builds cones and lava plateaux.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General Structure of a Volcano</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A volcano has the following parts: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Magma chamber: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store of molten rock under the volcano.</a:t>
            </a:r>
            <a:endParaRPr lang="en-US" sz="3600" dirty="0"/>
          </a:p>
        </p:txBody>
      </p:sp>
      <p:pic>
        <p:nvPicPr>
          <p:cNvPr id="5" name="Image 0" descr="/home/claude/f4/img/v2/volcano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structure of a volcano</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General Structure of a Volcano</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Vent (pipe):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channel through which magma rises.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mountain built by layers of lava and ash.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General Structure of a Volcano</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Crater: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round hollow at the top of the vent.</a:t>
            </a:r>
            <a:endParaRPr lang="en-US" sz="3600" dirty="0"/>
          </a:p>
        </p:txBody>
      </p:sp>
      <p:pic>
        <p:nvPicPr>
          <p:cNvPr id="5" name="Image 0" descr="/home/claude/f4/img/v2/f4_crate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crater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General Structure of a Volcano</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Secondary cone: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small cone on the side of the volcano, fed by a side vent.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opening in the crust where magma comes out.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Mount Cameroon active, dormant or extinct?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Active: it erupted in 1999 and 2000.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Magma on the surface is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pipe of a volcano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volcano that erupts now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Imagine a friend wants to farm near Buea, on Mount Cameroon. Write two good reasons to go and two dangers.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The Impact of Volcanicity on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Volcano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volcan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Magma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magma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Lava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Crater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cratère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cheminée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Eruption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L'éruption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Dyke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dyke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Active volcano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volcan actif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11: Volcanoes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volcano and explain its origin. Classify the types of volcanoes. Describe the processes and the general structure of a volcano.</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draw and label a volcano, and to recognise volcanic landforms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Origin of Volcanoes; According to Activity; According to Shape; Processes of Volcanicity; General Structure of a Volcano.</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Imagine a friend wants to farm near Buea, on Mount Cameroon. Write two good reasons to go and two dangers.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2000 eruption of Mount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three shapes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simple volcano on the board.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Structure of the Earth: Building Processes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Global Volcanism Program (Smithsonian): Mount Cameroon.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“Happy Anniversary Hawaii” by U.S. Geological Survey, CC0 1.0, via Flickr (https://www.flickr.com/photos/27784370@N05/14802198589)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(Active volcano): “Mount Cameroon” by John &amp; Mel Kots, CC BY-NC-ND 2.0, via Flickr (https://www.flickr.com/photos/26745817@N00/2347261849)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(Crater): “Taal Lake and Volcano, Tagaytay, Philippines” by Ray in Manila, CC BY 2.0, via Flickr (https://www.flickr.com/photos/21186555@N07/28260012661)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2026-09-28T17:19:50Z</dcterms:created>
  <dcterms:modified xsi:type="dcterms:W3CDTF">2026-09-28T17:19:50Z</dcterms:modified>
</cp:coreProperties>
</file>