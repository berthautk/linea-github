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The key notions we shall use today are: volcanicity, magma, lava, vent, crater. At the end, you should be able to do this: learners are able to draw and label a volcano, and to recognise volcanic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Plate Tectonics. The question was: Name one active volcano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volcano and explain its origin. Number 2: classify the types of volcanoes. Number 3: describe the processes and the general structure of a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at their margins. Magma rises at constructive margins and at subduction zones.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Mount Cameroon, near Buea, is a high mountain and an active volcano: in 1999 and 2000, lava flowed down its sides. Yet the dark soils around it are very fertile, and many people live there. Pupils from Buea ask: "What exactly is a volcano, and how is it built?"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pupils do not know what a volcano is or how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came out of Mount Cameroon in 2000?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Mount Cameroon active, dormant or extinct?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Active: it has erupted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volcanoes of Cameroon and respect safety rules near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volcanoes and their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volcano erupts.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comes out of a volcano during an eruption?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gases and 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volcanoes by shape.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type of volcano has gentle slopes made of runny lava?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shield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parts of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is magma stored under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magma chamber.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Through which part does it rise?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Through the vent (pipe).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Volcano.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Volcanicity, Magma and Lava.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Origin of Volcanoes. Volcanoes are found in the following places. On this slide we have Constructive plate margins and Destructive plate margins.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Origin of Volcanoes. On this slide we have Hot spots.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Lines of weakness on the left, then draw the diagram on the right: volcanoes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According to Activity. Volcanoes are classified according to their activity as follows. Copy the point on Active volcano on the left, then draw the diagram on the right: mount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According to Activity. On this slide we have Dormant volcano and Extinct volcano.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According to Shape. Volcanoes are classified according to their shape as follows. Copy the point on Shield volcano on the left, then draw the diagram on the right: types of volcanoes by shape.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According to Shape. On this slide we have Composite cone and Ash and cinder cone.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of Volcanicity. Magma moves by two processes. Copy the point on Intrusion on the left, then draw the diagram on the right: intrusive and extrusive features.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of Volcanicity. On this slide we have Extrusion.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Structure of a Volcano. A volcano has the following parts. Copy the point on Magma chamber on the left, then draw the diagram on the right: the structure of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Structure of a Volcano. On this slide we have Vent (pipe) and Cone.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Crater on the left, then draw the diagram on the right: a crater.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Structure of a Volcano. On this slide we have Secondary cone.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volcano?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opening in the crust where magma comes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Is Mount Cameroon active, dormant or extinct?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active: it erupted in 1999 and 2000.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lava; number 2, vent; number 3,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one danger and one advantage of volcanoes.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The Impact of Volcanicity on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VOLCANOES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Volcanoes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Volcanoes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 magma, lava, vent, crater.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origin; types of volcanoes; processes and general structure of a volcano.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Plate Tectonics):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active volcano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volcano and explain its origin.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the types of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processes and the general structure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rises at constructive margins and at subduction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near Buea, is a high mountain and an active volcano: in 1999 and 2000, lava flowed down its sides. Yet the dark soils around it are very fertile, and many people live there. Pupils from Buea ask: "What exactly is a volcano, and how is it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pupils do not know what a volcano is or how it is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out of Mount Cameroon in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Mount Cameroon active, dormant or extinct?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Active: it has erupted recently.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volcanoes of Cameroon and respect safety rules near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volcanoes and their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ORIGIN OF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volcano erupts.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ORIGIN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comes out of a volcano during an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ORIGIN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gases and 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olcano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volcanoes by shape.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of volcano has gentle slopes made of runny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shield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GENERAL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GENERAL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magma stored under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GENERAL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magma chamber.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GENERAL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which part does it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GENERAL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the vent (pipe).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Volcanoes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opening in the crust through which magma, gases and ash come out onto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processes by which magma rises into the crust or onto the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Magma: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molten rock under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magma that comes out onto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Origin of Volcanoes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found in the following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Constructive plate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plates move apart, magma rises through the gap, as in Iceland and the East African Rift.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Destructive plate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one plate sinks and melts, magma rises to the surface, as around the Pacific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Origin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spots: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some places, hot magma rises from deep in the mantle in the middle of a plate, as in Hawaii.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Origin of Volcanoes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Lines of weakness: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Magma rises along cracks in the crust, as on the Cameroon Volcanic Line.</a:t>
            </a:r>
            <a:endParaRPr lang="en-US" sz="3600" dirty="0"/>
          </a:p>
        </p:txBody>
      </p:sp>
      <p:pic>
        <p:nvPicPr>
          <p:cNvPr id="5" name="Image 0" descr="/home/claude/f4/img/cameroon_volcanic_line.png">    </p:cNvPr>
          <p:cNvPicPr>
            <a:picLocks noChangeAspect="1"/>
          </p:cNvPicPr>
          <p:nvPr/>
        </p:nvPicPr>
        <p:blipFill>
          <a:blip r:embed="rId1"/>
          <a:stretch>
            <a:fillRect/>
          </a:stretch>
        </p:blipFill>
        <p:spPr>
          <a:xfrm>
            <a:off x="6021727" y="1783080"/>
            <a:ext cx="5314602" cy="427024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volcanoes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According to Activity</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Volcanoes are classified according to their activity as follows: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Active volcano: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It erupts now or has erupted recently, like Mount Cameroon.</a:t>
            </a:r>
            <a:endParaRPr lang="en-US" sz="3400" dirty="0"/>
          </a:p>
        </p:txBody>
      </p:sp>
      <p:pic>
        <p:nvPicPr>
          <p:cNvPr id="6" name="Image 0" descr="/home/claude/f4/img/v2/lsa_mtcameroo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According to Activity</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Dormant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not erupted for a long time but can erupt again.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Extinct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will never erupt again, like Mount Manengouba.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According to Shape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Volcanoes are classified according to their shape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Shield volcano: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has gentle slopes built by runny lava, like Mauna Loa in Hawaii.</a:t>
            </a:r>
            <a:endParaRPr lang="en-US" sz="3600" dirty="0"/>
          </a:p>
        </p:txBody>
      </p:sp>
      <p:pic>
        <p:nvPicPr>
          <p:cNvPr id="6" name="Image 0" descr="/home/claude/f4/img/v2/volcano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volcanoes by shape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According to Shape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Composite cone: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 steep cone built of layers of lava and ash, like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Ash and cinder cone: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steep cone built of ash and cinders.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Processes of Volcanicity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Magma moves by two processes: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Intrusion: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Magma cools inside the crust and forms dykes, sills, laccoliths and batholiths.</a:t>
            </a:r>
            <a:endParaRPr lang="en-US" sz="3600" dirty="0"/>
          </a:p>
        </p:txBody>
      </p:sp>
      <p:pic>
        <p:nvPicPr>
          <p:cNvPr id="5" name="Image 0" descr="/home/claude/f4/img/v2/intrusive_extrusiv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intrusive and extrusive features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Processes of Volcanicity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Extrusion: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comes out as lava, ash and gases and builds cones and lava plateaux.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General Structure of a Volcano</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 volcano has the following parts: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Magma chamber: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store of molten rock under the volcano.</a:t>
            </a:r>
            <a:endParaRPr lang="en-US" sz="3600" dirty="0"/>
          </a:p>
        </p:txBody>
      </p:sp>
      <p:pic>
        <p:nvPicPr>
          <p:cNvPr id="5" name="Image 0" descr="/home/claude/f4/img/v2/volcano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structure of a volcano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General Structure of a Volcano</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Vent (pipe):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channel through which magma rises.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mountain built by layers of lava and 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General Structure of a Volcano</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Crater: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round hollow at the top of the vent.</a:t>
            </a:r>
            <a:endParaRPr lang="en-US" sz="3600" dirty="0"/>
          </a:p>
        </p:txBody>
      </p:sp>
      <p:pic>
        <p:nvPicPr>
          <p:cNvPr id="5" name="Image 0" descr="/home/claude/f4/img/v2/f4_crat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crater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General Structure of a Volcano</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cone: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cone on the side of the volcano, fed by a side vent.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opening in the crust where magma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Mount Cameroon active, dormant or extinct?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Active: it erupted in 1999 and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Magma on the surface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pipe of a volcano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volcano that erupts now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and one advantage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cratère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cheminée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Active 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 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Volcanoes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volcano and explain its origin. Classify the types of volcanoes. Describe the processes and the general structure of a volcano.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Origin of Volcanoes; According to Activity; According to Shape; Processes of Volcanicity; General Structure of a Volcano.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one danger and one advantage of volcanoes.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2000 eruption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shapes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simple volcano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Global Volcanism Program (Smithsonian): Mount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(Active volcano):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(Crater): “Taal Lake and Volcano, Tagaytay, Philippines” by Ray in Manila, CC BY 2.0, via Flickr (https://www.flickr.com/photos/21186555@N07/28260012661)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2026-09-29T03:12:19Z</dcterms:created>
  <dcterms:modified xsi:type="dcterms:W3CDTF">2026-09-29T03:12:19Z</dcterms:modified>
</cp:coreProperties>
</file>