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The key notions we shall use today are: volcanicity, magma, lava, vent, crater. At the end, you should be able to do this: learners are able to draw and label a volcano, and to recognise volcanic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Plate Tectonics. The question was: Ask your parents or read about Mount Cameroon: when did it last erupt, and what did the lava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last erupted in 2012 (and in 1999 and 2000). In 1999 lava flowed towards the sea near Bakingili and destroyed roads and farms.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volcano and explain its origin. Number 2: classify the types of volcanoes. Number 3: describe the processes and the general structure of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at their margins. Magma rises at constructive margins and at subduction zones.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Mount Cameroon, near Buea, is a very high mountain and an active volcano. In 1999 and 2000, lava flowed down its sides. The soils around it are dark and very fertile.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live near an active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still live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volcanic soils are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volcanoes of Cameroon and respect safety rules near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volcanoes and their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volcano erupts.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volcano, and where does its magma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an opening in the crust where magma, gases and ash come out; magma rises from the hot mantle at plate margins and hot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volcanoes by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types of volcanoes by shape and three by activity.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shape: shield, composite and ash cone. By activity: active, dormant and extinct.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parts of a volcano from the bottom to the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chamber, vent (pipe), cone and crater.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and Origin. Volcanoes are defined and explained as follows. On this slide we have Volcano and Volcanicity.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Origin. On this slide we have Origin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Volcanoes. Volcanoes are classified as follows. On this slide we have Active volcano and Dormant volcano.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Volcanoes. On this slide we have Extinct volcano and By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volcanoes by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Volcanicity. Magma moves in two ways. On this slide we have Intrusion and Extrusion.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intrusive and extrusive features.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Structure of a Volcano. A volcano has the following parts. On this slide we have Magma chamber and Vent.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Cone and crater.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volcano?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opening in the crust where magma comes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Is Mount Cameroon active, dormant or extinct?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active: it erupted in 1999 and 2000.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vent;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Imagine a friend wants to farm near Buea, on Mount Cameroon. Write two good reasons to go and two dangers.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Impact of Volcanicity on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VOLCANOES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magma, lava, vent, crater.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origin; types of volcanoes; processes and general structure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last erupted in 2012 (and in 1999 and 2000). In 1999 lava flowed towards the sea near Bakingili and destroyed roads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volcano and explain its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types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processes and the general structure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constructive margins and at subduction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near Buea, is a very high mountain and an active volcano. In 1999 and 2000, lava flowed down its sides. The soils around it are dark and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live near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still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volcanic soils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volcanoes of Cameroon and respect safety rules near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volcanoes and their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ORIGIN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erupts.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 and where does its magma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where magma, gases and ash come out; magma rises from the hot mantle at plate margins and hot spots.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volcanoes by shape and three by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shape: shield, composite and ash cone. By activity: active, dormant and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PROCESSES AND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PROCESSES AND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parts of a volcano from the bottom to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PROCESSES AND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chamber, vent (pipe), cone and crater.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Origin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defined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through which magma, gases and ash come out.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processes by which magma rises into the crust or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Origin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form at plate margins and hot spots where magma rises from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Manengouba and Oku lie on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erupts now or has erupted recently, like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a long time but can erupt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not erupt again, like Mount Manengouba.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are shield volcanoes, composite cones or ash and cinder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Magma moves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cools inside the crust and forms dykes, sills, laccoliths and batholiths.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comes out as lava, ash and gas and builds cones and lava plateaux.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pic>
        <p:nvPicPr>
          <p:cNvPr id="4" name="Image 0" descr="/home/claude/f4/img/v2/intrusive_extrusiv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intrusive and extrusive features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volcano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chamber: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store of molten rock under the volcano.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pipe through which magma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and crater: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cone is built of lava and ash, and the crater is the hollow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opening in the crust where magma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pipe of a volcano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volcano that erupts now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cheminée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volcano and explain its origin. Classify the types of volcanoes. Describe the processes and the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and Origin; Types of Volcanoes; Processes of Volcanicity;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Imagine a friend wants to farm near Buea, on Mount Cameroon. Write two good reasons to go and two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2000 eruption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volcano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Global Volcanism Program (Smithsonian): Mount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2026-09-27T16:07:15Z</dcterms:created>
  <dcterms:modified xsi:type="dcterms:W3CDTF">2026-09-27T16:07:15Z</dcterms:modified>
</cp:coreProperties>
</file>