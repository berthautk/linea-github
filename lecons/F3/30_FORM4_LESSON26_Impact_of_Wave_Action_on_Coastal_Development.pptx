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 of Wave Action on Human Development along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resource, hazard, coastal management. At the end, you should be able to do this: learners are able to explain why coasts are important for Cameroon, and to suggest simple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Main Depositional Features of Wave Action. The question was: List five goods sold in the market of Garoua that come from abroad. Ask a trader through which port they entered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rice, frozen fish, second-hand clothes, cars, phones and cement clinker. Traders say they entered through the port of Douala (some through Kribi).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coasts. Number 2: describe the main coastal hazards. Number 3: explain coastal management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Longshore drift moves sand along the coast. Beaches, spits and bars are built by wave deposition. Destructive waves erode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Idrissa sees phones, cloth and rice from abroad. Most of them came by ship to the ports of Douala or Kribi, then by road to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Idrissa wants to know how goods from abroad reach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 ships arrive?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ports of Douala and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coast important for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Goods arrive at the coast and then go north by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keep beaches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importance and the dangers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port with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ports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Ships bring and take goods: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old sea defences broken by the waves (England).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waves doing to this coast?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waves wear away the beach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low walls built across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low walls protect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stop the sand from moving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Coasts. Coasts provide the following resources. On this slide we have Ports and Fishing.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On this slide we have Tourism and Oil and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Hazards. People on the coast face the following hazards. On this slide we have Coastal erosion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Sea-level rise.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Management Strategies. Coasts are protected with the following strategies. On this slide we have Sea walls and Groynes.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Mangroves.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defences.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ports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protect the coast.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sea walls and groynes (also mangroves).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 number 2, groyne;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the Sahara, the Sahel and the Kalahari. Write in which part of Africa each one is located.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Semi-Arid and Desert Landscapes.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26: IMPACT OF WAVE ACTION ON HUMAN DEVELOPMENT ALONG COASTAL AREAS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Wave Action on Human Development along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coastal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coasts (resources); coastal hazards; coastal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Main Depositional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goods sold in the market of Garoua that come from abroad. Ask a trader through which port they entered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rice, frozen fish, second-hand clothes, cars, phones and cement clinker. Traders say they entered through the port of Douala (some through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coasts.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coastal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coastal management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Longshore drift moves sand along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Beaches, spits and bars are built by wave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Idrissa sees phones, cloth and rice from abroad. Most of them came by ship to the ports of Douala or Kribi, then by road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wants to know how goods from abroad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ships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ports of 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 important for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arrive at the coast and then go north by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keep beaches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importance and the dangers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 with 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ports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bring and take goods: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sea defences broken by the waves (England).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waves doing to this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waves wear away the beach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royn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walls built across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low walls protect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the sand from moving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Coasts provide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such as Douala and Kribi handle the trade of Cameroon and its neighbours.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waters provide fish and shrimps.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beaches of Kribi and Limbe attract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extracted under the sea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on the coast face the following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destroy beaches, roads and houses.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covers low-lying land during storms and high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sea levels threaten low coastal towns such as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Coasts are protected with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walls: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strong walls that stop waves from reaching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Groynes: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walls built across a beach to trap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trees protect the coast by reducing the force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pic>
        <p:nvPicPr>
          <p:cNvPr id="4" name="Image 0" descr="/home/claude/f4/img/v2/coastal_def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defences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protect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walls and groynes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ships load goods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low wall across a beach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away of the coast is coastal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the Sahel and the Kalahari. Write in which part of Africa each one is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côtière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 / le mur de protection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Groyne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Sea-level 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L'élévation du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coasts. Describe the main coastal hazards. Explain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Importance of Coasts; Coastal Hazards;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the Sahara, the Sahel and the Kalahari. Write in which part of Africa each one is located.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what products come from the port of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near the sea that are damaged by waves.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beach with walls across 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“Wooden groynes” by aevarg, CC BY 2.0, via Flickr (https://www.flickr.com/photos/25999920@N00/17139000460)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2026-09-27T13:44:42Z</dcterms:created>
  <dcterms:modified xsi:type="dcterms:W3CDTF">2026-09-27T13:44:42Z</dcterms:modified>
</cp:coreProperties>
</file>