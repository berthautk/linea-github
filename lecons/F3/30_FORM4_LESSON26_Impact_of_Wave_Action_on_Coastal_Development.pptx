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26: Impact of Wave Action on Human Development along Coastal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resource, hazard, coastal management. At the end, you should be able to do this: learners are able to explain why coasts are important for Cameroon, and to suggest simple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25: Main Depositional Features of Wave Action. The question was: Name the two main sea ports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Kribi.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coasts. Number 2: describe the main coastal hazards. Number 3: explain coastal management strategies.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Longshore drift moves sand along the coast. Beaches, spits and bars are built by wave deposition. Destructive waves erode the coast.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market of Garoua, Idrissa sees phones, cloth and rice that came by ship to Douala or Kribi. His uncle in Douala says that the sea brings trade and fish, but that strong waves also destroy beaches and houses. Idrissa asks: "Is the coast a blessing or a danger, and how can it be protected?"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Idrissa does not know whether the coast is more useful or more dangerous, and how it can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did the goods reach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ship, through the ports of Douala or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danger of the sea.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Strong waves destroy beaches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mangroves and keep beaches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importance and the dangers of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container ship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ports important for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Ships bring in and take out goods: they carry most of the country's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such waves do to houses built near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erode the beach and can destroy the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low walls across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these low walls protect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sand and stop longshore drift from carrying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Resource and Coastal hazard.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Coastal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Coasts (Resources). Coasts provide the following resources. Copy the point on Ports and trade on the left, then draw the diagram on the right: a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Tourism on the left, then draw the diagram on the right: the coast at Limbe.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Coasts (Resources). On this slide we have Oil and gas and Industry and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Hazards. People on the coast face the following hazards. Copy the point on Coastal erosion on the left, then draw the diagram on the right: high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Floods, Salt-water incursion and Sea-level rise.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Hazards. On this slide we have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Management Strategies. Coasts are protected with the following strategies. Copy the point on Sea walls on the left, then draw the diagram on the right: a sea wall and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Groynes on the left, then draw the diagram on the right: groynes.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Rock armour and sandbanks.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Mangroves and trees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Management Strategies. On this slide we have Regulations.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ports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protect the coast.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sea walls and groynes (also mangroves).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port; number 2, groyne; number 3,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largest hot desert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27: Semi-Arid and Desert Landscapes.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26: IMPACT OF WAVE ACTION ON HUMAN DEVELOPMENT ALONG COASTAL AREAS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Impact of Wave Action on Human Development along Coastal Areas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hazard, coastal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coasts (resources); coastal hazards; coastal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25: Main Depositional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sea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coasts.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coastal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coastal management strategies.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Longshore drift moves sand along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Beaches, spits and bars are built by wave deposition.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Destructive waves erode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market of Garoua, Idrissa sees phones, cloth and rice that came by ship to Douala or Kribi.</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uncle in Douala says that the sea brings trade and fish, but that strong waves also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asks: "Is the coast a blessing or a danger, and how can it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Idrissa does not know whether the coast is more useful or more dangerous, and how it can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the goods reach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ship, through the ports of Douala or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waves destroy beaches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mangroves and keep beaches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importance and the dangers of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ports important for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COASTS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bring in and take out goods: they carry most of the country's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such waves do to houses built near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COASTAL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erode the beach and can destroy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royn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Low walls across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low walls protect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sand and stop longshore drift from carrying it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danger that threatens people and property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measures used to protect the coast and use it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provide the following resources: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Ports and trade: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Ports such as Douala and Kribi handle the trade of Cameroon, Chad and the Central African Republic.</a:t>
            </a:r>
            <a:endParaRPr lang="en-US" sz="3600" dirty="0"/>
          </a:p>
        </p:txBody>
      </p:sp>
      <p:pic>
        <p:nvPicPr>
          <p:cNvPr id="5" name="Image 0" descr="/home/claude/f4/img/v2/f4_por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Coastal waters and mangroves provide fish, shrimps and crabs.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beaches of Kribi and Limbe attract tourists.</a:t>
            </a:r>
            <a:endParaRPr lang="en-US" sz="3600" dirty="0"/>
          </a:p>
        </p:txBody>
      </p:sp>
      <p:pic>
        <p:nvPicPr>
          <p:cNvPr id="5" name="Image 0" descr="/home/claude/f4/img/v2/usa_limb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coast at Limbe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Coasts (Resources)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and gas are extracted under the sea near Limbe and Kribi.</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coastal land attracts towns, factories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on the coast face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Coastal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Destructive waves wear away beaches and destroy roads and houses.</a:t>
            </a:r>
            <a:endParaRPr lang="en-US" sz="36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waves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covers low-lying land during storms and high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Salt-water incursion: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water enters wells and rivers and makes the water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Sea-level rise: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sea levels threaten low coastal towns such as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Hazards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spills and rubbish pollute beaches and kill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Coasts are protected with the following strategies: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Sea walls: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strong walls that stop waves from reaching the land.</a:t>
            </a:r>
            <a:endParaRPr lang="en-US" sz="3600" dirty="0"/>
          </a:p>
        </p:txBody>
      </p:sp>
      <p:pic>
        <p:nvPicPr>
          <p:cNvPr id="5" name="Image 0" descr="/home/claude/f4/img/v2/coastal_defen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sea wall and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Groynes: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low walls built across a beach to trap the sand moved by longshore drift.</a:t>
            </a:r>
            <a:endParaRPr lang="en-US" sz="3600" dirty="0"/>
          </a:p>
        </p:txBody>
      </p:sp>
      <p:pic>
        <p:nvPicPr>
          <p:cNvPr id="5" name="Image 0" descr="/home/claude/f4/img/v2/f4_groyn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groynes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armour and sandbanks: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rocks and banks of sand are placed in front of the coast to break the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Mangroves and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Mangroves and trees reduce the force of waves and hold the soil.</a:t>
            </a:r>
            <a:endParaRPr lang="en-US" sz="3600" dirty="0"/>
          </a:p>
        </p:txBody>
      </p:sp>
      <p:pic>
        <p:nvPicPr>
          <p:cNvPr id="5"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Coastal Management Strategies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must be built far from the shore, and sand must not be removed from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protect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Sea walls and groynes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where ships load goods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low wall across a beach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wearing away of the coast is coastal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largest hot desert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27: Semi-Arid and Desert Landscapes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Coastal erosion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L'érosion côtière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digue / le mur de protection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Groyne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Sea-level rise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L'élévation du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26: Impact of Wave Action on Human Development along Coastal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coasts. Describe the main coastal hazards. Explain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coasts are important for Cameroon, and to suggest simple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Coasts (Resources); Coastal Hazards; Coastal Management Strategies.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largest hot desert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goods that come through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coastal erosion at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beach with groynes.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“Wooden groynes” by aevarg, CC BY 2.0, via Flickr (https://www.flickr.com/photos/25999920@N00/17139000460)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(Tourism): “Sunset in Limbe” by visulogik, CC BY 2.0, via Flickr (https://www.flickr.com/photos/55671677@N00/2202334428)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(Mangroves and trees): “Pitchavaram waterway - Mangrove forest” by Balaji.B Photography, CC BY 2.0, via Flickr (https://www.flickr.com/photos/81073027@N00/1745978833)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2026-09-29T03:12:23Z</dcterms:created>
  <dcterms:modified xsi:type="dcterms:W3CDTF">2026-09-29T03:12:23Z</dcterms:modified>
</cp:coreProperties>
</file>