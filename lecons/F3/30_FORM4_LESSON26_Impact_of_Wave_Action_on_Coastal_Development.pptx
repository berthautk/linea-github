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Impact of Wave Action on Human Development along Coastal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resource, hazard, coastal management. At the end, you should be able to do this: learners are able to explain why coasts are important for Cameroon, and to suggest simple ways to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Main Depositional Features of Wave Action. The question was: List five goods sold in the market of Garoua that come from abroad. Ask a trader through which port they entered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rice, frozen fish, second-hand clothes, cars, phones and cement clinker. Traders say they entered through the port of Douala (some through Kribi).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importance of coasts. Number 2: describe the main coastal hazards. Number 3: explain coastal management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Longshore drift moves sand along the coast. Beaches, spits and bars are built by wave deposition. Destructive waves erode the coast.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market of Garoua, Idrissa sees phones, cloth and rice that came by ship to Douala or Kribi. His uncle in Douala says that the sea brings trade and fish, but that strong waves also destroy beaches and houses. Idrissa asks: "Is the coast a blessing or a danger, and how can it be protected?"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Idrissa does not know whether the coast is more useful or more dangerous, and how it can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did the goods reach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ship, through the ports of Douala or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danger of the sea.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Strong waves destroy beaches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mangroves and keep beaches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importance and the dangers of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container ship in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ports important for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Ships bring in and take out goods: they carry most of the country's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high waves on a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can such waves do to houses built near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erode the beach and can destroy the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low walls across a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these low walls protect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trap the sand and stop longshore drift from carrying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Resource and Coastal hazard.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Coastal management.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Coasts (Resources). Coasts provide the following resources. Copy the point on Ports and trade on the left, then draw the diagram on the right: a port.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Coasts (Resources). On this slide we have Fishing.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Tourism on the left, then draw the diagram on the right: the coast at Limbe.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Coasts (Resources). On this slide we have Oil and gas and Industry and settlement.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Hazards. People on the coast face the following hazards. Copy the point on Coastal erosion on the left, then draw the diagram on the right: high waves.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Hazards. On this slide we have Floods, Salt-water incursion and Sea-level rise.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Hazards. On this slide we have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Management Strategies. Coasts are protected with the following strategies. Copy the point on Sea walls on the left, then draw the diagram on the right: a sea wall and groynes.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Groynes on the left, then draw the diagram on the right: groynes.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Management Strategies. On this slide we have Rock armour and sandbanks.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Mangroves and trees on the left, then draw the diagram on the right: mangroves.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Management Strategies. On this slide we have Regulations.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ports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and Kribi.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protect the coast.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sea walls and groynes (also mangroves).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port; number 2, groyne; number 3,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Africa in your atlas, find the Sahara, the Sahel and the Kalahari. Write in which part of Africa each one is located.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Semi-Arid and Desert Landscapes.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26: IMPACT OF WAVE ACTION ON HUMAN DEVELOPMENT ALONG COASTAL AREAS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Impact of Wave Action on Human Development along Coastal Areas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Impact of Wave Action on Human Development along Coastal Areas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hazard, coastal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Importance of coasts (resources); coastal hazards; coastal management strategies.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coasts are important for Cameroon, and to suggest simple ways to protect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Main Depositional Features of Wave 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goods sold in the market of Garoua that come from abroad. Ask a trader through which port they entered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rice, frozen fish, second-hand clothes, cars, phones and cement clinker. Traders say they entered through the port of Douala (some through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coasts.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coastal hazards.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coastal management strategies.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Longshore drift moves sand along the coast.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Beaches, spits and bars are built by wave deposition.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Destructive waves erode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market of Garoua, Idrissa sees phones, cloth and rice that came by ship to Douala or Kribi.</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uncle in Douala says that the sea brings trade and fish, but that strong waves also destroy beaches and houses.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Idrissa does not know whether the coast is more useful or more dangerous, and how it can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the goods reach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ship, through the ports of Douala or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of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waves destroy beaches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mangroves and keep beaches clean.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importance and the dangers of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COASTS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ship in 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COASTS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ports important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COASTS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Ships bring in and take out goods: they carry most of the country's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big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High waves on a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such waves do to houses built near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erode the beach and can destroy the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MANAGEMENT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royn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Low walls across a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low walls protect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trap the sand and stop longshore drift from carrying it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26: Impact of Wave Action on Human Development along Coastal Areas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hazard: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danger that threatens people and property along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set of measures used to protect the coast and use it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Coasts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Coasts provide the following resources: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Ports and trade: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Ports such as Douala and Kribi handle the trade of Cameroon, Chad and the Central African Republic.</a:t>
            </a:r>
            <a:endParaRPr lang="en-US" sz="3600" dirty="0"/>
          </a:p>
        </p:txBody>
      </p:sp>
      <p:pic>
        <p:nvPicPr>
          <p:cNvPr id="5" name="Image 0" descr="/home/claude/f4/img/v2/f4_por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port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Coasts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waters and mangroves provide fish, shrimps and crabs.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Coasts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beaches of Kribi and Limbe attract tourists.</a:t>
            </a:r>
            <a:endParaRPr lang="en-US" sz="3600" dirty="0"/>
          </a:p>
        </p:txBody>
      </p:sp>
      <p:pic>
        <p:nvPicPr>
          <p:cNvPr id="5" name="Image 0" descr="/home/claude/f4/img/v2/usa_limb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coast at Limbe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Coasts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Oil and 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gas are extracted under the sea near Limbe and Kribi.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Industry and 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coastal land attracts towns, factories and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Hazards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on the coast face the following hazards: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Coastal erosion: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Destructive waves wear away beaches and destroy roads and houses.</a:t>
            </a:r>
            <a:endParaRPr lang="en-US" sz="3600" dirty="0"/>
          </a:p>
        </p:txBody>
      </p:sp>
      <p:pic>
        <p:nvPicPr>
          <p:cNvPr id="5" name="Image 0" descr="/home/claude/f4/img/v2/f4_bigwave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high waves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Hazards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covers low-lying land during storms and high tides.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Salt-water incursion: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water enters wells and rivers and makes the water salty.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Sea-level rise: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sea levels threaten low coastal towns such as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Hazards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spills and rubbish pollute beaches and kill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Coasts are protected with the following strategies: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Sea walls: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strong walls that stop waves from reaching the land.</a:t>
            </a:r>
            <a:endParaRPr lang="en-US" sz="3600" dirty="0"/>
          </a:p>
        </p:txBody>
      </p:sp>
      <p:pic>
        <p:nvPicPr>
          <p:cNvPr id="5" name="Image 0" descr="/home/claude/f4/img/v2/coastal_defenc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sea wall and groynes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Groynes: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low walls built across a beach to trap the sand moved by longshore drift.</a:t>
            </a:r>
            <a:endParaRPr lang="en-US" sz="3600" dirty="0"/>
          </a:p>
        </p:txBody>
      </p:sp>
      <p:pic>
        <p:nvPicPr>
          <p:cNvPr id="5" name="Image 0" descr="/home/claude/f4/img/v2/f4_groyne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groynes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armour and sandbanks: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rocks and banks of sand are placed in front of the coast to break the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Mangroves and trees: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Mangroves and trees reduce the force of waves and hold the soil.</a:t>
            </a:r>
            <a:endParaRPr lang="en-US" sz="3600" dirty="0"/>
          </a:p>
        </p:txBody>
      </p:sp>
      <p:pic>
        <p:nvPicPr>
          <p:cNvPr id="5" name="Image 0" descr="/home/claude/f4/img/v2/lsa_mangrove.jpg">    </p:cNvPr>
          <p:cNvPicPr>
            <a:picLocks noChangeAspect="1"/>
          </p:cNvPicPr>
          <p:nvPr/>
        </p:nvPicPr>
        <p:blipFill>
          <a:blip r:embed="rId1"/>
          <a:stretch>
            <a:fillRect/>
          </a:stretch>
        </p:blipFill>
        <p:spPr>
          <a:xfrm>
            <a:off x="5349240" y="2070259"/>
            <a:ext cx="6659575" cy="3695890"/>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mangroves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Regulations: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must be built far from the shore, and sand must not be removed from beaches.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protect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walls and groynes (also mangroves).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place where ships load goods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low wall across a beach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wearing away of the coast is coastal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the Sahel and the Kalahari. Write in which part of Africa each one is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Semi-Arid and Desert Landscapes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côtière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wall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digue / le mur de protection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Groyne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Sea-level rise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L'élévation du niveau de 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Estuary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Impact of Wave Action on Human Development along Coastal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importance of coasts. Describe the main coastal hazards. Explain coastal management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coasts are important for Cameroon, and to suggest simple ways to protect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Importance of Coasts (Resources); Coastal Hazards; Coastal Management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Africa in your atlas, find the Sahara, the Sahel and the Kalahari. Write in which part of Africa each one is located.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goods that come through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coastal erosion at Kribi.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beach with groynes.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“Wave Explosion, Monterey Bay, California” by John William Hammond, CC BY-NC-SA 2.0, via Flickr (https://www.flickr.com/photos/8398907@N02/16328053911)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“Wooden groynes” by aevarg, CC BY 2.0, via Flickr (https://www.flickr.com/photos/25999920@N00/17139000460)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(Tourism): “Sunset in Limbe” by visulogik, CC BY 2.0, via Flickr (https://www.flickr.com/photos/55671677@N00/2202334428)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(Mangroves and trees): “Pitchavaram waterway - Mangrove forest” by Balaji.B Photography, CC BY 2.0, via Flickr (https://www.flickr.com/photos/81073027@N00/1745978833)</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2026-09-28T17:19:53Z</dcterms:created>
  <dcterms:modified xsi:type="dcterms:W3CDTF">2026-09-28T17:19:53Z</dcterms:modified>
</cp:coreProperties>
</file>