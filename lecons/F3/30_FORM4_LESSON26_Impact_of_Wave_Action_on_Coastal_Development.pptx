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26: Impact of Wave Action on Human Development along Coastal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Wave Action along the Coast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Wave Action along the Coast and Impacts on Man. The key notions we shall use today are: resource, hazard, coastal management. At the end, you should be able to do this: learners are able to explain why coasts are important for Cameroon, and to suggest simple ways to protect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25: Main Depositional Features of Wave Action. The question was: Name the two main sea ports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Douala and Kribi.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importance of coasts. Number 2: describe the main coastal hazards. Number 3: explain coastal management strategies.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Longshore drift moves sand along the coast. Beaches, spits and bars are built by wave deposition. Destructive waves erode the coast.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market of Garoua, Idrissa sees phones, cloth and rice that came by ship to Douala or Kribi. His uncle in Douala says that the sea brings trade and fish, but that strong waves also destroy beaches and houses. Idrissa asks: "Is the coast a blessing or a danger, and how can it be protected?"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Idrissa does not know whether the coast is more useful or more dangerous, and how it can be protected.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did the goods reach Cameroon?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ship, through the ports of Douala or Kribi.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danger of the sea.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Strong waves destroy beaches and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mangroves and keep beaches clean.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importance and the dangers of the coast.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container ship in a 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are ports important for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Ships bring in and take out goods: they carry most of the country's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high waves on a beach.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can such waves do to houses built near the beach?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erode the beach and can destroy the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low walls across a beach.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these low walls protect the beach?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trap the sand and stop longshore drift from carrying it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Resource and Coastal hazard.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Coastal management.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of Coasts (Resources). Coasts provide the following resources. Copy the point on Ports and trade on the left, then draw the diagram on the right: a port.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Coasts (Resources). On this slide we have Fishing.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Tourism on the left, then draw the diagram on the right: the coast at Limbe.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Coasts (Resources). On this slide we have Oil and gas and Industry and settlement.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Coastal Hazards. People on the coast face the following hazards. Copy the point on Coastal erosion on the left, then draw the diagram on the right: high waves.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Coastal Hazards. On this slide we have Floods, Salt-water incursion and Sea-level rise.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Coastal Hazards. On this slide we have Pollution.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Coastal Management Strategies. Coasts are protected with the following strategies. Copy the point on Sea walls on the left, then draw the diagram on the right: a sea wall and groynes.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Groynes on the left, then draw the diagram on the right: groynes.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Coastal Management Strategies. On this slide we have Rock armour and sandbanks.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Mangroves and trees on the left, then draw the diagram on the right: mangroves.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Coastal Management Strategies. On this slide we have Regulations.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ports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douala and Kribi.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ways to protect the coast.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sea walls and groynes (also mangroves).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port; number 2, groyne; number 3,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largest hot desert of Africa.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27: Semi-Arid and Desert Landscapes.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26: IMPACT OF WAVE ACTION ON HUMAN DEVELOPMENT ALONG COASTAL AREAS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Impact of Wave Action on Human Development along Coastal Areas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Wave Action along the Coast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Wave Action along the Coast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26: Impact of Wave Action on Human Development along Coastal Areas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 hazard, coastal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Importance of coasts (resources); coastal hazards; coastal management strategies.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coasts are important for Cameroon, and to suggest simple ways to protect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25: Main Depositional Features of Wave Action):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main sea ports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of coasts.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coastal hazards.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coastal management strategies.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Longshore drift moves sand along the coast.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Beaches, spits and bars are built by wave deposition.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Destructive waves erode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market of Garoua, Idrissa sees phones, cloth and rice that came by ship to Douala or Kribi.</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His uncle in Douala says that the sea brings trade and fish, but that strong waves also destroy beaches and houses.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Idrissa does not know whether the coast is more useful or more dangerous, and how it can be protected.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did the goods reach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ship, through the ports of Douala or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danger of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 waves destroy beaches and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mangroves and keep beaches clean.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importance and the dangers of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IMPORTANCE OF COASTS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por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container ship in a 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IMPORTANCE OF COASTS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ports important for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IMPORTANCE OF COASTS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Ships bring in and take out goods: they carry most of the country's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COASTAL HAZARDS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bigwav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High waves on a beach.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COASTAL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can such waves do to houses built near the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COASTAL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erode the beach and can destroy the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COASTAL MANAGEMENT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groyn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Low walls across a beach.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COASTAL MANAGEMENT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these low walls protect the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COASTAL MANAGEMENT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trap the sand and stop longshore drift from carrying it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Wave Action along the Coast and Impacts on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26: Impact of Wave Action on Human Development along Coastal Areas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anything in nature that people can use.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Coastal hazard: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danger that threatens people and property along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Coastal management: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set of measures used to protect the coast and use it wisely.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Importance of Coasts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Coasts provide the following resources: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Ports and trade: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Ports such as Douala and Kribi handle the trade of Cameroon, Chad and the Central African Republic.</a:t>
            </a:r>
            <a:endParaRPr lang="en-US" sz="3600" dirty="0"/>
          </a:p>
        </p:txBody>
      </p:sp>
      <p:pic>
        <p:nvPicPr>
          <p:cNvPr id="5" name="Image 0" descr="/home/claude/f4/img/v2/f4_por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port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Importance of Coasts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Fishing: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Coastal waters and mangroves provide fish, shrimps and crabs.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Importance of Coasts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Tourism: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beaches of Kribi and Limbe attract tourists.</a:t>
            </a:r>
            <a:endParaRPr lang="en-US" sz="3600" dirty="0"/>
          </a:p>
        </p:txBody>
      </p:sp>
      <p:pic>
        <p:nvPicPr>
          <p:cNvPr id="5" name="Image 0" descr="/home/claude/f4/img/v2/usa_limb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coast at Limbe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Importance of Coasts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Oil and gas: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and gas are extracted under the sea near Limbe and Kribi.</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Industry and settlement: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coastal land attracts towns, factories and plantations.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Coastal Hazards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on the coast face the following hazards: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Coastal erosion: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Destructive waves wear away beaches and destroy roads and houses.</a:t>
            </a:r>
            <a:endParaRPr lang="en-US" sz="3600" dirty="0"/>
          </a:p>
        </p:txBody>
      </p:sp>
      <p:pic>
        <p:nvPicPr>
          <p:cNvPr id="5" name="Image 0" descr="/home/claude/f4/img/v2/f4_bigwave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high waves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Coastal Hazards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sea covers low-lying land during storms and high tides.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Salt-water incursion: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Sea water enters wells and rivers and makes the water salty.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Sea-level rise: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Rising sea levels threaten low coastal towns such as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Coastal Hazards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spills and rubbish pollute beaches and kill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Coastal Management Strategies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Coasts are protected with the following strategies: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Sea walls: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strong walls that stop waves from reaching the land.</a:t>
            </a:r>
            <a:endParaRPr lang="en-US" sz="3600" dirty="0"/>
          </a:p>
        </p:txBody>
      </p:sp>
      <p:pic>
        <p:nvPicPr>
          <p:cNvPr id="5" name="Image 0" descr="/home/claude/f4/img/v2/coastal_defenc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sea wall and groynes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Coastal Management Strategies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Groynes: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low walls built across a beach to trap the sand moved by longshore drift.</a:t>
            </a:r>
            <a:endParaRPr lang="en-US" sz="3600" dirty="0"/>
          </a:p>
        </p:txBody>
      </p:sp>
      <p:pic>
        <p:nvPicPr>
          <p:cNvPr id="5" name="Image 0" descr="/home/claude/f4/img/v2/f4_groyne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groynes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Coastal Management Strategies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Rock armour and sandbanks: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rocks and banks of sand are placed in front of the coast to break the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Coastal Management Strategies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Mangroves and trees: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Mangroves and trees reduce the force of waves and hold the soil.</a:t>
            </a:r>
            <a:endParaRPr lang="en-US" sz="3600" dirty="0"/>
          </a:p>
        </p:txBody>
      </p:sp>
      <p:pic>
        <p:nvPicPr>
          <p:cNvPr id="5" name="Image 0" descr="/home/claude/f4/img/v2/lsa_mangrove.jpg">    </p:cNvPr>
          <p:cNvPicPr>
            <a:picLocks noChangeAspect="1"/>
          </p:cNvPicPr>
          <p:nvPr/>
        </p:nvPicPr>
        <p:blipFill>
          <a:blip r:embed="rId1"/>
          <a:stretch>
            <a:fillRect/>
          </a:stretch>
        </p:blipFill>
        <p:spPr>
          <a:xfrm>
            <a:off x="5349240" y="2070259"/>
            <a:ext cx="6659575" cy="3695890"/>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mangroves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Coastal Management Strategies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Regulations: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must be built far from the shore, and sand must not be removed from beaches.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ports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to protect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Sea walls and groynes (also mangroves).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place where ships load goods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low wall across a beach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wearing away of the coast is coastal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largest hot desert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27: Semi-Arid and Desert Landscapes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Coastal 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 côtière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 wall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digue / le mur de protection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Groyne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L'épi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Mangrove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mangrove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Sea-level rise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L'élévation du niveau de la 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Estuary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L'estuaire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26: Impact of Wave Action on Human Development along Coastal Areas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importance of coasts. Describe the main coastal hazards. Explain coastal management strategies.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coasts are important for Cameroon, and to suggest simple ways to protect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Importance of Coasts (Resources); Coastal Hazards; Coastal Management Strategies.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largest hot desert of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goods that come through Douala.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coastal erosion at Kribi.</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beach with groynes.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“JAXPORT Welcomes Largest Container Ship To Date” by JAXPORT, CC BY-NC 2.0, via Flickr (https://www.flickr.com/photos/24847875@N05/17069054628)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“Wave Explosion, Monterey Bay, California” by John William Hammond, CC BY-NC-SA 2.0, via Flickr (https://www.flickr.com/photos/8398907@N02/16328053911)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“Wooden groynes” by aevarg, CC BY 2.0, via Flickr (https://www.flickr.com/photos/25999920@N00/17139000460)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(Tourism): “Sunset in Limbe” by visulogik, CC BY 2.0, via Flickr (https://www.flickr.com/photos/55671677@N00/2202334428)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(Mangroves and trees): “Pitchavaram waterway - Mangrove forest” by Balaji.B Photography, CC BY 2.0, via Flickr (https://www.flickr.com/photos/81073027@N00/1745978833)</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2026-09-28T21:32:38Z</dcterms:created>
  <dcterms:modified xsi:type="dcterms:W3CDTF">2026-09-28T21:32:38Z</dcterms:modified>
</cp:coreProperties>
</file>