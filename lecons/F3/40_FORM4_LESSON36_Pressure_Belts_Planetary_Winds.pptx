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36: Pressure Belts and Planetary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Pressure and Winds. The key notions we shall use today are: pressure, wind. At the end, you should be able to do this: learners are able to explain why Garoua has a moist south-west wind in the rainy season and the dry Harmattan in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35: Precipitation. The question was: Observe the wind in Garoua for three days: from which direction does it blow? Is it dry or moist? Write your observations.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In the dry season the wind blows from the north-east (Harmattan): it is dry and dusty. In the rainy season it blows from the south-west: it is moist.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atmospheric pressure, pressure belt and planetary wind. Number 2: distinguish between high-pressure and low-pressure belts. Number 3: identify the pressure belts and planetary winds on a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Precipitation is water falling from clouds; it is measured with a rain gauge. There are three types of rainfall: convectional, relief and frontal. Wind is air moving from high pressure to low pressure.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From June to September, the wind in Garoua comes from the south-west and brings rain. From December to February, the dry, dusty Harmattan comes from the north-east. Hamidou asks: "Why do the winds change direction, and where do they come from?"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Hamidou does not know why the winds of Garoua change direction during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From where does the rainy wind come?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From the south-west.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From where does the Harmattan come?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From the north-east (the Sahara).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knowledge of winds to understand the seasons of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big winds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pressure belts of the Earth.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Is the pressure high or low at the Equator?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Hot air rises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dusty Harmattan air.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 Harmattan blows from the Sahara towards the Equator. Which planetary wind is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north-east Trade 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the rain belt moves north in July.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does Garoua have rain in July and not in January?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July, the rain belt and the moist south-west wind reach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Pressure belt and Planetary winds.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Pressure Belts: Major Types. The major pressure belts are the following. Copy the point on Equatorial Low (0°) on the left, then draw the diagram on the right: pressure belts.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Pressure Belts: Major Types. On this slide we have Sub-tropical Highs (about 30° N and S) and Temperate Lows (about 60° N and 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Pressure Belts: Major Types. On this slide we have Polar Highs (90° N and 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Illustration of Pressure Belts and Planetary Winds. The planetary winds blow between the pressure belts as follows. Copy the point on Trade winds on the left, then draw the diagram on the right: planetary winds.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Illustration of Pressure Belts and Planetary Winds. On this slide we have Westerlies, Polar easterlies and Deflection.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Seasonal shift on the left, then draw the diagram on the right: the rain belt in July.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Where is the Equatorial Low?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at the Equator (0°).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Which wind brings rain to Garoua?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south-west wind (monsoon) in the wet season.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low; number 2, Trade; number 3, Harmattan.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someone who has lived by the sea (Douala, Kribi or Limbe) or in the mountains (Buea, Mokolo) whether the wind changes between day and night. Write down what they say.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37: Local Winds.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36: PRESSURE BELTS AND PLANETARY WINDS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gif"/><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Pressure Belts and Planetary Winds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Pressure and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36: Pressure Belts and Planetary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Pressure, wind.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pressure belts (definition and major types); illustration of pressure belts and planetary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Garoua has a moist south-west wind in the rainy season and the dry Harmattan in the dry season.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35: Precipitation):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wind in Garoua for three days: from which direction does it blow? Is it dry or moist? Write your observations.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In the dry season the wind blows from the north-east (Harmattan): it is dry and dusty. In the rainy season it blows from the south-west: it is moist.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atmospheric pressure, pressure belt and planetary wind.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between high-pressure and low-pressure belts.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pressure belts and planetary winds on a diagram.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Precipitation is water falling from clouds; it is measured with a rain gauge.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There are three types of rainfall: convectional, relief and frontal.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Wind is air moving from high pressure to low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June to September, the wind in Garoua comes from the south-west and brings rain. From December to February, the dry, dusty Harmattan comes from the north-east. Hamidou asks: "Why do the winds change direction, and where do they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Hamidou does not know why the winds of Garoua change direction during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where does the rainy wind come?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south-west.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where does the Harmattan come?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north-east (the Sahara).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knowledge of winds to understand the seasons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big winds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BELTS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ressure_bel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Pressure belts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pressure high or low at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air rises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harmatta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Dusty Harmattan air.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 blows from the Sahara towards the Equator. Which planetary wind is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north-east Trade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itcz.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rain belt moves north in July.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Garoua have rain in July and not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July, the rain belt and the moist south-west wind reach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Pressure and Winds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36: Pressure Belts and Planetary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Pressure belt: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zone of high or low pressure that goes around the Earth.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Planetary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large, permanent winds that blow from high-pressure belts to low-pressure belts.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Pressure Belts: Major Types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400" i="1" dirty="0">
                <a:solidFill>
                  <a:srgbClr val="111111"/>
                </a:solidFill>
                <a:latin typeface="Times New Roman" pitchFamily="34" charset="0"/>
                <a:ea typeface="Times New Roman" pitchFamily="34" charset="-122"/>
                <a:cs typeface="Times New Roman" pitchFamily="34" charset="-120"/>
              </a:rPr>
              <a:t>The major pressure belts are the following:</a:t>
            </a:r>
            <a:endParaRPr lang="en-US" sz="3400" dirty="0"/>
          </a:p>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Equatorial Low (0°):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Hot air rises at the Equator, giving low pressure, calm winds (the doldrums) and heavy rain.</a:t>
            </a:r>
            <a:endParaRPr lang="en-US" sz="3400" dirty="0"/>
          </a:p>
        </p:txBody>
      </p:sp>
      <p:pic>
        <p:nvPicPr>
          <p:cNvPr id="5" name="Image 0" descr="/home/claude/f4/img/v2/pressure_belt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pressure belts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Pressure Belts: Major Types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Sub-tropical Highs (about 30° N and 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sinks, giving high pressure, dry weather and hot deserts.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Temperate Lows (about 60° N and 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 and cold air meet and rise, giving low pressure and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Pressure Belts: Major Types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Polar Highs (90° N and 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Very cold, heavy air sinks at the poles, giving high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Illustration of Pressure Belts and Planetary Winds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planetary winds blow between the pressure belts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Trade winds: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They blow from the sub-tropical highs towards the Equator: north-east trades in the north and south-east trades in the south.</a:t>
            </a:r>
            <a:endParaRPr lang="en-US" sz="3200" dirty="0"/>
          </a:p>
        </p:txBody>
      </p:sp>
      <p:pic>
        <p:nvPicPr>
          <p:cNvPr id="5" name="Image 0" descr="/home/claude/f4/img/v2/planetary_wind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planetary winds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Illustration of Pressure Belts and Planetary Winds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Westerlies: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blow from the sub-tropical highs towards the temperate 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Polar easterlies: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blow from the polar highs towards the temperate 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Deflection: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rotation of the Earth bends the winds to the right in the north and to the left in the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Illustration of Pressure Belts and Planetary Winds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Seasonal shift: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belts move north in July and south in January, bringing the south-west monsoon, then the Harmattan, to Garoua.</a:t>
            </a:r>
            <a:endParaRPr lang="en-US" sz="3600" dirty="0"/>
          </a:p>
        </p:txBody>
      </p:sp>
      <p:pic>
        <p:nvPicPr>
          <p:cNvPr id="5" name="Image 0" descr="/home/claude/f4/img/v2/itcz_july.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rain belt in July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Equatorial 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Equator (0°).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brings rain to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south-west wind (monsoon) in the wet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At the Equator, the pressure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winds that blow to the Equator are the ______ Winds.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dry wind of January in Garoua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someone who has lived by the sea (Douala, Kribi or Limbe) or in the mountains (Buea, Mokolo) whether the wind changes between day and night. Write down what they say.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37: Local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High pressure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hautes pressions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Low pressure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basses pressions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Pressure belt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ceinture de 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Trade winds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alizés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Westerlies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vents d'ouest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Doldrums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pot au noir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Planetary wind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vent planétaire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36: Pressure Belts and Planetary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atmospheric pressure, pressure belt and planetary wind. Distinguish between high-pressure and low-pressure belts. Identify the pressure belts and planetary winds on a diagram.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Garoua has a moist south-west wind in the rainy season and the dry Harmattan in the dry season.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Meaning of Pressure Belts: Major Types; Illustration of Pressure Belts and Planetary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someone who has lived by the sea (Douala, Kribi or Limbe) or in the mountains (Buea, Mokolo) whether the wind changes between day and night. Write down what they say.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globe with bands.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Harmattan morning.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rain belt in July and in January.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“Bamenda sob a poeira do Harmattan” by carlosoliveirareis, CC BY-NC-SA 2.0, via Flickr (https://www.flickr.com/photos/54218923@N00/387054136)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2026-09-28T21:14:21Z</dcterms:created>
  <dcterms:modified xsi:type="dcterms:W3CDTF">2026-09-28T21:14:21Z</dcterms:modified>
</cp:coreProperties>
</file>