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Pressure Belts and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pressure, wind. At the end, you should be able to do this: learners are able to explain why Garoua has a moist south-west wind in the rainy season and the dry Harmattan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Precipitation. The question was: Name the pressure belt found at the Equator.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Low.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pressure belt and planetary wind. Number 2: distinguish between high-pressure and low-pressure belts. Number 3: identify the pressure belts and planetary winds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water falling from clouds; it is measured with a rain gauge. There are three types of rainfall: convectional, relief and frontal. Wind is air moving from high pressure to low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June to September, the wind in Garoua comes from the south-west and brings rain. From December to February, the dry, dusty Harmattan comes from the north-east. Hamidou asks: "Why do the winds change direction, and where do they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does not know why the winds of Garoua change direction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From where does the rainy wind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From where does the Harmattan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north-east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winds to understand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big winds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pressure belts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pressure high or low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air rises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dusty Harmattan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Harmattan blows from the Sahara towards the Equator. Which planetary wind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north in July.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Garoua have rain in July and not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July, the rain belt and the moist south-west wind reach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and Planetary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Belts: Major Types. The major pressure belts are the following. Copy the point on Equatorial Low (0°) on the left, then draw the diagram on the right: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Sub-tropical Highs (about 30° N and S) and Temperate Lows (about 60° N and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Polar Highs (90° N and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Pressure Belts and Planetary Winds. The planetary winds blow between the pressure belts as follows. Copy the point on Trade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Pressure Belts and Planetary Winds. On this slide we have Westerlies, Polar easterlies and Deflection.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Seasonal shift on the left, then draw the diagram on the right: the rain belt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the Equatorial 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brings rain to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south-west wind (monsoon) in the wet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Trade;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wind that blows from the sea to the land by 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PRESSURE BELTS AND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Belts and 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belts (definition and major types); illustration of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pressure belt found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pressure belt and planetary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high-pressure and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pressure belts and planetary winds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 it is measured with a rain gauge.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 convectional, relief and frontal.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June to September, the wind in Garoua comes from the south-west and brings rain. From December to February, the dry, dusty Harmattan comes from the north-east. Hamidou asks: "Why do the winds change direction, and 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does not know why the winds of Garoua change direction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rainy wind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Harmattan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north-east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winds to understand the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big winds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pressure high or low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air rises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Dusty Harmattan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Sahara towards the Equator. Which planetary wind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north in July.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Garoua have rain in July and not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July, the rain belt and the moist south-west wind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goes around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large, permanent winds that blow from high-pressure belts to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major pressure belts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Equatorial Low (0°):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Hot air rises at the Equator, giving low pressure, calm winds (the doldrums) and heavy rain.</a:t>
            </a:r>
            <a:endParaRPr lang="en-US" sz="34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giving high pressure, dry weather and hot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air meet and rise, giving low pressure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(90°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heavy air sinks at the poles, giving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planetary winds blow between the pressure belts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towards the Equator: north-east trades in the north and south-east trades in the south.</a:t>
            </a:r>
            <a:endParaRPr lang="en-US" sz="32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bends the winds to the right in the north and to the left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belts move north in July and south in January, bringing the south-west monsoon, then the Harmattan, to Garoua.</a:t>
            </a:r>
            <a:endParaRPr lang="en-US" sz="3600" dirty="0"/>
          </a:p>
        </p:txBody>
      </p:sp>
      <p:pic>
        <p:nvPicPr>
          <p:cNvPr id="5"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 belt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 (monsoon)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pressure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that blow to the Equator are the ______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January in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wind that blows from the sea to the land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Planetary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pressure belt and planetary wind. Distinguish between high-pressure and low-pressure belts. Identify the pressure belts and planetary winds on a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Belts: Major Types; Illustration of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wind that blows from the sea to the land by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globe with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rain belt in July and in January.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2026-09-29T03:12:26Z</dcterms:created>
  <dcterms:modified xsi:type="dcterms:W3CDTF">2026-09-29T03:12:26Z</dcterms:modified>
</cp:coreProperties>
</file>