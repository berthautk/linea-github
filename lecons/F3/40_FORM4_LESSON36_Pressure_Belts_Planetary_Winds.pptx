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36: Pressure Belts and Planetary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Pressure and Winds. The key notions we shall use today are: pressure, wind. At the end, you should be able to do this: learners are able to explain why Garoua has a moist south-west wind in the rainy season and the dry Harmattan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35: Precipitation. The question was: Observe the wind in Garoua for three days: from which direction does it blow? Is it dry or moist? Write your observations.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In the dry season the wind blows from the north-east (Harmattan): it is dry and dusty. In the rainy season it blows from the south-west: it is moist.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pressure, pressure belt and planetary wind. Number 2: distinguish between high-pressure and low-pressure belts. Number 3: identify the pressure belts and planetary winds on a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Precipitation is water falling from clouds; it is measured with a rain gauge. There are three types of rainfall: convectional, relief and frontal. Wind is air moving from high pressure to low pressure.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From June to September, the wind in Garoua comes from the south-west and brings rain. From December to February, the dry Harmattan comes from the north-east.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the wind changes with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wind brings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south-west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wind is dry?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 from the north-east.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knowledge of winds to understand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big winds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pressure belts of the Northern Hemisphere.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pressure high or low at the Equator?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 Hot air rises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sky during the Harmattan.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Harmattan blows from the Sahara towards the Equator. Which planetary wind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north-east Trade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rain belt moves north in July and south in January.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Garoua have rain in July and not in January?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July, the rain belt and the wet south-west wind reach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Pressure Belts. The major pressure belts are the following. On this slide we have Pressure belt and Equatorial 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Pressure Belts. On this slide we have Sub-tropical Highs and Temperate Lows and Polar Highs.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pressure belts and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Planetary Winds. The planetary winds blow between the pressure belts as follows. On this slide we have Trade winds and Westerlies.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Planetary Winds. On this slide we have Polar easterlies and Garoua.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is the Equatorial 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wind brings rain to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south-west wind (monsoon) in the wet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low; number 2, Trade;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someone who has lived by the sea (Douala, Kribi or Limbe) or in the mountains (Buea, Mokolo) whether the wind changes between day and night. Write down what they say.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37: Local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36: PRESSURE BELTS AND PLANETARY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Pressure Belts and Planetary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36: Pressure Belts and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wind.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pressure belts (definition and major types); illustration of pressure belts and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Garoua has a moist south-west wind in the rainy season and the dry Harmattan in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35: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wind in Garoua for three days: from which direction does it blow? Is it dry or moist? Write your observations.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In the dry season the wind blows from the north-east (Harmattan): it is dry and dusty. In the rainy season it blows from the south-west: it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pressure belt and planetary wind.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high-pressure and low-pressure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pressure belts and planetary winds on a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water falling from clouds; it is measured with a rain gauge.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three types of rainfall: convectional, relief and frontal.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is air moving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June to September, the wind in Garoua comes from the south-west and brings rain. From December to February, the dry Harmattan comes from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the wind changes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from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knowledge of winds to understand the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big winds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Pressure belts of the Northern Hemisphere.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pressure high or low at the Equator?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Hot air rises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sky during the Harmattan.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blows from the Sahara towards the Equator. Which planetary wind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north-east Trade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north in July and south in January.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Garoua have rain in July and not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July, the rain belt and the wet south-west wind reach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and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Pressure Belts and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Pressure Belts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pressure belts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around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air rises at the Equator, giving low pressure and rain (the doldrums).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Pressure Belts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Sub-tropical Highs: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at about 30° N and S, giving high pressure and deserts.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Lows and Polar Highs: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pressure lies at about 60°, and cold air sinks at the poles to give high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Pressure Belts</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pressure belts and planetary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Planetary Winds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planetary winds blow between the pressure belts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towards the Equator.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towards the temperate 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Planetary Winds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 south-west monsoon blows in July, and the dry Harmattan blows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Equatorial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rain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wind (monsoon) in the wet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the Equator, the pressure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winds that blow to the Equator are the ______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of January in Garoua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someone who has lived by the sea (Douala, Kribi or Limbe) or in the mountains (Buea, Mokolo) whether the wind changes between day and night. Write down what they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pressions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basses pressions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Doldrums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pot au noir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Planetary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planétaire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36: Pressure Belts and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pressure belt and planetary wind. Distinguish between high-pressure and low-pressure belts. Identify the pressure belts and planetary winds on a diagram.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Garoua has a moist south-west wind in the rainy season and the dry Harmattan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Pressure Belts;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someone who has lived by the sea (Douala, Kribi or Limbe) or in the mountains (Buea, Mokolo) whether the wind changes between day and night. Write down what they say.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belts on a circle.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example of December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a paper strip up and down a map of Africa.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2026-09-27T13:44:44Z</dcterms:created>
  <dcterms:modified xsi:type="dcterms:W3CDTF">2026-09-27T13:44:44Z</dcterms:modified>
</cp:coreProperties>
</file>