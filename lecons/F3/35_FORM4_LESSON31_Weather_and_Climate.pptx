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weather, weather instruments. At the end, you should be able to do this: learners are able to read a simple weather forecast and use it to plan daily activities such as farming or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Atmosphere. The question was: Distinguish weather from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 is the state of the atmosphere at a given time; climate is the average weather over about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 and climate and distinguish between them. Number 2: define a weather station. Number 3: name the weather elements with their instruments, units and isolines.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has four layers; weather takes place in the troposphere. Temperature falls with height in the troposphere. The ozone layer protects us from ultraviolet rays.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Monday morning it rains in Garoua, so Idrissa takes an umbrella. His cousin in Paris laughs: "But Garoua has a hot climate. Why do you need an umbrella?" Idrissa asks his teacher: "What is the difference between the weather and the climate, and how do we measure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confuses weather and climate, and Idrissa does not know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weather in Garoua on Monday?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rainy.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climate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hot, with a wet season and a dry season (tropical).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to plan our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rainy 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air is rainy today. Is this the weather or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people do in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measure and record the weather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instrument with cups on a mast.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instrument turns faster when the wind is strong. What does it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it is an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station and Isoline.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Elements, Instruments and Measurements. The weather elements are measured as follows. Copy the point on Temperature on the left, then draw the diagram on the right: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Humidity and Air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Isolines of the Weather Elements. Weather elements are shown on maps by the following isolines. On this slide we have Isotherms and Isohyets.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Isolines of the Weather Elements. On this slide we have Isobars and Isohels.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today; climate is the average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 number 2, climate; number 3,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records the maximum and minimum temperatures.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Weather Elements: Atmospheric Temperatures.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WEATHER AND CLIMATE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and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weather instruments.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weather and climate; definition of a weather station; classification of weather elements, instruments and measurements; their isolines.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 and climate and distinguish between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with their instruments, units and isolines.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has four layers; weather takes place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ozone layer protects us from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Monday morning it rains in Garoua, so Idrissa takes an umbrella. His cousin in Paris laughs: "But Garoua has a hot climate. Why do you need an umbrella?" Idrissa asks his teacher: "What is the difference between the weather and the climate, and how do we measure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confuses weather and climate, and Idrissa does not know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weather in Garoua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with a wet season and a dry season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to plan our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rainy today. Is this the weather or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 in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measure and record the weather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nemome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with cups on a mast.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instrument turns faster when the wind is strong. What does it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it is an anemometer.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conditions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weather elements are measured and recorded with instruments.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on a map that joins places with the same value of a weather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weather elements are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thermometer, in degrees Celsius (°C).</a:t>
            </a:r>
            <a:endParaRPr lang="en-US" sz="36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rain gauge, in millimetres (mm).</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hygrometer, in per cent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barometer, in millibars (mb).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direction is shown by a wind vane, and its speed is measured with an anemometer, in km/h or knots.</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sunshine recorder,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elements are shown on maps by the following isolines: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Isohyets: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air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amount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today; climate is the average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condition of the air today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weather over 30 years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 speed is measured with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records the maximum and minimum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Thermometer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thermomètre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Anemometer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L'anémomètre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girouette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 and climate and distinguish between them. Define a weather station. Name the weather elements with their instruments, units and isolines.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Elements, Instruments and Measurements; Isolines of the Weather Elements.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records the maximum and minimum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weather of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weather station of Garoua airport.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paper windmill.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