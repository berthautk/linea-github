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weather, weather instruments. At the end, you should be able to do this: learners are able to read a simple weather forecast and use it to plan daily activities such as farming or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Atmosphere. The question was: Watch or listen to a weather forecast on television or radio. Write down two pieces of information it gives (for example temperature, rain or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forecast gave the temperature (maximum 36 °C in Garoua), the chance of rain (storms in the evening) and the wind (dust-laden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 and climate and distinguish between them. Number 2: define a weather station. Number 3: name the weather elements with their instruments, units and isolines.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has four layers; weather takes place in the troposphere. Temperature falls with height in the troposphere. The ozone layer protects us from ultraviolet rays.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Monday morning, it rains in Garoua, so Idrissa takes an umbrella. His cousin in Paris says: "But Garoua has a hot climate. Why do you need an umbrella?"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mixes up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weather in Garoua on Monday?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Cloudy and rainy.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with a wet and a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to plan our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rainy afternoon.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condition of the air today is rainy. Is this the weather or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people do in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measure the weather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instruments that measure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instrument measures wind speed? Which one shows wind direction?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anemometer (speed); the wind vane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and Climate. Weather and climate are defined as follows. On this slide we have Weather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Weather Station. The weather station is defined as follows. On this slide we have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Elements, Instruments and Isolines. Weather elements are measured and shown as follows. On this slide we have Temperature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Isolines. On this slide we have Wind and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today; climate is the average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 number 2, climate; number 3,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one bottle of water in the sun and another in the shade for one hour. Touch both and write down which is hotter and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Weather Elements: Atmospheric Temperatures.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WEATHER AND CLIMATE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and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weather instruments.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weather and climate; definition of a weather station; classification of weather elements, instruments and measurements; their isolines.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a weather forecast on television or radio. Write down two pieces of information it gives (for example temperature, rain or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forecast gave the temperature (maximum 36 °C in Garoua), the chance of rain (storms in the evening) and the wind (dust-laden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 and climate and distinguish between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with their instruments, units and isolines.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has four layers; weather takes place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ozone layer protects us from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Monday morning, it rains in Garoua, so Idrissa takes an umbrella. His cousin in Paris says: "But Garoua has a hot climate. Why do you need an umbrella?"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mixes up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weather in Garoua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Cloudy and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to plan our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AND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rainy afternoon.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condition of the air today is rainy. Is this the weather or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WEATHER 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WEATHER 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 in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WEATHER 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the weather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ELEMENTS AND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nemome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that measure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wind speed? Which one shows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anemometer (speed); the wind vane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and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and climate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condition of the atmosphere at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over a long period of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Weather Station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weather station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weather elements are measured and recorded with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Elements, Instruments and Isolines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measured and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thermometer in °C and shown by isotherms.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rain gauge in mm and shown by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Elements, Instruments and Isolines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direction is shown by a wind vane and its speed is measured with an anemometer.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barometer in millibars and shown by isobars.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Elements, Instruments and Isolines</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today; climate is the average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condition of the air today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weather over 30 years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 speed is measured with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bottle of water in the sun and another in the shade for one hour. Touch both and write down which is hotter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Thermometer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thermomètre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Anemometer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L'anémomètre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girouette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 and climate and distinguish between them. Define a weather station. Name the weather elements with their instruments, units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Weather and Climate; The Weather Station; Weather Elements, Instruments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one bottle of water in the sun and another in the shade for one hour. Touch both and write down which is hotter and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describe the weather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mention the weather station at Garoua airport.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paper wind vane.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2026-09-27T13:44:43Z</dcterms:created>
  <dcterms:modified xsi:type="dcterms:W3CDTF">2026-09-27T13:44:43Z</dcterms:modified>
</cp:coreProperties>
</file>