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31: Weather and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3: Weather and Climate — Adaptation to Climatic Excesses.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Earth-Atmosphere System, and the sub-topic is Measurement of Weather Elements. The key notions we shall use today are: weather, weather instruments. At the end, you should be able to do this: learners are able to read a simple weather forecast and use it to plan daily activities such as farming or travel.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30: The Atmosphere. The question was: Watch or listen to a weather forecast on television or radio. Write down two pieces of information it gives (for example temperature, rain or wind).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the forecast gave the temperature (maximum 36 °C in Garoua), the chance of rain (storms in the evening) and the wind (dust-laden Harmattan).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weather and climate and distinguish between them. Number 2: define a weather station. Number 3: name the weather elements with their instruments, units and isolines.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atmosphere has four layers; weather takes place in the troposphere. Temperature falls with height in the troposphere. The ozone layer protects us from ultraviolet rays.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Monday morning it rains in Garoua, so Idrissa takes an umbrella. His cousin in Paris laughs: "But Garoua has a hot climate. Why do you need an umbrella?" Idrissa asks his teacher: "What is the difference between the weather and the climate, and how do we measure them?"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cousin confuses weather and climate, and Idrissa does not know how they are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weather in Garoua on Monday?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is rainy.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the climate of Garoua?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is hot, with a wet season and a dry season (tropical).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follow weather forecasts to plan our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difference between weather and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rainy day.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The air is rainy today. Is this the weather or the climate?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weather.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weather station.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do people do in this place?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measure and record the weather every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an instrument with cups on a mast.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This instrument turns faster when the wind is strong. What does it measure?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Wind speed: it is an anemometer.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Weather and Climate.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Weather station and Isoline.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Weather Elements, Instruments and Measurements. The weather elements are measured as follows. Copy the point on Temperature on the left, then draw the diagram on the right: weather instruments.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Rainfall on the left, then draw the diagram on the right: a rain gauge.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Weather Elements, Instruments and Measurements. On this slide we have Humidity and Air pressure.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Wind on the left, then draw the diagram on the right: an anemometer.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Weather Elements, Instruments and Measurements. On this slide we have Sunshine.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Isolines of the Weather Elements. Weather elements are shown on maps by the following isolines. On this slide we have Isotherms and Isohyets.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Isolines of the Weather Elements. On this slide we have Isobars and Isohels.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the difference between weather and climate?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weather is today; climate is the average over about 30 years.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Which instrument measures rainfall?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rain gauge.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weather; number 2, climate; number 3, anemometer.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Put one bottle of water in the sun and another in the shade for one hour. Touch both and write down which is hotter and why.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32: Weather Elements: Atmospheric Temperatures.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31: WEATHER AND CLIMATE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Weather and Climate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Weather and Climate — Adaptation to Climatic Excesses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Earth-Atmosphere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Measurement of Weather Elements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31: Weather and Climate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Weather, weather instruments.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of weather and climate; definition of a weather station; classification of weather elements, instruments and measurements; their isolines.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read a simple weather forecast and use it to plan daily activities such as farming or travel.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30: The Atmosphere):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Watch or listen to a weather forecast on television or radio. Write down two pieces of information it gives (for example temperature, rain or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the forecast gave the temperature (maximum 36 °C in Garoua), the chance of rain (storms in the evening) and the wind (dust-laden Harmattan).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weather and climate and distinguish between them.</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 weather station.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the weather elements with their instruments, units and isolines.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atmosphere has four layers; weather takes place in the troposphere.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Temperature falls with height in the troposphere.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ozone layer protects us from ultraviolet rays.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Monday morning it rains in Garoua, so Idrissa takes an umbrella. His cousin in Paris laughs: "But Garoua has a hot climate. Why do you need an umbrella?" Idrissa asks his teacher: "What is the difference between the weather and the climate, and how do we measure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cousin confuses weather and climate, and Idrissa does not know how they are measured.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weather in Garoua on Monday?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rainy.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climate of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hot, with a wet season and a dry season (tropical).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Follow weather forecasts to plan our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difference between weather and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DEFINITIONS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stor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rainy day.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DEFINITIONS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air is rainy today. Is this the weather or the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DEFINITIONS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weather.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DEFINITIONS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stevens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weather station.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DEFINITIONS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people do in this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DEFINITIONS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measure and record the weather every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WEATHER ELEMENTS AND INSTRUMENTS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anemomet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instrument with cups on a mast.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WEATHER ELEMENTS AND INSTRUMENTS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instrument turns faster when the wind is strong. What does it measure?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WEATHER ELEMENTS AND INSTRUMENTS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Wind speed: it is an anemometer.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Earth-Atmosphere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Measurement of Weather Elements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31: Weather and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Weather: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state of the atmosphere at a place at a given time.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average weather conditions of a place over a long period, usually 30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Weather station: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place where weather elements are measured and recorded with instruments.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Isoline: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line on a map that joins places with the same value of a weather element.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Weather Elements, Instruments and Measurements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weather elements are measured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Temperature: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is measured with a thermometer, in degrees Celsius (°C).</a:t>
            </a:r>
            <a:endParaRPr lang="en-US" sz="3600" dirty="0"/>
          </a:p>
        </p:txBody>
      </p:sp>
      <p:pic>
        <p:nvPicPr>
          <p:cNvPr id="5" name="Image 0" descr="/home/claude/f4/img/v2/instruments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weather instruments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Weather Elements, Instruments and Measurements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Rainfall: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is measured with a rain gauge, in millimetres (mm).</a:t>
            </a:r>
            <a:endParaRPr lang="en-US" sz="3600" dirty="0"/>
          </a:p>
        </p:txBody>
      </p:sp>
      <p:pic>
        <p:nvPicPr>
          <p:cNvPr id="5" name="Image 0" descr="/home/claude/f4/img/v2/f4_raingauge.jpg">    </p:cNvPr>
          <p:cNvPicPr>
            <a:picLocks noChangeAspect="1"/>
          </p:cNvPicPr>
          <p:nvPr/>
        </p:nvPicPr>
        <p:blipFill>
          <a:blip r:embed="rId1"/>
          <a:stretch>
            <a:fillRect/>
          </a:stretch>
        </p:blipFill>
        <p:spPr>
          <a:xfrm>
            <a:off x="5349240" y="2070315"/>
            <a:ext cx="6659575" cy="369577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rain gauge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Weather Elements, Instruments and Measurements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Humidity: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measured with a hygrometer, in per cent (%).</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Air pressure: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measured with a barometer, in millibars (mb).</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Weather Elements, Instruments and Measurements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Wind: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Its direction is shown by a wind vane, and its speed is measured with an anemometer, in km/h or knots.</a:t>
            </a:r>
            <a:endParaRPr lang="en-US" sz="3600" dirty="0"/>
          </a:p>
        </p:txBody>
      </p:sp>
      <p:pic>
        <p:nvPicPr>
          <p:cNvPr id="5" name="Image 0" descr="/home/claude/f4/img/v2/f4_anemometer.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an anemometer</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Weather Elements, Instruments and Measurements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Sunshine: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measured with a sunshine recorder, in hours per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Isolines of the Weather Elements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Weather elements are shown on maps by the following isolines: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Isotherms: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join places with the same temperature.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Isohyets: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join places with the same rainfall.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Isolines of the Weather Elements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Isobars: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join places with the same air pressure.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Isohels: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join places with the same amount of sunshine.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difference between weather and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Weather is today; climate is the average over about 30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instrument measures rainfall?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rain gauge.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condition of the air today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average weather over 30 years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Wind speed is measured with an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Put one bottle of water in the sun and another in the shade for one hour. Touch both and write down which is hotter and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32: Weather Elements: Atmospheric Temperatures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Weather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temps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Climate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climat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Weather station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station météorologique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Thermometer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thermomètre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Rain gauge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pluviomètre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Anemometer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L'anémomètre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Wind vane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girouette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Barometer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baromètre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Earth-Atmosphere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31: Weather and Climate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weather and climate and distinguish between them. Define a weather station. Name the weather elements with their instruments, units and isolines.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read a simple weather forecast and use it to plan daily activities such as farming or travel.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Weather Elements, Instruments and Measurements; Isolines of the Weather Elements.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Put one bottle of water in the sun and another in the shade for one hour. Touch both and write down which is hotter and why.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the weather of today.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the weather station of Garoua airport.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make a paper windmill.</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Module 3: Weather and Climate.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(f4.docx),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“When it rains in Africa!” by Martin_Heigan, CC BY-NC-ND 2.0, via Flickr (https://www.flickr.com/photos/97303475@N00/31286250004)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“Adelaide. Urrbrae. The weather station at the Waite campus of the Univ” by denisbin, CC BY-ND 2.0, via Flickr (https://www.flickr.com/photos/82134796@N03/49865994827)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“3-cup anemometer installed at Thomas More College measures horizontal ” by FondriestEnv, CC BY-NC 2.0, via Flickr (https://www.flickr.com/photos/67593579@N07/6334536635)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(Rainfall): “Sarasota - Rain Gauge (in 23rd Year)” by roger4336, CC BY-SA 2.0, via Flickr (https://www.flickr.com/photos/24736216@N07/8370429863)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2026-09-28T21:14:19Z</dcterms:created>
  <dcterms:modified xsi:type="dcterms:W3CDTF">2026-09-28T21:14:19Z</dcterms:modified>
</cp:coreProperties>
</file>