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Measurement of Weather Elements. The key notions we shall use today are: weather, weather instruments. At the end, you should be able to do this: learners are able to read a simple weather forecast and use it to plan daily activities such as farming or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Atmosphere. The question was: Distinguish weather from 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Weather is the state of the atmosphere at a given time; climate is the average weather over about 30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weather and climate and distinguish between them. Number 2: define a weather station. Number 3: name the weather elements with their instruments, units and isolines.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has four layers; weather takes place in the troposphere. Temperature falls with height in the troposphere. The ozone layer protects us from ultraviolet rays.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Monday morning it rains in Garoua, so Idrissa takes an umbrella. His cousin in Paris laughs: "But Garoua has a hot climate. Why do you need an umbrella?" Idrissa asks his teacher: "What is the difference between the weather and the climate, and how do we measure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cousin confuses weather and climate, and Idrissa does not know how they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weather in Garoua on Monday?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rainy.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climate of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hot, with a wet season and a dry season (tropical).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to plan our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weather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rainy 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air is rainy today. Is this the weather or the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people do in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measure and record the weather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instrument with cups on a mast.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This instrument turns faster when the wind is strong. What does it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 speed: it is an anemometer.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 station and Isoline.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Elements, Instruments and Measurements. The weather elements are measured as follows. Copy the point on Temperature on the left, then draw the diagram on the right: weather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Rainfall on the left, then draw the diagram on the right: a rain gauge.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Elements, Instruments and Measurements. On this slide we have Humidity and Air pressure.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 on the left, then draw the diagram on the right: an anemometer.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Elements, Instruments and Measurements. On this slide we have Sunshine.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Isolines of the Weather Elements. Weather elements are shown on maps by the following isolines. On this slide we have Isotherms and Isohyets.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Isolines of the Weather Elements. On this slide we have Isobars and Isohels.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weather and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today; climate is the average over about 30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instrument measures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rain gauge.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weather; number 2, climate; number 3, anemometer.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instrument that records the maximum and minimum temperatures.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32: Weather Elements: Atmospheric Temperatures.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WEATHER AND CLIMATE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and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Measurement of Weather Elements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weather instruments.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weather and climate; definition of a weather station; classification of weather elements, instruments and measurements; their isolines.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Atmosphere):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the state of the atmosphere at a given time; climate is the average weather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weather and climate and distinguish between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with their instruments, units and isolines.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has four layers; weather takes place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ozone layer protects us from ultraviolet 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Monday morning it rains in Garoua, so Idrissa takes an umbrella. His cousin in Paris laughs: "But Garoua has a hot climate. Why do you need an umbrella?" Idrissa asks his teacher: "What is the difference between the weather and the climate, and how do we measure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cousin confuses weather and climate, and Idrissa does not know how they are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weather in Garoua on Monday?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rainy.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with a wet season and a dry season (tropical).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to plan our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rainy today. Is this the weather or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people do in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measure and record the weather every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anemome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instrument with cups on a mast.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instrument turns faster when the wind is strong. What does it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WEATHER ELEMENTS AND INSTRUMENTS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speed: it is an anemometer.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the atmosphere at a place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weather conditions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weather elements are measured and recorded with instruments.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on a map that joins places with the same value of a weather element.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weather elements are measured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measured with a thermometer, in degrees Celsius (°C).</a:t>
            </a:r>
            <a:endParaRPr lang="en-US" sz="3600" dirty="0"/>
          </a:p>
        </p:txBody>
      </p:sp>
      <p:pic>
        <p:nvPicPr>
          <p:cNvPr id="5" name="Image 0" descr="/home/claude/f4/img/v2/instrum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instruments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measured with a rain gauge, in millimetres (mm).</a:t>
            </a:r>
            <a:endParaRPr lang="en-US" sz="3600" dirty="0"/>
          </a:p>
        </p:txBody>
      </p:sp>
      <p:pic>
        <p:nvPicPr>
          <p:cNvPr id="5" name="Image 0" descr="/home/claude/f4/img/v2/f4_raingauge.jpg">    </p:cNvPr>
          <p:cNvPicPr>
            <a:picLocks noChangeAspect="1"/>
          </p:cNvPicPr>
          <p:nvPr/>
        </p:nvPicPr>
        <p:blipFill>
          <a:blip r:embed="rId1"/>
          <a:stretch>
            <a:fillRect/>
          </a:stretch>
        </p:blipFill>
        <p:spPr>
          <a:xfrm>
            <a:off x="5349240" y="2070315"/>
            <a:ext cx="6659575" cy="369577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rain gauge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hygrometer, in per cent (%).</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pressure: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barometer, in millibars (mb).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Its direction is shown by a wind vane, and its speed is measured with an anemometer, in km/h or knots.</a:t>
            </a:r>
            <a:endParaRPr lang="en-US" sz="3600" dirty="0"/>
          </a:p>
        </p:txBody>
      </p:sp>
      <p:pic>
        <p:nvPicPr>
          <p:cNvPr id="5" name="Image 0" descr="/home/claude/f4/img/v2/f4_anemomet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anemometer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Elements, Instruments and Measurements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Sunshine: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measured with a sunshine recorder, in hours per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Isolines of the Weather Elements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Weather elements are shown on maps by the following isolines: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Isotherms: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Isohyets: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Isolines of the Weather Elements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air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Isohels: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places with the same amount of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today; climate is the average over about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condition of the air today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weather over 30 years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 speed is measured with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instrument that records the maximum and minimum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Weather Elements: Atmospheric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Thermometer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thermomètre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Anemometer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L'anémomètre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 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girouette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Weather and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weather and climate and distinguish between them. Define a weather station. Name the weather elements with their instruments, units and isolines.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simple weather forecast and use it to plan daily activities such as farming or travel.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Weather Elements, Instruments and Measurements; Isolines of the Weather Elements.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instrument that records the maximum and minimum temperatures.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weather of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weather station of Garoua airport.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make a paper windmill.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“3-cup anemometer installed at Thomas More College measures horizontal ” by FondriestEnv, CC BY-NC 2.0, via Flickr (https://www.flickr.com/photos/67593579@N07/6334536635)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(Rainfall):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2026-10-02T05:14:00Z</dcterms:created>
  <dcterms:modified xsi:type="dcterms:W3CDTF">2026-10-02T05:14:00Z</dcterms:modified>
</cp:coreProperties>
</file>