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water stress, storage tanks, boreholes, dams, reservoirs. At the end, you should be able to do this: learners are able to save water at home and at school, and to collect and store rainwater for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Floods, Droughts and Desertification. The question was: Count how many buckets (or litres) of water your family uses in one day, and list the main uses (drinking, cooking, washing).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family of 8 uses about 10 buckets (about 150 litres) a day: drinking 1, cooking 2, washing dishes 2, bathing 3, laundry and cleaning 2.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water scarcity and water stress. Number 2: explain the causes of water scarcity. Number 3: describe its effects. Number 4: describe methods of water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Floods cover dry land; droughts are long periods of low rainfall. Desertification turns dry land into desert. Storing water helps people to face droughts.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in March, the taps in Aminatou's neighbourhood run dry for several days. Women and children queue for hours at the borehole, and water sellers raise their prices. Aminatou asks: "Why is there not enough water, and how can we save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neighbourhood lacks water, and Aminatou does not know the causes or how to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the taps run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March,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water sellers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raise their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and collect rainwater.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water scarcity and how to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people queue at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There is not enough clean water for everyone. What is this situation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this tap make water scarcer?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wastes water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water from a roof.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 family keep water for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collecting rain water from the roof in a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and Water stress.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Water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Water Scarcity. Water scarcity has the following causes.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Population growth on the left, then draw the diagram on the right: a queue at a borehole.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Water Scarcity.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on the left, then draw the diagram on the right: a leaking tap.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Water Scarcity. On this slide we have Poor networks.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Water Scarcity. Water scarcity has the following effects. Copy the point on Loss of time on the left, then draw the diagram on the right: fetching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Water Scarcity. On this slide we have Diseases, High cost and Schooling.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Water Scarcity. On this slide we have Farming and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Conservation Methods. Water can be conserved in the following ways. On this slide we have At home.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Rainwater harvesting on the left, then draw the diagram on the right: rainwater harvesting.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Conservation Methods. On this slide we have In farming and Protecting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Conservation Methods. On this slide we have Large projects.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effects of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long queues and diseases like cholera.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of saving water at home.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repair leaks and close taps.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scarcity; number 2, conservation; number 3,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Revise Lessons 30 to 42. Draw one diagram of your choice (layers of the atmosphere, Stevenson screen, types of rainfall, pressure belts or water cycle) and label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42: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stress, storage tanks, boreholes, dams, reservoirs.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causes; effects; water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save water at home and at school, and to collect and store rainwater for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Floods, Droughts and Desertification):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how many buckets (or litres) of water your family uses in one day, and list the main uses (drinking, cooking, washing).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family of 8 uses about 10 buckets (about 150 litres) a day: drinking 1, cooking 2, washing dishes 2, bathing 3, laundry and cleaning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 and water stress.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methods of water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Floods cover dry land; droughts are long periods of low rainfall.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Desertification turns dry land into desert.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Storing water helps people to face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in March, the taps in Aminatou's neighbourhood run dry for several days. Women and children queue for hours at the borehole, and water sellers raise their prices. Aminatou asks: "Why is there not enough water, and how can we save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neighbourhood lacks water, and Aminatou does not know the causes or how to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taps run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water sellers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raise their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and collect rainwater.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water scarcity and how to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queue at 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for everyone. What is this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tap make water scarcer?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wastes water all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from a roof.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family keep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collecting rain water from the roof in a tank.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lack of enough clean water to meet the needs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stress: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 demand for water is higher than the available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careful use and protection of water to avoid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scarcity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dry season, droughts and high evaporation reduce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such as Garoua grow fast, and demand becomes higher than supply.</a:t>
            </a:r>
            <a:endParaRPr lang="en-US" sz="3600" dirty="0"/>
          </a:p>
        </p:txBody>
      </p:sp>
      <p:pic>
        <p:nvPicPr>
          <p:cNvPr id="5" name="Image 0" descr="/home/claude/f4/img/v2/f4_bor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queue at a borehole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sewage and chemicals make rivers and wells unfit to drink.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Leaking pipes and taps, and careless use, waste a lot of water.</a:t>
            </a:r>
            <a:endParaRPr lang="en-US" sz="3600" dirty="0"/>
          </a:p>
        </p:txBody>
      </p:sp>
      <p:pic>
        <p:nvPicPr>
          <p:cNvPr id="5" name="Image 0" descr="/home/claude/f4/img/v2/f4_leakingt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leaking tap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pipes, too few boreholes and power cuts at pumping stations limit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scarcity has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time: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Women and children walk long distances and queue for hours.</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fetching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causes cholera, typhoid and diarrhoea.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sellers raise prices, and poor families spend more.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Schooling: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Children miss classes to fetch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and animals suffer, and people quarrel over water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conserved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home: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repair leaks, close taps and reuse water, for example for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Rainwater harvesting: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water is collected from roofs and stored in tanks.</a:t>
            </a:r>
            <a:endParaRPr lang="en-US" sz="3600" dirty="0"/>
          </a:p>
        </p:txBody>
      </p:sp>
      <p:pic>
        <p:nvPicPr>
          <p:cNvPr id="5" name="Image 0" descr="/home/claude/f4/img/v2/rain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rainwater harvesting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Drip irrigation and mulching give water directly to plants and reduce evaporation.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rivers are kept clean, and trees are planted around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 projects: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reservoirs and new boreholes store and supply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queues and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of saving water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 leaks and close taps.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Not enough clean water is water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water carefully is water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can be stored in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Revise Lessons 30 to 42. Draw one diagram of your choice (layers of the atmosphere, Stevenson screen, types of rainfall, pressure belts or water cycle) and label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stress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stress hydrique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 tank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save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Économiser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and water stress. Explain the causes of water scarcity. Describe its effects. Describe methods of water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save water at home and at school, and to collect and store rainwater for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Water Scarcity; Effects of Water Scarcity; Water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Lessons 30 to 42. Draw one diagram of your choice (layers of the atmosphere, Stevenson screen, types of rainfall, pressure belts or water cycle) and label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where their family gets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the drops from a tap in one minute.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house with a gutter and a tank.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UN-Water: Water scarcity (Falkenmark indicator).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(Loss of time):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2026-09-28T21:14:22Z</dcterms:created>
  <dcterms:modified xsi:type="dcterms:W3CDTF">2026-09-28T21:14:22Z</dcterms:modified>
</cp:coreProperties>
</file>