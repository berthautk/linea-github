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water stress, storage tanks, boreholes, dams, reservoirs. At the end, you should be able to do this: learners are able to save water at home and at school, and to collect and store rainwater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Floods, Droughts and Desertification. The question was: Give two causes of water scarcity.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long dry season and population growth (also pollution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water scarcity and water stress. Number 2: explain the causes of water scarcity. Number 3: describe its effects. Number 4: describe methods of water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Floods cover dry land; droughts are long periods of low rainfall. Desertification turns dry land into desert. Storing water helps people to face droughts.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March, the taps in Aminatou's neighbourhood run dry for several days. Women and children queue for hours at the borehole, and water sellers raise their prices. Aminatou asks: "Why is there not enough water, and how can we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neighbourhood lacks water, and Aminatou does not know the causes or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taps run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March,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water sellers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raise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and collect rainwater.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water scarcity and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queue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There is not enough clean water for everyone. What is this situation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tap make water scarcer?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wastes water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water from a roof.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 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stress.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Water Scarcity. Water scarcity has the following causes.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growth on the left, then draw the diagram on the right: a queue at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Poor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Water Scarcity. Water scarcity has the following effects. Copy the point on Loss of time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Diseases, High cost and Schooling.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Farming and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Conservation Methods. Water can be conserved in the following ways. On this slide we have At home.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Rainwater harvesting on the left, then draw the diagram on the right: rainwater harvesting.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In farming and Protecting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Large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queues and diseases like cholera.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saving water at home.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repair leaks and close taps.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scarcity; number 2, conservation; number 3,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to conserve water at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stress, storage tanks, boreholes, dams, reservoirs.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causes; effects; water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Floods, Droughts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and population growth (also pollution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 and water stress.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water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Floods cover dry land; droughts are long periods of low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Desertification turns dry land into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Storing water helps people to face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March, the taps in Aminatou's neighbourhood run dry for several days. Women and children queue for hours at the borehole, and water sellers raise their prices. Aminatou asks: "Why is there not enough water, and how can we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neighbourhood lacks water, and Aminatou does not know the causes or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taps run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water sellers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raise their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and collect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water scarcity and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queue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for everyone. 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tap make water scarcer?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wastes water all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from a roof.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 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lack of enough clean water to meet the needs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 demand for water is higher than the available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water to avoid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droughts and high evaporation reduce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Garoua grow fast, and demand becomes higher than supply.</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queue at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sewage and chemicals make rivers and wells unfit to drink.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pipes and taps, and careless use, waste a lot of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pipes, too few boreholes and power cuts at pumping stations limit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scarcity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long distances and queue for hours.</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sellers raise prices, and poor families spend more.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miss classes to fetch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animals suffer, and people quarrel over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home: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repair leaks, close taps and reuse water, for example for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Rainwater harvesting: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is collected from roofs and stored in tanks.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rainwater harvesting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Drip irrigation and mulching give water directly to plants and reduce evaporation.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are kept clean, and trees are planted around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reservoirs and new boreholes store and supply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queues and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saving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leaks and close taps.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enough clean water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water carefully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can be stored in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stress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stress hydrique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 tank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save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Économiser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and water stress. Explain the causes of water scarcity. Describe its effects. Describe methods of water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Water Scarcity; Effects of Water Scarcity; Water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to conserve water at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their family gets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drops from a tap in one minute.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house with a gutter and a tank.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UN-Water: Water scarcity (Falkenmark indicator).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(Loss of time):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