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42: Water Scarcity.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Management of Climate and Hydrological Related Hazards, and the sub-topic is Hydro-climatic Hazards. The key notions we shall use today are: water stress, storage tanks, boreholes, dams, reservoirs. At the end, you should be able to do this: learners are able to save water at home and at school, and to collect and store rainwater for the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41: Floods, Droughts and Desertification. The question was: Count how many buckets (or litres) of water your family uses in one day, and list the main uses (drinking, cooking, washing).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 family of 8 uses about 10 buckets (about 150 litres) a day: drinking 1, cooking 2, washing dishes 2, bathing 3, laundry and cleaning 2.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water scarcity and water stress. Number 2: explain the causes of water scarcity. Number 3: describe its effects. Number 4: describe methods of water conservation.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Floods cover dry land; droughts are long periods of low rainfall. Desertification turns dry land into desert. Storing water helps people to face droughts.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Every year in March, the taps in Aminatou's neighbourhood run dry for several days. Women and children queue for hours at the borehole, and water sellers raise their prices.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There is not enough water in March.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 the people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queue at the borehole or buy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families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Store rain water and save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close taps, repair leaks and collect rainwater.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water scarcity and how to save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children fetch water at a hand pump.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There is not enough clean water for everyone. What is this situation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scarcity.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tap that leaks.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human cause of water scarcity.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Wasting water (leaks) or too many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collecting rain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can a family keep water for the dry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Collect rain water from the roof in a tank.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Water Scarcity. Water scarcity is defined as follows. On this slide we have Water scarcity.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of Water Scarcity. Water scarcity has the following causes. On this slide we have Natural causes and Human causes.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Water Scarcity. On this slide we have Poor networks.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of Water Scarcity. Water scarcity has the following effects. On this slide we have Loss of time and Diseases.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Water Scarcity. On this slide we have Cost and schooling.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Water Conservation Methods. Water can be conserved in the following ways. On this slide we have At home and Rainwater harvesting.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Water Conservation Methods. On this slide we have In farming and Large projects.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rainwater harvesting.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effects of water scarcity.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long queues and diseases like cholera.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ways of saving water at home.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repair leaks and close taps.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scarcity; number 2, conservation; number 3, tank.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Revise Lessons 30 to 42. Draw one diagram of your choice (layers of the atmosphere, Stevenson screen, types of rainfall, pressure belts or water cycle) and label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42: WATER SCARCITY</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Water Scarcity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Management of Climate and Hydrological Related Hazards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Hydro-climatic Hazards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42: Water Scarcity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Water stress, storage tanks, boreholes, dams, reservoirs.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causes; effects; water conservation methods.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save water at home and at school, and to collect and store rainwater for the dry season.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41: Floods, Droughts and Desertification):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 how many buckets (or litres) of water your family uses in one day, and list the main uses (drinking, cooking, washing).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 family of 8 uses about 10 buckets (about 150 litres) a day: drinking 1, cooking 2, washing dishes 2, bathing 3, laundry and cleaning 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water scarcity and water stress.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of water scarcity.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effects.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methods of water conservation.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Floods cover dry land; droughts are long periods of low rainfall.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Desertification turns dry land into desert.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Storing water helps people to face droughts.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year in March, the taps in Aminatou's neighbourhood run dry for several days. Women and children queue for hours at the borehole, and water sellers raise their prices.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not enough water in March.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the people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queue at the borehole or buy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families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Store rain water and save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Close taps, repair leaks and collect rainwater.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water scarcity and how to save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WATER SCARCITY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boreho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Children fetch water at a hand pump.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WATER SCARCITY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not enough clean water for everyone. What is this situation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WATER SCARCITY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scarcity.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leakingtap.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tap that leaks.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human cause of water scarcity.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Wasting water (leaks) or too many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WATER CONSERVATION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rainwat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Collecting rain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WATER CONSERVATION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a family keep water for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WATER CONSERVATION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Collect rain water from the roof in a tank.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Management of Climate and Hydrological Related Hazards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Hydro-climatic Hazards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42: Water Scarcity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Water Scarcity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Water scarcity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scarcity: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lack of enough clean water to meet the needs of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of Water Scarcity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Water scarcity has the following causes: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long dry season and droughts reduce water supply.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growth, waste and pollution reduce clean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of Water Scarcity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Poor networks: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pipes and too few boreholes limit the supply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Water Scarcity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Water scarcity has the following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Loss of 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walk long distances and queue for water.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Diseases: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Dirty water causes cholera and diarrhoea.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Water Scarcity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Cost and schooling: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becomes expensive, and children miss classes to fetch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Water Conservation Methods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Water can be conserved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 home: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should repair leaks and close taps.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Rainwater harvesting: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Rainwater can be collected from roofs and stored in tanks.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Water Conservation Methods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Drip irrigation gives water directly to the roots of plants.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Large projects: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Dams and boreholes store and supply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Water Conservation Methods</a:t>
            </a:r>
            <a:endParaRPr lang="en-US" sz="3600" dirty="0"/>
          </a:p>
        </p:txBody>
      </p:sp>
      <p:pic>
        <p:nvPicPr>
          <p:cNvPr id="4" name="Image 0" descr="/home/claude/f4/img/v2/rainwat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rainwater harvesting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effects of water scarcity.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Long queues and diseases like cholera.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of saving water at home.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Repair leaks and close taps.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Not enough clean water is water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Using water carefully is water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water can be stored in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Revise Lessons 30 to 42. Draw one diagram of your choice (layers of the atmosphere, Stevenson screen, types of rainfall, pressure belts or water cycle) and label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scarcity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pénurie d'eau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stress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stress hydrique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Storage tank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citerne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Borehole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Reservoir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réservoir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fuite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 save water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Économiser l'eau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Management of Climate and Hydrological Related Hazards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42: Water Scarcity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water scarcity and water stress. Explain the causes of water scarcity. Describe its effects. Describe methods of water conservation.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save water at home and at school, and to collect and store rainwater for the dry season.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Water Scarcity; Causes of Water Scarcity; Effects of Water Scarcity; Water Conservation Methods.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Revise Lessons 30 to 42. Draw one diagram of your choice (layers of the atmosphere, Stevenson screen, types of rainfall, pressure belts or water cycle) and label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situation of Aminatou.</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where water is wasted at school.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house, a pipe and a tank.</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UN-Water: Water scarcity (Falkenmark indicator).</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“i'll fight you for it...” by the apostrophe, CC BY-NC-SA 2.0, via Flickr (https://www.flickr.com/photos/66441426@N00/4019192363)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“Drip” by jronaldlee, CC BY 2.0, via Flickr (https://www.flickr.com/photos/37176760@N06/5996590138)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2026-09-27T13:44:45Z</dcterms:created>
  <dcterms:modified xsi:type="dcterms:W3CDTF">2026-09-27T13:44:45Z</dcterms:modified>
</cp:coreProperties>
</file>