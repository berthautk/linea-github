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Ask an elder in which months the rainy season and the dry season start in Garoua. Write the months down.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the rainy season starts around April–May and the dry season around October–November.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asks: "What makes the seasons change in the same way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what causes the change of seasons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overhead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Which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Revolution and Orbit.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Solstice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Revolution. The revolution of the Earth is described as follows. Copy the point on Duration on the left, then draw the diagram on the right: the Earth on its orbit.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Tilted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March equinox (21 March)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June solstice (21 June), September equinox (23 September) and December solstice (22 December).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Copy the point on Seasons on the left, then draw the diagram on the right: planting at the start of the rains.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Varying length of day and night and Midnight Sun and polar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Different heating of the Earth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Cut an orange, an onion or an egg in half. Draw what you see inside and name its layers.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rainy season starts around April–May and the dry season around October–November.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asks: "What makes the seasons change in the same way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what causes the change of seasons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overhead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Which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(elliptical) path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one of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year of 366 days, which comes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One revolution takes 365¼ days, which is one year.</a:t>
            </a:r>
            <a:endParaRPr lang="en-US" sz="36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on its orbit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its revolution, the axis of the Earth stays tilted at 23½°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March equinox (21 March):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is overhead at the Equator.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(21 June):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Cancer.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September equinox (23 September):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Equator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(22 December):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moves between the tropics, which gives the seasons, such as the rainy and dry seasons of Garoua.</a:t>
            </a:r>
            <a:endParaRPr lang="en-US" sz="3200" dirty="0"/>
          </a:p>
        </p:txBody>
      </p:sp>
      <p:pic>
        <p:nvPicPr>
          <p:cNvPr id="5" name="Image 0" descr="/home/claude/f4/img/v2/f4_rainyseason.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at the start of the rains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Away from the Equator, days are longer in summer and shorter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Midnight Sun and polar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the polar circles, the Sun can stay up, or stay down, for 24 hours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the extra quarter day gives a leap year of 366 days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Different heating of 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tilted axis makes the Sun's rays direct near the tropics and slanting near the poles.</a:t>
            </a:r>
            <a:endParaRPr lang="en-US" sz="36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Revolution;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Cut an orange, an onion or an egg in half. Draw what you see inside and name its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2026-09-28T17:07:11Z</dcterms:created>
  <dcterms:modified xsi:type="dcterms:W3CDTF">2026-09-28T17:07:11Z</dcterms:modified>
</cp:coreProperties>
</file>