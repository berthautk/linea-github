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Revolution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orbit, equinox, solstice, leap year, seasons. At the end, you should be able to do this: learners are able to explain the change of seasons and of day length during the year, and to plan activities such as farming with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Rotation of the Earth. The question was: Ask an elder in which months the rainy season and the dry season start in Garoua. Write the months down.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the rainy season starts around April–May and the dry season around October–November.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revolution and the orbit of the Earth. Number 2: illustrate the revolution with equinoxes and solstices. Number 3: explain the effects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Rotation is the turning of the Earth on its axis in about 24 hours. Rotation causes day and night. The axis of the Earth is tilted at 23½°.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it is the rainy season in Garoua and the Benue is full. In December and January, the dry Harmattan season comes. Salamatou wonders what causes this change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Salamatou does not know why the seasons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two seasons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movement of the Earth causes the seasons?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revolution of the Earth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 work according to the seasons caused by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seasons and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Sun is overhead at midday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Sun overhead on 21 June? And on 22 December?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21 June: Tropic of Cancer. 22 December: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plants seeds when the rains begin.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June, the Sun is overhead north of the Equator. What season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Revolution. The revolution of the Earth is explained as follows. On this slide we have Revolution and Orbit.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Equinoxes and Solstices. The overhead Sun moves as follows during the year. On this slide we have Equinoxes and June solstice.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Equinoxes and Solstices. On this slide we have December solstice.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Revolution. The revolution of the Earth has the following effects. On this slide we have Seasons and Length of day.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The year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long does one revolution take?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365¼ 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Sun overhead on 21 March?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revolution; number 2, Cancer; number 3,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Cut an orange, an onion or an egg in half. Draw what you see inside and name its layers.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REVOLUTION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Revolution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Revolution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Orbit, equinox, solstice, leap year,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Revolution: meaning, illustration and effects (notions of equinox, solstice and orbit).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Rotation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rainy season starts around April–May and the dry season around October–November.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revolution and the orbit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revolution with equinoxes and solstices.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is the turning of the Earth on its axis in about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causes day and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it is the rainy season in Garoua and the Benue is full. In December and January, the dry Harmattan season comes. Salamatou wonders what causes this change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Salamatou does not know why the seasons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 work according to the seasons caused by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seasons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EQUINOXES AND SOLSTICES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EQUINOXES AND SOLSTICES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 And on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EQUINOXES AND SOLSTICES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21 June: Tropic of Cancer. 22 December: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plants seeds when the rains begin.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the Sun is overhead north of the Equator. What season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revolution of the Earth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along its orbit.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oval path of the Earth around the Sun, which takes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Equinoxes and Solstices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overhead Sun moves as follows during the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and day and night are equal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June 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Equinoxes and Solstices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December 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22 December, the Sun is overhead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Equinoxes and Solstices</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Revolution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revolution of the Earth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Revolution causes the seasons, such as the rainy and dry seasons in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length of day and night changes during the year away from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year and 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year has 365 days, and every fourth year is a leap year of 366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one revolution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the Earth around the Sun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year of 366 days is a ______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L'orbite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Leap year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L'année bissextile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revolution and the orbit of the Earth. Illustrate the revolution with equinoxes and solstices. Explain the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Revolution; Equinoxes and Solstices;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Cut an orange, an onion or an egg in half. Draw what you see inside and name its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around a chair (the Sun) with a ball (the Earth).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two tropics with the dates.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which months are rainy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2026-09-27T13:44:38Z</dcterms:created>
  <dcterms:modified xsi:type="dcterms:W3CDTF">2026-09-27T13:44:38Z</dcterms:modified>
</cp:coreProperties>
</file>