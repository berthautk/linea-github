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Revolution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orbit, equinox, solstice, leap year, seasons. At the end, you should be able to do this: learners are able to explain the change of seasons and of day length during the year, and to plan activities such as farming with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Rotation of the Earth. The question was: State how long the Earth takes to go around the Sun.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365¼ days (one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revolution and the orbit of the Earth. Number 2: illustrate the revolution with equinoxes and solstices. Number 3: explain the effects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Rotation is the turning of the Earth on its axis in about 24 hours. Rotation causes day and night. The axis of the Earth is tilted at 23½°.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it is the rainy season in Garoua and the Benue is full. In December and January, the dry Harmattan season comes. Salamatou asks: "What makes the seasons change in the same way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Salamatou does not know what causes the change of seasons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the two seasons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movement of the Earth causes the seasons?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revolution of the Earth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farm work according to the seasons caused by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seasons and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the Sun is overhead at midday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Sun overhead on 21 June?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overhead on 22 December?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plants seeds when the rains begin.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June, the Sun is overhead north of the Equator. Which season does Garoua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Revolution and Orbit.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Equinox, Solstice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Illustration of Revolution. The revolution of the Earth is described as follows. Copy the point on Duration on the left, then draw the diagram on the right: the Earth on its orbit.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Tilted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March equinox (21 March)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Illustration of Revolution. On this slide we have June solstice (21 June), September equinox (23 September) and December solstice (22 December).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Revolution. The revolution of the Earth has the following effects. Copy the point on Seasons on the left, then draw the diagram on the right: planting at the start of the rains.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Varying length of day and night and Midnight Sun and polar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Revolution. On this slide we have The year and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Different heating of the Earth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long does one revolution take?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365¼ 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Sun overhead on 21 March?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revolution; number 2, Cancer; number 3, leap.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REVOLUTION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Revolution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Revolution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Orbit, equinox, solstice, leap year, seasons.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Revolution: meaning, illustration and effects (notions of equinox, solstice and orbit).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Rotation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long the Earth takes to go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revolution and the orbit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revolution with equinoxes and solstices.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is the turning of the Earth on its axis in about 24 hours.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Rotation causes day and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23½°.</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it is the rainy season in Garoua and the Benue is full. In December and January, the dry Harmattan season comes. Salamatou asks: "What makes the seasons change in the same way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Salamatou does not know what causes the change of seasons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farm work according to the seasons caused by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seasons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the Sun is overhead at midday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June?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Cancer.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overhead on 22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plants seeds when the rains begin.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June, the Sun is overhead north of the Equator. Which season does Garoua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EFFECTS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Revolution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Orbit: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oval (elliptical) path of the Earth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Equinox: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the Equator and day and night are equal everywhere.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when the Sun is overhead at one of the tropics.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year of 366 days, which comes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Duration: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One revolution takes 365¼ days, which is one year.</a:t>
            </a:r>
            <a:endParaRPr lang="en-US" sz="3600" dirty="0"/>
          </a:p>
        </p:txBody>
      </p:sp>
      <p:pic>
        <p:nvPicPr>
          <p:cNvPr id="5" name="Image 0" descr="/home/claude/f4/img/v2/revolution_ju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on its orbit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its revolution, the axis of the Earth stays tilted at 23½°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March equinox (21 March):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is overhead at the Equator.</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Illustration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June solstice (21 June):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Cancer.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September equinox (23 September):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Equator again.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December solstice (22 December):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overhead at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revolution of the Earth has the following effects: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overhead Sun moves between the tropics, which gives the seasons, such as the rainy and dry seasons of Garoua.</a:t>
            </a:r>
            <a:endParaRPr lang="en-US" sz="3200" dirty="0"/>
          </a:p>
        </p:txBody>
      </p:sp>
      <p:pic>
        <p:nvPicPr>
          <p:cNvPr id="5" name="Image 0" descr="/home/claude/f4/img/v2/f4_rainyseason.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at the start of the rains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Varying 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Away from the Equator, days are longer in summer and shorter in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Midnight Sun and polar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Beyond the polar circles, the Sun can stay up, or stay down, for 24 hours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year and 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year has 365 days, and the extra quarter day gives a leap year of 366 days every four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Effects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Different heating of 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tilted axis makes the Sun's rays direct near the tropics and slanting near the poles.</a:t>
            </a:r>
            <a:endParaRPr lang="en-US" sz="36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one revolution 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Sun overhead on 21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the Earth around the Sun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year of 366 days is a ______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L'orbite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Leap year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L'année bissextile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revolution and the orbit of the Earth. Illustrate the revolution with equinoxes and solstices. Explain the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change of seasons and of day length during the year, and to plan activities such as farming with the calendar.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Illustration of Revolution; Effects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walk around a chair (the Sun) with a ball (the Earth).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the two tropics with the dates.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which months are rainy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2026-09-29T03:12:17Z</dcterms:created>
  <dcterms:modified xsi:type="dcterms:W3CDTF">2026-09-29T03:12:17Z</dcterms:modified>
</cp:coreProperties>
</file>