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Man in the Hot Desert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resource, hazard. At the end, you should be able to do this: learners are able to use water carefully and protect themselves from heat and dust during the dry season,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Depositional Features of Wind Action. The question was: Ask an elder in your family how people in your area cope with the heat, the dust and the shortage of water during the dry season. Write down two ways.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people drink more water and store water in jars; they wear long clothes and head scarves against dust; they rest in the shade at midday; they build houses with thick mud walls.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resource and a hazard. Number 2: identify the main resources of hot deserts. Number 3: describe the main challenges of living in hot deserts. Number 4: explain how people adapt to life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wind deposits sand when it slows down or meets an obstacle. Sand dunes (barchans and seifs) move in the direction of the wind. Moving dunes and dust can cause problems for people who live near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the well of the Bouba family dries up. Mrs Bouba walks for more than an hour every morning to get water, and the goats are thin. Yet in the Sahara, people live in oases and even produce oil and solar electricity. Her son asks: "How can people live, and even become rich, in such dry places?"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understand how people can live and find resources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difficulty of the Bouba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resource of the Sahara.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(or sunshine for solar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and plant trees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live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solar panels in a sunny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the desert a good place for solar power?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shines strongly almost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women fetch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biggest problem of people in dry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tuareg people in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these people wear long, loose clothes and cover their heads?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themselves from the Sun, the heat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Adaptation.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of Hot Deserts. Hot deserts have the following resources. On this slide we have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Solar energy on the left, then draw the diagram on the right: solar panels.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of Hot Deserts. On this slide we have Pasture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Challenges of Hot Deserts. People in hot deserts face the following challenges. Copy the point on Extreme temperatures on the left, then draw the diagram on the right: cold desert nights.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Lack of water on the left, then draw the diagram on the right: fetching 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Challenges of Hot Deserts. On this slide we have Flash floods and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Adaptations. People adapt to hot deserts in the following ways. Copy the point on Nomadism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Clothes and Houses.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Adaptations. On this slide we have Water management and Tree planting.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and solar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can we fight desertification?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(Great Green Wall).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desertification; number 2, sun; number 3, nomads.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with three columns: resources, hazards and adaptations. Fill it with examples from the hot deserts and from the dry season in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MAN IN THE HOT DESERT ENVIRONMENTS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Environments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Man in the Hot Desert Environments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of hot deserts; challenges (hazards) of hot deserts; human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Depositional Features of Wind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people drink more water and store water in jars; they wear long clothes and head scarves against dust; they rest in the shade at midday; they build houses with thick mud walls.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resource and a hazard.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challenges of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people adapt to life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 deposits sand when it slows down or meets an obstacle.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dunes (barchans and seifs) move in the direction of the wind.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Moving dunes and dust can cause problems for people who live near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well of the Bouba family dries up.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Mrs Bouba walks for more than an hour every morning to get water, and the goats are thin.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in the Sahara, people live in oases and even produce oil and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understand how people can live and find resources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difficulty of the Bouba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resource of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(or sunshine for solar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and plant trees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live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 in a sunny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a good place for solar power?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shines strongly almost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of people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CHALLENGES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 in 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people wear long, loose clothes and cover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themselves from the Sun, the heat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or condition that can harm people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contain oil and gas in Algeria and Libya, uranium in Niger and phosphates in Morocco.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Strong sunshine is used for solar power, as at Ouarzazate in Morocco.</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solar panels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Oases, wells and rivers such as the Nile provide water for people and crops.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Resources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grass and shrubs feed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Dunes, oases and ancient monuments such as the pyramids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challenges: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Extreme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Days are very hot, and nights can be cold.</a:t>
            </a:r>
            <a:endParaRPr lang="en-US" sz="3600" dirty="0"/>
          </a:p>
        </p:txBody>
      </p:sp>
      <p:pic>
        <p:nvPicPr>
          <p:cNvPr id="5" name="Image 0" descr="/home/claude/f4/img/v2/desert_night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cold desert nights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Deserts receive less than 250 mm of rain per year, and wells dry up.</a:t>
            </a:r>
            <a:endParaRPr lang="en-US" sz="3600" dirty="0"/>
          </a:p>
        </p:txBody>
      </p:sp>
      <p:pic>
        <p:nvPicPr>
          <p:cNvPr id="5" name="Image 0" descr="/home/claude/f4/img/v2/f4_fetchwater.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fetching 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Sandstorms hurt the eyes and lungs and bury roads and fields.</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Challenges of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 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Rare but heavy storms cause sudden floods in dry valleys (wadis).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spreads into neighbouring lands because of drought, overgrazing and tree cutting.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to hot deserts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their animals in search of water and pasture.</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Clothes: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wear long, loose clothes and cover their heads against the Sun and the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have thick mud walls, small windows and flat roofs to keep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Adaptations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dig wells, store water and irrigate crops with water from rivers, such as the Nile.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Projects such as the Great Green Wall plant trees to stop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(Great Green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Morocco makes electricity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Tuareg are ______ who move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with three columns: resources, hazards and adaptations. Fill it with examples from the hot deserts and from the dry season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risque / 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Man in the Hot Desert Environments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resource and a hazard. Identify the main resources of hot deserts. Describe the main challenges of living in hot deserts. Explain how people adapt to life in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water carefully and protect themselves from heat and dust during the dry season,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Resources of Hot Deserts; Challenges of Hot Deserts; Human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with three columns: resources, hazards and adaptations. Fill it with examples from the hot deserts and from the dry season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about solar panels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far they walk for water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clothes of herders in the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29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MINEPDED: Opération Sahel Vert (minepded.gov.cm).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Resource map and oasis diagram drawn for this lesson from Natural Earth data.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(Sandstorms): “Sandstorm at Camp Bastion, Afghanistan” by Defence Images, CC BY-NC 2.0, via Flickr (https://www.flickr.com/photos/48399297@N04/10343833885)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2026-09-28T21:14:19Z</dcterms:created>
  <dcterms:modified xsi:type="dcterms:W3CDTF">2026-09-28T21:14:19Z</dcterms:modified>
</cp:coreProperties>
</file>