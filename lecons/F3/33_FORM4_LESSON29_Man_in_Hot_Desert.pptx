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Man in the Hot Desert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resource, hazard. At the end, you should be able to do this: learners are able to use water carefully and protect themselves from heat and dust during the dry season,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Depositional Features of Wind Action. The question was: Give two resources of hot deserts.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Oil and solar energy (also oases and minerals).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resource and a hazard. Number 2: identify the main resources of hot deserts. Number 3: describe the main challenges of living in hot deserts. Number 4: explain how people adapt to life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wind deposits sand when it slows down or meets an obstacle. Sand dunes (barchans and seifs) move in the direction of the wind. Moving dunes and dust can cause problems for people who live near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well of the Bouba family dries up. Mrs Bouba walks for more than an hour every morning to get water, and the goats are thin. Yet in the Sahara, people live in oases and even produce oil and solar electricity. Her son asks: "How can people live, and even become rich, in such dry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understand how people can live and find resources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difficulty of the Bouba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resource of the Sahara.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(or sunshine for solar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plant trees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live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solar panels in a sunny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desert a good place for solar power?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shines strongly almost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fetch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biggest problem of people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tuareg people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people wear long, loose clothes and cover their heads?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themselves from the Sun, the heat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of Hot Deserts. Hot deserts have the following resources.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Solar energy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of Hot Deserts. On this slide we have Pasture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of Hot Deserts. People in hot deserts face the following challenges. Copy the point on Extreme temperatures on the left, then draw the diagram on the right: cold desert nights.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Lack of water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of Hot Deserts. On this slide we have Flash floods and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Adaptations. People adapt to hot deserts in the following ways. Copy the point on Nomadism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Clothes and Houses.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Water management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and solar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we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(Great Green Wall).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desertification; number 2, sun; number 3, nomads.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MAN IN THE HOT DESERT ENVIRONMENTS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Environments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Man in the Hot Desert Environments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hot deserts; challenges (hazards) of hot deserts; human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Depositional Features of Wind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 (also oases and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a hazard.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challenges of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people adapt to life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 deposits sand when it slows down or meets an obstacle.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dunes (barchans and seifs) move in the direction of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Moving dunes and dust can cause problems for people who live near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well of the Bouba family dries 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Mrs Bouba walks for more than an hour every morning to get water, and the goats are thin.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in the Sahara, people live in oases and even produce oil and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understand how people can live and find resources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difficulty of the Bouba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resource of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(or sunshine for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plant trees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live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 in a sunny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a good place for solar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shines strongly almost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of people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people wear long, loose clothes and cover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themselves from the Sun, the heat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or condition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contain oil and gas in Algeria and Libya, uranium in Niger and phosphates in Morocco.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sunshine is used for solar power, as at Ouarzazate in Morocco.</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Oases, wells and rivers such as the Nile provide water for people and crops.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grass and shrubs feed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Dunes, oases and ancient monuments such as the pyramids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challenges: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Days are very hot, and nights can be cold.</a:t>
            </a:r>
            <a:endParaRPr lang="en-US" sz="3600" dirty="0"/>
          </a:p>
        </p:txBody>
      </p:sp>
      <p:pic>
        <p:nvPicPr>
          <p:cNvPr id="5" name="Image 0" descr="/home/claude/f4/img/v2/desert_night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cold desert nights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Deserts receive less than 250 mm of rain per year, and wells dry up.</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Sandstorms hurt the eyes and lungs and bury roads and fields.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but heavy storms cause sudden floods in dry valleys (wadis).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spreads into neighbouring lands because of drought, overgrazing and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their animals in search of water and pasture.</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cover their heads against the Sun and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have thick mud walls, small windows and flat roofs to keep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dig wells, store water and irrigate crops with water from rivers, such as the Nile.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such as the Great Green Wall plant trees to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(Great Green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Morocco makes electricity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Tuareg are ______ who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Man in the Hot Desert Environments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a hazard. Identify the main resources of hot deserts. Describe the main challenges of living in hot deserts. Explain how people adapt to life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Resources of Hot Deserts; Challenges of Hot Deserts; Human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about solar panels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far they walk for water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clothes of herders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29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(minepded.gov.cm).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Resource map and oasis diagram drawn for this lesson from Natural Earth data.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(Sandstorms): “Sandstorm at Camp Bastion, Afghanistan” by Defence Images, CC BY-NC 2.0, via Flickr (https://www.flickr.com/photos/48399297@N04/10343833885)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