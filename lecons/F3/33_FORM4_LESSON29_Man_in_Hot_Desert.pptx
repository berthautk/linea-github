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Man in the Hot Desert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resource, hazard. At the end, you should be able to do this: learners are able to use water carefully and protect themselves from heat and dust during the dry season,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Depositional Features of Wind Action. The question was: Ask an elder in your family how people in your area cope with the heat, the dust and the shortage of water during the dry season. Write down two ways.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people drink more water and store water in jars; they wear long clothes and head scarves against dust; they rest in the shade at midday; they build houses with thick mud walls.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resource and a hazard. Number 2: identify the main resources of hot deserts. Number 3: describe the main challenges of living in hot deserts. Number 4: explain how people adapt to life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wind deposits sand when it slows down or meets an obstacle. Sand dunes (barchans and seifs) move in the direction of the wind. Moving dunes and dust can cause problems for people who live near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well of the Bouba family dries up. Mrs Bouba walks for more than an hour every morning to get water, and the goats are thin.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has no water near the 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suffers?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Mrs Bouba and the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the village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Dig a deeper well or collect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plant trees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live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big solar power station in Morocco.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desert a good place for solar power?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shines strongly almost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carry water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biggest problem of people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young trees planted in rows.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planting trees help against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hold the soil and stop the desert from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of Hot Deserts. Hot deserts have the following resources. On this slide we have Minerals and Solar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of Hot Deserts. On this slide we have Water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of Hot Deserts. People in hot deserts face the following challenges. On this slide we have Extreme temperatures and Lack of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of Hot Deserts. On this slide we have Sandstorms and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Adaptations. People adapt to hot deserts in the following ways. On this slide we have Nomadism and Clothes and houses.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Irrigation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and solar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we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(Great Green Wall).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desertification; number 2, sun; number 3, nomads.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with three columns: resources, hazards and adaptations. Fill it with examples from the hot deserts and from the dry season in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MAN IN THE HOT DESERT ENVIRONMENTS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Environments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Man in the Hot Desert Environments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hot deserts; challenges (hazards) of hot deserts; human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Depositional Features of Wind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your family how people in your area cope with the heat, the dust and the shortage of water during the dry season. Write down two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people drink more water and store water in jars; they wear long clothes and head scarves against dust; they rest in the shade at midday; they build houses with thick mud walls.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a hazard.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challenges of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people adapt to life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 deposits sand when it slows down or meets an obstacle.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dunes (barchans and seifs) move in the direction of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Moving dunes and dust can cause problems for people who live near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well of the Bouba family dries up. Mrs Bouba walks for more than an hour every morning to get water, and the goats are thin.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has no water near the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Mrs Bouba and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the village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Dig a deeper well or collect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plant trees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live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solar power station in Morocco.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a good place for solar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shines strongly almost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carry water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of people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trees planted in 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against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hold the soil and stop the desert from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contain oil in Algeria and Libya and uranium in Niger.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sunshine is used for solar power, as in Morocco.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Oases and wells provide water for people and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Dunes and ancient monuments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in hot deserts face the following challenges: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Extreme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very hot and nights are cold.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receive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Sandstorms hurt the eyes and lungs and bury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spreads into neighbouring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to hot deserts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Nomads such as the Tuareg move with their animals in search of water and pasture.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Clothes and 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long loose clothes and build houses with thick walls.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rivers such as the Nile and from wells is used to grow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Projects such as the Great Green Wall plant trees to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(Great Green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Morocco makes electricity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Tuareg are ______ who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with three columns: resources, hazards and adaptations. Fill it with examples from the hot deserts and from the dry season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Man in the Hot Desert Environments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a hazard. Identify the main resources of hot deserts. Describe the main challenges of living in hot deserts. Explain how people adapt to life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Resources of Hot Deserts; Challenges of Hot Deserts; Human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with three columns: resources, hazards and adaptations. Fill it with examples from the hot deserts and from the dry season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who uses a solar panel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situation of Mrs Bouba.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Great Green Wall and Opération Sahel Vert.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29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(minepded.gov.cm).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Resource map and oasis diagram drawn for this lesson from Natural Earth data.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2026-09-27T13:44:43Z</dcterms:created>
  <dcterms:modified xsi:type="dcterms:W3CDTF">2026-09-27T13:44:43Z</dcterms:modified>
</cp:coreProperties>
</file>