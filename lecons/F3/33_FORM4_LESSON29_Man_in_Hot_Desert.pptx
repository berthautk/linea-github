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29: Man in the Hot Desert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Hot Desert Landscapes: Wind Action and Human Adaptation.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Hot Desert Landscapes: Wind Action and Human Adaptation. The key notions we shall use today are: resource, hazard. At the end, you should be able to do this: learners are able to use water carefully and protect themselves from heat and dust during the dry season, as desert people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28: Depositional Features of Wind Action. The question was: Give two resources of hot deserts.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Oil and solar energy (also oases and minerals).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define a resource and a hazard. Number 2: identify the main resources of hot deserts. Number 3: describe the main challenges of living in hot deserts. Number 4: explain how people adapt to life in hot deserts.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wind deposits sand when it slows down or meets an obstacle. Sand dunes (barchans and seifs) move in the direction of the wind. Moving dunes and dust can cause problems for people who live near deserts.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March, the well of the Bouba family dries up. Mrs Bouba walks for more than an hour every morning to get water, and the goats are thin. Yet in the Sahara, people live in oases and even produce oil and solar electricity. Her son asks: "How can people live, and even become rich, in such dry places?"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son does not understand how people can live and find resources in hot deserts.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main difficulty of the Bouba family?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lack of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Name one resource of the Sahara.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Oil (or sunshine for solar electricity).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save water and plant trees to fight desertification.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how people live in hot deserts.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solar panels in a sunny area.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is the desert a good place for solar power?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Sun shines strongly almost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women fetch water.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the biggest problem of people in dry areas?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lack of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tuareg people in the Sahara.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 these people wear long, loose clothes and cover their heads?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protect themselves from the Sun, the heat and the 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Resource and Hazard.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Adaptation.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Resources of Hot Deserts. Hot deserts have the following resources. On this slide we have Minerals.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Solar energy on the left, then draw the diagram on the right: solar panels.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Water on the left, then draw the diagram on the right: an oasis.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Resources of Hot Deserts. On this slide we have Pasture and Tourism.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Challenges of Hot Deserts. People in hot deserts face the following challenges. Copy the point on Extreme temperatures on the left, then draw the diagram on the right: cold desert nights.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Lack of water on the left, then draw the diagram on the right: fetching water.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Sandstorms on the left, then draw the diagram on the right: a sandstorm.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Challenges of Hot Deserts. On this slide we have Flash floods and Desertification.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Human Adaptations. People adapt to hot deserts in the following ways. Copy the point on Nomadism on the left, then draw the diagram on the right: tuareg people.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Human Adaptations. On this slide we have Clothes and Houses.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Human Adaptations. On this slide we have Water management and Tree planting.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resources of hot deserts.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oil and solar energy.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How can we fight desertification?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plant trees (Great Green Wall).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desertification; number 2, sun; number 3, nomads.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the four main layers of the atmosphere.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30: The Atmosphere.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29: MAN IN THE HOT DESERT ENVIRONMENTS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Man in the Hot Desert Environments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Hot Desert Landscapes: Wind Action and Human 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Hot Desert Landscapes: Wind Action and Human Adaptation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29: Man in the Hot Desert Environments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Resource, hazard.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Resources of hot deserts; challenges (hazards) of hot deserts; human adaptations.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use water carefully and protect themselves from heat and dust during the dry season, as desert people do.</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28: Depositional Features of Wind Action):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resources of hot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Oil and solar energy (also oases and minerals).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resource and a hazard.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main resources of hot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challenges of living in hot deserts.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people adapt to life in hot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wind deposits sand when it slows down or meets an obstacle.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Sand dunes (barchans and seifs) move in the direction of the wind.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Moving dunes and dust can cause problems for people who live near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March, the well of the Bouba family dries up.</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Mrs Bouba walks for more than an hour every morning to get water, and the goats are thin.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Yet in the Sahara, people live in oases and even produce oil and solar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Her son asks: "How can people live, and even become rich, in such dry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son does not understand how people can live and find resources in hot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main difficulty of the Bouba family?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lack of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resource of the Sahara.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Oil (or sunshine for solar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Save water and plant trees to fight desertification.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how people live in hot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RESOURCES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sola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Solar panels in a sunny area.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desert a good place for solar power?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Sun shines strongly almost every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CHALLENGES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fetchwater.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Women fetch water.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CHALLENGES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biggest problem of people in dry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CHALLENGES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lack of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ADAPTATIONS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tuareg.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Tuareg people in the Sahara.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ADAPTATIONS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these people wear long, loose clothes and cover their heads?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ADAPTATIONS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protect themselves from the Sun, the heat and the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Hot Desert Landscapes: Wind Action and Human Adaptation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29: Man in the Hot Desert Environments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Resource: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anything in nature that people can use.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Hazard: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event or condition that can harm people and property.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Adaptation: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way people change their way of life to live in an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Resources of Hot Deserts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Hot deserts have the following resources: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Minerals: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Deserts contain oil and gas in Algeria and Libya, uranium in Niger and phosphates in Morocco.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Resources of Hot Deserts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Solar energy: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Strong sunshine is used for solar power, as at Ouarzazate in Morocco.</a:t>
            </a:r>
            <a:endParaRPr lang="en-US" sz="3600" dirty="0"/>
          </a:p>
        </p:txBody>
      </p:sp>
      <p:pic>
        <p:nvPicPr>
          <p:cNvPr id="5" name="Image 0" descr="/home/claude/f4/img/v2/f4_solar.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solar panels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Resources of Hot Deserts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Water: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Oases, wells and rivers such as the Nile provide water for people and crops.</a:t>
            </a:r>
            <a:endParaRPr lang="en-US" sz="3600" dirty="0"/>
          </a:p>
        </p:txBody>
      </p:sp>
      <p:pic>
        <p:nvPicPr>
          <p:cNvPr id="5" name="Image 0" descr="/home/claude/f4/img/v2/oasis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an oasis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Resources of Hot Deserts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Pasture: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rain, grass and shrubs feed camels, goats and sheep.</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Tourism: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Dunes, oases and ancient monuments such as the pyramids attract tourists.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Challenges of Hot Deserts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People in hot deserts face the following challenges: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Extreme temperatures: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Days are very hot, and nights can be cold.</a:t>
            </a:r>
            <a:endParaRPr lang="en-US" sz="3600" dirty="0"/>
          </a:p>
        </p:txBody>
      </p:sp>
      <p:pic>
        <p:nvPicPr>
          <p:cNvPr id="5" name="Image 0" descr="/home/claude/f4/img/v2/desert_night_last.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cold desert nights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Challenges of Hot Deserts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Lack of water: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Deserts receive less than 250 mm of rain per year, and wells dry up.</a:t>
            </a:r>
            <a:endParaRPr lang="en-US" sz="3600" dirty="0"/>
          </a:p>
        </p:txBody>
      </p:sp>
      <p:pic>
        <p:nvPicPr>
          <p:cNvPr id="5" name="Image 0" descr="/home/claude/f4/img/v2/f4_fetchwater.jpg">    </p:cNvPr>
          <p:cNvPicPr>
            <a:picLocks noChangeAspect="1"/>
          </p:cNvPicPr>
          <p:nvPr/>
        </p:nvPicPr>
        <p:blipFill>
          <a:blip r:embed="rId1"/>
          <a:stretch>
            <a:fillRect/>
          </a:stretch>
        </p:blipFill>
        <p:spPr>
          <a:xfrm>
            <a:off x="5349240" y="2069407"/>
            <a:ext cx="6659575" cy="369759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fetching water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Challenges of Hot Deserts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Sandstorms: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Sandstorms hurt the eyes and lungs and bury roads and fields.</a:t>
            </a:r>
            <a:endParaRPr lang="en-US" sz="3600" dirty="0"/>
          </a:p>
        </p:txBody>
      </p:sp>
      <p:pic>
        <p:nvPicPr>
          <p:cNvPr id="5" name="Image 0" descr="/home/claude/f4/img/v2/f2t_sandstorm.jpg">    </p:cNvPr>
          <p:cNvPicPr>
            <a:picLocks noChangeAspect="1"/>
          </p:cNvPicPr>
          <p:nvPr/>
        </p:nvPicPr>
        <p:blipFill>
          <a:blip r:embed="rId1"/>
          <a:stretch>
            <a:fillRect/>
          </a:stretch>
        </p:blipFill>
        <p:spPr>
          <a:xfrm>
            <a:off x="5349240" y="2450233"/>
            <a:ext cx="6659575" cy="2935942"/>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sandstorm</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Challenges of Hot Deserts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Flash floods: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Rare but heavy storms cause sudden floods in dry valleys (wadis).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Desertification: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desert spreads into neighbouring lands because of drought, overgrazing and tree cutting.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Human Adaptations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People adapt to hot deserts in the following ways: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Nomadism: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Nomads such as the Tuareg move with their animals in search of water and pasture.</a:t>
            </a:r>
            <a:endParaRPr lang="en-US" sz="3600" dirty="0"/>
          </a:p>
        </p:txBody>
      </p:sp>
      <p:pic>
        <p:nvPicPr>
          <p:cNvPr id="5" name="Image 0" descr="/home/claude/f4/img/v2/f2t_tuareg.jpg">    </p:cNvPr>
          <p:cNvPicPr>
            <a:picLocks noChangeAspect="1"/>
          </p:cNvPicPr>
          <p:nvPr/>
        </p:nvPicPr>
        <p:blipFill>
          <a:blip r:embed="rId1"/>
          <a:stretch>
            <a:fillRect/>
          </a:stretch>
        </p:blipFill>
        <p:spPr>
          <a:xfrm>
            <a:off x="5349240" y="2069407"/>
            <a:ext cx="6659575" cy="369759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Tuareg people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Human Adaptations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Clothes: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wear long, loose clothes and cover their heads against the Sun and the sand.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Houses: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Houses have thick mud walls, small windows and flat roofs to keep cool.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Human Adaptations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management: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dig wells, store water and irrigate crops with water from rivers, such as the Nile.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Tree planting: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Projects such as the Great Green Wall plant trees to stop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resources of hot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Oil and solar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we fight desertification?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(Great Green Wall).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spread of the desert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Morocco makes electricity from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Tuareg are ______ who move with their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main layers of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30: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ressource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Hazard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risque / l'aléa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Oasis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L'oasis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Nomadism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nomadisme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Sandstorm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tempête de sable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Desertification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désertification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29: Man in the Hot Desert Environments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resource and a hazard. Identify the main resources of hot deserts. Describe the main challenges of living in hot deserts. Explain how people adapt to life in hot deserts.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use water carefully and protect themselves from heat and dust during the dry season, as desert people do.</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Resources of Hot Deserts; Challenges of Hot Deserts; Human Adaptations.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four main layers of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about solar panels in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ask learners how far they walk for water in the dry season.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clothes of herders in the North.</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 — Lesson 29.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Lesson 29 (f4.docx).</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MINEPDED: Opération Sahel Vert (minepded.gov.cm).</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Resource map and oasis diagram drawn for this lesson from Natural Earth data.</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“Noor Ouarzazate III Solar Plant” by Richard Allaway, CC BY 2.0, via Flickr (https://www.flickr.com/photos/16287002@N00/52769922684)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“Women fetch water in Kilte-Awlaelo woreda, Tigray” by UNICEF Ethiopia, CC BY-NC-ND 2.0, via Flickr (https://www.flickr.com/photos/86783452@N02/14056445728)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“my neighbor” by Emilia Tjernström [Arriving at the horizon], CC BY-NC-SA 2.0, via Flickr (https://www.flickr.com/photos/60614633@N00/502315074)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(Sandstorms): “Sandstorm at Camp Bastion, Afghanistan” by Defence Images, CC BY-NC 2.0, via Flickr (https://www.flickr.com/photos/48399297@N04/10343833885)</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2026-10-02T05:13:59Z</dcterms:created>
  <dcterms:modified xsi:type="dcterms:W3CDTF">2026-10-02T05:13:59Z</dcterms:modified>
</cp:coreProperties>
</file>