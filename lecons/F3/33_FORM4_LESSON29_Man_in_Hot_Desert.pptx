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29: Man in the Hot Desert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Hot Desert Landscapes: Wind Action and Human Adaptation.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Hot Desert Landscapes: Wind Action and Human Adaptation. The key notions we shall use today are: resource, hazard. At the end, you should be able to do this: learners are able to use water carefully and protect themselves from heat and dust during the dry season, as desert people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Depositional Features of Wind Action. The question was: Give two resources of hot deserts.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Oil and solar energy (also oases and minerals).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resource and a hazard. Number 2: identify the main resources of hot deserts. Number 3: describe the main challenges of living in hot deserts. Number 4: explain how people adapt to life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wind deposits sand when it slows down or meets an obstacle. Sand dunes (barchans and seifs) move in the direction of the wind. Moving dunes and dust can cause problems for people who live near deserts.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March, the well of the Bouba family dries up. Mrs Bouba walks for more than an hour every morning to get water, and the goats are thin. Yet in the Sahara, people live in oases and even produce oil and solar electricity. Her son asks: "How can people live, and even become rich, in such dry places?"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son does not understand how people can live and find resources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main difficulty of the Bouba family?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lack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resource of the Sahara.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Oil (or sunshine for solar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and plant trees to fight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people live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solar panels in a sunny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the desert a good place for solar power?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 shines strongly almost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women fetch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biggest problem of people in dry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lack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tuareg people in the Sahara.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these people wear long, loose clothes and cover their heads?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protect themselves from the Sun, the heat and the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Resource and Hazard.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Adaptation.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Resources of Hot Deserts. Hot deserts have the following resources. On this slide we have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Solar energy on the left, then draw the diagram on the right: solar panels.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on the left, then draw the diagram on the right: an oasis.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Resources of Hot Deserts. On this slide we have Pasture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Challenges of Hot Deserts. People in hot deserts face the following challenges. Copy the point on Extreme temperatures on the left, then draw the diagram on the right: cold desert nights.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Lack of water on the left, then draw the diagram on the right: fetching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Sandstorms on the left, then draw the diagram on the right: a sandstorm.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Challenges of Hot Deserts. On this slide we have Flash floods and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Adaptations. People adapt to hot deserts in the following ways. Copy the point on Nomadism on the left, then draw the diagram on the right: tuareg people.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Adaptations. On this slide we have Clothes and Houses.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Adaptations. On this slide we have Water management and Tree planting.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resources of hot deserts.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oil and solar energy.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can we fight desertification?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(Great Green Wall).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desertification; number 2, sun; number 3, nomads.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main layers of the atmosphere.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30: The Atmosphere.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29: MAN IN THE HOT DESERT ENVIRONMENTS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Hot Desert Environments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Hot Desert Landscapes: Wind Action and Human 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Hot Desert Landscapes: Wind Action and Human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29: Man in the Hot Desert Environments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hazard.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of hot deserts; challenges (hazards) of hot deserts; human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water carefully and protect themselves from heat and dust during the dry season, as desert people do.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Depositional Features of Wind 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solar energy (also oases and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resource and a hazard.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challenges of living in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people adapt to life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wind deposits sand when it slows down or meets an obstacle.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Sand dunes (barchans and seifs) move in the direction of the wind.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Moving dunes and dust can cause problems for people who live near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the well of the Bouba family dries up.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Mrs Bouba walks for more than an hour every morning to get water, and the goats are thin.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in the Sahara, people live in oases and even produce oil and solar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son asks: "How can people live, and even become rich, in such dry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son does not understand how people can live and find resources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difficulty of the Bouba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resource of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(or sunshine for solar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and plant trees to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people live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 in a sunny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desert a good place for solar power?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shines strongly almost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CHALLENGES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fetch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biggest problem of people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tuareg.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Tuareg people in the Sahara.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people wear long, loose clothes and cover their heads?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protect themselves from the Sun, the heat and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Hot Desert Landscapes: Wind Action and Human Adaptation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29: Man in the Hot Desert Environments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event or condition that can harm people and property.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change their way of life to live in an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Resources of Hot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Hot deserts have the following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Deserts contain oil and gas in Algeria and Libya, uranium in Niger and phosphates in Morocco.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Resources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Solar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Strong sunshine is used for solar power, as at Ouarzazate in Morocco.</a:t>
            </a:r>
            <a:endParaRPr lang="en-US" sz="3600" dirty="0"/>
          </a:p>
        </p:txBody>
      </p:sp>
      <p:pic>
        <p:nvPicPr>
          <p:cNvPr id="5" name="Image 0" descr="/home/claude/f4/img/v2/f4_sol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solar panels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Resources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Oases, wells and rivers such as the Nile provide water for people and crops.</a:t>
            </a:r>
            <a:endParaRPr lang="en-US" sz="3600" dirty="0"/>
          </a:p>
        </p:txBody>
      </p:sp>
      <p:pic>
        <p:nvPicPr>
          <p:cNvPr id="5" name="Image 0" descr="/home/claude/f4/img/v2/oasi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oasis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Resources of Hot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rain, grass and shrubs feed camels, goats and sheep.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Dunes, oases and ancient monuments such as the pyramids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Challenges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hot deserts face the following challenges: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Extreme temperatures: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Days are very hot, and nights can be cold.</a:t>
            </a:r>
            <a:endParaRPr lang="en-US" sz="3600" dirty="0"/>
          </a:p>
        </p:txBody>
      </p:sp>
      <p:pic>
        <p:nvPicPr>
          <p:cNvPr id="5" name="Image 0" descr="/home/claude/f4/img/v2/desert_night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cold desert nights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Challenges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Lack of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Deserts receive less than 250 mm of rain per year, and wells dry up.</a:t>
            </a:r>
            <a:endParaRPr lang="en-US" sz="3600" dirty="0"/>
          </a:p>
        </p:txBody>
      </p:sp>
      <p:pic>
        <p:nvPicPr>
          <p:cNvPr id="5" name="Image 0" descr="/home/claude/f4/img/v2/f4_fetchwat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fetching water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Challenges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Sandstorms: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Sandstorms hurt the eyes and lungs and bury roads and fields.</a:t>
            </a:r>
            <a:endParaRPr lang="en-US" sz="3600" dirty="0"/>
          </a:p>
        </p:txBody>
      </p:sp>
      <p:pic>
        <p:nvPicPr>
          <p:cNvPr id="5" name="Image 0" descr="/home/claude/f4/img/v2/f2t_sandstorm.jpg">    </p:cNvPr>
          <p:cNvPicPr>
            <a:picLocks noChangeAspect="1"/>
          </p:cNvPicPr>
          <p:nvPr/>
        </p:nvPicPr>
        <p:blipFill>
          <a:blip r:embed="rId1"/>
          <a:stretch>
            <a:fillRect/>
          </a:stretch>
        </p:blipFill>
        <p:spPr>
          <a:xfrm>
            <a:off x="5349240" y="2450233"/>
            <a:ext cx="6659575" cy="293594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Challenges of Hot Deserts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Flash 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Rare but heavy storms cause sudden floods in dry valleys (wadis).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desert spreads into neighbouring lands because of drought, overgrazing and tree cutting.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adapt to hot deserts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Nomadism: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Nomads such as the Tuareg move with their animals in search of water and pasture.</a:t>
            </a:r>
            <a:endParaRPr lang="en-US" sz="3600" dirty="0"/>
          </a:p>
        </p:txBody>
      </p:sp>
      <p:pic>
        <p:nvPicPr>
          <p:cNvPr id="5" name="Image 0" descr="/home/claude/f4/img/v2/f2t_tuareg.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Tuareg people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Adaptations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Clothes: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wear long, loose clothes and cover their heads against the Sun and the 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have thick mud walls, small windows and flat roofs to keep cool.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Adaptations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dig wells, store water and irrigate crops with water from rivers, such as the Nile.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Projects such as the Great Green Wall plant trees to stop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solar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(Great Green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spread of the desert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Morocco makes electricity from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Tuareg are ______ who move with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risque / l'aléa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29: Man in the Hot Desert Environments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resource and a hazard. Identify the main resources of hot deserts. Describe the main challenges of living in hot deserts. Explain how people adapt to life in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water carefully and protect themselves from heat and dust during the dry season, as desert people do.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Resources of Hot Deserts; Challenges of Hot Deserts; Human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main layers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about solar panels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how far they walk for water in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clothes of herders in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 — Lesson 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Lesson 29 (f4.docx).</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MINEPDED: Opération Sahel Vert (minepded.gov.cm).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Resource map and oasis diagram drawn for this lesson from Natural Earth data.</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“my neighbor” by Emilia Tjernström [Arriving at the horizon], CC BY-NC-SA 2.0, via Flickr (https://www.flickr.com/photos/60614633@N00/502315074)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(Sandstorms): “Sandstorm at Camp Bastion, Afghanistan” by Defence Images, CC BY-NC 2.0, via Flickr (https://www.flickr.com/photos/48399297@N04/10343833885)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2026-09-29T03:12:24Z</dcterms:created>
  <dcterms:modified xsi:type="dcterms:W3CDTF">2026-09-29T03:12:24Z</dcterms:modified>
</cp:coreProperties>
</file>