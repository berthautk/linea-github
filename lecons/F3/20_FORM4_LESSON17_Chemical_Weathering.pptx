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Chemical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solution, carbonation, hydrolysis, oxidation, hydration, chemically induced biological weathering. At the end, you should be able to do this: learners are able to explain why rocks rot and soils become red or clayey, and to protect metal and cement from the effects of water and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Physical Weathering Processes and Products. The question was: Look at an old iron gate, a roofing sheet or a nail left in the rain. Write what happened to it and what colour it became.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iron became rusty: it turned reddish-brown and weak, and pieces flake off. This is oxidation, a form of chemical weathering.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chemical weathering. Number 2: explain the main processes of chemical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without changing their minerals. Thermal shattering is common in hot, dry areas. Chemical weathering is fastest in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rainy season, Kaltouma sees that the old metal gate of her compound is reddish-brown and crumbles, while a new gate still shines. Around Garoua, many soils are also red. She asks: "How do rain and air change the gate and the rocks, and why are our soils red?"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Kaltouma does not know how water and air change metals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colour is the old gate?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Reddish-brown (rusty).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rain and air do to rocks?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change their minerals, so the rocks rot: this is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red soils and caves around us by chemical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and air change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rusty iron.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and air make iron red and weak. What is this process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many soils around Garoua 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iron in the rocks and soil has been oxidised (rusted).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limestone cave.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Rain water slowly dissolves limestone. What forms after a very long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Caves, with stalactites and stalagmites.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Chemical weathering.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 Solution works as follows. Copy the point on Process on the left, then draw the diagram on the right: processes of chemical weathering.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 On this slide we have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Carbonation. Carbonation works as follows. Copy the point on Process on the left, then draw the diagram on the right: a limestone cave.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Carbonation. On this slide we have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Hydrolysis. Hydrolysis works as follows. On this slide we have Process and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Oxidation. Oxidation works as follows. Copy the point on Process on the left, then draw the diagram on the right: rusty iron.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Products on the left, then draw the diagram on the right: a red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Hydration. Hydration works as follows. On this slide we have Process and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Chemically Induced Biological Weathering. Living things weather rocks chemically as follows. Copy the point on Process on the left, then draw the diagram on the right: lichens on a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Chemically Induced Biological Weathering. On this slide we have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the soils of Garoua red?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iron in them is oxidised.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carbonation produce in limestone?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oxidation; number 2, carbonation; number 3, hydrolysis.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in your family where the soil of his farm comes from, and ask if he has seen rocks fall or roads blocked after heavy rain. Write his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 Impact of Weathering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CHEMICAL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Chemical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Chemical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Solution, carbonation, hydrolysis, oxidation, hydration,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Processes and products of chemical weathering: solution, carbonation, hydrolysis, oxidation, hydration and chemically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Physical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an old iron gate, a roofing sheet or a nail left in the rain. Write what happened to it and what colour it became.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became rusty: it turned reddish-brown and weak, and pieces flake off. This is oxidation, a form of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of chemical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Thermal shattering is common in hot, dry areas.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is fastest in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rainy season, Kaltouma sees that the old metal gate of her compound is reddish-brown and crumbles, while a new gate still shines. Around Garoua, many soils are also red. She asks: "How do rain and air change the gate and the rocks, and why are our soils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Kaltouma does not know how water and air change metals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colour is the old gate?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Reddish-brown (rusty).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rain and air do to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change their minerals, so the rocks rot: this is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red soils and caves around us by chemical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and air change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Rusty iron.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air make iron red and weak. What is this process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many soils around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OXIDATION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 rocks and soil has been oxidised (rusted).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CARBONATION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kar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limestone cave.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water slowly dissolves limestone. What forms after a very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CARBONATION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 with stalactites and stalagmites.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decay of rocks by a chemical change in their minerals, mainly by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Solution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Solution works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dissolves soluble minerals such as rock salt and gypsum.</a:t>
            </a:r>
            <a:endParaRPr lang="en-US" sz="3600" dirty="0"/>
          </a:p>
        </p:txBody>
      </p:sp>
      <p:pic>
        <p:nvPicPr>
          <p:cNvPr id="5" name="Image 0" descr="/home/claude/f4/img/chemical_weathering.png">    </p:cNvPr>
          <p:cNvPicPr>
            <a:picLocks noChangeAspect="1"/>
          </p:cNvPicPr>
          <p:nvPr/>
        </p:nvPicPr>
        <p:blipFill>
          <a:blip r:embed="rId1"/>
          <a:stretch>
            <a:fillRect/>
          </a:stretch>
        </p:blipFill>
        <p:spPr>
          <a:xfrm>
            <a:off x="5349240" y="2668253"/>
            <a:ext cx="6659575" cy="249990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processes of chemical weathering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Solution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minerals are carried away in the water, and hollows and holes are left in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Carbonation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Carbonation works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Rain water absorbs carbon dioxide and becomes a weak acid that dissolves limestone.</a:t>
            </a:r>
            <a:endParaRPr lang="en-US" sz="3600" dirty="0"/>
          </a:p>
        </p:txBody>
      </p:sp>
      <p:pic>
        <p:nvPicPr>
          <p:cNvPr id="5" name="Image 0" descr="/home/claude/f4/img/v2/f4_kar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limestone cave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Carbonation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 stalactites, stalagmites and grooves in limestone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Hydrolysis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Hydrolysis works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reacts with the feldspar of granite and changes it into clay.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(kaolin) and loose quartz sand, so granite crumbles.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Oxidation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Oxidation works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Oxygen in air and water reacts with the iron in rocks, as rust forms on iron.</a:t>
            </a:r>
            <a:endParaRPr lang="en-US" sz="3600" dirty="0"/>
          </a:p>
        </p:txBody>
      </p:sp>
      <p:pic>
        <p:nvPicPr>
          <p:cNvPr id="5" name="Image 0" descr="/home/claude/f4/img/v2/f4_ru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rusty iron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Oxidation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Red, yellow or brown crumbly rock and red soils, such as the lateritic soils of Cameroon.</a:t>
            </a:r>
            <a:endParaRPr lang="en-US" sz="3600" dirty="0"/>
          </a:p>
        </p:txBody>
      </p:sp>
      <p:pic>
        <p:nvPicPr>
          <p:cNvPr id="5" name="Image 0" descr="/home/claude/f4/img/v2/f4_red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red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Hydration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Hydration works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minerals take in water, swell and put pressure on the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rock becomes softer, cracks and breaks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Chemically Induced Biological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Living things weather rocks chemically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Rotting plants, lichens, mosses and bacteria produce acids that attack the minerals of rocks.</a:t>
            </a:r>
            <a:endParaRPr lang="en-US" sz="3600" dirty="0"/>
          </a:p>
        </p:txBody>
      </p:sp>
      <p:pic>
        <p:nvPicPr>
          <p:cNvPr id="5" name="Image 0" descr="/home/claude/f4/img/v2/lsa_liche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lichens on a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Chemically Induced Biological Weathering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Rotten, crumbly rock and humus that forms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Garoua 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iron in them is oxidised.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carbonation produce in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rusting of iron in rocks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water dissolves limestone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changes into clay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Oxidation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Carbonation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carbonatation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Hydrolysis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L'hydratation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L'argile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Limestone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Chemical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chemical weathering. Explain the main processes of chemical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rot and soils become red or clayey, and to protect metal and cement from the effects of water and air.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Solution; Carbonation; Hydrolysis; Oxidation; Hydration; Chemically Induced Biological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in your family where the soil of his farm comes from, and ask if he has seen rocks fall or roads blocked after heavy rain. Write his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rusty nail.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red soil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drop vinegar on chalk: it fizzes and dissolves.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“Songam Cave” by D-Stanley, CC BY 2.0, via Flickr (https://www.flickr.com/photos/79721788@N00/5063216873)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(Process): “Lichens on rock - Mason Lake” by brewbooks, CC BY-SA 2.0, via Flickr (https://www.flickr.com/photos/93452909@N00/2924427336)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2026-09-28T17:13:22Z</dcterms:created>
  <dcterms:modified xsi:type="dcterms:W3CDTF">2026-09-28T17:13:22Z</dcterms:modified>
</cp:coreProperties>
</file>