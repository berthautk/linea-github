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floods, droughts, desertification. At the end, you should be able to do this: learners are able to recognise the risks of floods and drought in their area and to take actions to protect their families, crops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Global Warming. The question was: Define desertification.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lasting spread of desert conditions into dry 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floods, droughts and desertification and give their areas of occurrence. Number 2: explain their causes. Number 3: describe their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Global warming is the long-term rise of the Earth's temperature. It makes droughts and floods more frequent. Mitigation reduces its causes; adaptation helps people to live with its effects.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floods destroyed villages along the Benue near Garoua. Six months later, in the Far North, the rains stopped early, the crops dried up and sand covered some fields. A pupil asks: "How can the same region suffer from too much water and too little water, and what can people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understand how the region suffers both floods and droughts,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along the Benue in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destroyed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in the Far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stopped early and the crops dried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prepare for floods and droughts.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cause of the floods along the Benue.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(or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dry, cracked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difference between a drought and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drought is a period without enough rain; desertification is the lasting spread of desert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planting pits in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pits help farmers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keep water and manure near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 and Drought.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Floods. Floods are explained as follows. Copy the point on Areas of occurrence on the left, then draw the diagram on the right: a flooded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Causes on the left, then draw the diagram on the right: causes of floods.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Floods. On this slide we have Effects and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Droughts. Droughts are explained as follows. Copy the point on Areas of occurrence on the left, then draw the diagram on the right: dry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Droughts. On this slide we have Causes and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Droughts.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Desertification. Desertification is explained as follows. Copy the point on Areas of occurrence on the left, then draw the diagram on the right: crops dried by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Desertification. On this slide we have Causes and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Adaptation and mitigation on the left, then draw the diagram on the right: zaï planting pits.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spread of the desert.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way to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(or stop overgrazing).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desertification;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water scarcity.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41: FLOODS, DROUGHTS AND DESERTIFICATION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Floods, Droughts and Desertification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Floods, Droughts and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Floods, droughts,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area of occurrence); causes;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Global Warming):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lasting spread of desert conditions into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floods, droughts and desertification and give their areas of occurrence.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Global warming is the long-term rise of the Earth's temperature.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makes droughts and floods more frequent.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Mitigation reduces its causes; adaptation helps people to live with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floods destroyed villages along the Benue near Garoua. Six months later, in the Far North, the rains stopped early, the crops dried up and sand covered some fields. A pupil asks: "How can the same region suffer from too much water and too little water, and what can people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understand how the region suffers both floods and droughts,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along the Benue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stopped early and the crops dried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prepare for floods and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the floods along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(or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drought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drought is a period without enough rain; desertification is the lasting spread of desert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pits in 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pits help farmers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and manure near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by water of land that is usually dry.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period with much less rain than normal.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lasting spread of desert conditions into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Floods are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occur along the Benue, the Logone and the Chari, and in towns such as Douala and Yaoundé.</a:t>
            </a:r>
            <a:endParaRPr lang="en-US" sz="3600" dirty="0"/>
          </a:p>
        </p:txBody>
      </p:sp>
      <p:pic>
        <p:nvPicPr>
          <p:cNvPr id="5" name="Image 0" descr="/home/claude/f4/img/v2/f4_floodvillag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Heavy rain, water released from dams, blocked drains and building on floodplains cause floods.</a:t>
            </a:r>
            <a:endParaRPr lang="en-US" sz="3600" dirty="0"/>
          </a:p>
        </p:txBody>
      </p:sp>
      <p:pic>
        <p:nvPicPr>
          <p:cNvPr id="5" name="Image 0" descr="/home/claude/f4/img/v2/flood_caus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causes of floods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 houses, crops and roads, drown people and spread cholera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and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clean drains, early warnings and building on high ground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Droughts are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Droughts occur in the Sahel, including the North and the Far North of Cameroon.</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and irregular rainfall, very high temperatures and a long dry season cause droughts.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fail, animals die, wells dry up, and people suffer hunger and migrate.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and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water storage, drought-resistant crops and food reserves reduce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Desertification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Desertification affects the Sahel, including the Far North of Cameroon around Lake Chad.</a:t>
            </a:r>
            <a:endParaRPr lang="en-US" sz="3600" dirty="0"/>
          </a:p>
        </p:txBody>
      </p:sp>
      <p:pic>
        <p:nvPicPr>
          <p:cNvPr id="5" name="Image 0" descr="/home/claude/f4/img/v2/drough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crops dried by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cutting trees for firewood, bush fires, poor farming and repeated droughts cause desertification.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become poor, sand covers fields, water becomes scarce and people migrate.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Adaptation and mitigation: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 planting (Sahel Vert, Great Green Wall), zaï pits, stone lines and control of grazing stop the desert.</a:t>
            </a:r>
            <a:endParaRPr lang="en-US" sz="3600" dirty="0"/>
          </a:p>
        </p:txBody>
      </p:sp>
      <p:pic>
        <p:nvPicPr>
          <p:cNvPr id="5" name="Image 0" descr="/home/claude/f4/img/v2/f4_za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zaï planting pits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(or stop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enough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Early 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 précoce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Floods, Droughts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floods, droughts and desertification and give their areas of occurrence. Explain their causes. Describe their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Floods; Droughts;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dry year and a spreading desert.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zaï method.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African Union: Great Green Wall.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2026-09-28T21:32:40Z</dcterms:created>
  <dcterms:modified xsi:type="dcterms:W3CDTF">2026-09-28T21:32:40Z</dcterms:modified>
</cp:coreProperties>
</file>