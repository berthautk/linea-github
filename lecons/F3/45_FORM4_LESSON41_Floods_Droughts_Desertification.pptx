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41: Floods, Droughts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Climate and Hydrological Related Hazards, and the sub-topic is Hydro-climatic Hazards. The key notions we shall use today are: floods, droughts, desertification. At the end, you should be able to do this: learners are able to recognise the risks of floods and drought in their area and to take actions to protect their families, crops and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40: Global Warming. The question was: Ask an adult in your family whether your area has ever been flooded or has suffered a very dry year. Write down when it happened and what damage it caused.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in 2012 the Benue flooded after the Lagdo Dam released water; houses, rice and onion fields were destroyed and many people were displaced.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floods, droughts and desertification and give their areas of occurrence. Number 2: explain their causes. Number 3: describe their effects. Number 4: propose adaptation and mitigation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Global warming is the long-term rise of the Earth's temperature. It makes droughts and floods more frequent. Mitigation reduces its causes; adaptation helps people to live with its effects.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2012, floods destroyed villages along the Benue near Garoua. Six months later, in the Far North, the rains stopped early, the crops dried up and sand covered some fields. A pupil asks: "How can the same region suffer from too much water and too little water, and what can people do?"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pupil does not understand how the region suffers both floods and droughts, and what can be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happened along the Benue in 2012?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Floods destroyed villages.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happened in the Far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rains stopped early and the crops dried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prepare for floods and droughts.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floods, droughts and desertification.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flooded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one cause of the floods along the Benue.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(or water released from the Lagdo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dry, cracked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difference between a drought and desertification?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drought is a period without enough rain; desertification is the lasting spread of desert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planting pits in dry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these pits help farmers in dry areas?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keep water and manure near the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Flood and Drought.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Floods. Floods are explained as follows. Copy the point on Areas of occurrence on the left, then draw the diagram on the right: a flooded village.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Causes on the left, then draw the diagram on the right: causes of floods.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Floods. On this slide we have Effects and Adaptation and mitigation.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Droughts. Droughts are explained as follows. Copy the point on Areas of occurrence on the left, then draw the diagram on the right: dry land.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Droughts. On this slide we have Causes and Effects.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Droughts. On this slide we have Adaptation and mitigation.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Desertification. Desertification is explained as follows. Copy the point on Areas of occurrence on the left, then draw the diagram on the right: crops dried by drought.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Desertification. On this slide we have Causes and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Adaptation and mitigation on the left, then draw the diagram on the right: zaï planting pits.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spread of the desert.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way to fight desertification.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plant trees (or stop overgrazing).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drought; number 2, desertification; number 3, Lagdo.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how many buckets (or litres) of water your family uses in one day, and list the main uses (drinking, cooking, washing).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42: Water Scarcity.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41: FLOODS, DROUGHTS AND DESERTIFICATION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Floods, Droughts and Desertification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Climate and Hydrological Related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Hydro-climatic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41: Floods, Droughts and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Floods, droughts, desertification.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(definition and area of occurrence); causes; effects; adaptations and mitigations.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risks of floods and drought in their area and to take actions to protect their families, crops and 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40: Global Warming):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in your family whether your area has ever been flooded or has suffered a very dry year. Write down when it happened and what damage it caused.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in 2012 the Benue flooded after the Lagdo Dam released water; houses, rice and onion fields were destroyed and many people were displaced.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floods, droughts and desertification and give their areas of occurrence.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causes.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effects.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Global warming is the long-term rise of the Earth's temperature.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makes droughts and floods more frequent.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Mitigation reduces its causes; adaptation helps people to live with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2012, floods destroyed villages along the Benue near Garoua. Six months later, in the Far North, the rains stopped early, the crops dried up and sand covered some fields. A pupil asks: "How can the same region suffer from too much water and too little water, and what can people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pupil does not understand how the region suffers both floods and droughts, and what can be done.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along the Benue in 2012?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rains stopped early and the crops dried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prepare for floods and droughts.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floods, droughts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loodvilla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cause of the floods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FLOODS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(or water released from the Lagdo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drought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DROUGHTS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drought is a period without enough rain; desertification is the lasting spread of desert conditions.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DESERTIFICATION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pits in dry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DESERTIFICATION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these pits help farmers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DESERTIFICATION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keep water and manure near the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Climate and Hydrological Related Hazards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Hydro-climatic Hazards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41: Floods, Droughts and Desertification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covering by water of land that is usually dry.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period with much less rain than normal.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lasting spread of desert conditions into dry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Floods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Floods are explained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Areas of occurrence: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Floods occur along the Benue, the Logone and the Chari, and in towns such as Douala and Yaoundé.</a:t>
            </a:r>
            <a:endParaRPr lang="en-US" sz="3600" dirty="0"/>
          </a:p>
        </p:txBody>
      </p:sp>
      <p:pic>
        <p:nvPicPr>
          <p:cNvPr id="5" name="Image 0" descr="/home/claude/f4/img/v2/f4_floodvillag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flooded village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Floods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Heavy rain, water released from dams, blocked drains and building on floodplains cause floods.</a:t>
            </a:r>
            <a:endParaRPr lang="en-US" sz="3600" dirty="0"/>
          </a:p>
        </p:txBody>
      </p:sp>
      <p:pic>
        <p:nvPicPr>
          <p:cNvPr id="5" name="Image 0" descr="/home/claude/f4/img/v2/flood_caus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causes of floods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Floods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Floods destroy houses, crops and roads, drown people and spread cholera and malaria.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and 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Dykes, clean drains, early warnings and building on high ground reduce flood damage.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Droughts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Droughts are explained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Areas of occurrence: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Droughts occur in the Sahel, including the North and the Far North of Cameroon.</a:t>
            </a:r>
            <a:endParaRPr lang="en-US" sz="3600" dirty="0"/>
          </a:p>
        </p:txBody>
      </p:sp>
      <p:pic>
        <p:nvPicPr>
          <p:cNvPr id="5" name="Image 0" descr="/home/claude/f4/img/v2/f2t_drough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dry land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Droughts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and irregular rainfall, very high temperatures and a long dry season cause droughts.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fail, animals die, wells dry up, and people suffer hunger and migrate.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Droughts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Adaptation and 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water storage, drought-resistant crops and food reserves reduce the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Desertification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Desertification is explained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Areas of occurrence: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Desertification affects the Sahel, including the Far North of Cameroon around Lake Chad.</a:t>
            </a:r>
            <a:endParaRPr lang="en-US" sz="3600" dirty="0"/>
          </a:p>
        </p:txBody>
      </p:sp>
      <p:pic>
        <p:nvPicPr>
          <p:cNvPr id="5" name="Image 0" descr="/home/claude/f4/img/v2/drought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crops dried by drought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Desertification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Overgrazing, cutting trees for firewood, bush fires, poor farming and repeated droughts cause desertification.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become poor, sand covers fields, water becomes scarce and people migrate.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Desertification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Adaptation and mitigation: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Tree planting (Sahel Vert, Great Green Wall), zaï pits, stone lines and control of grazing stop the desert.</a:t>
            </a:r>
            <a:endParaRPr lang="en-US" sz="3600" dirty="0"/>
          </a:p>
        </p:txBody>
      </p:sp>
      <p:pic>
        <p:nvPicPr>
          <p:cNvPr id="5" name="Image 0" descr="/home/claude/f4/img/v2/f4_za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zaï planting pits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spread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way to fight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(or stop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period without enough rain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spread of the desert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2012, water from the ______ Dam flooded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how many buckets (or litres) of water your family uses in one day, and list the main uses (drinking, cooking,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 d'inondation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Dyke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Early 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 précoce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Climate and Hydrological Related Hazards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41: Floods, Droughts and Desertification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floods, droughts and desertification and give their areas of occurrence. Explain their causes. Describe their effects. Propose adaptation and mitigation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risks of floods and drought in their area and to take actions to protect their families, crops and land.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Floods; Droughts; Desertification.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how many buckets (or litres) of water your family uses in one day, and list the main uses (drinking, cooking, washing).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flood of 2012.</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a dry year and a spreading desert.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zaï method.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 African Union: Great Green Wall.</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“Flood in Accra” by Stig Nygaard, CC BY 2.0, via Flickr (https://www.flickr.com/photos/10259776@N00/181742000)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2026-09-28T21:14:22Z</dcterms:created>
  <dcterms:modified xsi:type="dcterms:W3CDTF">2026-09-28T21:14:22Z</dcterms:modified>
</cp:coreProperties>
</file>