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floods, droughts, desertification. At the end, you should be able to do this: learners are able to recognise the risks of floods and drought in their area and to take actions to protect their families, crops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Global Warming. The question was: Define desertification.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lasting spread of desert conditions into dry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floods, droughts and desertification and give their areas of occurrence. Number 2: explain their causes. Number 3: describe their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Global warming is the long-term rise of the Earth's temperature. It makes droughts and floods more frequent. Mitigation reduces its causes; adaptation helps people to live with its effects.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understand how the region suffers both floods and droughts,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along the Benue in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destroyed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stopped early and the crops dried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avoid bush fires and prepare for floods and droughts.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floods, droughts and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cause of the floods along the Benue.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(or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dry, cracked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a drought and desertification?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drought is a period without enough rain; desertification is the lasting spread of desert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planting pits in dry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pits help farmers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water and manure near the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Drought.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Floods occur in the following areas. Copy the point on River valleys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Occurrence. On this slide we have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Floods are caused by the following factors. Copy the point on Heavy rain on the left, then draw the diagram on the right: causes of floods.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Water released from dams, Blocked drains and Building on floodplains.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Floods have the following effects.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Flood damage is reduced by the following measures. On this slide we have Dykes and Clean drains.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Early warnings and Building on high ground.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Droughts occur in the following areas. Copy the point on The Sahel on the left, then draw the diagram on the right: dry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Droughts are caused by the following factors. On this slide we have Low and irregular rainfall and Very high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A long dry season.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Droughts have the following effects. On this slide we have Crop failure, Death of animals and Drying wells.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this slide we have Hunger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The effects of droughts are reduced by the following measures. On this slide we have Irrigation and Water storage.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Drought-resistant crops and Food reserves.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Occurrence. Desertification occurs in the following areas. Copy the point on The Sahel on the left, then draw the diagram on the right: crops dried by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Desertification is caused by the following factors. On this slide we have Overgrazing, Cutting trees and Bush fires.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Repeated droughts.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Desertification has the following effects. On this slide we have Poor soils, Moving sand, Water shortage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Desertification is stopped by the following measures. On this slide we have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Zaï pits on the left, then draw the diagram on the right: zaï planting pits.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Stone lines and Control of 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spread of the desert.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way to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(or stop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drought; number 2, desertification;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FLOODS, DROUGHTS AND DESERTIFICATION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Floods, Droughts and Desertification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Floods, Droughts and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Floods, droughts,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(definition and area of occurrence); causes;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floods, droughts and desertification and give their areas of occurrence.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Global warming is the long-term rise of the Earth's temperature.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makes droughts and floods more frequent.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Mitigation reduces its causes; adaptation helps people to live with its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2012, floods destroyed villages along the Benue near Garoua. Six months later, in the Far North, the rains stopped early, the crops dried up and sand covered some fields. A pupil asks: "How can the same region suffer from too much water and too little water, and what can people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understand how the region suffers both floods and droughts,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along the Benue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stopped early and the crops dried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avoid bush fires and prepare for floods and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cause of the floods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(or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DROUGHTS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drought is a period without enough rain; desertification is the lasting spread of desert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pits in dry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pits help farmers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DESERTIFICATION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water and manure near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by water of land that is usually dry.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period with much less rain than normal.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lasting spread of desert conditions into dry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Areas of Occurrence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Floods occur in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valleys: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Along the Benue, the Logone and the Chari.</a:t>
            </a:r>
            <a:endParaRPr lang="en-US" sz="3600" dirty="0"/>
          </a:p>
        </p:txBody>
      </p:sp>
      <p:pic>
        <p:nvPicPr>
          <p:cNvPr id="6"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Areas of Occurrence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low quarters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Floods are caused by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Rivers overflow after long or very strong rains.</a:t>
            </a:r>
            <a:endParaRPr lang="en-US" sz="3600" dirty="0"/>
          </a:p>
        </p:txBody>
      </p:sp>
      <p:pic>
        <p:nvPicPr>
          <p:cNvPr id="6" name="Image 0" descr="/home/claude/f4/img/v2/flood_cau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causes of floods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released from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released from the Lagdo Dam raises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Blocked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blocks gutters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on floodplains: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on low land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crops and roads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drown.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and malaria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Adaptation and Mitigation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 damage is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of earth hold back the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drains: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Gutters are kept free of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Floods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D) Adaptation and Mitigation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before the water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on high ground: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away from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Areas of Occurrence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Droughts occur in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includes the North and the Far North of Cameroon.</a:t>
            </a:r>
            <a:endParaRPr lang="en-US" sz="3600" dirty="0"/>
          </a:p>
        </p:txBody>
      </p:sp>
      <p:pic>
        <p:nvPicPr>
          <p:cNvPr id="6"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Droughts are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and irregular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little rain falls, or it stops too early.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high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dries the soil and the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long dry season: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rain falls for many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Droughts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Crop failure: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dry up and harvests are poor.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of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goats die of thirst and hunger.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wells: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rivers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Hunger and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suffer hunger and leave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Adaptation and Mitigation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of droughts are reduced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are watered from rivers and wells.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is kept in tanks and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Droughts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D) Adaptation and Mitigation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Drought-resistant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millet and sorghum.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reserves: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Grain is stored for bad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Areas of Occurrence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Desertification occurs in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includes the Far North of Cameroon around Lake Chad.</a:t>
            </a:r>
            <a:endParaRPr lang="en-US" sz="3600" dirty="0"/>
          </a:p>
        </p:txBody>
      </p:sp>
      <p:pic>
        <p:nvPicPr>
          <p:cNvPr id="6" name="Image 0" descr="/home/claude/f4/img/v2/drought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dried by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is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animals eat all the grass.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Cutting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for firewood.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destroy the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Repeated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dry years kill the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lose their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Moving sand: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covers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becomes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leave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Adaptation and Mitigation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Desertification is stopped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Operation Sahel Vert and the Great Green Wall 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Adaptation and Mitigation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Zaï pits: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Small pits keep water and manure near the plants.</a:t>
            </a:r>
            <a:endParaRPr lang="en-US" sz="3600" dirty="0"/>
          </a:p>
        </p:txBody>
      </p:sp>
      <p:pic>
        <p:nvPicPr>
          <p:cNvPr id="6" name="Image 0" descr="/home/claude/f4/img/v2/f4_zai.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zaï planting pits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Desertification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Adaptation and Mitigation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of stones slow down runoff.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of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animals is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spread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(or stop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period without enough rain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Early 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 précoce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Floods, Droughts and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floods, droughts and desertification and give their areas of occurrence. Explain their causes. Describe their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risks of floods and drought in their area and to take actions to protect their families, crops and 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Areas of Occurrence; Causes; Effects;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dry year and a spreading desert.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zaï method.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African Union: Great Green Wall.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2026-10-02T05:14:02Z</dcterms:created>
  <dcterms:modified xsi:type="dcterms:W3CDTF">2026-10-02T05:14:02Z</dcterms:modified>
</cp:coreProperties>
</file>