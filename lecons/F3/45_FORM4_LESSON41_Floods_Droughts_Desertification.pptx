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41: Floods, Droughts and Desertification.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Management of Climate and Hydrological Related Hazards, and the sub-topic is Hydro-climatic Hazards. The key notions we shall use today are: floods, droughts, desertification. At the end, you should be able to do this: learners are able to recognise the risks of floods and drought in their area and to take actions to protect their families, crops and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40: Global Warming. The question was: Ask an adult in your family whether your area has ever been flooded or has suffered a very dry year. Write down when it happened and what damage it caused.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in 2012 the Benue flooded after the Lagdo Dam released water; houses, rice and onion fields were destroyed and many people were displaced.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floods, droughts and desertification and give their areas of occurrence. Number 2: explain their causes. Number 3: describe their effects. Number 4: propose adaptation and mitigation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Global warming is the long-term rise of the Earth's temperature. It makes droughts and floods more frequent. Mitigation reduces its causes; adaptation helps people to live with its effects.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September 2012, floods destroyed villages along the Benue near Garoua. Six months later, in the Far North, the rains stopped early and the crops dried up.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North suffers from both floods and droughts.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happened in 2012?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Floods along the Benue.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happened in the Far North?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drought: the rains stopped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avoid bush fires and prepare for floods and droughts.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floods, droughts and desertification.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flooded street.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causes of floods along the Benue.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Heavy rain and water released from the Lagdo Dam.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dry, cracked soil in a drought.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difference between a drought and desertification?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drought is a period without rain; desertification is the spread of the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farmers dig small pits (zaï) to keep water for plants.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 these pits help farmers in dry areas?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keep water and manure near the plants.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Flood and Drought.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Desertification.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These hazards have the following causes. On this slide we have Floods and Drought.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On this slide we have Desertification.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These hazards have the following effects. On this slide we have Floods and Drought.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On this slide we have Desertification.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Adaptation and Mitigation. These hazards are managed with the following measures. On this slide we have Floods and Drought.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and Mitigation. On this slide we have Desertification.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desertification?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spread of the desert.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way to fight desertification.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plant trees (or stop overgrazing).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drought; number 2, desertification; number 3, Lagdo.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Count how many buckets (or litres) of water your family uses in one day, and list the main uses (drinking, cooking, washing).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42: Water Scarcity.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41: FLOODS, DROUGHTS AND DESERTIFICATION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Floods, Droughts and Desertification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Management of Climate and Hydrological Related Hazards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Hydro-climatic Hazards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41: Floods, Droughts and Desertification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Floods, droughts, desertification.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(definition and area of occurrence); causes; effects; adaptations and mitigations.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the risks of floods and drought in their area and to take actions to protect their families, crops and land.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40: Global Warming):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an adult in your family whether your area has ever been flooded or has suffered a very dry year. Write down when it happened and what damage it caused.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in 2012 the Benue flooded after the Lagdo Dam released water; houses, rice and onion fields were destroyed and many people were displaced.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floods, droughts and desertification and give their areas of occurrence.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causes.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their effects.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adaptation and mitigation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Global warming is the long-term rise of the Earth's temperature.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makes droughts and floods more frequent.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Mitigation reduces its causes; adaptation helps people to live with its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September 2012, floods destroyed villages along the Benue near Garoua. Six months later, in the Far North, the rains stopped early and the crops dried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North suffers from both floods and droughts.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happened in 2012?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along the Benue.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happened in the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drought: the rains stopped early.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avoid bush fires and prepare for floods and droughts.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floods, droughts and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FLOODS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floodvillag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flooded street.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FLOODS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floods along the Benue.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FLOODS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and water released from the Lagdo Dam.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DROUGHT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drough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Dry, cracked soil in a drought.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DROUGHT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a drought and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DROUGHT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drought is a period without rain; desertification is the spread of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ADAPTATION AND MITIGATION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za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Farmers dig small pits (zaï) to keep water for plants.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ADAPTATION AND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these pits help farmers in dry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ADAPTATION AND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keep water and manure near the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Management of Climate and Hydrological Related Hazards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Hydro-climatic Hazards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41: Floods, Droughts and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when water covers land that is usually dry, as along the Benue and the Logone.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Drought: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long period without enough rain, common in the Sahel.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Desertification: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spread of desert conditions into dry lands, as in the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These hazards have the following causes: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are caused by heavy rain, blocked drains and water released from dams.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Drought: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Drought is caused by low and irregular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Desertification: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Desertification is caused by overgrazing, cutting trees, bush fires and drought.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These hazards have the following effects: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destroy houses and crops and spread diseases.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Drought: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Drought causes hunger and the death of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Desertification: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Desertification makes the land poor and forces people to migrate.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These hazards are managed with the following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Dykes, good drains and warnings reduce flood damage.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Drought: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Irrigation and drought-resistant seeds reduce the effects of drought.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Desertification: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 planting, such as the Sahel Vert operation, stops the spread of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spread of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way to fight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(or stop overgrazing).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long period without enough rain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spread of the desert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2012, water from the ______ Dam flooded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 how many buckets (or litres) of water your family uses in one day, and list the main uses (drinking, cooking, washing).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42: Water Scarcity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Drought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sécheresse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Desertification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désertification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Floodplain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plaine d'inondation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Dyke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digue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Famine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famine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Overgrazing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surpâturage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Early warning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L'alerte précoce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Management of Climate and Hydrological Related Hazards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41: Floods, Droughts and Desertification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floods, droughts and desertification and give their areas of occurrence. Explain their causes. Describe their effects. Propose adaptation and mitigation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the risks of floods and drought in their area and to take actions to protect their families, crops and land.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Causes; Effects; Adaptation and Mitigation.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Count how many buckets (or litres) of water your family uses in one day, and list the main uses (drinking, cooking, washing).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flood of 2012.</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year when the rains stopped early.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zaï pits of the Sahel.</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MINEPDED: Opération Sahel Vert; African Union: Great Green Wall.</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“Flood in Accra” by Stig Nygaard, CC BY 2.0, via Flickr (https://www.flickr.com/photos/10259776@N00/181742000)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“Imagine a world without trees” by aloshbennett, CC BY 2.0, via Flickr (https://www.flickr.com/photos/13203757@N00/3480223314)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“Women sowing okra in zai holes” by abossuet, CC BY-NC 2.0, via Flickr (https://www.flickr.com/photos/30450178@N07/7175750825)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2026-09-27T13:44:45Z</dcterms:created>
  <dcterms:modified xsi:type="dcterms:W3CDTF">2026-09-27T13:44:45Z</dcterms:modified>
</cp:coreProperties>
</file>