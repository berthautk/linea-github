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Man and Floodplain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floodplain, resource, hazard. At the end, you should be able to do this: learners are able to use the resources of a river safely and to take measures against floods in their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The Lower Course of a River. The question was: Ask two people who live or farm near the Benue: what are the advantages of the river, and what problems do the floods cause? Write their answers.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Advantages: fertile soil for rice and onions, water for animals and fishing. Problems: floods destroy houses and crops, and bring diseases like cholera and malaria.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importance of rivers and floodplains to man. Number 2: describe the problems of living on floodplains. Number 3: suggest solutions to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floodplain is a wide, flat area covered with alluvium. Levees are raised banks built during floods. Deposition is dominant in the lower course.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2012, heavy rain and water released from the Lagdo Dam flooded many villages along the Benue near Garoua, destroying farms and houses. Yet every year farmers come back to plant rice and onions there. A farmer asks: "Why do we stay on the floodplain, and how can we live there safely?"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farm and live on the floodplain although floods destroy their farms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caused the flood of 2012?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Heavy rain and water released from the Lagdo 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farmers come back?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floodplain soil is fertile and there is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build away from rivers and follow flood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advantages and dangers of living near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rice fields on a floodplain.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floodplains good for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soil is fertile (alluvium) and there is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flooded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problems do floods cause to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destroy houses and crops and spread diseases.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raised bank along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this raised bank protect the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stops the river from flooding the land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Floodplain and Flood.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Dyke.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Rivers and Floodplains to Man. Rivers and floodplains are important to man for the following reasons. Copy the point on Farming on the left, then draw the diagram on the right: rice fields on a floodplain.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Rivers and Floodplains to Man. On this slide we have Water supply and Fishing.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Energy on the left, then draw the diagram on the right: the Lagdo Dam.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Rivers and Floodplains to Man. On this slide we have Transport and Settlement.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of Living in Floodplains. People in floodplains face the following problems. Copy the point on Floods on the left, then draw the diagram on the right: a flooded area.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Living in Floodplains. On this slide we have Loss of life, Diseases and Bank collapse and silting.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Living in Floodplains. On this slide we have Displacement.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to the Problems of Living in Floodplains. The following solutions reduce these problems. Copy the point on Dykes and raised banks on the left, then draw the diagram on the right: a raised bank.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to the Problems of Living in Floodplains. On this slide we have Dams, Warnings and Safe building.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to the Problems of Living in Floodplains. On this slide we have Trees and clean channels.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advantage of living on a floodplain.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soil is fertile.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to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build dykes and give flood warnings.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alluvium; number 2, dyke; number 3, Lagdo.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the wind blowing on the water of the Benue or of a big basin of water. Write how the waves form and in which direction they move.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Wave Action in Coastal Areas.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MAN AND FLOODPLAIN INTERACTIONS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 and Floodplain Interactions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Man and Floodplain Interactions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Floodplain, resource, hazard.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Importance of rivers and floodplains to man; problems of living in floodplains; solutions to the problems of living in floodplains.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the resources of a river safely and to take measures against floods in their community.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The Lower Course of a River):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two people who live or farm near the Benue: what are the advantages of the river, and what problems do the floods cause? Write their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Advantages: fertile soil for rice and onions, water for animals and fishing. Problems: floods destroy houses and crops, and bring diseases like cholera and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rivers and floodplains to man.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problems of living on floodplains.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solutions to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floodplain is a wide, flat area covered with alluvium.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Levees are raised banks built during floods.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Deposition is dominant in the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2012, heavy rain and water released from the Lagdo Dam flooded many villages along the Benue near Garoua, destroying farms and houses.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Yet every year farmers come back to plant rice and onions there.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farm and live on the floodplain although floods destroy their farms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caused the flood of 2012?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and water released from the Lagdo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come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floodplain soil is fertile and there is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away from rivers and follow flood warnings.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advantages and dangers of living near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fields on a floodplain.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floodplains good for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fertile (alluvium) and there is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loo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problems do floods cause to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destroy houses and crops and spread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dyk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raised bank along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raised bank protect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stops the river from flooding the land behind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22: Man and Floodplain Interactions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Floodplain: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flat land beside a river that is covered by water during floods.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covering by water of land that is usually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Dyke: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artificial bank built to stop a river or the sea from flooding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Rivers and Floodplains to Man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Rivers and floodplains are important to man for the following reasons: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Floodplains have fertile alluvium for rice, onions, maize and vegetables.</a:t>
            </a:r>
            <a:endParaRPr lang="en-US" sz="3600" dirty="0"/>
          </a:p>
        </p:txBody>
      </p:sp>
      <p:pic>
        <p:nvPicPr>
          <p:cNvPr id="5" name="Image 0" descr="/home/claude/f4/img/v2/f4_ricefiel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rice fields on a floodplain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Rivers and Floodplains to Man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supply: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supply water for drinking, animals and irrigation.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flooded lands are rich in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Rivers and Floodplains to Man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Energy: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Dams on rivers produce electricity, like the Lagdo Dam on the Benue.</a:t>
            </a:r>
            <a:endParaRPr lang="en-US" sz="3600" dirty="0"/>
          </a:p>
        </p:txBody>
      </p:sp>
      <p:pic>
        <p:nvPicPr>
          <p:cNvPr id="5" name="Image 0" descr="/home/claude/f4/img/v2/f2t_lagdo.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Lagdo Dam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Rivers and Floodplains to Man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are used to carry people and goods, as on the Benue to Nigeria in the rainy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fertile land near water attracts villages and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Living in Floodplains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in floodplains face the following problems: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Floods destroy houses, crops, roads and bridges.</a:t>
            </a:r>
            <a:endParaRPr lang="en-US" sz="3600" dirty="0"/>
          </a:p>
        </p:txBody>
      </p:sp>
      <p:pic>
        <p:nvPicPr>
          <p:cNvPr id="5" name="Image 0" descr="/home/claude/f4/img/v2/f4_floo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flooded area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Living in Floodplains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and animals can drown during floods.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Stagnant water spreads cholera, malaria and bilharzia.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Bank collapse and silting: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 banks collapse, and silt fills drains and river beds.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Living in Floodplains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Displacement: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Families lose their homes and must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to the Problems of Living in Floodplains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following solutions reduce these problems: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Dykes and raised banks: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hold back the river during floods.</a:t>
            </a:r>
            <a:endParaRPr lang="en-US" sz="3600" dirty="0"/>
          </a:p>
        </p:txBody>
      </p:sp>
      <p:pic>
        <p:nvPicPr>
          <p:cNvPr id="5" name="Image 0" descr="/home/claude/f4/img/v2/f4_dyke.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raised bank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to the Problems of Living in Floodplains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store flood water and release it slowly, with warnings to people downstream.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Warnings: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Radio and phone messages warn people before floods.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Safe building: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should be built on higher ground or on raised foundations.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to the Problems of Living in Floodplains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Trees and clean channels: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along the banks hold the soil, and clearing silt from drains and river beds lets water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living on a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dykes and give flood warnings.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Fertile mud dropped by a river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high bank built to stop floods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2012, water from the ______ Dam flooded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wind blowing on the water of the Benue or of a big basin of water. Write how the waves form and in which direction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Wave Action in Coastal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L'aléa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Hydroelectricity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zonage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Displaced person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personne déplacée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Man and Floodplain Interactions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importance of rivers and floodplains to man. Describe the problems of living on floodplains. Suggest solutions to these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the resources of a river safely and to take measures against floods in their community.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Importance of Rivers and Floodplains to Man; Problems of Living in Floodplains; Solutions to the Problems of Living in Floodplains.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the wind blowing on the water of the Benue or of a big basin of water. Write how the waves form and in which direction they move.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crops grown along the Benue.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flood of 2012.</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river with a bank on each side.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“Williams Levee on Kankakee River near Shelby, Indiana, May 1912” by Shook Photos, CC BY 2.0, via Flickr (https://www.flickr.com/photos/24724221@N07/18458778016)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(Energy): “South Holston Lake, (Virginia-Tennessee border, USA)” by James St. John, CC BY 2.0, via Flickr (https://www.flickr.com/photos/47445767@N05/39221734762)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2026-09-28T21:14:17Z</dcterms:created>
  <dcterms:modified xsi:type="dcterms:W3CDTF">2026-09-28T21:14:17Z</dcterms:modified>
</cp:coreProperties>
</file>