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Man and Floodplain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floodplain, resource, hazard. At the end, you should be able to do this: learners are able to use the resources of a river safely and to take measures against floods in their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The Lower Course of a River. The question was: Give two uses of floodplains.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on fertile alluvium and fishing (also water supply and settlement).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rivers and floodplains to man. Number 2: describe the problems of living on floodplains. Number 3: suggest solutions to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floodplain is a wide, flat area covered with alluvium. Levees are raised banks built during floods. Deposition is dominant in the lower course.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heavy rain and water released from the Lagdo Dam flooded many villages along the Benue near Garoua, destroying farms and houses. Yet every year farmers come back to plant rice and onions there. A farmer asks: "Why do we stay on the floodplain, and how can we live there safely?"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farm and live on the floodplain although floods destroy their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flood of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farmers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floodplain soil is fertile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away from rivers and follow flood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advantages and dangers of living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on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floodplains good for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fertile (alluvium)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problems do floods cause to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houses and crops and spread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raised bank along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this raised bank protect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river from flooding the land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Floodplain and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Dyke.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Rivers and Floodplains to Man. Rivers and floodplains are important to man for the following reasons. Copy the point on Farming on the left, then draw the diagram on the right: rice fields on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Water supply and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Transport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Living in Floodplains. People in floodplains face the following problems. Copy the point on Floods on the left, then draw the diagram on the right: a flooded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Loss of life, Diseases and Bank collapse and silting.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Displacement.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the Problems of Living in Floodplains. The following solutions reduce these problems. Copy the point on Dykes and raised banks on the left, then draw the diagram on the right: a raised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Dams, Warnings and Safe building.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Trees and clean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living on a floodplain.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dykes and give flood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alluvium; number 2, dyke;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Wave Action in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MAN AND FLOODPLAIN INTERACTIONS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and Floodplain Interactions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Man and Floodplain Interactions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Floodplain, 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rivers and floodplains to man; problems of living in floodplains; solutions to the problems of living in floodplains.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The Lower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on fertile alluvium and fishing (also water supply and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rivers and floodplains to man.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living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solutions to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floodplain is a wide, flat area covered with alluvium.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Levees are raised banks built during floods.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is dominant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heavy rain and water released from the Lagdo Dam flooded many villages along the Benue near Garoua, destroying farms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 year farmers come back to plant rice and onions there.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farm and live on the floodplain although floods destroy their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flood of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soil is fertile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away from rivers and follow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advantages and dangers of living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good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(alluvium)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floods cause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houses and crops and spread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y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raised bank along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raised bank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river from flooding the land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covered by water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artificial bank built to stop a river or the sea from flooding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and floodplains are important to man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Floodplains have fertile alluvium for rice, onions, maize and vegetables.</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rice fields 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supply water for drinking, animals and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flooded lands are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Dams on rivers produce electricity, like the Lagdo Dam on the Benue.</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used to carry people and goods, as on the Benue to Nigeria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fertile land near water attracts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floodplains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destroy houses, crops, roads and bridges.</a:t>
            </a:r>
            <a:endParaRPr lang="en-US" sz="3600" dirty="0"/>
          </a:p>
        </p:txBody>
      </p:sp>
      <p:pic>
        <p:nvPicPr>
          <p:cNvPr id="5"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can drown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Stagnant water spreads cholera, malaria and bilharzia.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Bank collapse and 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 banks collapse, and silt fills drains and river beds.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lose their homes and must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reduce these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Dykes and raised banks: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hold back the river during floods.</a:t>
            </a:r>
            <a:endParaRPr lang="en-US" sz="3600" dirty="0"/>
          </a:p>
        </p:txBody>
      </p:sp>
      <p:pic>
        <p:nvPicPr>
          <p:cNvPr id="5" name="Image 0" descr="/home/claude/f4/img/v2/f4_dyk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raised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store flood water and release it slowly, with warnings to people downstream.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phone messages warn people before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should be built on higher ground or on raised foundations.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and clean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along the banks hold the soil, and clearing silt from drains and river beds lets 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living on 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dykes and give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mud dropped by a river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high bank built to stop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Man and Floodplain Interactions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rivers and floodplains to man. Describe the problems of living on floodplains. Suggest solutions to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Rivers and Floodplains to Man; Problems of Living in Floodplains; Solutions to the Problems of Living in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grown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river with a bank on each side.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“Williams Levee on Kankakee River near Shelby, Indiana, May 1912” by Shook Photos, CC BY 2.0, via Flickr (https://www.flickr.com/photos/24724221@N07/18458778016)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2026-09-28T21:32:38Z</dcterms:created>
  <dcterms:modified xsi:type="dcterms:W3CDTF">2026-09-28T21:32:38Z</dcterms:modified>
</cp:coreProperties>
</file>