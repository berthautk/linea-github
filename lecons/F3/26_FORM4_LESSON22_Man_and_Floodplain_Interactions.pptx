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Man and Floodplain Interactions.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floodplain, resource, hazard. At the end, you should be able to do this: learners are able to use the resources of a river safely and to take measures against floods in their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The Lower Course of a River. The question was: Give two uses of floodplains.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Farming on fertile alluvium and fishing (also water supply and settlement).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importance of rivers and floodplains to man. Number 2: describe the problems of living on floodplains. Number 3: suggest solutions to these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floodplain is a wide, flat area covered with alluvium. Levees are raised banks built during floods. Deposition is dominant in the lower course.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2012, heavy rain and water released from the Lagdo Dam flooded many villages along the Benue near Garoua, destroying farms and houses. Yet every year farmers come back to plant rice and onions there. A farmer asks: "Why do we stay on the floodplain, and how can we live there safely?"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farm and live on the floodplain although floods destroy their farms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caused the flood of 2012?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Heavy rain and water released from the Lagdo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farmers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floodplain soil is fertile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build away from rivers and follow flood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advantages and dangers of living near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rice fields on a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floodplains good for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fertile (alluvium)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flooded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problems do floods cause to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destroy houses and crops and spread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raised bank along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this raised bank protect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stops the river from flooding the land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Floodplain and Flood.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Dyke.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Rivers and Floodplains to Man. Rivers and floodplains are important to man for the following reasons. Copy the point on Farming on the left, then draw the diagram on the right: rice fields on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Rivers and Floodplains to Man. On this slide we have Water supply and Fishing.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Energy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Rivers and Floodplains to Man. On this slide we have Transport and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Living in Floodplains. People in floodplains face the following problems. Copy the point on Floods on the left, then draw the diagram on the right: a flooded area.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Living in Floodplains. On this slide we have Loss of life, Diseases and Bank collapse and silting.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Living in Floodplains. On this slide we have Displacement.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the Problems of Living in Floodplains. The following solutions reduce these problems. Copy the point on Dykes and raised banks on the left, then draw the diagram on the right: a raised bank.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the Problems of Living in Floodplains. On this slide we have Dams, Warnings and Safe building.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the Problems of Living in Floodplains. On this slide we have Trees and clean channels.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of living on a floodplain.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soil is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 dykes and give flood warnings.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alluvium; number 2, dyke; number 3, Lagdo.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waves.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Wave Action in Coastal Areas.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MAN AND FLOODPLAIN INTERACTIONS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and Floodplain Interactions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Man and Floodplain Interactions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Floodplain, resource, hazard.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Importance of rivers and floodplains to man; problems of living in floodplains; solutions to the problems of living in floodplains.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resources of a river safely and to take measures against floods in their community.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The Lower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on fertile alluvium and fishing (also water supply and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rivers and floodplains to man.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problems of living on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solutions to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floodplain is a wide, flat area covered with alluvium.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Levees are raised banks built during floods.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is dominant in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2012, heavy rain and water released from the Lagdo Dam flooded many villages along the Benue near Garoua, destroying farms and houses.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every year farmers come back to plant rice and onions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asks: "Why do we stay on the floodplain, and how can we live there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farm and live on the floodplain although floods destroy their farms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flood of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and water released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floodplain soil is fertile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away from rivers and follow flood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advantages and dangers of living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floodplains good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fertile (alluvium)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 floods cause to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destroy houses and crops and spread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dyk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raised bank along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raised bank protect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the river from flooding the land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22: Man and Floodplain Interactions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flat land beside a river that is covered by water during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covering by water of land that is usually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artificial bank built to stop a river or the sea from flooding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Rivers and floodplains are important to man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Floodplains have fertile alluvium for rice, onions, maize and vegetables.</a:t>
            </a:r>
            <a:endParaRPr lang="en-US" sz="3600" dirty="0"/>
          </a:p>
        </p:txBody>
      </p:sp>
      <p:pic>
        <p:nvPicPr>
          <p:cNvPr id="5"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rice fields 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supply water for drinking, animals and irrigation.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flooded lands are rich in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Dams on rivers produce electricity, like the Lagdo Dam on the Benue.</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are used to carry people and goods, as on the Benue to Nigeria in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fertile land near water attracts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floodplains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Floods destroy houses, crops, roads and bridges.</a:t>
            </a:r>
            <a:endParaRPr lang="en-US" sz="3600" dirty="0"/>
          </a:p>
        </p:txBody>
      </p:sp>
      <p:pic>
        <p:nvPicPr>
          <p:cNvPr id="5" name="Image 0" descr="/home/claude/f4/img/v2/f4_floo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area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animals can drown during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Stagnant water spreads cholera, malaria and bilharzia.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Bank collapse and silting: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 banks collapse, and silt fills drains and river beds.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Displacement: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lose their homes and must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reduce these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Dykes and raised banks: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hold back the river during floods.</a:t>
            </a:r>
            <a:endParaRPr lang="en-US" sz="3600" dirty="0"/>
          </a:p>
        </p:txBody>
      </p:sp>
      <p:pic>
        <p:nvPicPr>
          <p:cNvPr id="5" name="Image 0" descr="/home/claude/f4/img/v2/f4_dyk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raised bank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store flood water and release it slowly, with warnings to people downstream.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and phone messages warn people before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 building: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should be built on higher ground or on raised foundations.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Trees and clean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along the banks hold the soil, and clearing silt from drains and river beds lets water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living on a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dykes and give flood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Fertile mud dropped by a river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high bank built to stop floods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2012, water from the ______ Dam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Wave Action in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zonage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déplacée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Man and Floodplain Interactions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importance of rivers and floodplains to man. Describe the problems of living on floodplains. Suggest solutions to these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resources of a river safely and to take measures against floods in their community.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Importance of Rivers and Floodplains to Man; Problems of Living in Floodplains; Solutions to the Problems of Living in Floodplains.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crops grown along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flood of 2012.</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river with a bank on each side.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“Williams Levee on Kankakee River near Shelby, Indiana, May 1912” by Shook Photos, CC BY 2.0, via Flickr (https://www.flickr.com/photos/24724221@N07/18458778016)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(Energy):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2026-10-02T05:13:57Z</dcterms:created>
  <dcterms:modified xsi:type="dcterms:W3CDTF">2026-10-02T05:13:57Z</dcterms:modified>
</cp:coreProperties>
</file>