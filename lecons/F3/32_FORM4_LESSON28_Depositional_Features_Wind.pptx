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Depositional Features of Wind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barchans and seif dunes. At the end, you should be able to do this: learners are able to explain why sand and dust pile up behind walls, stones and bushes, and to recognise barchan and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Semi-Arid and Desert Landscapes. The question was: After the next windy day, look around your compound. Find a place where sand or dust has piled up, for example behind a wall, a stone or a bush, and write down why you think it collected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Sand piles up behind a wall, a stone or a bush because the obstacle slows down the wind, so the wind drops the sand it was carrying.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the wind deposits the sand and dust it carries. Number 2: describe the structure and movement of a sand dune. Number 3: distinguish between barchan and seif dunes, and define loess.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Wind erodes the land by deflation, abrasion and attrition. Wind erosion forms rock pedestals, zeugen, yardangs and inselbergs. The sand and dust removed by the wind must be dropped somewhere.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windy Harmattan day, Aminatou sweeps her compound. The sand has piled up only in some places: at the foot of a wall, behind a stone and around a bush.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Aminatou does not know why the sand piled up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sand pile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wall, the stone and the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These obstacles slow the wind, so it drops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hedges to stop moving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the wind drops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sand dune moves.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slope faces the wind? Is it gentle or steep?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windward slope. It is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dune seen from above, shaped like a crescent (a new moon).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this dune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barchan.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long, straight lines of dunes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these long, narrow dunes?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Seif dunes.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 Deposition. The wind drops sand for the following reasons. On this slide we have Meaning and Slower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Wind Deposition. On this slide we have Obstacles and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Wind deposition forms the following features. On this slide we have Sand dune and Barchan.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Depositional Features. On this slide we have Seif dune and Loess.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a dune moves.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wind drop its sand behind a wall?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wall slows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barchan?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dune shaped like a crescent.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dune; number 2, barchan; number 3, seif.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in your family how people in your area cope with the heat, the dust and the shortage of water during the dry season. Write down two ways.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Man in the Hot Desert Environments.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28: DEPOSITIONAL FEATURES OF WIND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Depositional Features of Wind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Depositional Features of Wind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Depositional features of wind action; sand dunes (barchans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Semi-Arid and Desert Landscapes):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piles up behind a wall, a stone or a bush because the obstacle slows down the wind, so the wind drops the sand it was carrying.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wind deposits the sand and dust it carries.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structure and movement of a sand dune.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barchan and seif dunes, and define loess.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erodes the land by deflation, abrasion and attrition.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erosion forms rock pedestals, zeugen, yardangs and inselbergs.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sand and dust removed by the wind must be dropped somewhere.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windy Harmattan day, Aminatou sweeps her compound. The sand has piled up only in some places: at the foot of a wall, behind a stone and around a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Aminatou does not know why the sand piled up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sand pile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wall, the stone and the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obstacles slow the wind, so it drops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hedges to stop moving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the wind drops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une_mov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sand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slope faces the wind? Is it gentle or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SAND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windward slope. It is gentle.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rch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dune seen from above, shaped like a crescent (a new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dune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BARCHANS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ei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 straight lines of dunes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long, narrow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SEIF DUNES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Seif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wind drops sand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deposition is the dropping of sand and dust carried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Slower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drops sand when it loses its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Wind Deposition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Obstacles: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Walls, stones and bushes slow the wind and make it drop 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sand becomes heavy and stops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hill of sand with a gentle windward slope and a steep slip 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Barchan: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crescent-shaped dune whose horns point in the direction of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Seif dune: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straight ridge of sand lying parallel to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thick layer of fine dust deposited far from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pic>
        <p:nvPicPr>
          <p:cNvPr id="4" name="Image 0" descr="/home/claude/f4/img/v2/dune_move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a dune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drop its sand behind a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wall slows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barchan?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dune shaped like a crescent.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hill of sand made by the wind is a sand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crescent-shaped dune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Long, straight dunes are ______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your family how people in your area cope with the heat, the dust and the shortage of water during the dry season. Write down two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 (l'accumulation)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dune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Barchan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barkhane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Seif dune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sif (dune longitudinale)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 face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face d'avalanche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lœss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Depositional Features of Wind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wind deposits the sand and dust it carries. Describe the structure and movement of a sand dune. Distinguish between barchan and seif dunes, and define loess.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sand and dust pile up behind walls, stones and bushes, and to recognise barchan and seif dunes.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Wind Deposition;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in your family how people in your area cope with the heat, the dust and the shortage of water during the dry season. Write down two ways.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dune: a gentle slope and a steep slope.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crescent with two horns.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long parallel lines of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28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Dune diagrams: teacher's images (dune profile, seif) and a barchan diagram redrawn with the horns pointing downwind.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2026-09-27T13:44:43Z</dcterms:created>
  <dcterms:modified xsi:type="dcterms:W3CDTF">2026-09-27T13:44:43Z</dcterms:modified>
</cp:coreProperties>
</file>