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Depositional Features of Wind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Hot Desert Landscapes: Wind Action and Human Adaptation.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Hot Desert Landscapes: Wind Action and Human Adaptation. The key notions we shall use today are: barchans and seif dunes. At the end, you should be able to do this: learners are able to explain why sand and dust pile up behind walls, stones and bushes, and to recognise barchan and seif dunes.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Semi-Arid and Desert Landscapes. The question was: Name the two types of sand dunes.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Barchans and seif dunes.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why the wind deposits the sand and dust it carries. Number 2: describe the structure and movement of a sand dune. Number 3: distinguish between barchan and seif dunes, and define loess.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Wind erodes the land by deflation, abrasion and attrition. Wind erosion forms rock pedestals, zeugen, yardangs and inselbergs. The sand and dust removed by the wind must be dropped somewhere.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windy Harmattan day, Aminatou sweeps her compound. The sand has piled up only in some places: at the foot of a wall, behind a stone and around a bush. She asks: "Why does the wind drop its sand in these places, and what does it build in the desert?"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why the wind drops sand in some places and what it builds in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did the sand pile up?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foot of a wall, behind a stone and around a bush.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the wind drop the sand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obstacles slowed down the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hedges to stop moving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made when the wind drops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a sand dune moves.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slope of the dune faces the wind?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windward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Is it gentle or steep?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crescent-shaped dune seen from above.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this crescent-shaped dune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barchan.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long, narrow dunes.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these long, narrow dunes?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Seif dunes.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Wind deposition and Sand dune.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Deposition. The wind deposits its load for the following reasons. On this slide we have Fall in wind speed and Obstacles.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Deposition. On this slide we have Wet sand.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Features of Deposition. Wind deposition forms the following features. Copy the point on Sand dunes on the left, then draw the diagram on the right: how a dune moves.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Features of Deposition. On this slide we have Sand sheets, Ripples and Loess.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Dunes. The main types of sand dunes are the following. Copy the point on Barchans on the left, then draw the diagram on the right: a barchan.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Seif dunes on the left, then draw the diagram on the right: seif dunes.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the wind drop its sand behind a wall?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wall slows the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barchan?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dune shaped like a crescent.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dune; number 2, barchan; number 3, seif.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resources of hot deserts.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29: Man in the Hot Desert Environments.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28: DEPOSITIONAL FEATURES OF WIND ACTION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Depositional Features of Wind 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Hot Desert Landscapes: Wind Action and Human 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Hot Desert Landscapes: Wind Action and Human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Depositional Features of Wind 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Barchans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Depositional features of wind action; sand dunes (barchans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sand and dust pile up behind walls, stones and bushes, and to recognise barchan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Semi-Arid and Desert Landscapes):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sand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Barchans and seif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 wind deposits the sand and dust it carries.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structure and movement of a sand dune.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barchan and seif dunes, and define loess.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erodes the land by deflation, abrasion and attrition.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erosion forms rock pedestals, zeugen, yardangs and inselbergs.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sand and dust removed by the wind must be dropped somewhere.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windy Harmattan day, Aminatou sweeps her compound. The sand has piled up only in some places: at the foot of a wall, behind a stone and around a bush. She asks: "Why does the wind drop its sand in these places, and what does it build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why the wind drops sand in some places and what it builds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did the sand pile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foot of a wall, behind a stone and around a bush.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wind drop the sand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obstacles slowed down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hedges to stop moving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made when the wind drops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une_mov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sand dune moves.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slope of the dune faces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windward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it gentle or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arch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crescent-shaped dune seen from above.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crescent-shaped dune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barchan.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ei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Long, narrow dunes.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these long, narrow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Seif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Hot Desert Landscapes: Wind Action and Human Adaptation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28: Depositional Features of Wind Action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the sand and dust carried by the wind.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 dune: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hill or ridge of sand built by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Causes of Deposition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wind deposits its load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 in wind speed: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slows down and can no longer carry the 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Obstacles: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 a bush or a wall stops the wind, and the sand piles up behind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A) Causes of Deposition (continued)</a:t>
            </a:r>
            <a:endParaRPr lang="en-US" sz="2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Wet sand: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Damp sand sticks together and the wind cannot lift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Features of Deposition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Wind deposition forms the following features: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Sand dunes: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hills of sand with a gentle windward slope and a steep slip face.</a:t>
            </a:r>
            <a:endParaRPr lang="en-US" sz="3600" dirty="0"/>
          </a:p>
        </p:txBody>
      </p:sp>
      <p:pic>
        <p:nvPicPr>
          <p:cNvPr id="6" name="Image 0" descr="/home/claude/f4/img/v2/dune_move_last.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a dune moves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Features of Deposition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 sheets: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wide, flat spreads of 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Ripples: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small waves of sand on the surface of sand sheets and dunes.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thick layer of fine, fertile dust deposited far from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Dunes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types of sand dunes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Barchans: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crescent-shaped dunes whose horns point in the direction of the wind. They form where the wind blows from one direction and sand is limited.</a:t>
            </a:r>
            <a:endParaRPr lang="en-US" sz="3200" dirty="0"/>
          </a:p>
        </p:txBody>
      </p:sp>
      <p:pic>
        <p:nvPicPr>
          <p:cNvPr id="5" name="Image 0" descr="/home/claude/f4/img/v2/barcha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barchan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Dunes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Seif dunes: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long, narrow, straight ridges of sand lying parallel to the wind. They form where winds blow from two slightly different directions.</a:t>
            </a:r>
            <a:endParaRPr lang="en-US" sz="3600" dirty="0"/>
          </a:p>
        </p:txBody>
      </p:sp>
      <p:pic>
        <p:nvPicPr>
          <p:cNvPr id="5" name="Image 0" descr="/home/claude/f4/img/v2/seif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seif dunes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wind drop its sand behind a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wall slows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barchan?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dune shaped like a crescent.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hill of sand made by the wind is a sand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crescent-shaped dune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Long, straight dunes are ______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Man in the Hot Desert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 (l'accumulation)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 dune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dune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Barchan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barkhane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Seif dune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sif (dune longitudinale)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Leeward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 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Slip face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face d'avalanche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Loess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lœss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Depositional Features of Wind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the wind deposits the sand and dust it carries. Describe the structure and movement of a sand dune. Distinguish between barchan and seif dunes, and define loess.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sand and dust pile up behind walls, stones and bushes, and to recognise barchan and seif dunes.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Deposition; Features of Deposition; Dunes.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resources of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dune with an arrow for the wind.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crescent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long lines of sand.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 — Lesson 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Lesson 28 (f4.docx).</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Dune diagrams: teacher's images (dune profile, seif) and a barchan diagram redrawn with the horns pointing downwind.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2026-10-02T05:13:59Z</dcterms:created>
  <dcterms:modified xsi:type="dcterms:W3CDTF">2026-10-02T05:13:59Z</dcterms:modified>
</cp:coreProperties>
</file>