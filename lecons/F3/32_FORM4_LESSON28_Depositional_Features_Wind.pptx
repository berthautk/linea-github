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Name the two types of sand dunes.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Barchans and seif dunes.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She asks: "Why does the wind drop its sand in these places, and what does it build in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wind drops sand in some places and what it builds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foot of a wall, behind a stone and around a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wind drop the sand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obstacles slowed down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of the dune faces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crescent-shaped dune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crescent-shaped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narrow dunes.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and Sand dune.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of Wind Action. Wind deposition takes place and forms features as follows. On this slide we have Causes of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Sand sheets and ripples.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 dunes on the left, then draw the diagram on the right: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Dunes. The main types of sand dunes are the following. Copy the point on Barchans on the left, then draw the diagram on the right: a barchan.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Seif dunes on the left, then draw the diagram on the right: seif dunes.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resources of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Barchans and 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 She asks: "Why does the wind drop its sand in these places, and what does it build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wind drops sand in some places and what it builds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wind drop the sand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obstacles slowed down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of the dune faces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crescent-shaped dune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crescent-shaped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narrow dunes.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sand and dust carried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ridge of sand built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deposition takes place and forms features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drops sand when it slows down, meets an obstacle such as a rock or a bush, or when the sand becomes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sheets and ripples: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flat spreads of sand are marked with small waves called ripples.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Hills of sand with a gentle windward slope and a steep slip face that slowly move in the direction of the wind.</a:t>
            </a:r>
            <a:endParaRPr lang="en-US" sz="3600" dirty="0"/>
          </a:p>
        </p:txBody>
      </p:sp>
      <p:pic>
        <p:nvPicPr>
          <p:cNvPr id="5" name="Image 0" descr="/home/claude/f4/img/v2/dune_mov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fertile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sand dunes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Barchans: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crescent-shaped dunes whose horns point in the direction of the wind. They form where the wind blows from one direction and sand is limited.</a:t>
            </a:r>
            <a:endParaRPr lang="en-US" sz="3200" dirty="0"/>
          </a:p>
        </p:txBody>
      </p:sp>
      <p:pic>
        <p:nvPicPr>
          <p:cNvPr id="5" name="Image 0" descr="/home/claude/f4/img/v2/barch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barchan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Seif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long, narrow, straight ridges of sand lying parallel to the wind. They form where winds blow from two slightly different directions.</a:t>
            </a:r>
            <a:endParaRPr lang="en-US" sz="3600" dirty="0"/>
          </a:p>
        </p:txBody>
      </p:sp>
      <p:pic>
        <p:nvPicPr>
          <p:cNvPr id="5" name="Image 0" descr="/home/claude/f4/img/v2/sei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seif dunes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Depositional Features of Wind Action;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resources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with an arrow for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