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Look at the Moon on three different evenings this week. Draw its shape each time and write the date under each drawing.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drawings should show the Moon changing shape: for example a thin crescent, then a half Moon, then a nearly full Moon, each with its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and grandmother says that some crops are planted according to the shape of the Moon. Hawaou asks: "Why does the Moon change its shape, and how does it affect our lives?"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 or how it affects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and we see a different part of this lit half as the Moon moves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boats on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sea has gone down: it is low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causes this movement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Galaxy.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Satellite and Phases of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Universe. The universe is made up of the following elements. Copy the point on Galaxies on the left, then draw the diagram on the right: the Milky 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Stars.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solar system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Other bodies.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Links with the Planet Earth. The Earth is linked to the rest of the universe as follows. On this slide we have Light and heat and Movements.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Links with the Planet Earth. On this slide we have Gravity and The place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of about 29½ days. Copy the point on New Moon on the left, then draw the diagram on the right: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First quarter,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Natural Environment. The Moon affects the natural environment as follows. Copy the point on Tides on the left, then draw the diagram on the right: how the Moon causes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Spring and neap tides.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Light at night and Eclipses.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Human Activities. The Moon affects human socio-economic activities as follows. Copy the point on Fishing on the left, then draw the diagram on the right: boats at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Navigation and ports and Calendars and feasts.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Farming and tradition.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Cameroon in your atlas. Find the numbers written on the edges of the map and copy the numbers written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drawings should show the Moon changing shape: for example a thin crescent, then a half Moon, then a nearly full Moon, each with its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and grandmother says that some crops are planted according to the shape of the Moon. Hawaou asks: "Why does the Moon change its shape, and how does it affect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 or how it affects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and we see a different part of this lit half as the Moon moves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boats on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has gone down: it is low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movement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 gas and dust held together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Satellite: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Phases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different shapes of the lit part of the Moon that we see during a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are billions of galaxies, and our galaxy is the Milky Way.</a:t>
            </a:r>
            <a:endParaRPr lang="en-US" sz="3600" dirty="0"/>
          </a:p>
        </p:txBody>
      </p:sp>
      <p:pic>
        <p:nvPicPr>
          <p:cNvPr id="6" name="Image 0" descr="/home/claude/f4/img/v2/f4_milkywa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Milky 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Stars are huge balls of burning gas, and the Sun is our nearest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solar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Sun with the eight planets and their satellites that move around it.</a:t>
            </a:r>
            <a:endParaRPr lang="en-US" sz="3600" dirty="0"/>
          </a:p>
        </p:txBody>
      </p:sp>
      <p:pic>
        <p:nvPicPr>
          <p:cNvPr id="6"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Asteroids, comets, gases and dust are also found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linked to the rest of the universe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gives the Earth the light and heat that make life possible.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around the Sun, which gives the year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Moon pull the Earth, and this causes the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 and the only one known to have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Phases of the Moon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shows the following phases during a month of about 29½ days: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3200" dirty="0"/>
          </a:p>
        </p:txBody>
      </p:sp>
      <p:pic>
        <p:nvPicPr>
          <p:cNvPr id="6" name="Image 0" descr="/home/claude/f4/img/v2/moon_pha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Phases of the Moon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whole lit face of the Moon faces the Earth, so we see a full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Moon affects the natural environment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3600" dirty="0"/>
          </a:p>
        </p:txBody>
      </p:sp>
      <p:pic>
        <p:nvPicPr>
          <p:cNvPr id="6" name="Image 0" descr="/home/claude/f4/img/tides.png">    </p:cNvPr>
          <p:cNvPicPr>
            <a:picLocks noChangeAspect="1"/>
          </p:cNvPicPr>
          <p:nvPr/>
        </p:nvPicPr>
        <p:blipFill>
          <a:blip r:embed="rId1"/>
          <a:stretch>
            <a:fillRect/>
          </a:stretch>
        </p:blipFill>
        <p:spPr>
          <a:xfrm>
            <a:off x="5349240" y="2342247"/>
            <a:ext cx="6659575" cy="315191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the Moon causes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Spring and neap 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new Moon and full Moon, tides are very high (spring tides), and at the quarters they are low (neap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Impacts on the Natural Environment (continued)</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 lights the night, and many animals hunt or move by moonlight.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Eclipses: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Moon can hide the Sun (solar eclipse) or enter the shadow of the Earth (lunar eclipse).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affects human socio-economic activities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Fishermen go out and come back with the tides, and some fish at night with the full Moon.</a:t>
            </a:r>
            <a:endParaRPr lang="en-US" sz="3200" dirty="0"/>
          </a:p>
        </p:txBody>
      </p:sp>
      <p:pic>
        <p:nvPicPr>
          <p:cNvPr id="6"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boats at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enter shallow ports such as Douala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Calendars and feasts: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Impacts on Human Activities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tradition: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people plant or harvest according to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Universe; Links with the Planet Earth; The Phases of the Moon; Impacts on the Natural Environment; Impacts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Cameroon in your atlas. Find the numbers written on the edges of the map and copy the numbers written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a ball around a learner's head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2026-09-28T21:14:09Z</dcterms:created>
  <dcterms:modified xsi:type="dcterms:W3CDTF">2026-09-28T21:14:09Z</dcterms:modified>
</cp:coreProperties>
</file>