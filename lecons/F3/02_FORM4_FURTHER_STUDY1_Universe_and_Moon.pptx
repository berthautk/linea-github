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The Universe and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universe, galaxy, star, satellite, phases of the Moon, tides. At the end, you should be able to do this: learners are able to recognise the phases of the Moon and to explain how the Moon affects tides, calendars and daily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Our Planet, the Earth: Size, Shape and Proofs. The question was: Look at the Moon on three different evenings this week. Draw its shape each time and write the date under each drawing.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drawings should show the Moon changing shape: for example a thin crescent, then a half Moon, then a nearly full Moon, each with its date.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universe and a galaxy, and describe the place of the Earth in the universe. Number 2: describe the phases of the Moon. Number 3: explain the impacts of the Moon on the natural environment and 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Many proofs show that the Earth is round, such as the round shadow of the Earth on the Moon. The Earth is one of the eight planets that move around the Sun.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Hawaou sits outside with her grandmother. The full Moon lights up the compound, and grandmother says that some crops are planted according to the shape of the Moon. Hawaou asks: "Why does the Moon change its shape, and how does it affect our lives?"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Hawaou does not know why the Moon changes its shape or how it affects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lights up the compound?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full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light of the Moon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 the Moon has no light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sky and the Moon regularly and use the tides and the phases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universe, the Moon and its effects on 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Milky Way at night.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This band of light is made of billions of stars.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Milky Way, our galaxy.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Moon moves around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the shape of the Moon seem to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 lights half of the Moon, and we see a different part of this lit half as the Moon moves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boats on the sand when the sea is 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boats on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sea has gone down: it is low tide.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causes this movement of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pull (gravity) of the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Universe and Galaxy.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Satellite and Phases of the Moon.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Universe. The universe is made up of the following elements. Copy the point on Galaxies on the left, then draw the diagram on the right: the Milky 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Stars.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solar system on the left, then draw the diagram on the right: the solar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Universe. On this slide we have Other bodies.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Links with the Planet Earth. The Earth is linked to the rest of the universe as follows. On this slide we have Light and heat and Movements.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Links with the Planet Earth. On this slide we have Gravity and The place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Phases of the Moon. The Moon shows the following phases during a month of about 29½ days. Copy the point on New Moon on the left, then draw the diagram on the right: the phases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Phases of the Moon. On this slide we have First quarter, Full Moon and Last quarter.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the Natural Environment. The Moon affects the natural environment as follows. Copy the point on Tides on the left, then draw the diagram on the right: how the Moon causes tides.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Spring and neap tides.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the Natural Environment. On this slide we have Light at night and Eclipses.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on Human Activities. The Moon affects human socio-economic activities as follows. Copy the point on Fishing on the left, then draw the diagram on the right: boats at low tide.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Navigation and ports and Calendars and feasts.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on Human Activities. On this slide we have Farming and tradition.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galaxy? Name our galaxy.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huge group of stars. Ours is the Milky Way.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causes the tides?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pull (gravity) of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Milky; number 2, Full; number 3, tides.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map of Cameroon in your atlas. Find the numbers written on the edges of the map and copy the numbers written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Earth Divisions: Latitudes and Longitudes.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THE UNIVERSE AND THE MOON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Universe and the Moon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The Universe and the Moon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Universe, galaxy, star, satellite, phases of the Moon, tides.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composition of the universe; links with planet Earth; the Moon: phases and impacts on the natural environment and 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Our Planet, the Earth: Size, Shape and Proofs):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Moon on three different evenings this week. Draw its shape each time and write the date under each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drawings should show the Moon changing shape: for example a thin crescent, then a half Moon, then a nearly full Moon, each with its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universe and a galaxy, and describe the place of the Earth in the universe.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the Moon on the natural environment and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proofs show that the Earth is round, such as the round shadow of the Earth on the Moon.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that move around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Hawaou sits outside with her grandmother. The full Moon lights up the compound, and grandmother says that some crops are planted according to the shape of the Moon. Hawaou asks: "Why does the Moon change its shape, and how does it affect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Hawaou does not know why the Moon changes its shape or how it affects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lights up the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light of the Moon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 the Moon has no light of its 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sky and the Moon regularly and use the tides and the phases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universe, the Moon and its effects on our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ilky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Milky Way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band of light is made of billions of stars.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UNIVERSE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Milky Way,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on_phase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Moon moves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shape of the Moon seem to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PHASES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lights half of the Moon, and we see a different part of this lit half as the Moon moves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owt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Boats on the sand when the sea is 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boats on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sea has gone down: it is low tide.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this movement of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OF THE MOON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Universe: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of space and everything in it: stars, planets, gases and dust.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Galaxy: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huge group of stars, gas and dust held together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Satellite: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body that moves around a planet.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Phases of the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different shapes of the lit part of the Moon that we see during a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universe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Galaxies: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There are billions of galaxies, and our galaxy is the Milky Way.</a:t>
            </a:r>
            <a:endParaRPr lang="en-US" sz="3600" dirty="0"/>
          </a:p>
        </p:txBody>
      </p:sp>
      <p:pic>
        <p:nvPicPr>
          <p:cNvPr id="6" name="Image 0" descr="/home/claude/f4/img/v2/f4_milkyway.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Milky 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Stars are huge balls of burning gas, and the Sun is our nearest star.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solar 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Sun with the eight planets and their satellites that move around it.</a:t>
            </a:r>
            <a:endParaRPr lang="en-US" sz="3600" dirty="0"/>
          </a:p>
        </p:txBody>
      </p:sp>
      <p:pic>
        <p:nvPicPr>
          <p:cNvPr id="6" name="Image 0" descr="/home/claude/f4/img/v2/solar_system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solar 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Composition of the Universe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bodies: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Asteroids, comets, gases and dust are also found in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Earth is linked to the rest of the universe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and heat: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gives the Earth the light and heat that make life possible.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turns around the Sun, which gives the year and the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Universe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Links with the Planet Earth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and the Moon pull the Earth, and this causes the tides.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place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the third planet from the Sun and the only one known to have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Phases of the Moon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shows the following phases during a month of about 29½ days: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New Moon: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lit side of the Moon faces away from the Earth, so we do not see it.</a:t>
            </a:r>
            <a:endParaRPr lang="en-US" sz="3200" dirty="0"/>
          </a:p>
        </p:txBody>
      </p:sp>
      <p:pic>
        <p:nvPicPr>
          <p:cNvPr id="6" name="Image 0" descr="/home/claude/f4/img/v2/moon_phas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phases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Phases of the Moon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right half of the Moon lit by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Full Moon: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whole lit face of the Moon faces the Earth, so we see a full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Last quarter: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see the left half of the Moon lit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Moon affects the natural environment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pull of the Moon makes the sea rise and fall twice a day.</a:t>
            </a:r>
            <a:endParaRPr lang="en-US" sz="3600" dirty="0"/>
          </a:p>
        </p:txBody>
      </p:sp>
      <p:pic>
        <p:nvPicPr>
          <p:cNvPr id="6" name="Image 0" descr="/home/claude/f4/img/tides.png">    </p:cNvPr>
          <p:cNvPicPr>
            <a:picLocks noChangeAspect="1"/>
          </p:cNvPicPr>
          <p:nvPr/>
        </p:nvPicPr>
        <p:blipFill>
          <a:blip r:embed="rId1"/>
          <a:stretch>
            <a:fillRect/>
          </a:stretch>
        </p:blipFill>
        <p:spPr>
          <a:xfrm>
            <a:off x="5349240" y="2342247"/>
            <a:ext cx="6659575" cy="315191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the Moon causes tides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Impacts on the Natural Environment</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Spring and neap tides: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new Moon and full Moon, tides are very high (spring tides), and at the quarters they are low (neap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Impacts on the Natural Environment (continued)</a:t>
            </a:r>
            <a:endParaRPr lang="en-US" sz="29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at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full Moon lights the night, and many animals hunt or move by moonlight.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Eclipses: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Moon can hide the Sun (solar eclipse) or enter the shadow of the Earth (lunar eclipse).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Moon affects human socio-economic activities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Fishing: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Fishermen go out and come back with the tides, and some fish at night with the full Moon.</a:t>
            </a:r>
            <a:endParaRPr lang="en-US" sz="3200" dirty="0"/>
          </a:p>
        </p:txBody>
      </p:sp>
      <p:pic>
        <p:nvPicPr>
          <p:cNvPr id="6" name="Image 0" descr="/home/claude/f4/img/v2/f4_lowtid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boats at low tide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Impacts on Human Activities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Navigation and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ships enter shallow ports such as Douala at high tide.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Calendars and feasts: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calendars and feasts, such as Ramadan, follow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Moon, Satellite of the Earth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Impacts on Human Activities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tradition: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villages, people plant or harvest according to the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galaxy? Name our galaxy.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huge group of stars. Ours is the Milky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causes the tides?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pull (gravity)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Our galaxy is called the ______ Way.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we see the whole Moon, it is the ______ Moon.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and fall of the sea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map of Cameroon in your atlas. Find the numbers written on the edges of the map and copy the numbers written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Galaxy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galaxie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L'étoile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Full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pleine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New Moon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nouvelle lune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The Universe and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universe and a galaxy, and describe the place of the Earth in the universe. Describe the phases of the Moon. Explain the impacts of the Moon on the natural environment and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phases of the Moon and to explain how the Moon affects tides, calendars and daily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Universe; Links with the Planet Earth; The Phases of the Moon; Impacts on the Natural Environment; Impacts 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map of Cameroon in your atlas. Find the numbers written on the edges of the map and copy the numbers written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look at the night sky far from town lights.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move a ball around a learner's head in front of a torch.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beach at Kribi in the morning and in the evening.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“Telluride Milky Way Night Sky With Satellite Streak” by wienotfilms, CC BY-NC 2.0, via Flickr (https://www.flickr.com/photos/76583523@N05/14781116206)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“Praia de Itapororoca” by Rodrigo_Soldon, CC BY-ND 2.0, via Flickr (https://www.flickr.com/photos/8865243@N02/10838180494)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2026-09-28T17:07:09Z</dcterms:created>
  <dcterms:modified xsi:type="dcterms:W3CDTF">2026-09-28T17:07:09Z</dcterms:modified>
</cp:coreProperties>
</file>