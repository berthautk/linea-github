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Universe and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universe, galaxy, star, satellite, phases of the Moon, tides. At the end, you should be able to do this: learners are able to recognise the phases of the Moon and to explain how the Moon affects tides, calendars and daily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Our Planet, the Earth: Size, Shape and Proofs. The question was: Look at the Moon on three different evenings this week. Draw its shape each time and write the date under each drawing.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drawings should show the Moon changing shape: for example a thin crescent, then a half Moon, then a nearly full Moon, each with its date.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universe and a galaxy, and describe the place of the Earth in the universe. Number 2: describe the phases of the Moon. Number 3: explain the impacts of the Moon on the natural environment and 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Many proofs show that the Earth is round, such as the round shadow of the Earth on the Moon. The Earth is one of the eight planets that move around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Hawaou sits outside with her grandmother. The full Moon lights up the compound, and grandmother says that some crops are planted according to the shape of the Moon. Hawaou asks: "Why does the Moon change its shape, and how does it affect our lives?"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Hawaou does not know why the Moon changes its shape or how it affects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lights up the compound?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full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light of the Moon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 the Moon has no light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sky and the Moon regularly and use the tides and the phases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universe, the Moon and its effects on our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Milky Way at night.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band of light is made of billions of stars.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Milky Way, our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Moon moves around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shape of the Moon seem to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lights half of the Moon, and we see a different part of this lit half as the Moon moves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boats on the sand when the sea is 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these boats on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sea has gone down: it is low tide.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causes this movement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pull (gravity) of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Galaxy.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Satellite and Phases of the Moon.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Universe. The universe is made up of the following elements. Copy the point on Galaxies on the left, then draw the diagram on the right: the Milky Way.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Stars.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solar system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Other bodies.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Links with the Planet Earth. The Earth is linked to the rest of the universe as follows. On this slide we have Light and heat and Movements.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Links with the Planet Earth. On this slide we have Gravity and The place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Phases of the Moon. The Moon shows the following phases during a month of about 29½ days. Copy the point on New Moon on the left, then draw the diagram on the right: the phases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Phases of the Moon. On this slide we have First quarter, Full Moon and Last quarter.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the Natural Environment. The Moon affects the natural environment as follows. Copy the point on Tides on the left, then draw the diagram on the right: how the Moon causes tides.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Spring and neap tides.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Light at night and Eclipses.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Human Activities. The Moon affects human socio-economic activities as follows. Copy the point on Fishing on the left, then draw the diagram on the right: boats at low tide.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Navigation and ports and Calendars and feasts.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Farming and tradition.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galaxy? Name our galaxy.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huge group of stars. Ours is the Milky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causes the tides?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pull (gravity) of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Milky; number 2, Full; number 3, tides.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Cameroon in your atlas. Find the numbers written on the edges of the map and copy the numbers written near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Earth Divisions: Latitudes and Longitudes.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THE UNIVERSE AND THE MOON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Universe and the Moon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Universe and the Moon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galaxy, star, satellite, phases of the Moon, tides.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composition of the universe; links with planet Earth; the Moon: phases and impacts on the natural environment and 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Our Planet, the Earth: Size, Shape and Proofs):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Moon on three different evenings this week. Draw its shape each time and write the date under each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drawings should show the Moon changing shape: for example a thin crescent, then a half Moon, then a nearly full Moon, each with its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universe and a galaxy, and describe the place of the Earth in the universe.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the Moon on the natural environment and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proofs show that the Earth is round, such as the round shadow of the Earth on the Moon.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that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Hawaou sits outside with her grandmother. The full Moon lights up the compound, and grandmother says that some crops are planted according to the shape of the Moon. Hawaou asks: "Why does the Moon change its shape, and how does it affect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Hawaou does not know why the Moon changes its shape or how it affects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lights up the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light of the Moon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the Moon has no light of its 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sky and the Moon regularly and use the tides and the phases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universe, the Moon and its effects on our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ilky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Milky Way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band of light is made of billions of stars.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Milky Way,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on_phase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Moon moves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shape of the Moon seem to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lights half of the Moon, and we see a different part of this lit half as the Moon moves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owt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Boats on the sand when the sea is 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boats on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has gone down: it is low tide.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this movement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gases and dust.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Galaxy: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huge group of stars, gas and dust held together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Satellite: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body that moves around a planet.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Phases of the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different shapes of the lit part of the Moon that we see during a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universe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Galaxies: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are billions of galaxies, and our galaxy is the Milky Way.</a:t>
            </a:r>
            <a:endParaRPr lang="en-US" sz="3600" dirty="0"/>
          </a:p>
        </p:txBody>
      </p:sp>
      <p:pic>
        <p:nvPicPr>
          <p:cNvPr id="6" name="Image 0" descr="/home/claude/f4/img/v2/f4_milkyway.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Milky Way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Stars are huge balls of burning gas, and the Sun is our nearest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solar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Sun with the eight planets and their satellites that move around it.</a:t>
            </a:r>
            <a:endParaRPr lang="en-US" sz="3600" dirty="0"/>
          </a:p>
        </p:txBody>
      </p:sp>
      <p:pic>
        <p:nvPicPr>
          <p:cNvPr id="6"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Asteroids, comets, gases and dust are also found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is linked to the rest of the universe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and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gives the Earth the light and heat that make life possible.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around the Sun, which gives the year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Moon pull the Earth, and this causes the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place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 and the only one known to have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Phases of the Moon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shows the following phases during a month of about 29½ days: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New Moon: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lit side of the Moon faces away from the Earth, so we do not see it.</a:t>
            </a:r>
            <a:endParaRPr lang="en-US" sz="3200" dirty="0"/>
          </a:p>
        </p:txBody>
      </p:sp>
      <p:pic>
        <p:nvPicPr>
          <p:cNvPr id="6" name="Image 0" descr="/home/claude/f4/img/v2/moon_phas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phases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Phases of the Moon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right half of the Moon lit by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Full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whole lit face of the Moon faces the Earth, so we see a full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left half of the Moon lit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Moon affects the natural environment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pull of the Moon makes the sea rise and fall twice a day.</a:t>
            </a:r>
            <a:endParaRPr lang="en-US" sz="3600" dirty="0"/>
          </a:p>
        </p:txBody>
      </p:sp>
      <p:pic>
        <p:nvPicPr>
          <p:cNvPr id="6" name="Image 0" descr="/home/claude/f4/img/tides.png">    </p:cNvPr>
          <p:cNvPicPr>
            <a:picLocks noChangeAspect="1"/>
          </p:cNvPicPr>
          <p:nvPr/>
        </p:nvPicPr>
        <p:blipFill>
          <a:blip r:embed="rId1"/>
          <a:stretch>
            <a:fillRect/>
          </a:stretch>
        </p:blipFill>
        <p:spPr>
          <a:xfrm>
            <a:off x="5349240" y="2342247"/>
            <a:ext cx="6659575" cy="315191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the Moon causes tides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Spring and neap 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new Moon and full Moon, tides are very high (spring tides), and at the quarters they are low (neap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Impacts on the Natural Environment (continued)</a:t>
            </a:r>
            <a:endParaRPr lang="en-US" sz="29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at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 lights the night, and many animals hunt or move by moonlight.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Eclipses: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Moon can hide the Sun (solar eclipse) or enter the shadow of the Earth (lunar eclipse).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affects human socio-economic activities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Fishermen go out and come back with the tides, and some fish at night with the full Moon.</a:t>
            </a:r>
            <a:endParaRPr lang="en-US" sz="3200" dirty="0"/>
          </a:p>
        </p:txBody>
      </p:sp>
      <p:pic>
        <p:nvPicPr>
          <p:cNvPr id="6" name="Image 0" descr="/home/claude/f4/img/v2/f4_lowti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boats at low tide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ships enter shallow ports such as Douala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Calendars and feasts: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calendars and feasts, such as Ramadan, follow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Impacts on Human Activities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tradition: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villages, people plant or harvest according to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galaxy? Name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huge group of stars. Ours is the Milky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Our galaxy is called the ______ Way.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we see the whole Moon, it is the ______ Moon.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and fall of the sea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Full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pleine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nouvelle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Universe and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universe and a galaxy, and describe the place of the Earth in the universe. Describe the phases of the Moon. Explain the impacts of the Moon on the natural environment and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Universe; Links with the Planet Earth; The Phases of the Moon; Impacts on the Natural Environment; Impacts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Cameroon in your atlas. Find the numbers written on the edges of the map and copy the numbers written near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look at the night sky far from town lights.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move a ball around a learner's head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beach at Kribi in the morning and in the evening.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“Telluride Milky Way Night Sky With Satellite Streak” by wienotfilms, CC BY-NC 2.0, via Flickr (https://www.flickr.com/photos/76583523@N05/14781116206)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“Praia de Itapororoca” by Rodrigo_Soldon, CC BY-ND 2.0, via Flickr (https://www.flickr.com/photos/8865243@N02/10838180494)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2026-09-28T17:19:48Z</dcterms:created>
  <dcterms:modified xsi:type="dcterms:W3CDTF">2026-09-28T17:19:48Z</dcterms:modified>
</cp:coreProperties>
</file>