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Weather Elements: Atmospheric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temperature, thermometer, Stevenson screen. At the end, you should be able to do this: learners are able to measure the temperature of the air correctly and calculate daily means and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Weather and Climate. The question was: Name the instrument that records the maximum and minimum temperatures.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Six's thermometer.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temperature. Number 2: describe how temperature is measured and calculate mean and range. Number 3: describe the Stevenson screen and the rules for siting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is the condition of the atmosphere at a given time; climate is the average over 30 years. Each weather element has its instrument, unit and isoline. Temperature is measured with a thermometer, in °C.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Ali puts his thermometer in the sun on the concrete and reads 45 °C. Bouba hangs his in the shade of a tree and reads 36 °C. They ask: "Which reading is correct, and how do weather stations measure the true temperature of the air?"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boys get different temperatures and do not know how to measure the air temperature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reading is higher?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Ali's reading in the sun (45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higher?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Sun and the hot concrete heat the thermometer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temperatures correctly in the shade, not in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the temperature of the air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special thermometer.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thermometer has two sides. What does it record?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maximum and the minimum temperatures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calculating with temperatures.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maximum is 38 °C and the minimum is 24 °C. What is the mean temperature?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(38 + 24) ÷ 2 = 31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is the daily range?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38 − 24 = 14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white wooden box.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this box painted white?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White reflects the rays of the Sun, so the thermometers inside measure the air in the shade.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Atmospheric temperature.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Mean daily temperature and Daily range of temperature.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Temperature. Temperature is measured as follows. On this slide we have Ordinary thermometer.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Six's thermometer on the left, then draw the diagram on the right: six's thermometer.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Temperature. On this slide we have Time of reading.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Presentation of Temperature. Temperature data are presented as follows. Copy the point on Mean daily temperature on the left, then draw the diagram on the right: mean and range.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Presentation of Temperature. On this slide we have Daily range, Mean monthly and annual temperature and Graphs and maps.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Siting of the Stevenson Screen. The Stevenson screen is built and placed as follows. Copy the point on White colour on the left, then draw the diagram on the right: the Stevenson screen and its siting.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Siting of the Stevenson Screen. On this slide we have Louvred sides and Height.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Siting of the Stevenson Screen. On this slide we have Open site on grass and Door facing north.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Maximum 34 °C, minimum 20 °C. What is the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27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Stevenson screen painted white?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reflect the sunlight.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Six's; number 2, 2; number 3, Stevenson.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instrument that measures air pressure.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Weather Elements: Humidity, Wind, Pressure and Sunshine.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32: WEATHER ELEMENTS: ATMOSPHERIC TEMPERATURES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Elements: Atmospheric Temperatures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Weather Elements: Atmospheric Temperatures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thermometer, Stevenson screen.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atmospheric temperature; measurement and presentation; siting of the Stevenson screen.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the temperature of the air correctly and calculate daily means and ranges.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Weather and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instrument that records the maximum and minimum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Six's thermometer.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temperature.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temperature is measured and calculate mean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Stevenson screen and the rules for siting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is the condition of the atmosphere at a given time; climate is the average over 30 years.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Each weather element has its instrument, unit and isoline.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with a thermometer, in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puts his thermometer in the sun on the concrete and reads 45 °C. Bouba hangs his in the shade of a tree and reads 36 °C. They ask: "Which reading is correct, and how do weather stations measure the true temperature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boys get different temperatures and do not know how to measure the air temperature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reading is higher?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Ali's reading in the sun (45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higher?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and the hot concrete heat the thermometer directly.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temperatures correctly in the shade, not in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the temperature of the air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axm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special thermometer.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thermometer has two sides. What does it record?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maximum and the minimum temperatures of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PRESENTATION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mp_me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Calculating with temperatures.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maximum is 38 °C and the minimum is 24 °C. What is the mean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(38 + 24) ÷ 2 = 31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daily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38 − 24 =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SITING OF THE STEVENSON SCREEN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white wooden box.</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SITING OF THE STEVENSON SCREEN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box painted white?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SITING OF THE STEVENSON SCREEN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White reflects the rays of the Sun, so the thermometers inside measure the air in the shade.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32: Weather Elements: Atmospheric Temperatures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degree of hotness or coldness of the air, measured in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 daily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of the maximum and the minimum temperatures of a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range of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maximum and the minimum temperatures of a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Measurement of Temperature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Ordinary thermometer: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temperature of the air at the moment it is 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Measurement of Temperature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Six's thermometer: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records the maximum and the minimum temperatures with two small indexes.</a:t>
            </a:r>
            <a:endParaRPr lang="en-US" sz="3600" dirty="0"/>
          </a:p>
        </p:txBody>
      </p:sp>
      <p:pic>
        <p:nvPicPr>
          <p:cNvPr id="5" name="Image 0" descr="/home/claude/f4/img/sixs_thermometer.png">    </p:cNvPr>
          <p:cNvPicPr>
            <a:picLocks noChangeAspect="1"/>
          </p:cNvPicPr>
          <p:nvPr/>
        </p:nvPicPr>
        <p:blipFill>
          <a:blip r:embed="rId1"/>
          <a:stretch>
            <a:fillRect/>
          </a:stretch>
        </p:blipFill>
        <p:spPr>
          <a:xfrm>
            <a:off x="6102508" y="1783080"/>
            <a:ext cx="5153040" cy="427024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Six's thermometer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Measurement of Temperature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of reading: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Readings are taken every day at the same time, and the indexes are then reset.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of Temperature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Temperature data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Mean daily temperature: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(maximum + minimum) ÷ 2, for example (38 + 24) ÷ 2 = 31 °C.</a:t>
            </a:r>
            <a:endParaRPr lang="en-US" sz="3600" dirty="0"/>
          </a:p>
        </p:txBody>
      </p:sp>
      <p:pic>
        <p:nvPicPr>
          <p:cNvPr id="5" name="Image 0" descr="/home/claude/f4/img/v2/temp_mea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mean and range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of Temperature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maximum − minimum, for example 38 − 24 = 14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 monthly and annual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averages of the daily means over a month or a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Graphs and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Temperatures are shown on line graphs and on maps with isotherms.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Stevenson screen is built and placed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White colour: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painted white to reflect the rays of the Sun.</a:t>
            </a:r>
            <a:endParaRPr lang="en-US" sz="3600" dirty="0"/>
          </a:p>
        </p:txBody>
      </p:sp>
      <p:pic>
        <p:nvPicPr>
          <p:cNvPr id="5" name="Image 0" descr="/home/claude/f4/img/stevenson_screen.png">    </p:cNvPr>
          <p:cNvPicPr>
            <a:picLocks noChangeAspect="1"/>
          </p:cNvPicPr>
          <p:nvPr/>
        </p:nvPicPr>
        <p:blipFill>
          <a:blip r:embed="rId1"/>
          <a:stretch>
            <a:fillRect/>
          </a:stretch>
        </p:blipFill>
        <p:spPr>
          <a:xfrm>
            <a:off x="5349240" y="1983235"/>
            <a:ext cx="6659575" cy="386993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Stevenson screen and its siting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Louvred sides: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slatted sides let air flow in freely but keep out sun and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stands on legs so that the thermometers are about 1.2 m above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site on grass: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placed on short grass, far from trees, buildings and concrete.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Door facing north: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Northern Hemisphere, its door faces north so that the Sun does not shine on the thermometers when it is opened.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Maximum 34 °C, minimum 20 °C. What is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27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Stevenson screen painted white?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reflect the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and lowest temperatures are recorded by the ______ thermometer.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Mean = (maximum + minimum)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Thermometers are kept in a ______ screen.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instrument that measures air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Maximum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maximum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Stevenson screen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Isotherm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L'isotherme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Weather Elements: Atmospheric Temperatures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temperature. Describe how temperature is measured and calculate mean and range. Describe the Stevenson screen and the rules for siting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the temperature of the air correctly and calculate daily means and ranges.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Measurement of Temperature; Presentation of Temperature; Siting of the Stevenson Screen.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instrument that measures air pressure.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U-shaped thermometer.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numbers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white shirt and a black shirt in the sun.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WMO Guide to Instruments and Methods of Observation (WMO-No. 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“maximum minimum thermometer” by Leo Reynolds, CC BY-NC-SA 2.0, via Flickr (https://www.flickr.com/photos/49968232@N00/7928521796)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2026-09-28T21:32:39Z</dcterms:created>
  <dcterms:modified xsi:type="dcterms:W3CDTF">2026-09-28T21:32:39Z</dcterms:modified>
</cp:coreProperties>
</file>