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Look at the time on a phone set to Cameroon time and on a phone or television showing the time in another country (for example Dubai or Brazil). Write both times and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12:00, Dubai 15:00 (difference 3 hours ahead); Brazil (Brasília) 08:00 (4 hours behind). Places to the east are ahead in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asks: "Why is the time not the same in Brazil and in Garoua at the same moment?"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understand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so it sees the Sun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time is it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time zone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GMT + 1 (West Africa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at the same moment?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(sun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Time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Local time is illustrated as follows. Copy the point on The rule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On this slide we have East is ahead and West is behind.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Standard time and time zones are organised as follows. Copy the point on Number of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Reference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Time Zones. Time zones were created for the following reasons. On this slide we have Avoid confusion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Time Zones. On this slide we have Communication and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Some Countries Have Many Time Zones. Some countries have many time zones for the following reasons. On this slide we have Great width from east to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Some Countries Have Many Time Zones. On this slide we have Difference in sunrise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time in Garoua when it is 12 noon in London in winter (GMT). Then try: what time is it in a town at 45° E when it is 12 noon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12:00, Dubai 15:00 (difference 3 hours ahead); Brazil (Brasília) 08:00 (4 hours behind). Places to the east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asks: "Why is the time not the same in Brazil and in Garoua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understand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so it sees the Sun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time is it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time zone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GMT + 1 (West Africa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(sun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 12 noon when the Sun is highest.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belt of the Earth, about 15° of longitude wide, where people use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time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360° in 24 hours, so 15° = 1 hour and 1° =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is ahead: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their local time is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is behind: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west see the Sun later, so their local time is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and time zones are organised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Number of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main time zones.</a:t>
            </a:r>
            <a:endParaRPr lang="en-US" sz="3600" dirty="0"/>
          </a:p>
        </p:txBody>
      </p:sp>
      <p:pic>
        <p:nvPicPr>
          <p:cNvPr id="6"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zones are counted from Greenwich Mean Time (GMT), in hours ahead (+) or behind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Zone boundaries bend to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were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Avoid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zones, every town would have a different local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Trains, aeroplanes and ships need common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Time Zones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Offices, banks, radio and television need the same time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C) Why Some Countries Have Many Time Zones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countries have many time zones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width from east to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the USA, Canada and Australia cover many degrees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C) Why Some Countries Have Many Time Zones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sunrise: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hours earlier in the east of these countries than in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has 11 time zones, and the USA has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Illustration; Reasons for Time Zones;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time in Garoua when it is 12 noon in London in winter (GMT). Then try: what time is it in a town at 45° E when it is 12 noon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2026-09-28T17:07:10Z</dcterms:created>
  <dcterms:modified xsi:type="dcterms:W3CDTF">2026-09-28T17:07:10Z</dcterms:modified>
</cp:coreProperties>
</file>