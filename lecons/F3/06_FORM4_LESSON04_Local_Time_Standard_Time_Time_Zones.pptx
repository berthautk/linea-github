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Local Time, Standard Time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local time, standard time, time zone, Greenwich Mean Time (GMT). At the end, you should be able to do this: learners are able to explain why the time is different in other countries, and to find the time of a match or a call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Locate a Place on a Map. The question was: Look at the time on a phone set to Cameroon time and on a phone or television showing the time in another country (for example Dubai or Brazil). Write both times and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Cameroon 12:00, Dubai 15:00 (difference 3 hours ahead); Brazil (Brasília) 08:00 (4 hours behind). Places to the east are ahead in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local time and standard time. Number 2: explain the meaning of time zones and why they exist. Number 3: explain why some countries have many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Longitudes measure the distance east or west of the Prime Meridian. The Earth turns from west to east. Garoua is at about 13° 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Indomitable Lions play a match in Brazil. The match starts at 3 p.m. in Brazil, but in Garoua we watch it at 7 p.m. Alima asks: "Why is the time not the same in Brazil and in Garoua at the same moment?"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Alima does not understand why Brazil and Garoua have different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later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east of Brazil, so it sees the Sun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check the local time of a place before calling or travelling.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time changes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15° of longitude = 1 hour.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at 0°. What time is it at 15°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time is it at 15°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time zone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GMT + 1 (West Africa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clocks show different times at the same moment?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city is in a different time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(sun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Time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Local time is illustrated as follows. Copy the point on The rule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On this slide we have East is ahead and West is behind.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Standard time and time zones are organised as follows. Copy the point on Number of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Reference and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Time Zones. Time zones were created for the following reasons. On this slide we have Avoid confusion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Time Zones. On this slide we have Communication and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Some Countries Have Many Time Zones. The reasons why some countries have many time zones, with examples, are the following. On this slide we have Great width from east to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Some Countries Have Many Time Zones. On this slide we have Difference in sunrise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degrees does the Earth turn in one hour?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standard time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west Africa Time,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24; number 3,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time in Garoua when it is 12 noon in London in winter (GMT). Then try: what time is it in a town at 45° E when it is 12 noon at 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Calculation of Time and Date.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LOCAL TIME, STANDARD TIME AND TIME ZONES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Time, Standard Time and Time Zones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Local Time, Standard Time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time zone, Greenwich Mean Time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and time zones: meaning, illustrations, reasons for time zones; why some countries have many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time on a phone set to Cameroon time and on a phone or television showing the time in another country (for example Dubai or Brazil). Write both times and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Cameroon 12:00, Dubai 15:00 (difference 3 hours ahead); Brazil (Brasília) 08:00 (4 hours behind). Places to the east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time and standard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meaning of time zones and why they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countries have many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measure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Indomitable Lions play a match in Brazil. The match starts at 3 p.m. in Brazil, but in Garoua we watch it at 7 p.m. Alima asks: "Why is the time not the same in Brazil and in Garoua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Alima does not understand why Brazil and Garoua have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later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east of Brazil, so it sees the Sun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check the local time of a place before calling or travelling.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time changes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15° of longitude = 1 hour.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time is it at 15°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time is it at 15°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time zone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GMT + 1 (West Africa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clocks show different times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city is in a different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(sun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given by the position of the Sun in a place: 12 noon when the Sun is highest.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by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belt of the Earth, about 15° of longitude wide, where people use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Local time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360° in 24 hours, so 15° = 1 hour and 1° =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is ahead: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their local time is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is behind: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west see the Sun later, so their local time is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and time zones are organised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Number of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main time zones.</a:t>
            </a:r>
            <a:endParaRPr lang="en-US" sz="3600" dirty="0"/>
          </a:p>
        </p:txBody>
      </p:sp>
      <p:pic>
        <p:nvPicPr>
          <p:cNvPr id="6"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zones are counted from Greenwich Mean Time (GMT), in hours ahead (+) or behind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West Africa Time, which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Zone boundaries bend to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for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zones were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Avoid confusion: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zones, every town would have a different local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Trains, aeroplanes and ships need common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Reasons for Time Zones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Offices, banks, radio and television need the same time over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Why Some Countries Have Many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reasons why some countries have many time zones, with examples,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width from east to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the USA, Canada and Australia cover many degrees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C) Why Some Countries Have Many Time Zones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sunrise: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hours earlier in the east of these countries than in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has 11 time zones, and the USA has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does the Earth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standard time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Africa Time,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main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east have a time that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time in Garoua when it is 12 noon in London in winter (GMT). Then try: what time is it in a town at 45° E when it is 12 noon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légale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Ahead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retard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Local Time, Standard Time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time and standard time. Explain the meaning of time zones and why they exist. Explain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Illustration; Reasons for Time Zones;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time in Garoua when it is 12 noon in London in winter (GMT). Then try: what time is it in a town at 45° E when it is 12 noon at 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time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24 strips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on a phone set to another country.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2026-09-28T21:14:10Z</dcterms:created>
  <dcterms:modified xsi:type="dcterms:W3CDTF">2026-09-28T21:14:10Z</dcterms:modified>
</cp:coreProperties>
</file>