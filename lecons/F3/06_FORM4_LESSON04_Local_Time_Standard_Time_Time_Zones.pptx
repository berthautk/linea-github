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Local Time, Standard Time and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local time, standard time, time zone, Greenwich Mean Time (GMT). At the end, you should be able to do this: learners are able to explain why the time is different in other countries, and to find the time of a match or a call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Locate a Place on a Map. The question was: State how many minutes of time equal 1° of longitude.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4 minutes.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local time and standard time. Number 2: explain the meaning of time zones and why they exist. Number 3: explain why some countries have many time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Longitudes measure the distance east or west of the Prime Meridian. The Earth turns from west to east. Garoua is at about 13° 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Indomitable Lions play a match in Brazil. The match starts at 3 p.m. in Brazil, but in Garoua we watch it at 7 p.m. Alima asks: "Why is the time not the same in Brazil and in Garoua at the same moment?"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Alima does not understand why Brazil and Garoua have different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later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is east of Brazil, so it sees the Sun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check the local time of a place before calling or travelling.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time changes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15° of longitude = 1 hour.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at 0°. What time is it at 15°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time is it at 15° 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time zone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GMT + 1 (West Africa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clocks showing the time in different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clocks show different times at the same moment?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Each city is in a different time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time (sun time) and Standard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Time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Local time is illustrated as follows. Copy the point on The rule on the left, then draw the diagram on the right: time and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On this slide we have East is ahead and West is behind.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Standard time and time zones are organised as follows. Copy the point on Number of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Reference and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Boundaries.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Time Zones. Time zones were created for the following reasons. On this slide we have Avoid confusion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Time Zones. On this slide we have Communication and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Why Some Countries Have Many Time Zones. The reasons why some countries have many time zones, with examples, are the following. On this slide we have Great width from east to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Why Some Countries Have Many Time Zones. On this slide we have Difference in sunrise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many degrees does the Earth turn in one hour?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standard time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west Africa Time, GMT + 1.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15; number 2, 24; number 3,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local time at 30° E when it is 12:00 at 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Calculation of Time and Date.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LOCAL TIME, STANDARD TIME AND TIME ZONES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Time, Standard Time and Time Zones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Local Time, Standard Time and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time zone, Greenwich Mean Time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time, standard time and time zones: meaning, illustrations, reasons for time zones; why some countries have many time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minutes of time equal 1°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minutes.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time and standard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meaning of time zones and why they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some countries have many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measure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Indomitable Lions play a match in Brazil. The match starts at 3 p.m. in Brazil, but in Garoua we watch it at 7 p.m. Alima asks: "Why is the time not the same in Brazil and in Garoua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Alima does not understand why Brazil and Garoua have different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later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east of Brazil, so it sees the Sun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check the local time of a place before calling or travelling.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time changes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li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15° of longitude = 1 hour.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What time is it at 15°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time is it at 15°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LOCAL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time zone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GMT + 1 (West Africa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orldcloc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Clocks showing the time in different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clocks show different times at the same moment?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TIME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city is in a different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time (sun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given by the position of the Sun in a place: 12 noon when the Sun is highest.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time used by a whole country or time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belt of the Earth, about 15° of longitude wide, where people use the same standard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Local time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rule: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turns 360° in 24 hours, so 15° = 1 hour and 1° = 4 minutes.</a:t>
            </a:r>
            <a:endParaRPr lang="en-US" sz="3600" dirty="0"/>
          </a:p>
        </p:txBody>
      </p:sp>
      <p:pic>
        <p:nvPicPr>
          <p:cNvPr id="5" name="Image 0" descr="/home/claude/f4/img/v2/time_li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and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Local Time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is ahead: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their local time is ahead.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is behind: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west see the Sun later, so their local time is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and time zones are organised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Number of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is divided into 24 main time zones.</a:t>
            </a:r>
            <a:endParaRPr lang="en-US" sz="3600" dirty="0"/>
          </a:p>
        </p:txBody>
      </p:sp>
      <p:pic>
        <p:nvPicPr>
          <p:cNvPr id="6"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zones are counted from Greenwich Mean Time (GMT), in hours ahead (+) or behind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uses West Africa Time, which is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Zone boundaries bend to follow the borders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 for Time Zones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Time zones were created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Avoid confusion: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zones, every town would have a different local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Trains, aeroplanes and ships need common timetables.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Reasons for Time Zones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and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Offices, banks, radio and television need the same time over a large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Why Some Countries Have Many Time Zones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reasons why some countries have many time zones, with examples,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width from east to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the USA, Canada and Australia cover many degrees of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and Time Zones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C) Why Some Countries Have Many Time Zones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in sunrise: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hours earlier in the east of these countries than in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has 11 time zones, and the USA has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does the Earth turn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standard time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Africa Time,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______ ° in one hour.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There are ______ main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to the east have a time that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local time at 30° E when it is 12:00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locale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légale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fuseau horaire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L'horloge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Ahead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avance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Behind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retard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Local Time, Standard Time and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time and standard time. Explain the meaning of time zones and why they exist. Explain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time is different in other countries, and to find the time of a match or a call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Illustration; Reasons for Time Zones; Why Some Countries Have Many Time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local time at 30° E when it is 12:00 at 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time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24 strips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on a phone set to another country.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world in our office - 2012-03-28” by 4nitsirk, CC BY-SA 2.0, via Flickr (https://www.flickr.com/photos/26223114@N02/7023309809)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2026-09-29T03:12:16Z</dcterms:created>
  <dcterms:modified xsi:type="dcterms:W3CDTF">2026-09-29T03:12:16Z</dcterms:modified>
</cp:coreProperties>
</file>