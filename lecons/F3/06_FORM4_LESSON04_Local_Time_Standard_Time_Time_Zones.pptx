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 Local Time, Standard Time and Time Zones.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The Earth as a Planet in the Solar System — Location and Time.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 as a Planet in the Solar System, and the sub-topic is Location and Time. The key notions we shall use today are: local time, standard time, time zone, Greenwich Mean Time (GMT). At the end, you should be able to do this: learners are able to explain why the time is different in other countries, and to find the time of a match or a call abroad.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1: Locate a Place on a Map. The question was: State how many minutes of time equal 1° of longitude.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4 minutes.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local time and standard time. Number 2: explain the meaning of time zones and why they exist. Number 3: explain why some countries have many time zones.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Longitudes measure the distance east or west of the Prime Meridian. The Earth turns from west to east. Garoua is at about 13° 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Indomitable Lions play a match in Brazil. The match starts at 3 p.m. in Brazil, but in Garoua we watch it at 7 p.m. Alima asks: "Why is the time not the same in Brazil and in Garoua at the same moment?"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Alima does not understand why Brazil and Garoua have different times.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time difference?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4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it later in Garoua?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Garoua is east of Brazil, so it sees the Sun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always check the local time of a place before calling or travelling.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why time changes from place to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15° of longitude = 1 hour.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It is 12:00 at 0°. What time is it at 15° 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13:00.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What time is it at 15° 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11:00.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time zones of the world.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In which time zone is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GMT + 1 (West Africa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clocks showing the time in different cities.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 these clocks show different times at the same moment?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Each city is in a different time zone.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Local time (sun time) and Standard time.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Time zone.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Local Time. Local time is illustrated as follows. Copy the point on The rule on the left, then draw the diagram on the right: time and longitude.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Local Time. On this slide we have East is ahead and West is behind.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Illustration. Standard time and time zones are organised as follows. Copy the point on Number of zones on the left, then draw the diagram on the right: the time zones of the world.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Illustration. On this slide we have Reference and Cameroon.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Illustration. On this slide we have Boundaries.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Reasons for Time Zones. Time zones were created for the following reasons. On this slide we have Avoid confusion and Transport.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Reasons for Time Zones. On this slide we have Communication and trade.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Why Some Countries Have Many Time Zones. The reasons why some countries have many time zones, with examples, are the following. On this slide we have Great width from east to west.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Why Some Countries Have Many Time Zones. On this slide we have Difference in sunrise and Examples.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How many degrees does the Earth turn in one hour?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15°.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the standard time of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west Africa Time, GMT + 1.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15; number 2, 24; number 3, ahead.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Calculate the local time at 30° E when it is 12:00 at 0°.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2: Calculation of Time and Date.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4: LOCAL TIME, STANDARD TIME AND TIME ZONES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Local Time, Standard Time and Time Zones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The Earth as a Planet in the Solar System — Location and Time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as a Planet in the Solar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and Time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 Local Time, Standard Time and Time Zones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Local time, standard time, time zone, Greenwich Mean Time (GMT).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Local time, standard time and time zones: meaning, illustrations, reasons for time zones; why some countries have many time zones.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the time is different in other countries, and to find the time of a match or a call abroad.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1: Locate a Place on a Map):</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State how many minutes of time equal 1° of longitude.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4 minutes.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local time and standard time.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meaning of time zones and why they exist.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why some countries have many time zones.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Longitudes measure the distance east or west of the Prime Meridian.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turns from west to east.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Garoua is at about 13°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Indomitable Lions play a match in Brazil. The match starts at 3 p.m. in Brazil, but in Garoua we watch it at 7 p.m. Alima asks: "Why is the time not the same in Brazil and in Garoua at the same moment?"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Alima does not understand why Brazil and Garoua have different times.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time difference?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4 hours.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it later in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Garoua is east of Brazil, so it sees the Sun first.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Always check the local time of a place before calling or travelling.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why time changes from place to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LOCAL TIME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time_lin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15° of longitude = 1 hour.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LOCAL TIME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12:00 at 0°. What time is it at 15°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LOCAL TIME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13:00.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LOCAL TIME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time is it at 15° 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LOCAL TIME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11:00.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TIME ZONES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time_zones_big.png">    </p:cNvPr>
          <p:cNvPicPr>
            <a:picLocks noChangeAspect="1"/>
          </p:cNvPicPr>
          <p:nvPr/>
        </p:nvPicPr>
        <p:blipFill>
          <a:blip r:embed="rId1"/>
          <a:stretch>
            <a:fillRect/>
          </a:stretch>
        </p:blipFill>
        <p:spPr>
          <a:xfrm>
            <a:off x="1034813" y="1783080"/>
            <a:ext cx="10122069"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time zones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TIME ZONES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time zone is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TIME ZONES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GMT + 1 (West Africa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TIME ZONES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worldclock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Clocks showing the time in different cities.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TIME ZONES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these clocks show different times at the same moment?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TIME ZONES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Each city is in a different time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Earth as a Planet in the Solar System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Location and Time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Local Time, Standard Time and Time Zones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Local time (sun time):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time given by the position of the Sun in a place: 12 noon when the Sun is highest.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Standard time: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official time used by a whole country or time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Time zone: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belt of the Earth, about 15° of longitude wide, where people use the same standard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Local Time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Local time is illustrated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rule: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Earth turns 360° in 24 hours, so 15° = 1 hour and 1° = 4 minutes.</a:t>
            </a:r>
            <a:endParaRPr lang="en-US" sz="3600" dirty="0"/>
          </a:p>
        </p:txBody>
      </p:sp>
      <p:pic>
        <p:nvPicPr>
          <p:cNvPr id="5" name="Image 0" descr="/home/claude/f4/img/v2/time_line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time and longitude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Local Time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East is ahead: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Places to the east see the Sun first, so their local time is ahead.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West is behind: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Places to the west see the Sun later, so their local time is behind.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Standard Time and Time Zones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Illustration</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Standard time and time zones are organised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Number of zones: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world is divided into 24 main time zones.</a:t>
            </a:r>
            <a:endParaRPr lang="en-US" sz="3600" dirty="0"/>
          </a:p>
        </p:txBody>
      </p:sp>
      <p:pic>
        <p:nvPicPr>
          <p:cNvPr id="6" name="Image 0" descr="/home/claude/f4/img/v2/time_zones_big.png">    </p:cNvPr>
          <p:cNvPicPr>
            <a:picLocks noChangeAspect="1"/>
          </p:cNvPicPr>
          <p:nvPr/>
        </p:nvPicPr>
        <p:blipFill>
          <a:blip r:embed="rId1"/>
          <a:stretch>
            <a:fillRect/>
          </a:stretch>
        </p:blipFill>
        <p:spPr>
          <a:xfrm>
            <a:off x="5349240" y="2513450"/>
            <a:ext cx="6659575" cy="2809508"/>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time zones of the world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Standard Time and Time Zones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Illustration</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Reference: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All zones are counted from Greenwich Mean Time (GMT), in hours ahead (+) or behind (−).</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Cameroon: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uses West Africa Time, which is GMT + 1.</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Standard Time and Time Zones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Illustration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Boundaries: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Zone boundaries bend to follow the borders of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Standard Time and Time Zones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Reasons for Time Zones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Time zones were created for the following reasons: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Avoid confusion: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Without zones, every town would have a different local time.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Transport: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Trains, aeroplanes and ships need common timetables.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Standard Time and Time Zones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700" b="1" dirty="0">
                <a:solidFill>
                  <a:srgbClr val="990011"/>
                </a:solidFill>
                <a:latin typeface="Times New Roman" pitchFamily="34" charset="0"/>
                <a:ea typeface="Times New Roman" pitchFamily="34" charset="-122"/>
                <a:cs typeface="Times New Roman" pitchFamily="34" charset="-120"/>
              </a:rPr>
              <a:t>B) Reasons for Time Zones (continued)</a:t>
            </a:r>
            <a:endParaRPr lang="en-US" sz="27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Communication and trade: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Offices, banks, radio and television need the same time over a large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Standard Time and Time Zones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Why Some Countries Have Many Time Zones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reasons why some countries have many time zones, with examples,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Great width from east to west: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Russia, the USA, Canada and Australia cover many degrees of longitude.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Standard Time and Time Zones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1900" b="1" dirty="0">
                <a:solidFill>
                  <a:srgbClr val="990011"/>
                </a:solidFill>
                <a:latin typeface="Times New Roman" pitchFamily="34" charset="0"/>
                <a:ea typeface="Times New Roman" pitchFamily="34" charset="-122"/>
                <a:cs typeface="Times New Roman" pitchFamily="34" charset="-120"/>
              </a:rPr>
              <a:t>C) Why Some Countries Have Many Time Zones (continued)</a:t>
            </a:r>
            <a:endParaRPr lang="en-US" sz="19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Difference in sunrise: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Sun rises hours earlier in the east of these countries than in the west.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Russia has 11 time zones, and the USA has 6.</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many degrees does the Earth turn in one hour?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standard time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West Africa Time, GMT + 1.</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Earth turns ______ ° in one hour.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There are ______ main time zones.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Places to the east have a time that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local time at 30° E when it is 12:00 at 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2: Calculation of Time and Date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Local time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L'heure locale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Standard time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L'heure légale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Time zone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fuseau horaire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Clock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L'horloge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Noon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Midi</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Midnight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Minuit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Ahead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En avance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Behind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En retard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 as a Planet in the Solar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 Local Time, Standard Time and Time Zones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local time and standard time. Explain the meaning of time zones and why they exist. Explain why some countries have many time zones.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the time is different in other countries, and to find the time of a match or a call abroad.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Local Time; Illustration; Reasons for Time Zones; Why Some Countries Have Many Time Zones.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Calculate the local time at 30° E when it is 12:00 at 0°.</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time line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24 strips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the time on a phone set to another country.</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The Earth as a Planet in the Solar System.</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“The world in our office - 2012-03-28” by 4nitsirk, CC BY-SA 2.0, via Flickr (https://www.flickr.com/photos/26223114@N02/7023309809)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2026-10-02T05:13:51Z</dcterms:created>
  <dcterms:modified xsi:type="dcterms:W3CDTF">2026-10-02T05:13:51Z</dcterms:modified>
</cp:coreProperties>
</file>