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Local Time, Standard Time and Time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local time, standard time, time zone, Greenwich Mean Time (GMT). At the end, you should be able to do this: learners are able to explain why the time is different in other countries, and to find the time of a match or a call abroad.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Locate a Place on a Map. The question was: Look at the time on a phone set to Cameroon time and on a phone or television showing the time in another country (for example Dubai or Brazil). Write both times and the difference.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Cameroon 12:00, Dubai 15:00 (difference 3 hours ahead); Brazil (Brasília) 08:00 (4 hours behind). Places to the east are ahead in time.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local time and standard time. Number 2: explain the meaning of time zones and why they exist. Number 3: explain why some countries have many time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Longitudes measure the distance east or west of the Prime Meridian. The Earth turns from west to east. Garoua is at about 13° 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Indomitable Lions play a match in Brazil. The match starts at 3 p.m. in Brazil, but in Garoua we watch it at 7 p.m. Alima asks: "Why is the time not the same in Brazil and in Garoua at the same moment?"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Alima does not understand why Brazil and Garoua have different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time difference?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4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it later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Garoua is east of Brazil, so it sees the Sun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check the local time of a place before calling or travelling.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time changes from place 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15° of longitude = 1 hour.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It is 12:00 at 0°. What time is it at 15° 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time is it at 15° 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time zones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time zone is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GMT + 1 (West Africa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clocks showing the time in different cities.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these clocks show different times at the same moment?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Each city is in a different time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Local time (sun time) and Standard time.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Time zone.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Local Time. Local time is illustrated as follows. Copy the point on The rule on the left, then draw the diagram on the right: time and longitude.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Local Time. On this slide we have East is ahead and West is behind.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Illustration. Standard time and time zones are organised as follows. Copy the point on Number of zones on the left, then draw the diagram on the right: the time zones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On this slide we have Reference and Cameroon.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On this slide we have Boundaries.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Time Zones. Time zones were created for the following reasons. On this slide we have Avoid confusion and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Time Zones. On this slide we have Communication and trade.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Why Some Countries Have Many Time Zones. Some countries have many time zones for the following reasons. On this slide we have Great width from east to west.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Why Some Countries Have Many Time Zones. On this slide we have Difference in sunrise and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many degrees does the Earth turn in one hour?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15°.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standard time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west Africa Time, GMT + 1.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15; number 2, 24; number 3,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the time in Garoua when it is 12 noon in London in winter (GMT). Then try: what time is it in a town at 45° E when it is 12 noon at 0°?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Calculation of Time and Date.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 LOCAL TIME, STANDARD TIME AND TIME ZONES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Local Time, Standard Time and Time Zones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Local Time, Standard Time and Time Zones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Local time, standard time, time zone, Greenwich Mean Time (GMT).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Local time, standard time and time zones: meaning, illustrations, reasons for time zones; why some countries have many time zones.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the time is different in other countries, and to find the time of a match or a call abroad.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Locate a Place on a Map):</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the time on a phone set to Cameroon time and on a phone or television showing the time in another country (for example Dubai or Brazil). Write both times and the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Cameroon 12:00, Dubai 15:00 (difference 3 hours ahead); Brazil (Brasília) 08:00 (4 hours behind). Places to the east are ahead in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local time and standard time.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meaning of time zones and why they exist.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some countries have many time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Longitudes measure the distance east or west of the Prime Meridian.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turns from west to east.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is at about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Indomitable Lions play a match in Brazil. The match starts at 3 p.m. in Brazil, but in Garoua we watch it at 7 p.m. Alima asks: "Why is the time not the same in Brazil and in Garoua at the same moment?"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Alima does not understand why Brazil and Garoua have different times.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time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 hours.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later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is east of Brazil, so it sees the Sun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check the local time of a place before calling or travelling.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time changes from place to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LOCAL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ime_lin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15° of longitude = 1 hour.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LOCAL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12:00 at 0°. What time is it at 15°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LOCAL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13:00.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LOCAL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time is it at 15°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LOCAL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11:00.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TIME ZONES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ime_zon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time zones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TIME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time zone is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TIME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GMT + 1 (West Africa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TIME ZONES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worldclock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Clocks showing the time in different cities.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TIME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these clocks show different times at the same moment?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TIME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city is in a different time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and Time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Local Time, Standard Time and Time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time (sun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time given by the position of the Sun in a place: 12 noon when the Sun is highest.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Standard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official time used by a whole country or time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zone: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belt of the Earth, about 15° of longitude wide, where people use the same standard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Local Time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Local time is illustrated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rule: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Earth turns 360° in 24 hours, so 15° = 1 hour and 1° = 4 minutes.</a:t>
            </a:r>
            <a:endParaRPr lang="en-US" sz="3600" dirty="0"/>
          </a:p>
        </p:txBody>
      </p:sp>
      <p:pic>
        <p:nvPicPr>
          <p:cNvPr id="5" name="Image 0" descr="/home/claude/f4/img/v2/time_lin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time and longitude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Local Time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East is ahead: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Places to the east see the Sun first, so their local time is ahead.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 is behind: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Places to the west see the Sun later, so their local time is behind.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and Time Zones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Illustration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Standard time and time zones are organised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Number of zones: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world is divided into 24 main time zones.</a:t>
            </a:r>
            <a:endParaRPr lang="en-US" sz="3600" dirty="0"/>
          </a:p>
        </p:txBody>
      </p:sp>
      <p:pic>
        <p:nvPicPr>
          <p:cNvPr id="6" name="Image 0" descr="/home/claude/f4/img/v2/time_zones_big.png">    </p:cNvPr>
          <p:cNvPicPr>
            <a:picLocks noChangeAspect="1"/>
          </p:cNvPicPr>
          <p:nvPr/>
        </p:nvPicPr>
        <p:blipFill>
          <a:blip r:embed="rId1"/>
          <a:stretch>
            <a:fillRect/>
          </a:stretch>
        </p:blipFill>
        <p:spPr>
          <a:xfrm>
            <a:off x="5349240" y="2513450"/>
            <a:ext cx="6659575" cy="280950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time zones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and Time Zones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Illustration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zones are counted from Greenwich Mean Time (GMT), in hours ahead (+) or behind (−).</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uses West Africa Time, which is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and Time Zones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Illustration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Boundaries: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Zone boundaries bend to follow the borders of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and Time Zones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Reasons for Time Zones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Time zones were created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Avoid confusion: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Without zones, every town would have a different local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Trains, aeroplanes and ships need common timetables.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and Time Zones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Reasons for Time Zones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Communication and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Offices, banks, radio and television need the same time over a large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and Time Zones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900" b="1" dirty="0">
                <a:solidFill>
                  <a:srgbClr val="990011"/>
                </a:solidFill>
                <a:latin typeface="Times New Roman" pitchFamily="34" charset="0"/>
                <a:ea typeface="Times New Roman" pitchFamily="34" charset="-122"/>
                <a:cs typeface="Times New Roman" pitchFamily="34" charset="-120"/>
              </a:rPr>
              <a:t>C) Why Some Countries Have Many Time Zones</a:t>
            </a:r>
            <a:endParaRPr lang="en-US" sz="29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Some countries have many time zones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Great width from east to 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Russia, the USA, Canada and Australia cover many degrees of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and Time Zones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900" b="1" dirty="0">
                <a:solidFill>
                  <a:srgbClr val="990011"/>
                </a:solidFill>
                <a:latin typeface="Times New Roman" pitchFamily="34" charset="0"/>
                <a:ea typeface="Times New Roman" pitchFamily="34" charset="-122"/>
                <a:cs typeface="Times New Roman" pitchFamily="34" charset="-120"/>
              </a:rPr>
              <a:t>C) Why Some Countries Have Many Time Zones (continued)</a:t>
            </a:r>
            <a:endParaRPr lang="en-US" sz="1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Difference in sunrise: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rises hours earlier in the east of these countries than in the west.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Russia has 11 time zones, and the USA has 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degrees does the Earth turn in one hour?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standard time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West Africa Time,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turns ______ ° in one hour.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There are ______ main time zones.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Places to the east have a time that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time in Garoua when it is 12 noon in London in winter (GMT). Then try: what time is it in a town at 45° E when it is 12 noon at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Calculation of Time and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Local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L'heure locale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Standard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L'heure légale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Time 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fuseau horaire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L'horloge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Midi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Midnight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Minuit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Ahead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 avance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Behind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 retard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Local Time, Standard Time and Time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local time and standard time. Explain the meaning of time zones and why they exist. Explain why some countries have many time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the time is different in other countries, and to find the time of a match or a call abroad.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Local Time; Illustration; Reasons for Time Zones; Why Some Countries Have Many Time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the time in Garoua when it is 12 noon in London in winter (GMT). Then try: what time is it in a town at 45° E when it is 12 noon at 0°?</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time line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24 strips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time on a phone set to another country.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“The world in our office - 2012-03-28” by 4nitsirk, CC BY-SA 2.0, via Flickr (https://www.flickr.com/photos/26223114@N02/7023309809)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2026-09-28T17:19:49Z</dcterms:created>
  <dcterms:modified xsi:type="dcterms:W3CDTF">2026-09-28T17:19:49Z</dcterms:modified>
</cp:coreProperties>
</file>