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35: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Forms of Condensation. The key notions we shall use today are: rain gauge, pluviometer, convectional, orographic, frontal. At the end, you should be able to do this: learners are able to measure the rain that falls at home or at school and explain why some places receive more rain than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34: Condensation. The question was: Name the three types of rainfall.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Convectional, relief (orographic) and frontal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name its forms. Number 2: describe how rainfall is measured with a rain gauge. Number 3: explain the three types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Condensation is the change of water vapour into liquid water. It happens when saturated air is cooled to its dew point. Clouds are tiny droplets formed by condensation.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Garoua has short, heavy afternoon storms. Emmanuel's cousin in Buea, on the slopes of Mount Cameroon, says that it rains there for many days without stopping. Emmanuel asks: "Why does it rain differently in the two towns, and how do we measure the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Emmanuel does not know why rain differs from place to place and how rain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rain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heavy afternoon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Buea receive so much rain?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Moist sea air is forced up Mount Cameroon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rain forms and how it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Rain, hail and snow all fall from clouds. What is their general name?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instrument in an open place.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millimetres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hot air rises.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hot ground heats the air, which rises and makes storms. What type of rain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Precipitation and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Hail, Snow and Drizzle.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Rainfall. Rainfall is measured as follows. Copy the point on Rain gauge (pluviometer)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Reading and Siting.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Rainfall. On this slide we have 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Rainfall. There are three types of rainfall. Copy the point on Convectional rainfall on the left, then draw the diagram on the right: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Rainfall. On this slide we have Relief (orographic) rainfall and Frontal (cyclonic) rainfall.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Buea receive a lot of rain?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mount Cameroon forces wet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precipitation; number 2, hail; number 3, relief.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pressure belt found at the Equator.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36: Pressure Belts and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35: PRECIPITATION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of Condensation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35: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 gauge, pluviometer, convectional, orographic, frontal.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precipitation; measurement; types of rainfall.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34: Condensation):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relief (orographic) and frontal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name its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rainfall is measured with a rain gauge.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three types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Condensation is the change of water vapour into liquid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happens when saturated air is cooled to its dew point.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are tiny droplets formed by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Garoua has short, heavy afternoon storms. Emmanuel's cousin in Buea, on the slopes of Mount Cameroon, says that it rains there for many days without stopping. Emmanuel asks: "Why does it rain differently in the two towns, and how do we measure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Emmanuel does not know why rain differs from place to place and how rain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heavy afternoon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so much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sea air is forced up Mount Cameroon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rain forms and how it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hail and snow all fall from clouds. What is their general name?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in an open place.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millimetres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air, which rises and makes storms. What type of rain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Forms of Condensation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35: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form of water that falls from clouds to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drops of liquid water that fall from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balls of ice that fall from cumulonimbus clouds.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Snow: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ice crystals that fall when the air is below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Drizzle: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small drops of rain that fall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Rainfall is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 gauge (pluviometer):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collects rain in a funnel and a container placed in an open place.</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is poured into a measuring cylinder and read in millimetres every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rim stands about 30 cm above the ground, away from trees and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Daily rainfall is added to get monthly and annual totals, shown on bar graphs and maps with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three types of rainfall:</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Convectional rainfall: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hot ground heats the air, which rises, cools and forms cumulonimbus clouds that give heavy afternoon storms, as in Garoua.</a:t>
            </a:r>
            <a:endParaRPr lang="en-US" sz="3200" dirty="0"/>
          </a:p>
        </p:txBody>
      </p:sp>
      <p:pic>
        <p:nvPicPr>
          <p:cNvPr id="5" name="Image 0" descr="/home/claude/f4/img/v2/rainfall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(orographic)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Moist air is forced up a mountain, cools and gives rain on the windward side, as in Buea and Debundscha.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Frontal (cyclonic) 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moist air rises over cold air, cools and gives long, steady rain, as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Buea receive a lot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forces wet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falling from clouds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Balls of ice falling from clouds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caused by a mountain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pressure belt found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36: Pressure Belts and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bruine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grêle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Convectional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pluie orographique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35: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name its forms. Describe how rainfall is measured with a rain gauge. Explain the three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rain that falls at home or at school and explain why some places receive more rain than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Rainfall; Types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pressure belt found at the Equator.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forms of water falling from the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straight-sided tin.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afternoon storms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2026-09-28T21:32:39Z</dcterms:created>
  <dcterms:modified xsi:type="dcterms:W3CDTF">2026-09-28T21:32:39Z</dcterms:modified>
</cp:coreProperties>
</file>