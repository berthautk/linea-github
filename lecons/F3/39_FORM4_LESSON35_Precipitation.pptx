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rain gauge, pluviometer, convectional, orographic, frontal. At the end, you should be able to do this: learners are able to measure the rain that falls at home or at school and explain why some places receive more rain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Condensation. The question was: During the next rain, put an empty tin with straight sides in an open place. After the rain, measure the depth of water in it with a ruler, in millimetres.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tin held 15 mm of water after the storm, so about 15 mm of rain fell.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name its forms. Number 2: describe how rainfall is measured with a rain gauge. Number 3: explain the three types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Condensation is the change of water vapour into liquid water. It happens when saturated air is cooled to its dew point. Clouds are tiny droplets formed by condensation.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Garoua has short, heavy afternoon storms. Emmanuel's cousin in Buea, on the slopes of Mount Cameroon, says that it rains there for many days without stopping. Emmanuel asks: "Why does it rain differently in the two towns, and how do we measure the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Emmanuel does not know why rain differs from place to place and how rain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rain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heavy afternoon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Buea receive so much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Moist sea air is forced up Mount Cameroon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forms and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hail and snow all fall from clouds. What is their general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instrument in an open place.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millimetres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hot air rises.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hot ground heats the air, which rises and makes storms. What type of rain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Precipitation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Hail, Snow and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Rainfall. Rainfall is measured as follows. Copy the point on Rain gauge (pluviometer)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Reading and Siting.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There are three types of rainfall. Copy the point on Convectional rainfall on the left, then draw the diagram on the right: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Relief (orographic) rainfall and Frontal (cyclonic)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Buea receive a lot of rain?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forces wet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precipitation; number 2, hail;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in Garoua for three days: from which direction does it blow? Is it dry or moist? Write your observations.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Pressure Belts and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PRECIPITATION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 gauge, pluviometer, convectional, orographic, frontal.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precipitation; measurement;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Condensation):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next rain, put an empty tin with straight sides in an open place. After the rain, measure the depth of water in it with a ruler,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tin held 15 mm of water after the storm, so about 15 mm of rain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name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rainfall is measured with a rain gauge.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is the change of water vapour into liquid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happens when saturated air is cooled to its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tiny droplets formed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Garoua has short, heavy afternoon storms. Emmanuel's cousin in Buea, on the slopes of Mount Cameroon, says that it rains there for many days without stopping. Emmanuel asks: "Why does it rain differently in the two towns, and how do we measure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Emmanuel does not know why rain differs from place to place and how rain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heavy afternoon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air is forced up Mount Cameroon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forms and how it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hail and snow all fall from clouds. What is their general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in an open place.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millimetres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air, which rises and makes storms. What type of rain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that falls from clouds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drops of liquid water that fall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balls of ice that fall from cumulonimbus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that fall when the air is below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small drops of rain that fall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Rainfall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gauge (pluviometer):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collects rain in a funnel and a container placed in an open place.</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is poured into a measuring cylinder and read in millimetres every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rim stands about 30 cm above the ground, away from trees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Daily rainfall is added to get monthly and annual totals, shown on bar graphs and maps with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three types of rainfall:</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hot ground heats the air, which rises, cools and forms cumulonimbus clouds that give heavy afternoon storms, as in Garoua.</a:t>
            </a:r>
            <a:endParaRPr lang="en-US" sz="32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(orographic)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a mountain, cools and gives rain on the windward side, as in Buea and Debundscha.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(cyclonic)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moist air rises over cold air, cools and gives long, steady rain, as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a lot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forces wet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falling from clouds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Balls of ice falling from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caused by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in Garoua for three days: from which direction does it blow? Is it dry or moist?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Convectional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name its forms. Describe how rainfall is measured with a rain gauge. Explain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Rainfall;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in Garoua for three days: from which direction does it blow? Is it dry or moist? Write your observations.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forms of water falling from the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straight-sided tin.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afternoon storms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2026-09-28T17:19:55Z</dcterms:created>
  <dcterms:modified xsi:type="dcterms:W3CDTF">2026-09-28T17:19:55Z</dcterms:modified>
</cp:coreProperties>
</file>