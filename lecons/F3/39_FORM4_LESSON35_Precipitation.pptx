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35: Precipitation.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Earth-Atmosphere System, and the sub-topic is Forms of Condensation. The key notions we shall use today are: rain gauge, pluviometer, convectional, orographic, frontal. At the end, you should be able to do this: learners are able to measure the rain that falls at home or at school and explain why some places receive more rain than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34: Condensation. The question was: Name the three types of rainfall.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Convectional, relief (orographic) and frontal rainfall.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precipitation and name its forms. Number 2: describe how rainfall is measured with a rain gauge. Number 3: explain the three types of rainfall.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Condensation is the change of water vapour into liquid water. It happens when saturated air is cooled to its dew point. Clouds are tiny droplets formed by condensation.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September, Garoua has short, heavy afternoon storms. Emmanuel's cousin in Buea, on the slopes of Mount Cameroon, says that it rains there for many days without stopping. Emmanuel asks: "Why does it rain differently in the two towns, and how do we measure the rain?"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Emmanuel does not know why rain differs from place to place and how rain is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Describe the rain in Garoua.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Short, heavy afternoon storms.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does Buea receive so much rain?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Moist sea air is forced up Mount Cameroon and cools.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measure and record rainfall to plan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how rain forms and how it is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heavy rain.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Rain, hail and snow all fall from clouds. What is their general name?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Precipitation.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an instrument in an open place.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does this instrument measure?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Rainfall.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next question: In which unit?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millimetres (mm).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animation: animation: hot air rises.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 hot ground heats the air, which rises and makes storms. What type of rain is this?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Convectional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Precipitation and Rain.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Hail, Snow and Drizzle.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Measurement of Rainfall. Rainfall is measured as follows. Copy the point on Rain gauge (pluviometer) on the left, then draw the diagram on the right: a rain gauge.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Measurement of Rainfall. On this slide we have Reading and Siting.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Measurement of Rainfall. On this slide we have Presentation.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Rainfall. There are three types of rainfall. Copy the point on Convectional rainfall on the left, then draw the diagram on the right: types of rainfall.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Rainfall. On this slide we have Relief (orographic) rainfall and Frontal (cyclonic) rainfall.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Which instrument measures rainfall?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rain gauge.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does Buea receive a lot of rain?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mount Cameroon forces wet air to rise (relief rain).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precipitation; number 2, hail; number 3, relief.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pressure belt found at the Equator.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36: Pressure Belts and Planetary Winds.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35: PRECIPITATION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gif"/><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Precipitation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Earth-Atmosphere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Forms of Condensation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35: Precipitation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Rain gauge, pluviometer, convectional, orographic, frontal.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of precipitation; measurement; types of rainfall.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measure the rain that falls at home or at school and explain why some places receive more rain than others.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34: Condensation):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types of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Convectional, relief (orographic) and frontal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precipitation and name its forms.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how rainfall is measured with a rain gauge.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three types of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Condensation is the change of water vapour into liquid water.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happens when saturated air is cooled to its dew point.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Clouds are tiny droplets formed by condensation.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September, Garoua has short, heavy afternoon storms. Emmanuel's cousin in Buea, on the slopes of Mount Cameroon, says that it rains there for many days without stopping. Emmanuel asks: "Why does it rain differently in the two towns, and how do we measure the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Emmanuel does not know why rain differs from place to place and how rain is measured.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rain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Short, heavy afternoon 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Buea receive so much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Moist sea air is forced up Mount Cameroon and cools.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 and record rainfall to plan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how rain forms and how it is measured.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heavyrai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Heavy rain.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hail and snow all fall from clouds. What is their general name?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Precipitation.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MEASUREMENT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raingauge.jpg">    </p:cNvPr>
          <p:cNvPicPr>
            <a:picLocks noChangeAspect="1"/>
          </p:cNvPicPr>
          <p:nvPr/>
        </p:nvPicPr>
        <p:blipFill>
          <a:blip r:embed="rId1"/>
          <a:stretch>
            <a:fillRect/>
          </a:stretch>
        </p:blipFill>
        <p:spPr>
          <a:xfrm>
            <a:off x="2248479" y="1783080"/>
            <a:ext cx="7694738"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instrument in an open place.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this instrument measure?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unit?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millimetres (mm).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RAINFALL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onvect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hot air rises.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RAINFALL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hot ground heats the air, which rises and makes storms. What type of rain is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RAINFALL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Convectional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Earth-Atmosphere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Forms of Condensation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35: Precipitation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Precipitation: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any form of water that falls from clouds to the ground.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drops of liquid water that fall from clouds.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Hail: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balls of ice that fall from cumulonimbus clouds.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Snow: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ice crystals that fall when the air is below 0 °C.</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Drizzle: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very small drops of rain that fall slowly.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Measurement of Rainfall</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Rainfall is measured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Rain gauge (pluviometer):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collects rain in a funnel and a container placed in an open place.</a:t>
            </a:r>
            <a:endParaRPr lang="en-US" sz="3600" dirty="0"/>
          </a:p>
        </p:txBody>
      </p:sp>
      <p:pic>
        <p:nvPicPr>
          <p:cNvPr id="5" name="Image 0" descr="/home/claude/f4/img/v2/f4_raingauge.jpg">    </p:cNvPr>
          <p:cNvPicPr>
            <a:picLocks noChangeAspect="1"/>
          </p:cNvPicPr>
          <p:nvPr/>
        </p:nvPicPr>
        <p:blipFill>
          <a:blip r:embed="rId1"/>
          <a:stretch>
            <a:fillRect/>
          </a:stretch>
        </p:blipFill>
        <p:spPr>
          <a:xfrm>
            <a:off x="5349240" y="2070315"/>
            <a:ext cx="6659575" cy="369577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rain gauge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Measurement of Rainfall</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Reading: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water is poured into a measuring cylinder and read in millimetres every day.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rim stands about 30 cm above the ground, away from trees and buildings.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Measurement of Rainfall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Presentation: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Daily rainfall is added to get monthly and annual totals, shown on bar graphs and maps with isohyets.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Rainfall</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There are three types of rainfall:</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Convectional rainfall: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 hot ground heats the air, which rises, cools and forms cumulonimbus clouds that give heavy afternoon storms, as in Garoua.</a:t>
            </a:r>
            <a:endParaRPr lang="en-US" sz="3200" dirty="0"/>
          </a:p>
        </p:txBody>
      </p:sp>
      <p:pic>
        <p:nvPicPr>
          <p:cNvPr id="5" name="Image 0" descr="/home/claude/f4/img/v2/rainfall_types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types of rainfall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Rainfall</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Relief (orographic) rainfall: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Moist air is forced up a mountain, cools and gives rain on the windward side, as in Buea and Debundscha.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Frontal (cyclonic) rainfall: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Warm, moist air rises over cold air, cools and gives long, steady rain, as in Europe.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instrument measures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rain gauge.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Buea receive a lot of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 Cameroon forces wet air to rise (relief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Water falling from clouds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Balls of ice falling from clouds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Rain caused by a mountain is ______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pressure belt found at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36: Pressure Belts and Planetary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Precipitation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précipitations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pluie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Drizzle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bruine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grêle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 gauge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pluviomètre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Convectional 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pluie de convection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Relief 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pluie orographique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 shadow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L'abri pluviométrique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Earth-Atmosphere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35: Precipitation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precipitation and name its forms. Describe how rainfall is measured with a rain gauge. Explain the three types of rainfall.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measure the rain that falls at home or at school and explain why some places receive more rain than others.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Measurement of Rainfall; Types of Rainfall.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pressure belt found at the Equator.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3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forms of water falling from the sky.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use a straight-sided tin.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afternoon storms in Garoua.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“Heavy rain. Johannesburg, South Africa” by varfolomeev, CC BY-NC 2.0, via Flickr (https://www.flickr.com/photos/45427632@N02/49745935146)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“Sarasota - Rain Gauge (in 23rd Year)” by roger4336, CC BY-SA 2.0, via Flickr (https://www.flickr.com/photos/24736216@N07/8370429863)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2026-10-02T05:14:01Z</dcterms:created>
  <dcterms:modified xsi:type="dcterms:W3CDTF">2026-10-02T05:14:01Z</dcterms:modified>
</cp:coreProperties>
</file>