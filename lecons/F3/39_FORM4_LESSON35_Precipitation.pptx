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35: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Forms of Condensation. The key notions we shall use today are: rain gauge, pluviometer, convectional, orographic, frontal. At the end, you should be able to do this: learners are able to measure the rain that falls at home or at school and explain why some places receive more rain than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34: Condensation. The question was: Name the three types of rainfall.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Convectional, relief (orographic) and frontal rainfall.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precipitation and name its forms. Number 2: describe how rainfall is measured with a rain gauge. Number 3: explain the three types of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Condensation is the change of water vapour into liquid water. It happens when saturated air is cooled to its dew point. Clouds are tiny droplets formed by condensation.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Garoua has short, heavy afternoon storms. Emmanuel's cousin in Buea, on the slopes of Mount Cameroon, says that it rains there for many days without stopping. Emmanuel asks: "Why does it rain differently in the two towns, and how do we measure the rain?"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Emmanuel does not know why rain differs from place to place and how rain is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rain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Short, heavy afternoon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Buea receive so much rain?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Moist sea air is forced up Mount Cameroon and cools.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and record rainfall to plan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rain forms and how it is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heavy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Rain, hail and snow all fall from clouds. What is their general name?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instrument in an open place.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this instrument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In which unit?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millimetres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hot air rises.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hot ground heats the air, which rises and makes storms. What type of rain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Convectional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Precipitation and Rain.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Hail, Snow and Drizzle.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of Rainfall. Rainfall is measured as follows. Copy the point on Rain gauge (pluviometer) on the left, then draw the diagram on the right: a rain gauge.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of Rainfall. On this slide we have Reading and Siting.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of Rainfall. On this slide we have Presentation.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Rainfall. There are three types of rainfall. Copy the point on Convectional rainfall on the left, then draw the diagram on the right: types of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Rainfall. On this slide we have Relief (orographic) rainfall and Frontal (cyclonic) rainfall.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Which instrument measures rainfall?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rain gauge.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Buea receive a lot of rain?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mount Cameroon forces wet air to rise (relief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precipitation; number 2, hail; number 3, relief.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pressure belt found at the Equator.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36: Pressure Belts and Planetary Winds.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35: PRECIPITATION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Precipitation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Forms of Condensation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35: 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Rain gauge, pluviometer, convectional, orographic, frontal.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precipitation; measurement; types of rainfall.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the rain that falls at home or at school and explain why some places receive more rain than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34: Condensation):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Convectional, relief (orographic) and frontal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precipitation and name its forms.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rainfall is measured with a rain gauge.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three types of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Condensation is the change of water vapour into liquid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happens when saturated air is cooled to its dew point.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are tiny droplets formed by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Garoua has short, heavy afternoon storms. Emmanuel's cousin in Buea, on the slopes of Mount Cameroon, says that it rains there for many days without stopping. Emmanuel asks: "Why does it rain differently in the two towns, and how do we measure the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Emmanuel does not know why rain differs from place to place and how rain is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rain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 heavy afternoon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Buea receive so much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sea air is forced up Mount Cameroon and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and record rainfall to plan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rain forms and how it is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Heavy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hail and snow all fall from clouds. What is their general name?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aingauge.jpg">    </p:cNvPr>
          <p:cNvPicPr>
            <a:picLocks noChangeAspect="1"/>
          </p:cNvPicPr>
          <p:nvPr/>
        </p:nvPicPr>
        <p:blipFill>
          <a:blip r:embed="rId1"/>
          <a:stretch>
            <a:fillRect/>
          </a:stretch>
        </p:blipFill>
        <p:spPr>
          <a:xfrm>
            <a:off x="2248479" y="1783080"/>
            <a:ext cx="769473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instrument in an open place.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instrument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unit?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millimetres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hot air rises.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hot ground heats the air, which rises and makes storms. What type of rain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Convectional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Forms of Condensation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35: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form of water that falls from clouds to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drops of liquid water that fall from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balls of ice that fall from cumulonimbus clouds.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Snow: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ice crystals that fall when the air is below 0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Drizzle: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small drops of rain that fall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Rainfall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Rainfall is measured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Rain gauge (pluviometer):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collects rain in a funnel and a container placed in an open place.</a:t>
            </a:r>
            <a:endParaRPr lang="en-US" sz="3600" dirty="0"/>
          </a:p>
        </p:txBody>
      </p:sp>
      <p:pic>
        <p:nvPicPr>
          <p:cNvPr id="5" name="Image 0" descr="/home/claude/f4/img/v2/f4_raingauge.jpg">    </p:cNvPr>
          <p:cNvPicPr>
            <a:picLocks noChangeAspect="1"/>
          </p:cNvPicPr>
          <p:nvPr/>
        </p:nvPicPr>
        <p:blipFill>
          <a:blip r:embed="rId1"/>
          <a:stretch>
            <a:fillRect/>
          </a:stretch>
        </p:blipFill>
        <p:spPr>
          <a:xfrm>
            <a:off x="5349240" y="2070315"/>
            <a:ext cx="6659575" cy="369577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rain gauge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Rainfall</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is poured into a measuring cylinder and read in millimetres every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rim stands about 30 cm above the ground, away from trees and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Rainfall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Presentation: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Daily rainfall is added to get monthly and annual totals, shown on bar graphs and maps with isohyets.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Rainfall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There are three types of rainfall:</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Convectional rainfall: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hot ground heats the air, which rises, cools and forms cumulonimbus clouds that give heavy afternoon storms, as in Garoua.</a:t>
            </a:r>
            <a:endParaRPr lang="en-US" sz="3200" dirty="0"/>
          </a:p>
        </p:txBody>
      </p:sp>
      <p:pic>
        <p:nvPicPr>
          <p:cNvPr id="5" name="Image 0" descr="/home/claude/f4/img/v2/rainfall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rainfall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Rainfall</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(orographic)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air is forced up a mountain, cools and gives rain on the windward side, as in Buea and Debundscha.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Frontal (cyclonic)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moist air rises over cold air, cools and gives long, steady rain, as in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measures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gauge.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Buea receive a lot of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forces wet air to rise (relief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falling from clouds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Balls of ice falling from clouds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caused by a mountain is ______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pressure belt found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36: Pressure Belts and Planetary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Precipitation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Drizzle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bruine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grêle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gauge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pluviomètre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Convectional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 de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 orographique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shadow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L'abri pluviométrique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35: Precipitation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precipitation and name its forms. Describe how rainfall is measured with a rain gauge. Explain the three types of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the rain that falls at home or at school and explain why some places receive more rain than others.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Measurement of Rainfall; Types of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pressure belt found at the Equator.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forms of water falling from the sky.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a straight-sided tin.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afternoon storms in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“Sarasota - Rain Gauge (in 23rd Year)” by roger4336, CC BY-SA 2.0, via Flickr (https://www.flickr.com/photos/24736216@N07/8370429863)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2026-09-29T03:12:26Z</dcterms:created>
  <dcterms:modified xsi:type="dcterms:W3CDTF">2026-09-29T03:12:26Z</dcterms:modified>
</cp:coreProperties>
</file>