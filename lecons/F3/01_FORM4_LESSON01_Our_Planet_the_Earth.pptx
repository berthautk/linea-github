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Our Planet, the Earth: Size, Shape and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The Earth as a Planet of the Solar System.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The Earth as a Planet of the Solar System. The key notions we shall use today are: sphere, oblate spheroid, circumference, diameter, horizon. At the end, you should be able to do this: learners are able to explain, with everyday observations, why the Earth is round and to give its main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size of the Earth: its circumferences and diameters. Number 2: describe the true shape of the Earth (an oblate spheroid). Number 3: explain at least four proofs that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one of the eight planets of the solar system. The Earth moves around the Sun. We live on the surface of the Earth, which is made of land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long, straight road, Aïcha sees a lorry coming from far away: first she sees only its top, then the whole lorry. Her brother says that the Earth is flat. Aïcha asks: "If the Earth is flat, why did I see the top of the lorry first?"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cannot explain why she saw the top of the lorry first, and her brother thinks that the Earth is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lorry did she see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She saw the top of the lorry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this show about the shape of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shows that the surface of the Earth is curved: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everyday observations to show that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size and the shape of our planet.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Earth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shape of the Earth on this photo?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round, like a 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ship sails away from the coast.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part of the ship disappears first?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bottom of the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Why does it disappear first?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ship goes down behind the curve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eclipse of the Moon.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shadow of the Earth on the Moon is always curved. What does this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is round: only a round object always gives a round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Planet and Circumference.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Diameter and Oblate spheroid.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Size of the Earth. The main measurements of the Earth are the following. Copy the point on Equatorial circumference on the left, then draw the diagram on the right: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Size of the Earth. On this slide we have Polar circumference, Equatorial diameter and Polar diameter.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Size of the Earth. On this slide we have Surface area.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Shape of the Earth. The shape of the Earth is described as follows. Copy the point on Oblate spheroid on the left, then draw the diagram on the right: the shape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Shape of the Earth. On this slide we have Evidence from the measurements.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Proofs that the Earth Is Spherical. The following observations prove that the Earth is round. Copy the point on The ship at sea on the left, then draw the diagram on the right: the ship at sea.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eclipse of the Moon on the left, then draw the diagram on the right: an eclipse of the Moon.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Photos from space on the left, then draw the diagram on the right: the Earth seen from space.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Proofs that the Earth Is Spherical. On this slide we have Travel around the world and The circular horizon.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Proofs that the Earth Is Spherical. On this slide we have Sunrise at different times.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shape of the Earth?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 oblate spheroid.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proofs that the Earth is round.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ship at sea and the round shadow of the Earth on the Moon.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poles; number 2, Equator; number 3,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Moon on three different evenings this week. Draw its shape each time and write the date under each drawing.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The Universe and the Moon.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OUR PLANET, THE EARTH: SIZE, SHAPE AND PROOFS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Our Planet, the Earth: Size, Shape and Proofs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Our Planet, the Earth: Size, Shape and Proofs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Sphere, oblate spheroid, circumference, diameter, horizon.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Size of the Earth; shape of the Earth; proofs of the shape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with everyday observations, why the Earth is round and to give its main measurements.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size of the Earth: its circumferences and diameters.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true shape of the Earth (an oblate spheroid).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at least four proofs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of the solar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moves around the Sun.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live on the surface of the Earth, which is made of land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long, straight road, Aïcha sees a lorry coming from far away: first she sees only its top, then the whole lorry. Her brother says that the Earth is flat. Aïcha asks: "If the Earth is flat, why did I see the top of the lorry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cannot explain why she saw the top of the lorry first, and her brother thinks that the Earth is flat.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lorry did she see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saw the top of the lorry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show about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that the surface of the Earth is curved: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everyday observations to show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size and the shape of our planet.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the Earth on this photo?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round, like a ball.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hip_sailing.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ship sails away from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ship disappears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bottom of the 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disappear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ship goes down behind the curve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unar_eclip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eclipse of the Moon.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shadow of the Earth on the Moon is always curved. What does this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only a round object always gives a round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Our Planet, the Earth: Size, Shape and Proofs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round body that moves around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Circumference: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around a circle or a 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Diameter: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from one side of a sphere to the other, through its centre.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Oblate spheroid: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ball that is flattened at the poles and bulging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Size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measurements of the Earth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Equatorial circumference: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distance around the Earth at the Equator is about 40,075 km.</a:t>
            </a:r>
            <a:endParaRPr lang="en-US" sz="3600" dirty="0"/>
          </a:p>
        </p:txBody>
      </p:sp>
      <p:pic>
        <p:nvPicPr>
          <p:cNvPr id="5" name="Image 0" descr="/home/claude/f4/img/v2/earth_disc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Size of the Earth</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circumference: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distance around the Earth through the poles is about 40,008 km.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diameter: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diameter of the Earth at the Equator is about 12,756 km.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diameter: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diameter of the Earth from pole to pole is about 12,714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Size of the Earth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Surface area: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total surface of the Earth is about 510 million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Shape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shape of the Earth is described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Oblate spheroid: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Earth is round, slightly flattened at the poles and bulging at the Equator.</a:t>
            </a:r>
            <a:endParaRPr lang="en-US" sz="3600" dirty="0"/>
          </a:p>
        </p:txBody>
      </p:sp>
      <p:pic>
        <p:nvPicPr>
          <p:cNvPr id="5" name="Image 0" descr="/home/claude/f4/img/v2/earth_shap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shape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Shape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from the measurements: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diameter is about 42 km longer than the polar diameter.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that the Earth Is Spherical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observations prove that the Earth is round:</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ship at sea: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When a ship sails away, its bottom disappears first and its top last.</a:t>
            </a:r>
            <a:endParaRPr lang="en-US" sz="3600" dirty="0"/>
          </a:p>
        </p:txBody>
      </p:sp>
      <p:pic>
        <p:nvPicPr>
          <p:cNvPr id="5" name="Image 0" descr="/home/claude/f4/img/v2/ship_sailing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ship at sea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that the Earth Is Spherical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eclipse of the Moon: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shadow of the Earth on the Moon is always curved.</a:t>
            </a:r>
            <a:endParaRPr lang="en-US" sz="3600" dirty="0"/>
          </a:p>
        </p:txBody>
      </p:sp>
      <p:pic>
        <p:nvPicPr>
          <p:cNvPr id="5" name="Image 0" descr="/home/claude/f4/img/v2/eclips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eclipse of the Moon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that the Earth Is Spherical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Photos from space: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Photos taken from satellites and spacecraft show a round Earth.</a:t>
            </a:r>
            <a:endParaRPr lang="en-US" sz="3600" dirty="0"/>
          </a:p>
        </p:txBody>
      </p:sp>
      <p:pic>
        <p:nvPicPr>
          <p:cNvPr id="5" name="Image 0" descr="/home/claude/f4/img/v2/f4_earth_space.jp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Earth seen from space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that the Earth Is Spherical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Travel around the world: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goes always in one direction comes back to the starting point.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circular horizon: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a high place, the horizon is always a circle, and it widens as we go higher.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that the Earth Is Spherical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Sunrise at different times: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rises earlier in the east than in the west, because the surface is curved.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oblate spheroid.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proofs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ship at sea and the round shadow of the Earth on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flat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wider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shadow of the Earth on the Moon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Moon on three different evenings this week. Draw its shape each time and write the date under each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planète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Circumference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circonférence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Diameter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Proof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Our Planet, the Earth: Size, Shape and Proofs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size of the Earth: its circumferences and diameters. Describe the true shape of the Earth (an oblate spheroid). Explain at least four proofs that the Earth is round.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with everyday observations, why the Earth is round and to give its main measurements.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Size of the Earth; The Shape of the Earth; Proofs that the Earth Is Spherical.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Moon on three different evenings this week. Draw its shape each time and write the date under each drawing.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Figures: equatorial circumference 40,075 km; polar 40,008 km; equatorial diameter 12,756 km; polar 12,714 km.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globe or a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three ships going down behind a curved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hold a ball in front of a torch: its shadow on the wall is round.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“Medio de la totalidad eclipse Luna 21 enero 2019” by StarryEarth, CC BY-NC 2.0, via Flickr (https://www.flickr.com/photos/65131760@N06/46777562672)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2026-09-28T17:19:48Z</dcterms:created>
  <dcterms:modified xsi:type="dcterms:W3CDTF">2026-09-28T17:19:48Z</dcterms:modified>
</cp:coreProperties>
</file>