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Our Planet, the Earth: Size, Shape and Proofs.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The Earth as a Planet of the Solar System.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The Earth as a Planet of the Solar System. The key notions we shall use today are: sphere, oblate spheroid, circumference, diameter, horizon. At the end, you should be able to do this: learners are able to explain, with everyday observations, why the Earth is round and to give its main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size of the Earth: its circumferences and diameters. Number 2: describe the true shape of the Earth (an oblate spheroid). Number 3: explain at least four proofs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one of the eight planets of the solar system. The Earth moves around the Sun. We live on the surface of the Earth, which is made of land and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long, straight road, Aïcha sees a lorry coming from far away: first she sees only its top, then the whole lorry. Her brother says that the Earth is flat. Aïcha asks: "If the Earth is flat, why did I see the top of the lorry first?"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Aïcha cannot explain why she saw the top of the lorry first, and her brother thinks that the Earth is flat.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part of the lorry did she see first?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saw the top of the lorry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this show about the shape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shows that the surface of the Earth is curved: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everyday observations to show that the Earth is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size and the shape of our planet.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shape of the Earth on this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round, like a ball.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ship sails away from the coast.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part of the ship disappears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bottom of the 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Why does it disappear first?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ship goes down behind the curve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eclipse of the Moon.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shadow of the Earth on the Moon is always curved. What does this prove?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Earth is round: only a round object always gives a round shadow.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Planet and Circumference.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Diameter and Oblate spheroid.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Size of the Earth. The main measurements of the Earth are the following. Copy the point on Equatorial circumference on the left, then draw the diagram on the right: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Polar circumference, Equatorial diameter and Polar diameter.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Size of the Earth. On this slide we have Surface area.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Shape of the Earth. The shape of the Earth is described as follows. Copy the point on Oblate spheroid on the left, then draw the diagram on the right: the shape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Shape of the Earth. On this slide we have Evidence from the measurements.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Proofs that the Earth Is Spherical. The following observations prove that the Earth is round. Copy the point on The ship at sea on the left, then draw the diagram on the right: the ship at sea.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eclipse of the Moon on the left, then draw the diagram on the right: an eclipse of the Moon.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Photos from space on the left, then draw the diagram on the right: the Earth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Travel around the world and The circular horizon.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Proofs that the Earth Is Spherical. On this slide we have Sunrise at different times.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shape of the Earth?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an oblate spheroid.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proofs that the Earth is round.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ship at sea and the round shadow of the Earth on the Moon.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poles; number 2, Equator; number 3,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phases of the Moon.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The Universe and the Moon.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 OUR PLANET, THE EARTH: SIZE, SHAPE AND PROOFS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Our Planet, the Earth: Size, Shape and Proofs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The Earth as a Planet of the Solar 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of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Our Planet, the Earth: Size, Shape and Proofs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Sphere, oblate spheroid, circumference, diameter, horizon.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Size of the Earth; shape of the Earth; proofs of the shape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size of the Earth: its circumferences and diameters.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true shape of the Earth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at least four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eight planets of the solar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moves around the Sun.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surface of the Earth, which is made of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long, straight road, Aïcha sees a lorry coming from far away: first she sees only its top, then the whole lorry. Her brother says that the Earth is flat. Aïcha asks: "If the Earth is flat, why did I see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Aïcha cannot explain why she saw the top of the lorry first, and her brother thinks that the Earth is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lorry did she see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saw the top of the lorry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show about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that the surface of the Earth is curved: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everyday observations to show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size and the shape of our planet.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 on this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 OF THE EARTH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round, like a ball.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ip_sail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ship sails away from the coast.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part of the ship disappears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bottom of the 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it disappear first?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goes down behind the curve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unar_eclip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eclipse of the Moon.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always curved. What does this prove?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PROOFS OF THE SHAPE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Earth is round: only a round object always gives a round shadow.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Earth as a Planet of the Solar System</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Our Planet, the Earth: Size, Shape and Proofs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round body that moves around the Sun.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around a circle or a 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distance from one side of a sphere to the other, through its centre.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ball that is flattened at the poles and bulging at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measurements of the Earth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Equatorial circumference: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distance around the Earth at the Equator is about 40,075 km.</a:t>
            </a:r>
            <a:endParaRPr lang="en-US" sz="3600" dirty="0"/>
          </a:p>
        </p:txBody>
      </p:sp>
      <p:pic>
        <p:nvPicPr>
          <p:cNvPr id="5" name="Image 0" descr="/home/claude/f4/img/v2/earth_dis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circumference: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distance around the Earth through the poles is about 40,008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Equatorial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at the Equator is about 12,756 km.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diameter: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diameter of the Earth from pole to pole is about 12,714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Size of the Earth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Surface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total surface of the Earth is about 510 million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shape of the Earth is described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Oblate spheroid: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Earth is round, slightly flattened at the poles and bulging at the Equator.</a:t>
            </a:r>
            <a:endParaRPr lang="en-US" sz="3600" dirty="0"/>
          </a:p>
        </p:txBody>
      </p:sp>
      <p:pic>
        <p:nvPicPr>
          <p:cNvPr id="5" name="Image 0" descr="/home/claude/f4/img/v2/earth_shap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shape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Shape of the Earth</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from the measurements: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equatorial diameter is about 42 km longer than the polar diameter.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observations prove that the Earth is round:</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ship at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a ship sails away, its bottom disappears first and its top last.</a:t>
            </a:r>
            <a:endParaRPr lang="en-US" sz="3600" dirty="0"/>
          </a:p>
        </p:txBody>
      </p:sp>
      <p:pic>
        <p:nvPicPr>
          <p:cNvPr id="5" name="Image 0" descr="/home/claude/f4/img/v2/ship_sailing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ship at sea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eclipse of the Moon: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shadow of the Earth on the Moon is always curved.</a:t>
            </a:r>
            <a:endParaRPr lang="en-US" sz="3600" dirty="0"/>
          </a:p>
        </p:txBody>
      </p:sp>
      <p:pic>
        <p:nvPicPr>
          <p:cNvPr id="5" name="Image 0" descr="/home/claude/f4/img/v2/eclips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eclipse of the Moon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Photos from space: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Photos taken from satellites and spacecraft show a round Earth.</a:t>
            </a:r>
            <a:endParaRPr lang="en-US" sz="3600" dirty="0"/>
          </a:p>
        </p:txBody>
      </p:sp>
      <p:pic>
        <p:nvPicPr>
          <p:cNvPr id="5" name="Image 0" descr="/home/claude/f4/img/v2/f4_earth_space.jpg">    </p:cNvPr>
          <p:cNvPicPr>
            <a:picLocks noChangeAspect="1"/>
          </p:cNvPicPr>
          <p:nvPr/>
        </p:nvPicPr>
        <p:blipFill>
          <a:blip r:embed="rId1"/>
          <a:stretch>
            <a:fillRect/>
          </a:stretch>
        </p:blipFill>
        <p:spPr>
          <a:xfrm>
            <a:off x="5349240" y="2045198"/>
            <a:ext cx="6659575" cy="374601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Earth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Travel around the 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goes always in one direction comes back to the starting point.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circular horizon: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a high place, the horizon is always a circle, and it widens as we go higher.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Proofs that the Earth Is Spherical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Sunrise at different times: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rises earlier in the east than in the west, because the surface is curved.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shape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oblate spheroid.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proofs that the Earth is 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ship at sea and the round shadow of the Earth on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flat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Earth is wider at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shadow of the Earth on the Moon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phases of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The Universe and the Moon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planète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Size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Circumference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circonférence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Diameter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diamètre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L'horizon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Our Planet, the Earth: Size, Shape and Proofs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size of the Earth: its circumferences and diameters. Describe the true shape of the Earth (an oblate spheroid). Explain at least four proofs that the Earth is round.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with everyday observations, why the Earth is round and to give its main measurements.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Size of the Earth; The Shape of the Earth; Proofs that the Earth Is Spherical.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phases of the Moon.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Figures: equatorial circumference 40,075 km; polar 40,008 km; equatorial diameter 12,756 km; polar 12,714 km.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globe or a ball.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ships going down behind a curved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hold a ball in front of a torch: its shadow on the wall is round.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“Medio de la totalidad eclipse Luna 21 enero 2019” by StarryEarth, CC BY-NC 2.0, via Flickr (https://www.flickr.com/photos/65131760@N06/46777562672)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2026-09-28T21:32:34Z</dcterms:created>
  <dcterms:modified xsi:type="dcterms:W3CDTF">2026-09-28T21:32:34Z</dcterms:modified>
</cp:coreProperties>
</file>