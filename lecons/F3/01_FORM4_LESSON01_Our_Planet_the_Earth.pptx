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its top, then the whole lorry. Her brother says that the Earth is flat. Aïcha asks: "If the Earth is flat, why did I see the top of the lorry first?"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 and her brother thinks that the Earth is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show about the shape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shows that the surface of the Earth is curved: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Earth on this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disappear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ship goes down behind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always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Diameter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Size of the Earth. The main measurements of the Earth are the following. Copy the point on Equatorial circumference on the left, then draw the diagram on the right: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Polar circumference, Equatorial diameter and Polar diameter.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Shape of the Earth. The shape of the Earth is described as follows. Copy the point on Oblate spheroid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Shape of the Earth. On this slide we have Evidence from the measurements.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that the Earth Is Spherical. The following observations prove that the Earth is round. Copy the point on The ship at sea on the left, then draw the diagram on the right: the ship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eclipse of the Moon on the left, then draw the diagram on the right: an eclipse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Photos from space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Travel around the world and The circular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Sunrise at different times.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phases of the Moon.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its top, then the whole lorry. Her brother says that the Earth is flat. Aïcha asks: "If the Earth is flat, why did I see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 and her brother thinks that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show about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that the surface of the Earth is curved: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 on this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disappear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goes down behind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always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a circle or a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from one side of a sphere to the other, through its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distance around the Earth at the Equator is about 40,075 km.</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through the poles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at the Equator is about 12,756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from pole to pole is about 12,714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shape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3600" dirty="0"/>
          </a:p>
        </p:txBody>
      </p:sp>
      <p:pic>
        <p:nvPicPr>
          <p:cNvPr id="5"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from the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diameter is about 42 km longer than the polar diameter.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3600" dirty="0"/>
          </a:p>
        </p:txBody>
      </p:sp>
      <p:pic>
        <p:nvPicPr>
          <p:cNvPr id="5" name="Image 0" descr="/home/claude/f4/img/v2/ship_sailing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ship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3600" dirty="0"/>
          </a:p>
        </p:txBody>
      </p:sp>
      <p:pic>
        <p:nvPicPr>
          <p:cNvPr id="5" name="Image 0" descr="/home/claude/f4/img/v2/eclip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eclipse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Photos taken from satellites and spacecraft show a round Earth.</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circular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 high place, the horizon is always a circle, and it widens as we go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at different times: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earlier in the east than in the west, because the surface is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Size of the Earth; The Shape of the Earth; Proofs that the Earth Is Spherical.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phases of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2026-09-29T03:12:15Z</dcterms:created>
  <dcterms:modified xsi:type="dcterms:W3CDTF">2026-09-29T03:12:15Z</dcterms:modified>
</cp:coreProperties>
</file>