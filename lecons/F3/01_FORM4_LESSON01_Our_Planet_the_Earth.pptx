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Our Planet, the Earth: Size, Shape and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sphere, oblate spheroid, circumference, diameter, horizon. At the end, you should be able to do this: learners are able to explain, with everyday observations, why the Earth is round and to give its main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size of the Earth: its circumferences and diameters. Number 2: describe the true shape of the Earth (an oblate spheroid). Number 3: explain at least four proofs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The Earth moves around the Sun. We live on the surface of the Earth, which is made of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long, straight road, Aïcha sees a lorry coming from far away: first she sees only its top, then the whole lorry. Her brother says that the Earth is flat. Aïcha asks: "If the Earth is flat, why did I see the top of the lorry first?"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explain why she saw the top of the lorry first, and her brother thinks that the Earth is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lorry did she see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saw the top of the lorry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show about the shape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shows that the surface of the Earth is curved: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everyday observations to show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size and the shape of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Earth on this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ship sails away from the coast.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part of the ship disappears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bottom of the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disappear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ship goes down behind the curve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eclipse of the Moon.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shadow of the Earth on the Moon is always curved.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round: only a round object always gives a round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Planet and Circumference.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Diameter and Oblate spheroid.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Size of the Earth. The main measurements of the Earth are the following. Copy the point on Equatorial circumference on the left, then draw the diagram on the right: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Polar circumference, Equatorial diameter and Polar diameter.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Shape of the Earth. The shape of the Earth is described as follows. Copy the point on Oblate spheroid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Shape of the Earth. On this slide we have Evidence from the measurements.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Proofs that the Earth Is Spherical. The following observations prove that the Earth is round. Copy the point on The ship at sea on the left, then draw the diagram on the right: the ship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eclipse of the Moon on the left, then draw the diagram on the right: an eclipse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Photos from space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Travel around the world and The circular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Sunrise at different times.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shape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oblate spheroid.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proofs that the Earth is round.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ship at sea and the round shadow of the Earth on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poles; number 2, Equator; number 3,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Moon on three different evenings this week. Draw its shape each time and write the date under each drawing.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Universe and the Moon.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OUR PLANET, THE EARTH: SIZE, SHAPE AND PROOFS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 Size, Shape and Proofs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Our Planet, the Earth: Size, Shape and Proofs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Sphere, oblate spheroid, circumference, diameter, horizon.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Size of the Earth; shape of the Earth; proofs of the shape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of the Earth: its circumferences and diameters.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true shape of the Earth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 least four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surface of the Earth, which is made of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long, straight road, Aïcha sees a lorry coming from far away: first she sees only its top, then the whole lorry. Her brother says that the Earth is flat. Aïcha asks: "If the Earth is flat, why did I see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explain why she saw the top of the lorry first, and her brother thinks that the Earth is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lorry did she see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saw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show about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that the surface of the Earth is curved: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everyday observations to show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size and the shape of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 on this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ip_sail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ship sails away from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ship disappears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bottom of the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disappear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goes down behind the curve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unar_eclip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eclipse of the Moon.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always curved.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only a round object always gives a round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Our Planet, the Earth: Size, Shape and Proofs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around a circle or a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from one side of a sphere to the other, through its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ball that is flattened at the poles and bulging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measurements of the Earth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Equatorial circumference: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distance around the Earth at the Equator is about 40,075 km.</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through the poles is about 40,008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at the Equator is about 12,756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from pole to pole is about 12,714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shape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round, slightly flattened at the poles and bulging at the Equator.</a:t>
            </a:r>
            <a:endParaRPr lang="en-US" sz="3600" dirty="0"/>
          </a:p>
        </p:txBody>
      </p:sp>
      <p:pic>
        <p:nvPicPr>
          <p:cNvPr id="5"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from the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diameter is about 42 km longer than the polar diameter.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observations prove that the Earth is round: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ship at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a ship sails away, its bottom disappears first and its top last.</a:t>
            </a:r>
            <a:endParaRPr lang="en-US" sz="3600" dirty="0"/>
          </a:p>
        </p:txBody>
      </p:sp>
      <p:pic>
        <p:nvPicPr>
          <p:cNvPr id="5" name="Image 0" descr="/home/claude/f4/img/v2/ship_sailing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ship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eclipse of the Moon: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shadow of the Earth on the Moon is always curved.</a:t>
            </a:r>
            <a:endParaRPr lang="en-US" sz="3600" dirty="0"/>
          </a:p>
        </p:txBody>
      </p:sp>
      <p:pic>
        <p:nvPicPr>
          <p:cNvPr id="5" name="Image 0" descr="/home/claude/f4/img/v2/eclip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eclipse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Photos from space: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Photos taken from satellites and spacecraft show a round Earth.</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Travel around the 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goes always in one direction comes back to the starting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circular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 high place, the horizon is always a circle, and it widens as we go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Sunrise at different times: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earlier in the east than in the west, because the surface is curved.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at sea and the round shadow of the Earth on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flat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wider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Moon on three different evenings this week. Draw its shape each time and write the date under each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Circumference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circonférence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Diameter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Our Planet, the Earth: Size, Shape and Proofs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size of the Earth: its circumferences and diameters. Describe the true shape of the Earth (an oblate spheroid). Explain at least four proofs that the Earth is round.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Size of the Earth; The Shape of the Earth; Proofs that the Earth Is Spherical.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Moon on three different evenings this week. Draw its shape each time and write the date under each drawing.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Figures: equatorial circumference 40,075 km; polar 40,008 km; equatorial diameter 12,756 km; polar 12,714 km.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ships going down behind a curved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hold a ball in front of a torch: its shadow on the wall is 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“Medio de la totalidad eclipse Luna 21 enero 2019” by StarryEarth, CC BY-NC 2.0, via Flickr (https://www.flickr.com/photos/65131760@N06/46777562672)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2026-09-28T21:14:08Z</dcterms:created>
  <dcterms:modified xsi:type="dcterms:W3CDTF">2026-09-28T21:14:08Z</dcterms:modified>
</cp:coreProperties>
</file>