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Lst>
  <p:notesMasterIdLst>
    <p:notesMasterId r:id="rId6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notesMaster" Target="notesMasters/notesMaster1.xml"/><Relationship Id="rId64" Type="http://schemas.openxmlformats.org/officeDocument/2006/relationships/presProps" Target="presProps.xml"/><Relationship Id="rId65" Type="http://schemas.openxmlformats.org/officeDocument/2006/relationships/viewProps" Target="viewProps.xml"/><Relationship Id="rId66" Type="http://schemas.openxmlformats.org/officeDocument/2006/relationships/theme" Target="theme/theme1.xml"/><Relationship Id="rId6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2: Earth Divisions: Latitudes and Longitudes.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The Earth as a Planet in the Solar System — Location and Time. We shall need 50 minutes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Earth as a Planet in the Solar System, and the sub-topic is Location and Time. The key notions we shall use today are: latitude, longitude, parallel, meridian, hemisphere, coordinates. At the end, you should be able to do this: learners are able to read and write the geographical coordinates of a place, such as Garoua, on a map or on a phone.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Further Study 1: The Universe and the Moon. The question was: Look at a map of Cameroon in your atlas. Find the numbers written on the edges of the map and copy the numbers written near Garoua.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 numbers on the edges are latitudes (left and right) and longitudes (top and bottom). Near Garoua we read about 9° N and 13° 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four things. Number 1: define latitude and longitude. Number 2: name the major lines of latitude and longitude. Number 3: give the characteristics of latitudes and longitudes and their differences. Number 4: write the geographical coordinates of a place.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Earth is an oblate spheroid. The Moon moves around the Earth and causes tides. The Equator is the line around the middle of the Earth.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Ibrahim's cousin in Douala sends a parcel to Japan. On his phone, he shows the position of Tokyo: "35° N, 139° E". Ibrahim asks: "What do these numbers mean, and how can they show exactly where a town is?"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Ibrahim does not understand the numbers that give the position of a town.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do N and E mean?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North and East.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are these two numbers called?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latitude and the longitude: the geographical coordinates.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latitudes and longitudes to locate places correctly on maps.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find any place on the Earth.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the major lines of latitude.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Which line is in the middle of the Earth?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Equator.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next question: What is its value?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lines of longitude.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Where do the lines of longitude meet?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At the poles.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next question: What is the name of the line of 0°?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Greenwich Meridian.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cameroon with lines of latitude and longitude.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Garoua is at about 9° N, 13° E. What does each number tell us?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9° N: 9 degrees north of the Equator; 13° E: 13 degrees east of Greenwich.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Latitude.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Longitude and Parallels.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Meridians and Geographical coordinates.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Major Lines of Latitude. The major lines of latitude are the following. Copy the point on The Equator (0°) on the left, then draw the diagram on the right: the major lines of latitude.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Major Lines of Latitude. On this slide we have The Tropic of Cancer (23½° N) and The Tropic of Capricorn (23½° 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Major Lines of Latitude. On this slide we have The Arctic Circle (66½° N) and The Antarctic Circle (66½° 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Major Lines of Latitude. On this slide we have The poles (90° N and 90° 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Characteristics of Latitudes. Lines of latitude have the following characteristics. On this slide we have Parallel lines and Unequal length.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Characteristics of Latitudes. On this slide we have Values and Equal spacing.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Major Lines of Longitude. The major lines of longitude are the following. Copy the point on The Greenwich (Prime) Meridian (0°) on the left, then draw the diagram on the right: lines of longitude.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Major Lines of Longitude. On this slide we have The 180° meridian.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Characteristics of Longitudes. Lines of longitude have the following characteristics. On this slide we have Semi-circles and Equal length.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Characteristics of Longitudes. On this slide we have Meeting at the poles and Values.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Differences between Latitudes and Longitudes. Latitudes and longitudes differ in the following ways. On this slide we have Direction and Meeting.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Differences between Latitudes and Longitudes. On this slide we have Length, Values and Use.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Geographical Coordinates. Geographical coordinates are written as follows. Copy the point on Order on the left, then draw the diagram on the right: cameroon with its grid.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Geographical Coordinates. On this slide we have Directions and Example.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is the value of the Equator?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0°.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one difference between latitudes and longitudes.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latitudes never meet; longitudes meet at the poles.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Equator; number 2, Greenwich; number 3, latitude.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Watch or listen to news about a flight from Douala to Paris or to Dubai. Write the name of the route and ask an adult why aeroplanes do not always fly in a straight line on a flat map.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3: Great Circles and the International Date Line.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2: EARTH DIVISIONS: LATITUDES AND LONGITUDES</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2.xml"/><Relationship Id="rId3" Type="http://schemas.openxmlformats.org/officeDocument/2006/relationships/notesSlide" Target="../notesSlides/notesSlide6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2</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Earth Divisions: Latitudes and Longitudes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The Earth as a Planet in the Solar System — Location and Time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Earth as a Planet in the Solar System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Location and Time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2: Earth Divisions: Latitudes and Longitudes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Latitude, longitude, parallel, meridian, hemisphere, coordinates.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Latitudes and longitudes: definition, major lines, characteristics, differences; geographical coordinates.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read and write the geographical coordinates of a place, such as Garoua, on a map or on a phone.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(Further Study 1: The Universe and the Moon):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Look at a map of Cameroon in your atlas. Find the numbers written on the edges of the map and copy the numbers written near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numbers on the edges are latitudes (left and right) and longitudes (top and bottom). Near Garoua we read about 9° N and 13° 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latitude and longitude.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Name the major lines of latitude and longitude.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Give the characteristics of latitudes and longitudes and their differences.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Write the geographical coordinates of a place.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Earth is an oblate spheroid.</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Moon moves around the Earth and causes tides.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Equator is the line around the middle of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Ibrahim's cousin in Douala sends a parcel to Japan. On his phone, he shows the position of Tokyo: "35° N, 139° E". Ibrahim asks: "What do these numbers mean, and how can they show exactly where a town 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Ibrahim does not understand the numbers that give the position of a town.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 N and E mean?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North and East.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are these two numbers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latitude and the longitude: the geographical coordinates.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latitudes and longitudes to locate places correctly on maps.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find any place on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LATITUDES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latitud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major lines of latitude.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LATITUDES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line is in the middle of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LATITUDES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Equator.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LATITUDES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its value?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LATITUDES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LONGITUDES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longitud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Lines of longitude.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LONGITUDES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do the lines of longitude meet?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LONGITUDES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the poles.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LONGITUDES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name of the line of 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LONGITUDES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Greenwich Meridian.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GEOGRAPHICAL COORDINATES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cameroon_grid_big.png">    </p:cNvPr>
          <p:cNvPicPr>
            <a:picLocks noChangeAspect="1"/>
          </p:cNvPicPr>
          <p:nvPr/>
        </p:nvPicPr>
        <p:blipFill>
          <a:blip r:embed="rId1"/>
          <a:stretch>
            <a:fillRect/>
          </a:stretch>
        </p:blipFill>
        <p:spPr>
          <a:xfrm>
            <a:off x="2300072" y="1783080"/>
            <a:ext cx="7591552"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Cameroon with lines of latitude and longitude.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GEOGRAPHICAL COORDINATES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Garoua is at about 9° N, 13° E. What does each number tell 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GEOGRAPHICAL COORDINATES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9° N: 9 degrees north of the Equator; 13° E: 13 degrees east of Greenwich.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The Earth as a Planet in the Solar System</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Location and Time</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 Earth Divisions: Latitudes and Longitudes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Latitude: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angular distance of a place north or south of the Equator, measured in degrees.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Longitude: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angular distance of a place east or west of the Greenwich Meridian, measured in degrees.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Parallels: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the lines that join places with the same latitude.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Meridians: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the lines that join places with the same longitude, from pole to pole.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Geographical coordinates: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the latitude and the longitude that give the exact position of a place.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Latitudes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Major Lines of Latitude</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major lines of latitude are the following:</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The Equator (0°):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divides the Earth into the Northern and the Southern Hemispheres.</a:t>
            </a:r>
            <a:endParaRPr lang="en-US" sz="3600" dirty="0"/>
          </a:p>
        </p:txBody>
      </p:sp>
      <p:pic>
        <p:nvPicPr>
          <p:cNvPr id="6" name="Image 0" descr="/home/claude/f4/img/v2/latitudes_big.png">    </p:cNvPr>
          <p:cNvPicPr>
            <a:picLocks noChangeAspect="1"/>
          </p:cNvPicPr>
          <p:nvPr/>
        </p:nvPicPr>
        <p:blipFill>
          <a:blip r:embed="rId1"/>
          <a:stretch>
            <a:fillRect/>
          </a:stretch>
        </p:blipFill>
        <p:spPr>
          <a:xfrm>
            <a:off x="5349240" y="2617506"/>
            <a:ext cx="6659575" cy="2601397"/>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major lines of latitude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Latitudes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Major Lines of Latitude</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The Tropic of Cancer (23½° 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most northerly line where the Sun can be overhead.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The Tropic of Capricorn (23½° 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most southerly line where the Sun can be overhead.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Latitudes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2700" b="1" dirty="0">
                <a:solidFill>
                  <a:srgbClr val="990011"/>
                </a:solidFill>
                <a:latin typeface="Times New Roman" pitchFamily="34" charset="0"/>
                <a:ea typeface="Times New Roman" pitchFamily="34" charset="-122"/>
                <a:cs typeface="Times New Roman" pitchFamily="34" charset="-120"/>
              </a:rPr>
              <a:t>A) Major Lines of Latitude (continued)</a:t>
            </a:r>
            <a:endParaRPr lang="en-US" sz="27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The Arctic Circle (66½° 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limits the northern polar zone.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The Antarctic Circle (66½° 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limits the southern polar zone.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Latitudes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2700" b="1" dirty="0">
                <a:solidFill>
                  <a:srgbClr val="990011"/>
                </a:solidFill>
                <a:latin typeface="Times New Roman" pitchFamily="34" charset="0"/>
                <a:ea typeface="Times New Roman" pitchFamily="34" charset="-122"/>
                <a:cs typeface="Times New Roman" pitchFamily="34" charset="-120"/>
              </a:rPr>
              <a:t>A) Major Lines of Latitude (continued)</a:t>
            </a:r>
            <a:endParaRPr lang="en-US" sz="27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The poles (90° N and 90° 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points, not lines, at the ends of the axis of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Latitudes</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Characteristics of Latitudes</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Lines of latitude have the following characteristics: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Parallel lines: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run from west to east, are parallel and never meet.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Unequal length: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become shorter from the Equator towards the poles.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Latitudes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2300" b="1" dirty="0">
                <a:solidFill>
                  <a:srgbClr val="990011"/>
                </a:solidFill>
                <a:latin typeface="Times New Roman" pitchFamily="34" charset="0"/>
                <a:ea typeface="Times New Roman" pitchFamily="34" charset="-122"/>
                <a:cs typeface="Times New Roman" pitchFamily="34" charset="-120"/>
              </a:rPr>
              <a:t>B) Characteristics of Latitudes (continued)</a:t>
            </a:r>
            <a:endParaRPr lang="en-US" sz="23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Values: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go from 0° at the Equator to 90° at each pole, marked N or 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Equal spacing: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One degree of latitude is always about 111 km.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Longitudes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Major Lines of Longitude</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000" i="1" dirty="0">
                <a:solidFill>
                  <a:srgbClr val="111111"/>
                </a:solidFill>
                <a:latin typeface="Times New Roman" pitchFamily="34" charset="0"/>
                <a:ea typeface="Times New Roman" pitchFamily="34" charset="-122"/>
                <a:cs typeface="Times New Roman" pitchFamily="34" charset="-120"/>
              </a:rPr>
              <a:t>The major lines of longitude are the following:</a:t>
            </a:r>
            <a:endParaRPr lang="en-US" sz="3000" dirty="0"/>
          </a:p>
          <a:p>
            <a:pPr algn="l" indent="0" marL="0">
              <a:spcAft>
                <a:spcPts val="800"/>
              </a:spcAft>
              <a:buNone/>
            </a:pPr>
            <a:r>
              <a:rPr lang="en-US" sz="3000" b="1" dirty="0">
                <a:solidFill>
                  <a:srgbClr val="111111"/>
                </a:solidFill>
                <a:latin typeface="Times New Roman" pitchFamily="34" charset="0"/>
                <a:ea typeface="Times New Roman" pitchFamily="34" charset="-122"/>
                <a:cs typeface="Times New Roman" pitchFamily="34" charset="-120"/>
              </a:rPr>
              <a:t>The Greenwich (Prime) Meridian (0°): </a:t>
            </a:r>
            <a:pPr algn="l" indent="0" marL="0">
              <a:spcAft>
                <a:spcPts val="800"/>
              </a:spcAft>
              <a:buNone/>
            </a:pPr>
            <a:r>
              <a:rPr lang="en-US" sz="3000" dirty="0">
                <a:solidFill>
                  <a:srgbClr val="111111"/>
                </a:solidFill>
                <a:latin typeface="Times New Roman" pitchFamily="34" charset="0"/>
                <a:ea typeface="Times New Roman" pitchFamily="34" charset="-122"/>
                <a:cs typeface="Times New Roman" pitchFamily="34" charset="-120"/>
              </a:rPr>
              <a:t>It passes through Greenwich in London and divides the Earth into the Eastern and Western Hemispheres.</a:t>
            </a:r>
            <a:endParaRPr lang="en-US" sz="3000" dirty="0"/>
          </a:p>
        </p:txBody>
      </p:sp>
      <p:pic>
        <p:nvPicPr>
          <p:cNvPr id="6" name="Image 0" descr="/home/claude/f4/img/v2/longitudes_big.png">    </p:cNvPr>
          <p:cNvPicPr>
            <a:picLocks noChangeAspect="1"/>
          </p:cNvPicPr>
          <p:nvPr/>
        </p:nvPicPr>
        <p:blipFill>
          <a:blip r:embed="rId1"/>
          <a:stretch>
            <a:fillRect/>
          </a:stretch>
        </p:blipFill>
        <p:spPr>
          <a:xfrm>
            <a:off x="5349240" y="2617506"/>
            <a:ext cx="6659575" cy="2601397"/>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lines of longitude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Longitudes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Major Lines of Longitude</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The 180° meridian: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opposite the Greenwich Meridian, and the International Date Line follows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Longitudes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Characteristics of Longitudes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Lines of longitude have the following characteristics: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Semi-circles: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run from the North Pole to the South Pole.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Equal length: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All meridians have the same length.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Longitudes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2300" b="1" dirty="0">
                <a:solidFill>
                  <a:srgbClr val="990011"/>
                </a:solidFill>
                <a:latin typeface="Times New Roman" pitchFamily="34" charset="0"/>
                <a:ea typeface="Times New Roman" pitchFamily="34" charset="-122"/>
                <a:cs typeface="Times New Roman" pitchFamily="34" charset="-120"/>
              </a:rPr>
              <a:t>B) Characteristics of Longitudes (continued)</a:t>
            </a:r>
            <a:endParaRPr lang="en-US" sz="23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Meeting at the poles: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far apart at the Equator and meet at the poles.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Values: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go from 0° to 180° east or west of Greenwich.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Differences between Latitudes and Longitudes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Latitudes and longitudes differ in the following ways: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Direction: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Latitudes run from west to east, while longitudes run from north to south.</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Meeting: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Latitudes never meet, while longitudes meet at the poles.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Differences between Latitudes and Longitudes (continued)</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Length: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Latitudes have different lengths, while longitudes have equal lengths.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Values: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Latitudes go up to 90°, while longitudes go up to 180°.</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Use: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Latitudes help to find climate zones, while longitudes help to calculate time.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Geographical Coordinates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Geographical coordinates are written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Order: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We write the latitude first and the longitude second.</a:t>
            </a:r>
            <a:endParaRPr lang="en-US" sz="3600" dirty="0"/>
          </a:p>
        </p:txBody>
      </p:sp>
      <p:pic>
        <p:nvPicPr>
          <p:cNvPr id="5" name="Image 0" descr="/home/claude/f4/img/v2/cameroon_grid_big.png">    </p:cNvPr>
          <p:cNvPicPr>
            <a:picLocks noChangeAspect="1"/>
          </p:cNvPicPr>
          <p:nvPr/>
        </p:nvPicPr>
        <p:blipFill>
          <a:blip r:embed="rId1"/>
          <a:stretch>
            <a:fillRect/>
          </a:stretch>
        </p:blipFill>
        <p:spPr>
          <a:xfrm>
            <a:off x="5349240" y="2045198"/>
            <a:ext cx="6659575" cy="3746011"/>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Cameroon with its grid</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Geographical Coordinates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Directions: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add N or S to the latitude and E or W to the longitude.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Example: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Garoua is at about 9° N, 13° 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value of the Equator?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difference between latitudes and longitudes.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Latitudes never meet; longitudes meet at the poles.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line of 0° latitude is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line of 0° longitude is the ______ Meridian.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We write the ______ first, then the longitude.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Watch or listen to news about a flight from Douala to Paris or to Dubai. Write the name of the route and ask an adult why aeroplanes do not always fly in a straight line on a flat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 Great Circles and the International Date Line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8"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Latitude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latitude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Longitude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longitude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Parallel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parallèle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Meridian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méridien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Equator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L'équateur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Hemisphere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L'hémisphère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Pole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pôle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Coordinates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coordonnées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Earth as a Planet in the Solar System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2: Earth Divisions: Latitudes and Longitudes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latitude and longitude. Name the major lines of latitude and longitude. Give the characteristics of latitudes and longitudes and their differences. Write the geographical coordinates of a place.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read and write the geographical coordinates of a place, such as Garoua, on a map or on a phone.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6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Major Lines of Latitude; Characteristics of Latitudes; Major Lines of Longitude; Characteristics of Longitudes; Differences between Latitudes and Longitudes; Geographical Coordinates.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Watch or listen to news about a flight from Douala to Paris or to Dubai. Write the name of the route and ask an adult why aeroplanes do not always fly in a straight line on a flat map.</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4 min | Recall, situation, action 6 min | 3 activities 12 min | Board summary (copying) 15 min | Evaluation, remediation 5 min | Homework, next lesson 3 min | Logbook 5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a circle with five lines across it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lines from the top to the bottom of a circle.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a grid on the board and place a dot for Garoua.</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 Form 4 — The Earth as a Planet in the Solar System.</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lesson notes (Form 4), checked and corrected where necessary.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61</Slides>
  <Notes>61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61</vt:i4>
      </vt:variant>
    </vt:vector>
  </HeadingPairs>
  <TitlesOfParts>
    <vt:vector size="6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2026-09-28T21:14:09Z</dcterms:created>
  <dcterms:modified xsi:type="dcterms:W3CDTF">2026-09-28T21:14:09Z</dcterms:modified>
</cp:coreProperties>
</file>