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Earth Divisions: Latitudes and Longitudes.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latitude, longitude, parallel, meridian, hemisphere, coordinates. At the end, you should be able to do this: learners are able to read and write the geographical coordinates of a place, such as Garoua, on a map or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The Universe and the Moon. The question was: Give the value of the Equator and of the Greenwich Meridian.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Both are 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latitude and longitude. Number 2: name the major lines of latitude and longitude. Number 3: give the characteristics of latitudes and longitudes and their differences. Number 4: write the geographical coordinates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The Moon moves around the Earth and causes tides. The Equator is the line around the middle of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Ibrahim's cousin in Douala sends a parcel to Japan. On his phone, he shows the position of Tokyo: "35° N, 139° E". Ibrahim asks: "What do these numbers mean, and how can they show exactly where a town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understand the numbers that give the position of a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N and E mean?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North and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these two numbers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latitude and the longitude: the geographical coordinates.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latitudes and longitudes to locate places correctly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find any place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major lines of latitude.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line is in the middle of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its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lines of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 the lines of longitude meet?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name of the line of 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Greenwich Meridian.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cameroon with lines of latitude and longitude.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Garoua is at about 9° N, 13° E. What does each number tell 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N: 9 degrees north of the Equator; 13° E: 13 degrees east of Greenwich.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Latitude.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Longitude and Parallels.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Meridians and Geographical coordinates.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Latitude. The major lines of latitude are the following. Copy the point on The Equator (0°) on the left, then draw the diagram on the right: the major lines of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Tropic of Cancer (23½° N) and The Tropic of Capricorn (23½°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Arctic Circle (66½° N) and The Antarctic Circle (66½° 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Latitude. On this slide we have The poles (90° N and 90° 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Latitudes. Lines of latitude have the following characteristics. On this slide we have Parallel lines and Unequal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Latitudes. On this slide we have Values and Equal spacing.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Lines of Longitude. The major lines of longitude are the following. Copy the point on The Greenwich (Prime) Meridian (0°) on the left, then draw the diagram on the right: lines of longitude.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Lines of Longitude. On this slide we have The 180° meridian.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Longitudes. Lines of longitude have the following characteristics. On this slide we have Semi-circles and Equal length.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Longitudes. On this slide we have Meeting at the poles and Values.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Differences between Latitudes and Longitudes. Latitudes and longitudes differ in the following ways. On this slide we have Direction and Meeting.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Differences between Latitudes and Longitudes. On this slide we have Length, Values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Geographical Coordinates. Geographical coordinates are written as follows. Copy the point on Order on the left, then draw the diagram on the right: cameroon with its grid.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Geographical Coordinates. On this slide we have Directions and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value of the Equator?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difference between latitudes and longitudes.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latitudes never meet; longitudes meet at the poles.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Greenwich; number 3, latitude.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great circle.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Great Circles and the International Date Line.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EARTH DIVISIONS: LATITUDES AND LONGITUDES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 Divisions: Latitudes and Longitudes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Earth Divisions: Latitudes and Longitudes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 longitude, parallel, meridian, hemisphere,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Latitudes and longitudes: definition, major lines, characteristics, differences; geographical coordinates.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The Universe and the Moon):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value of the Equator and of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are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latitude and longitude.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major lines of latitude and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of latitudes and longitudes and their differences.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Write the geographical coordinates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Moon moves around the Earth and causes tides.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around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Ibrahim's cousin in Douala sends a parcel to Japan. On his phone, he shows the position of Tokyo: "35° N, 139° E". Ibrahim asks: "What do these numbers mean, and how can they show exactly where a town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understand the numbers that give the position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N and E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these two numbers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latitude and the longitude: the geographical coordinates.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latitudes and longitudes to locate places correctly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find any place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t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major lines of latitude.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is in the middle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its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ongitud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Lines of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 lines of longitude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line of 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LONGITUDES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with lines of latitude and longitude.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 What does each number tell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GEOGRAPHICAL COORDINATES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N: 9 degrees north of the Equator; 13° E: 13 degrees east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Location and Time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Earth Divisions: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north or south of the Equator, measured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angular distance of a place east or west of the Greenwich Meridian, measured in degrees.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latitude.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lines that join places with the same longitude, from pole to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Geographical coordinates: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latitude and the longitude that give the exact position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Latitude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major lines of latitude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(0°):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divides the Earth into the Northern and the Southern Hemispheres.</a:t>
            </a:r>
            <a:endParaRPr lang="en-US" sz="3600" dirty="0"/>
          </a:p>
        </p:txBody>
      </p:sp>
      <p:pic>
        <p:nvPicPr>
          <p:cNvPr id="6" name="Image 0" descr="/home/claude/f4/img/v2/lat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lines of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Latitude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Cancer (23½°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northerly line where the Sun can be overhead.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Tropic of Capricorn (23½°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southerly line where the Sun can be overhead.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Arctic Circle (66½° 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northern polar zone.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Antarctic Circle (66½°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limits the southern polar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A) Major Lines of Latitude (continued)</a:t>
            </a:r>
            <a:endParaRPr lang="en-US" sz="2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poles (90° N and 90° 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points, not lines, at the ends of the axis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Latitudes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latitude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Parallel 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west to east, are parallel and never meet.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shorter from the Equator towards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Latitudes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Latitudes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at the Equator to 90° at each pole, marked N or 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spacing: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degree of latitude is always about 111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Major Lines of Longitude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major lines of longitude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Greenwich (Prime) Meridian (0°):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passes through Greenwich in London and divides the Earth into the Eastern and Western Hemispheres.</a:t>
            </a:r>
            <a:endParaRPr lang="en-US" sz="3000" dirty="0"/>
          </a:p>
        </p:txBody>
      </p:sp>
      <p:pic>
        <p:nvPicPr>
          <p:cNvPr id="6" name="Image 0" descr="/home/claude/f4/img/v2/longitud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lines of longitude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Major Lines of Longitude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180° meridian: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opposite the Greenwich Meridian, and the International Date Line follows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Characteristics of Longitudes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Lines of longitude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Semi-circles: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run from the North Pole to the South Pole.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Equal 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meridians have the same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Longitudes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Characteristics of Longitudes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the poles: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far apart at the Equator and meet at the poles.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go from 0° to 180° east or west of Greenwich.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Latitudes and longitudes differ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run from west to east, while longitudes run from north to south.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Meeting: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while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Differences between Latitudes and Longitudes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Length: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have different lengths, while longitudes have equal lengths.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go up to 90°, while longitudes go up to 180°.</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help to find climate zones, while longitudes help to calculate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Geographical coordinates are written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Order: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write the latitude first and the longitude second.</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Cameroon with its grid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Geographical Coordinates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N or S to the latitude and E or W to the longitude.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at about 9° N, 13°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value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difference between latitudes and longitudes.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Latitudes never meet; longitudes meet at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latitude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line of 0° longitude is the ______ Meridian.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 write the ______ first, then the longitude.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longitude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Parallel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parallèle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Meridian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méridien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pôle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Coordinates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Earth Divisions: Latitudes and Longitudes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latitude and longitude. Name the major lines of latitude and longitude. Give the characteristics of latitudes and longitudes and their differences. Write the geographical coordinates of a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write the geographical coordinates of a place, such as Garoua, on a map or on a phone.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Lines of Latitude; Characteristics of Latitudes; Major Lines of Longitude; Characteristics of Longitudes; Differences between Latitudes and Longitudes; Geographical Coordinates.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great circle.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circle with five lines across it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lines from the top to the bottom of a circle.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grid on the board and place a dot for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2026-09-29T03:12:16Z</dcterms:created>
  <dcterms:modified xsi:type="dcterms:W3CDTF">2026-09-29T03:12:16Z</dcterms:modified>
</cp:coreProperties>
</file>