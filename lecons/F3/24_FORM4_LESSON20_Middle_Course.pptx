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Stand on the Benue Bridge in Garoua or look at a photo of it. Draw the river and its bends, and mark where the water seems fastest.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the Benue with bends (meanders) and sandbanks. The water is fastest on the outside of each bend and in the middle of the channel.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bends. On the outside of the bend, the bank is steep. On the inside, there is a gentle beach of sand.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know why the two banks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two banks.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Steep outside; gentle and sandy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big bend in 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river with big bends, seen from the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these big bends?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meander grows.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erode? Where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erodes the outside of the bend and deposits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cross-section of a meander.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steep bank on the outside of the bend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river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Middle Course. The middle course has the following characteristics. On this slide we have Slope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Middle Course. On this slide we have Main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On this slide we have Meander and River cliff.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Niger Delta or the Nile Delta in your atlas. Draw its shape and name the sea it reaches.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the Benue with bends (meanders) and sandbanks. The water is fastest on the outside of each bend and in the middle of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bends. On the outside of the bend, the bank is steep. On the inside, there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know why the two banks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outside; gentle and sandy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 seen from the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 grows.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erode? Where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MEANDERS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erodes the outside of the bend and deposits 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CLIFF AND SLIP-OFF SLOPE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iverclif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 of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CLIFF AND SLIP-OFF SLOPE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steep bank on the outside of the bend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CLIFF AND SLIP-OFF SLOPE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Middle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Middle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by lateral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bend in a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steep bank on the outside of a bend, where the fast water erodes.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pic>
        <p:nvPicPr>
          <p:cNvPr id="4" name="Image 0" descr="/home/claude/f4/img/v2/meander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Middle Course;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Niger Delta or the Nile Delta in your atlas. Draw its shape and name the sea it reaches.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snake-like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bend and mark the outside and the inside.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banks of the Benue at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2026-09-27T13:44:41Z</dcterms:created>
  <dcterms:modified xsi:type="dcterms:W3CDTF">2026-09-27T13:44:41Z</dcterms:modified>
</cp:coreProperties>
</file>