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20: The Middle Course of a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The Work of Rivers on the Landscape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The Work of Rivers on the Landscape and Impacts on Man. The key notions we shall use today are: open V-shaped valley, meanders, river cliffs, slip-off slopes. At the end, you should be able to do this: learners are able to recognise the landforms of the middle course and to choose safe places to build or farm along a winding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19: The Upper Course of a River. The question was: Define a meander.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is a large bend in a river.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characteristics and processes of the middle course. Number 2: explain how a river transports its load. Number 3: explain the formation of meanders, river cliffs and slip-off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upper course has steep slopes and vertical erosion. Waterfalls form where hard rock lies on soft rock. In the middle course, the gradient is gentler.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From the Benue Bridge in Garoua, Adama sees that the river makes big bends. On the outside of each bend the bank is steep and falls into the water, while on the inside there is a gentle beach of sand. He asks: "Why is one bank steep and the other gentle?"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Adama does not understand why the two banks of a bend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the outside of the bend.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bank is steep.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Describe the inside of the bend.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a gentle beach of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avoid building on the outside of river bends where banks are eroded.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of the middle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how a river carries its load.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the river carry the big stones along its bed?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rolls them: this is traction.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river with big bends.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we call these big bends of a river?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Meanders.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erosion and deposition in a meander.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On which side of the bend does the water erode?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outside.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On which side does it deposit?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inside.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Middle course and Lateral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The middle course has the following characteristics. On this slide we have Gentle slope and Wider valley.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On this slide we have More water and Lateral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Transport of the Load. The river carries its load in the following ways. Copy the point on Traction on the left, then draw the diagram on the right: how a river transports its load.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Transport of the Load. On this slide we have Saltation, Suspension and Solution.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Landforms of the Middle Course. The middle course has the following landforms. Copy the point on Meander on the left, then draw the diagram on the right: a meander.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River cliff on the left, then draw the diagram on the right: river cliff and slip-off slope.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Landforms of the Middle Course. On this slide we have Slip-off slope and Open V-shaped valley.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meander?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big bend in a river.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outside of a bend steep?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fast water erodes it.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meander; number 2, cliff; number 3,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landforms of the lower course of a river.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21: The Lower Course of a River.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20: THE MIDDLE COURSE OF A RIVER</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Middle Course of a River</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The Work of Rivers on the Landscape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Work of Rivers on the Landscape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20: The Middle Course of a River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Open V-shaped valley, meanders, river cliffs, slip-off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Main characteristics and processes of the middle course; landforms of the middle course.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landforms of the middle course and to choose safe places to build or farm along a winding river.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19: The Upper Course of a River):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meander.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bend in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characteristics and processes of the middle course.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a river transports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meanders, river cliffs and slip-off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upper course has steep slopes and vertical erosion.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Waterfalls form where hard rock lies on soft rock.</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the middle course, the gradient is gentler.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Benue Bridge in Garoua, Adama sees that the river makes big bends. On the outside of each bend the bank is steep and falls into the water, while on the inside there is a gentle beach of sand. He asks: "Why is one bank steep and the other gentle?"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Adama does not understand why the two banks of a bend are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outside of the bend.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bank is steep.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inside of the bend.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gentle beach of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 building on the outside of river bends where banks are eroded.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of the middle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 AND PROCESSES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oad.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how a river carries its load.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 AND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river carry the big stones along its bed?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 AND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rolls them: this is traction.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meand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 with big bends.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these big bends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Meanders.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eander.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erosion and deposition in a meander.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 of the bend does the water erode?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outside.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 does it deposit?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inside.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Work of Rivers on the Landscape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20: The Middle Course of a River</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Middle course: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part of a river between the upper and the lower course, where the slope becomes gentle.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Lateral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sideways cutting of a river into its banks.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Middle Course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Characteristics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middle course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Gentle slope: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slope becomes gentle, and the water flows more smoothly.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Wider valley: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valley is wider and more open, with a flat floor.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Middle Course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Characteristics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More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Tributaries have joined the river, so its volume and load are bigger.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Lateral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cuts sideways into its banks more than downwards.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Middle Course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Transport of the Load</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river carries its load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Large stones are rolled along the bed.</a:t>
            </a:r>
            <a:endParaRPr lang="en-US" sz="3600" dirty="0"/>
          </a:p>
        </p:txBody>
      </p:sp>
      <p:pic>
        <p:nvPicPr>
          <p:cNvPr id="6" name="Image 0" descr="/home/claude/f4/img/v2/load_mid.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how a river transports its load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Middle Course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Transport of the Load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Saltation: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stones and sand bounce along the bed.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Suspension: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Fine mud and clay are carried in the water, which looks brown.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Dissolved minerals are carried invisibly in the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Middle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middle course has the following landforms: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Meander: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is a large bend in a river, formed by erosion on the outside and deposition on the inside of the bend.</a:t>
            </a:r>
            <a:endParaRPr lang="en-US" sz="3400" dirty="0"/>
          </a:p>
        </p:txBody>
      </p:sp>
      <p:pic>
        <p:nvPicPr>
          <p:cNvPr id="5" name="Image 0" descr="/home/claude/f4/img/v2/meander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meander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Middle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River cliff: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steep bank on the outside of a bend, where the fast, deep water erodes.</a:t>
            </a:r>
            <a:endParaRPr lang="en-US" sz="3600" dirty="0"/>
          </a:p>
        </p:txBody>
      </p:sp>
      <p:pic>
        <p:nvPicPr>
          <p:cNvPr id="5" name="Image 0" descr="/home/claude/f4/img/v2/rivercliff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river cliff and slip-off slope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Middle Course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Slip-off slope: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gentle bank on the inside of a bend, where the slow water deposits sand and gravel.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Open V-shaped valley: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valley becomes wider, with gentler sides and a narrow flat floor.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meander?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big bend in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outside of a bend steep?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fast water erodes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big bend in a river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steep bank on the outside is a river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gentle bank on the inside is a slip-off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landforms of the lower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The Lower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Meander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méandre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River cliff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rive concave / falaise de méandre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Slip-off 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rive convexe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Lateral 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 latérale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Suspension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suspension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Saltation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saltation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charriage / la traction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Sandbank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banc de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20: The Middle Course of a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characteristics and processes of the middle course. Explain how a river transports its load. Explain the formation of meanders, river cliffs and slip-off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landforms of the middle course and to choose safe places to build or farm along a winding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Characteristics; Transport of the Load; Landforms of the Middle Course.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landforms of the lower course of a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roll a stone along a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winding river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mark the fast and slow water on the drawing.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“Ox-bow” by colinjackson1972, CC BY-NC 2.0, via Flickr (https://www.flickr.com/photos/8253719@N04/2329293239)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2026-10-02T05:13:57Z</dcterms:created>
  <dcterms:modified xsi:type="dcterms:W3CDTF">2026-10-02T05:13:57Z</dcterms:modified>
</cp:coreProperties>
</file>