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The Middle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open V-shaped valley, meanders, river cliffs, slip-off slopes. At the end, you should be able to do this: learners are able to recognise the landforms of the middle course and to choose safe places to build or farm along a winding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The Upper Course of a River. The question was: Stand on the Benue Bridge in Garoua or look at a photo of it. Draw the river and its bends, and mark where the water seems fastest.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 should show the Benue with bends (meanders) and sandbanks. The water is fastest on the outside of each bend and in the middle of the channel.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middle course. Number 2: explain how a river transports its load. Number 3: explain the formation of meanders, river cliffs and slip-off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upper course has steep slopes and vertical erosion. Waterfalls form where hard rock lies on soft rock. In the middle course, the gradient is gentler.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From the Benue Bridge in Garoua, Adama sees that the river makes big bends. On the outside of each bend the bank is steep and falls into the water, while on the inside there is a gentle beach of sand. He asks: "Why is one bank steep and the other gentle?"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Adama does not understand why the two banks of a bend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outside of the bend.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bank is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inside of the bend.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gentle beach of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building on the outside of river bends where banks are eroded.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middle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how a river carries its load.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river carry the big stones along its bed?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rolls them: this is 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with big bends.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these big bends of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erosion and deposition in a meander.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which side of the bend does the water erode?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On which side does it deposit?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Middle course and Lateral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middle course has the following characteristics. On this slide we have Gentle slope and Wider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More water and Lateral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of the Load. The river carries its load in the following ways. Copy the point on Traction on the left, then draw the diagram on the right: how a river transports its load.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of the Load. On this slide we have Saltation, Suspension and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Middle Course. The middle course has the following landforms. Copy the point on Meander on the left, then draw the diagram on the right: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River cliff on the left, then draw the diagram on the right: river cliff and slip-off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Middle Course. On this slide we have Slip-off slope and Open V-shaped valley.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meander?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big bend in a 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outside of a bend steep?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fast water erodes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meander; number 2, cliff; number 3,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the Niger Delta or the Nile Delta in your atlas. Draw its shape and name the sea it reaches.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The Lower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THE MIDDLE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Middle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The Middle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Open V-shaped valley, meanders, river cliffs, slip-off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middle course; landforms of the middle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of the middle course and to choose safe places to build or farm along a winding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The Upper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Stand on the Benue Bridge in Garoua or look at a photo of it. Draw the river and its bends, and mark where the water seems fastest.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 should show the Benue with bends (meanders) and sandbanks. The water is fastest on the outside of each bend and in the middle of the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middle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 river transports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meanders, river cliffs and slip-off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upper course has steep slopes and vertical erosion.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Waterfalls form where hard rock lies on soft rock.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middle course, the gradient is gentler.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Benue Bridge in Garoua, Adama sees that the river makes big bends. On the outside of each bend the bank is steep and falls into the water, while on the inside there is a gentle beach of sand. He asks: "Why is one bank steep and the other gentle?"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 does not understand why the two banks of a bend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outside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is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inside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beach of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building on the outside of river bends where banks are eroded.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middle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a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how a river carries its load.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river carry the big stones along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rolls them: this is traction.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meand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with big bends.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big bends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and deposition in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the bend does the water erode?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does it deposit?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inside.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20: The Middle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between the upper and the lower course, where the slope becomes gentle.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sideways cutting of a river into its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becomes gentle, and the water flows more smoothly.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Wider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is wider and more open, with a flat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Tributaries have joined the river, so its volume and load are bigger.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sideways into its banks more than downwards.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Transport of the Load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river carries its load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stones are rolled along the bed.</a:t>
            </a:r>
            <a:endParaRPr lang="en-US" sz="3600" dirty="0"/>
          </a:p>
        </p:txBody>
      </p:sp>
      <p:pic>
        <p:nvPicPr>
          <p:cNvPr id="6" name="Image 0" descr="/home/claude/f4/img/v2/load_mid.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 river transports its load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Transport of the Load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stones and sand bounce along the bed.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Suspension: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Fine mud and clay are carried in the water, which looks brown.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Dissolved minerals are carried invisibly in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middle course has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Meander: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a large bend in a river, formed by erosion on the outside and deposition on the inside of the bend.</a:t>
            </a:r>
            <a:endParaRPr lang="en-US" sz="3400" dirty="0"/>
          </a:p>
        </p:txBody>
      </p:sp>
      <p:pic>
        <p:nvPicPr>
          <p:cNvPr id="5" name="Image 0" descr="/home/claude/f4/img/v2/meander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meander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River cliff: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steep bank on the outside of a bend, where the fast, deep water erodes.</a:t>
            </a:r>
            <a:endParaRPr lang="en-US" sz="3600" dirty="0"/>
          </a:p>
        </p:txBody>
      </p:sp>
      <p:pic>
        <p:nvPicPr>
          <p:cNvPr id="5" name="Image 0" descr="/home/claude/f4/img/v2/riverclif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river cliff and slip-off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Slip-off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bank on the inside of a bend, where the slow water deposits sand and gravel.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V-shaped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becomes wider, with gentler sides and a narrow flat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big bend 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outside of a bend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fast water erodes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big bend in a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steep bank on the outside is a river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gentle bank on the inside is a slip-off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Niger Delta or the Nile Delta in your atlas. Draw its shape and name the sea it reaches.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 concave / falaise de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Slip-off 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 convexe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Lateral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latérale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charriage / la 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banc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The Middle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middle course. Explain how a river transports its load. Explain the formation of meanders, river cliffs and slip-off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of the middle course and to choose safe places to build or farm along a winding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Transport of the Load; Landforms of the Middle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the Niger Delta or the Nile Delta in your atlas. Draw its shape and name the sea it reaches.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roll a stone along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winding river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mark the fast and slow water on the drawing.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“Ox-bow” by colinjackson1972, CC BY-NC 2.0, via Flickr (https://www.flickr.com/photos/8253719@N04/2329293239)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2026-09-28T17:19:52Z</dcterms:created>
  <dcterms:modified xsi:type="dcterms:W3CDTF">2026-09-28T17:19:52Z</dcterms:modified>
</cp:coreProperties>
</file>