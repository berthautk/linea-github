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20: The Middle Course of a 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The Work of Rivers on the Landscape and Impacts on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The Work of Rivers on the Landscape and Impacts on Man. The key notions we shall use today are: open V-shaped valley, meanders, river cliffs, slip-off slopes. At the end, you should be able to do this: learners are able to recognise the landforms of the middle course and to choose safe places to build or farm along a winding 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19: The Upper Course of a River. The question was: Stand on the Benue Bridge in Garoua or look at a photo of it. Draw the river and its bends, and mark where the water seems fastest.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drawing should show the Benue with bends (meanders) and sandbanks. The water is fastest on the outside of each bend and in the middle of the channel.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main characteristics and processes of the middle course. Number 2: explain how a river transports its load. Number 3: explain the formation of meanders, river cliffs and slip-off slopes.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upper course has steep slopes and vertical erosion. Waterfalls form where hard rock lies on soft rock. In the middle course, the gradient is gentler.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From the Benue Bridge in Garoua, Adama sees that the river makes big bends. On the outside of each bend the bank is steep and falls into the water, while on the inside there is a gentle beach of sand. He asks: "Why is one bank steep and the other gentle?"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Adama does not understand why the two banks of a bend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Describe the outside of the bend.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bank is steep.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Describe the inside of the bend.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a gentle beach of 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avoid building on the outside of river bends where banks are eroded.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landforms of the middle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how a river carries its load.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does the river carry the big stones along its bed?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rolls them: this is traction.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river with big bends.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 we call these big bends of a river?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Meanders.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erosion and deposition in a meander.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On which side of the bend does the water erode?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the outside.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On which side does it deposit?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the inside.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Middle course and Lateral erosion.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The middle course has the following characteristics. On this slide we have Gentle slope and Wider valley.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On this slide we have More water and Lateral erosion.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Transport of the Load. The river carries its load in the following ways. Copy the point on Traction on the left, then draw the diagram on the right: how a river transports its load.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Transport of the Load. On this slide we have Saltation, Suspension and Solution.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Landforms of the Middle Course. The middle course has the following landforms. Copy the point on Meander on the left, then draw the diagram on the right: a meander.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River cliff on the left, then draw the diagram on the right: river cliff and slip-off slope.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Landforms of the Middle Course. On this slide we have Slip-off slope and Open V-shaped valley.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a meander?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big bend in a river.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 outside of a bend steep?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fast water erodes it.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meander; number 2, cliff; number 3, slope.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Look at a map of the Niger Delta or the Nile Delta in your atlas. Draw its shape and name the sea it reaches.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21: The Lower Course of a River.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20: THE MIDDLE COURSE OF A RIVER</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gif"/><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gif"/><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Middle Course of a River</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The Work of Rivers on the Landscape and Impacts on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Work of Rivers on the Landscape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20: The Middle Course of a River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Open V-shaped valley, meanders, river cliffs, slip-off slopes.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Main characteristics and processes of the middle course; landforms of the middle course.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recognise the landforms of the middle course and to choose safe places to build or farm along a winding river.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19: The Upper Course of a River):</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Stand on the Benue Bridge in Garoua or look at a photo of it. Draw the river and its bends, and mark where the water seems fastest.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drawing should show the Benue with bends (meanders) and sandbanks. The water is fastest on the outside of each bend and in the middle of the channel.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characteristics and processes of the middle course.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a river transports its load.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formation of meanders, river cliffs and slip-off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upper course has steep slopes and vertical erosion.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Waterfalls form where hard rock lies on soft rock.</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 the middle course, the gradient is gentler.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Benue Bridge in Garoua, Adama sees that the river makes big bends. On the outside of each bend the bank is steep and falls into the water, while on the inside there is a gentle beach of sand. He asks: "Why is one bank steep and the other gentle?"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Adama does not understand why the two banks of a bend are different.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outside of the bend.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bank is steep.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inside of the bend.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gentle beach of 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Avoid building on the outside of river bends where banks are eroded.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landforms of the middle course.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 AND PROCESSES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oad.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how a river carries its load.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 AND PROCESSES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river carry the big stones along its bed?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 AND PROCESSES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rolls them: this is traction.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MIDDLE COURSE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meand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river with big bends.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MIDDLE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these big bends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MIDDLE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Meanders.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MIDDLE COURSE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meander.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erosion and deposition in a meander.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MIDDLE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which side of the bend does the water erode?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MIDDLE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outside.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MIDDLE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which side does it deposit?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MIDDLE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inside.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Work of Rivers on the Landscape and Impacts on Man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20: The Middle Course of a River</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Middle course: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part of a river between the upper and the lower course, where the slope becomes gentle.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Lateral 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sideways cutting of a river into its banks.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Characteristics and Processes of the Middle Course</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Characteristics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middle course has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Gentle slope: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slope becomes gentle, and the water flows more smoothly.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Wider valley: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valley is wider and more open, with a flat floor.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Characteristics and Processes of the Middle Course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Characteristics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More water: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Tributaries have joined the river, so its volume and load are bigger.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Lateral 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cuts sideways into its banks more than downwards.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Characteristics and Processes of the Middle Course</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Transport of the Load</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river carries its load in the following ways: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Traction: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Large stones are rolled along the bed.</a:t>
            </a:r>
            <a:endParaRPr lang="en-US" sz="3600" dirty="0"/>
          </a:p>
        </p:txBody>
      </p:sp>
      <p:pic>
        <p:nvPicPr>
          <p:cNvPr id="6" name="Image 0" descr="/home/claude/f4/img/v2/load_mid.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how a river transports its load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Characteristics and Processes of the Middle Course</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Transport of the Load</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Saltation: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Small stones and sand bounce along the bed.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Suspension: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Fine mud and clay are carried in the water, which looks brown.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Dissolved minerals are carried invisibly in the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of the Middle Course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The middle course has the following landforms: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Meander: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It is a large bend in a river, formed by erosion on the outside and deposition on the inside of the bend.</a:t>
            </a:r>
            <a:endParaRPr lang="en-US" sz="3400" dirty="0"/>
          </a:p>
        </p:txBody>
      </p:sp>
      <p:pic>
        <p:nvPicPr>
          <p:cNvPr id="5" name="Image 0" descr="/home/claude/f4/img/v2/meander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meander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of the Middle Course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River cliff: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steep bank on the outside of a bend, where the fast, deep water erodes.</a:t>
            </a:r>
            <a:endParaRPr lang="en-US" sz="3600" dirty="0"/>
          </a:p>
        </p:txBody>
      </p:sp>
      <p:pic>
        <p:nvPicPr>
          <p:cNvPr id="5" name="Image 0" descr="/home/claude/f4/img/v2/rivercliff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river cliff and slip-off slope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of the Middle Course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Slip-off slope: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gentle bank on the inside of a bend, where the slow water deposits sand and gravel.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Open V-shaped valley: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valley becomes wider, with gentler sides and a narrow flat floor.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meander?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big bend in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outside of a bend steep?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fast water erodes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big bend in a river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steep bank on the outside is a river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gentle bank on the inside is a slip-off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a map of the Niger Delta or the Nile Delta in your atlas. Draw its shape and name the sea it reaches.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21: The Lower Course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Meander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méandre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River cliff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rive concave / falaise de méandre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Slip-off slope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rive convexe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Lateral erosion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L'érosion latérale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Suspension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suspension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Saltation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saltation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charriage / la traction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Sandbank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banc de sable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20: The Middle Course of a River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main characteristics and processes of the middle course. Explain how a river transports its load. Explain the formation of meanders, river cliffs and slip-off slopes.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recognise the landforms of the middle course and to choose safe places to build or farm along a winding river.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Characteristics; Transport of the Load; Landforms of the Middle Course.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Look at a map of the Niger Delta or the Nile Delta in your atlas. Draw its shape and name the sea it reaches.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Activities 1 and 3 are animations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roll a stone along a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winding river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mark the fast and slow water on the drawing.</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“Ox-bow” by colinjackson1972, CC BY-NC 2.0, via Flickr (https://www.flickr.com/photos/8253719@N04/2329293239)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2026-09-28T21:14:16Z</dcterms:created>
  <dcterms:modified xsi:type="dcterms:W3CDTF">2026-09-28T21:14:16Z</dcterms:modified>
</cp:coreProperties>
</file>