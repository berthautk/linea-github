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Define a meander.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large bend in a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makes big bends. On the outside of each bend the bank is steep and falls into the water, while on the inside there is a gentle beach of sand. He asks: "Why is one bank steep and the other gentle?"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understand why the two banks of a bend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outside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 is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inside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gentle beach of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river carry the big stones along its bed?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rolls them: this is 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with big bends.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these big bends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erosion and deposition in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the bend does the water erode?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Middle course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middle course has the following characteristics. On this slide we have Gentle slope and Wider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More water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of the Load. The river carries its load in the following ways. Copy the point on Traction on the left, then draw the diagram on the right: how a river transports its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of the Load. On this slide we have Saltation, Suspension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Copy the point on Meander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and Open V-shaped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landforms of the lower course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makes big bends. On the outside of each bend the bank is steep and falls into the water, while on the inside there is a gentle beach of sand. He asks: "Why is one bank steep and the other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understand why the two banks of a bend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river carry the big stones along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rolls them: this is 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and deposition in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bend does the water erode?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between the upper and the lower course, where the slope becomes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sideways cutting of a river into its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becomes gentle, and the water flows more smoothly.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Wider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and more open,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have joined the river, so its volume and load are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more than downwards.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Transport of the Load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carries its load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stones are rolled along the bed.</a:t>
            </a:r>
            <a:endParaRPr lang="en-US" sz="3600" dirty="0"/>
          </a:p>
        </p:txBody>
      </p:sp>
      <p:pic>
        <p:nvPicPr>
          <p:cNvPr id="6"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river transports its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Transport of the Load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stones and sand bounce along the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Fine mud and clay are carried in the water, which looks brown.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large bend in a river, formed by erosion on the outside and deposition on the inside of the bend.</a:t>
            </a:r>
            <a:endParaRPr lang="en-US" sz="34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steep bank on the outside of a bend, where the fast, deep water erodes.</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 sand and gravel.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becomes wider, with gentler sides and a narrow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Transport of the Load;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landforms of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roll a stone along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winding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mark the fast and slow water on the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2026-09-29T03:12:22Z</dcterms:created>
  <dcterms:modified xsi:type="dcterms:W3CDTF">2026-09-29T03:12:22Z</dcterms:modified>
</cp:coreProperties>
</file>