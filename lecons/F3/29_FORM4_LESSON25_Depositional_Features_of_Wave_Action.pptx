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Main Depositional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beach, spits, bars, tombolos, longshore drift. At the end, you should be able to do this: learners are able to explain how beaches and spits are built, and why sand moves along a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Main Erosional Processes and Features of Wave Action. The question was: Name two depositional features of waves.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beach and the spit (also bars and tombolos).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longshore drift. Number 2: explain the formation of beaches, spits, bars and tombolos. Number 3: give examples of these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Constructive waves build beaches. Waves erode rocky coasts and form cliffs, caves, arches and stacks. The swash goes up the beach; the backwash goes down.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Maïmouna builds a sandcastle. The waves reach the beach at an angle, and after an hour some sand of her castle has moved along the beach. Further on, a long strip of sand sticks out into the sea. She asks: "How do waves move the sand, and what do they build with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Maïmouna does not know how waves move sand along the coast and what features they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the waves reach the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sand of her castle?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moved along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beaches by not removing sand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waves drop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swash push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Up the beach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How does the backwash bring it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Straight down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long strip of sand joined to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strip of sand is joined to the land at one end.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island joined to the land by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strip of sand that joins an island to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Longshore drift and Wave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Depositional Process: Longshore Drift. Longshore drift takes place in the following steps. Copy the point on Step 1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Depositional Process: Longshore Drift. On this slide we have Step 2,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Wave deposition forms the following features. On this slide we have Beach.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 on the left, then draw the diagram on the right: the formation of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Bar on the left, then draw the diagram on the right: a bar and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Tombolo on the left, then draw the diagram on the right: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sand along the beach by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a spit and a bar?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spit is joined at one end; a bar closes a bay.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longshore; number 2, spit; number 3,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main sea 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 of Wave Action on Human Development along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MAIN DEPOSITIONAL FEATURES OF WAVE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Depositional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Main Depositional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Beach, spits, bars, tombolos,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depositional process (longshore drift); depositional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Main Erosional Processes and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depositional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beach and the spit (also bars and tombolos).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beaches, spits, bars and tombolos.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rocky coasts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Maïmouna builds a sandcastle. The waves reach the beach at an angle, and after an hour some sand of her castle has moved along the beach. Further on, a long strip of sand sticks out into the sea. She asks: "How do waves move the sand, and what do they build with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Maïmouna does not know how waves move sand along the coast and what features they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waves reach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sand of her castle?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beaches by not removing sand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waves drop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swash push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 the beach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backwash bring it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down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strip of sand joined to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strip of sand is joined to the land at one end.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ombol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island joined to the land by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strip of sand that joins an island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sand and pebbles along the coast by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sand and pebbles by waves when they lose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Longshore drift takes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makes the waves reach the beach at an angle.</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sand and pebbles up the beach at the same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 brings them straight back down the slope of the beach.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repeated many times, so the sand moves along the beach in zigzags.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slope of sand and pebbles between low and high tide, like the beaches of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long strip of sand joined to the land at one end, built by longshore drift where the coast changes direction.</a:t>
            </a:r>
            <a:endParaRPr lang="en-US" sz="3600" dirty="0"/>
          </a:p>
        </p:txBody>
      </p:sp>
      <p:pic>
        <p:nvPicPr>
          <p:cNvPr id="5" name="Image 0" descr="/home/claude/f4/img/longshore_spit.png">    </p:cNvPr>
          <p:cNvPicPr>
            <a:picLocks noChangeAspect="1"/>
          </p:cNvPicPr>
          <p:nvPr/>
        </p:nvPicPr>
        <p:blipFill>
          <a:blip r:embed="rId1"/>
          <a:stretch>
            <a:fillRect/>
          </a:stretch>
        </p:blipFill>
        <p:spPr>
          <a:xfrm>
            <a:off x="5349240" y="2057730"/>
            <a:ext cx="6659575" cy="372094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grows across a bay and may enclose a lagoon.</a:t>
            </a:r>
            <a:endParaRPr lang="en-US" sz="3600" dirty="0"/>
          </a:p>
        </p:txBody>
      </p:sp>
      <p:pic>
        <p:nvPicPr>
          <p:cNvPr id="5" name="Image 0" descr="/home/claude/f4/img/bar_tombolo.png">    </p:cNvPr>
          <p:cNvPicPr>
            <a:picLocks noChangeAspect="1"/>
          </p:cNvPicPr>
          <p:nvPr/>
        </p:nvPicPr>
        <p:blipFill>
          <a:blip r:embed="rId1"/>
          <a:stretch>
            <a:fillRect/>
          </a:stretch>
        </p:blipFill>
        <p:spPr>
          <a:xfrm>
            <a:off x="5349240" y="2364412"/>
            <a:ext cx="6659575" cy="310758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 and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Tombolo: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joins an island to the mainland.</a:t>
            </a:r>
            <a:endParaRPr lang="en-US" sz="3600" dirty="0"/>
          </a:p>
        </p:txBody>
      </p:sp>
      <p:pic>
        <p:nvPicPr>
          <p:cNvPr id="5" name="Image 0" descr="/home/claude/f4/img/v2/f4_tombol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spit and a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is joined at one end; a bar closes a bay.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is ______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strip of sand joined at one end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joining an island to the land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sea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cordon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lagune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Main Depositional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longshore drift. Explain the formation of beaches, spits, bars and tombolos. Give examples of these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Depositional Process: Longshore Drift; Depositional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main sea 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zigzag arrows along a beach.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spit at a river mouth.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an island and a strip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“2017_04_10_lhr-ewr_083” by dsearls, CC BY 2.0, via Flickr (https://www.flickr.com/photos/52614599@N00/33953233846)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2026-10-02T05:13:59Z</dcterms:created>
  <dcterms:modified xsi:type="dcterms:W3CDTF">2026-10-02T05:13:59Z</dcterms:modified>
</cp:coreProperties>
</file>