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Main Depositional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beach, spits, bars, tombolos, longshore drift. At the end, you should be able to do this: learners are able to explain how beaches and spits are built, and why sand moves along a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Main Erosional Processes and Features of Wave Action. The question was: Put some sand at one end of a tray of water and make waves from one corner. Write where the sand moves.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sand moves along the tray in the direction the waves travel, in a zigzag: this is longshore drift.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longshore drift. Number 2: explain the formation of beaches, spits, bars and tombolos. Number 3: give examples of these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Constructive waves build beaches. Waves erode rocky coasts and form cliffs, caves, arches and stacks. The swash goes up the beach; the backwash goes down.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Maïmouna builds a sandcastle. The waves reach the beach at an angle. After an hour, some sand of her castle has moved along the beach.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Maïmouna does not know why the sand moved along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the waves reach the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movement of sand?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beaches by not removing sand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waves drop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sand moves along the beach.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sand move along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pushes it up at an angle; the backwash brings it straight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long, narrow strip of sand and land in the sea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strip of sand is joined to the land at one end. What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sand joins an island to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sand that joins an island to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Longshore Drift. Longshore drift takes place in the following steps. On this slide we have Meaning and Step 1.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Longshore Drift. On this slide we have Step 2 and Step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Wave deposition forms the following features. On this slide we have Beach and Spit.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On this slide we have Bar and Tombolo.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sand along the beach by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a spit and a bar?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spit is joined at one end; a bar closes a bay.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longshore; number 2, spit; number 3,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goods sold in the market of Garoua that come from abroad. Ask a trader through which port they entered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 of Wave Action on Human Development along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MAIN DEPOSITIONAL FEATURES OF WAVE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Depositional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Main Depositional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Beach, spits, bars, tombolos,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depositional process (longshore drift); depositional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Main Erosional Processes and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sand moves along the tray in the direction the waves travel, in a zigzag: this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beaches, spits, bars and tombolos.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rocky coasts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Maïmouna builds a sandcastle. The waves reach the beach at an angle. After an hour, some sand of her castle has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Maïmouna does not know why the sand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waves reach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movement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beaches by not removing sand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waves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LONGSHORE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sand moves along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LONGSHORE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sand move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LONGSHORE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it up at an angle; the backwash brings it straight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narrow strip of sand and land in the sea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strip of sand is joined to the land at one end. What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TOMBOLOS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ombol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Sand joins an island to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TOMBOLOS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sand that joins an island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TOMBOLOS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Longshore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Longshore drift takes place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 is the movement of sand and pebbles along the coast by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reach the beach at an angle because of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Longshore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sand up the beach at the same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 brings the sand straight back down, so it moves along the beach in zigzags.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Longshore Drift</a:t>
            </a:r>
            <a:endParaRPr lang="en-US" sz="3600" dirty="0"/>
          </a:p>
        </p:txBody>
      </p:sp>
      <p:pic>
        <p:nvPicPr>
          <p:cNvPr id="4" name="Image 0" descr="/home/claude/f4/img/v2/longshore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slope of sand and pebbles between low and high tide, like the beaches of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strip of sand joined to the land at one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strip of sand that grows across a bay.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Tombolo: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strip of sand that joins an island to the mainland.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spit and a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is joined at one end; a bar closes a bay.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is ______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strip of sand joined at one end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joining an island to the land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goods sold in the market of Garoua that come from abroad. Ask a trader through which port they entered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cordon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lagune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Main Depositional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longshore drift. Explain the formation of beaches, spits, bars and tombolos. Give examples of these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Longshore Drift;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goods sold in the market of Garoua that come from abroad. Ask a trader through which port they entered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zigzag line along a beach.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coast with a finger of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island joined to the coast by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“2017_04_10_lhr-ewr_083” by dsearls, CC BY 2.0, via Flickr (https://www.flickr.com/photos/52614599@N00/33953233846)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2026-09-27T13:44:42Z</dcterms:created>
  <dcterms:modified xsi:type="dcterms:W3CDTF">2026-09-27T13:44:42Z</dcterms:modified>
</cp:coreProperties>
</file>