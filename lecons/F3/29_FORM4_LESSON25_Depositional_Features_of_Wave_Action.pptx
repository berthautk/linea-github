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Put some sand at one end of a tray of water and make waves from one corner. Write where the sand moves.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sand moves along the tray in the direction the waves travel, in a zigzag: this is longshore drift.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and after an hour some sand of her castle has moved along the beach. Further on, a long strip of sand sticks out into the sea. She asks: "How do waves move the sand, and what do they build with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how waves move sand along the coast and what features they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sand of her castle?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swash push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Up the beach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How does the backwash bring it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Straight down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strip of sand joined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island joined to the land by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strip of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Longshore drift and Wave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Depositional Process: Longshore Drift. Longshore drift takes place in the following steps. Copy the point on Step 1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Depositional Process: Longshore Drift. On this slide we have Step 2,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 on the left, then draw the diagram on the right: the formation of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Bar on the left, then draw the diagram on the right: a bar and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Tombolo on the left, then draw the diagram on the right: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goods sold in the market of Garoua that come from abroad. Ask a trader through which port they entered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sand moves along the tray in the direction the waves travel, in a zigzag: this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and after an hour some sand of her castle has moved along the beach. Further on, a long strip of sand sticks out into the sea. She asks: "How do waves move the sand, and what do they build with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how waves move sand along the coast and what features they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sand of her castle?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swash push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 the beach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backwash bring it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down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strip of sand joined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island joined to the land by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strip of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pebbles by waves when they lose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makes the waves reach the beach at an angle.</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and pebbles up the beach at the same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them straight back down the slope of the beach.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repeated many times, so the sand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strip of sand joined to the land at one end, built by longshore drift where the coast changes direction.</a:t>
            </a:r>
            <a:endParaRPr lang="en-US" sz="3600" dirty="0"/>
          </a:p>
        </p:txBody>
      </p:sp>
      <p:pic>
        <p:nvPicPr>
          <p:cNvPr id="5" name="Image 0" descr="/home/claude/f4/img/longshore_spit.png">    </p:cNvPr>
          <p:cNvPicPr>
            <a:picLocks noChangeAspect="1"/>
          </p:cNvPicPr>
          <p:nvPr/>
        </p:nvPicPr>
        <p:blipFill>
          <a:blip r:embed="rId1"/>
          <a:stretch>
            <a:fillRect/>
          </a:stretch>
        </p:blipFill>
        <p:spPr>
          <a:xfrm>
            <a:off x="5349240" y="2057730"/>
            <a:ext cx="6659575" cy="372094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grows across a bay and may enclose a lagoon.</a:t>
            </a:r>
            <a:endParaRPr lang="en-US" sz="3600" dirty="0"/>
          </a:p>
        </p:txBody>
      </p:sp>
      <p:pic>
        <p:nvPicPr>
          <p:cNvPr id="5" name="Image 0" descr="/home/claude/f4/img/bar_tombolo.png">    </p:cNvPr>
          <p:cNvPicPr>
            <a:picLocks noChangeAspect="1"/>
          </p:cNvPicPr>
          <p:nvPr/>
        </p:nvPicPr>
        <p:blipFill>
          <a:blip r:embed="rId1"/>
          <a:stretch>
            <a:fillRect/>
          </a:stretch>
        </p:blipFill>
        <p:spPr>
          <a:xfrm>
            <a:off x="5349240" y="2364412"/>
            <a:ext cx="6659575" cy="310758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 and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3600" dirty="0"/>
          </a:p>
        </p:txBody>
      </p:sp>
      <p:pic>
        <p:nvPicPr>
          <p:cNvPr id="5" name="Image 0" descr="/home/claude/f4/img/v2/f4_tombol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Depositional Process: 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goods sold in the market of Garoua that come from abroad. Ask a trader through which port they entered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zigzag arrows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spit at a river mouth.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and a strip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