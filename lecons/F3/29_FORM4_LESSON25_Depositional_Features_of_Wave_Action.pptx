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Put some sand at one end of a tray of water and make waves from one corner. Write where the sand moves.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sand moves along the tray in the direction the waves travel, in a zigzag: this is longshore drift.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After an hour, some sand of her castle has moved along the beach.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why the sand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movement of sand?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sand moves along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sand move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pushes it up at an angle; the backwash brings it straight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narrow strip of sand and land in the sea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sand joins an island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Longshore drift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Longshore Drift. Longshore drift takes place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Longshore Drift. On this slide we have Step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and Spit.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On this slide we have Bar and Tombolo.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goods sold in the market of Garoua that come from abroad. Ask a trader through which port they entered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sand moves along the tray in the direction the waves travel, in a zigzag: this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After an hour, some sand of her castle has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why the sand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movement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moves along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sand move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LONGSHORE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it up at an angle; the backwash brings it straight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narrow strip of sand and land in the sea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Sand joins an island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TOMBOLOS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pebbles by waves when they lose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reach the beach at an angle because of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up the beach at the same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 sand straight back down, so it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Longshore Drift</a:t>
            </a:r>
            <a:endParaRPr lang="en-US" sz="3600" dirty="0"/>
          </a:p>
        </p:txBody>
      </p:sp>
      <p:pic>
        <p:nvPicPr>
          <p:cNvPr id="4" name="Image 0" descr="/home/claude/f4/img/v2/longshore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strip of sand joined to the land at one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strip of sand that grows across a bay.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goods sold in the market of Garoua that come from abroad. Ask a trader through which port they entered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zigzag line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coast with a finger of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joined to the coast by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2026-09-28T11:41:31Z</dcterms:created>
  <dcterms:modified xsi:type="dcterms:W3CDTF">2026-09-28T11:41:31Z</dcterms:modified>
</cp:coreProperties>
</file>