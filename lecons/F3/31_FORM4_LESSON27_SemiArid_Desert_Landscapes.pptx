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Semi-Arid and Desert Landscapes.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rock pedestal, zeugen, yardangs, inselbergs. At the end, you should be able to do this: learners are able to locate the hot deserts of Africa on a map and recognise rocks and walls worn by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Impact of Wave Action on Human Development along Coastal Areas. The question was: Name the largest hot desert of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Sahara.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main hot deserts and the semi-arid Sahel on a map of Africa. Number 2: describe the three processes of wind erosion: deflation, abrasion and attrition. Number 3: explain the formation of rock pedestals, zeugen, yardangs and inselbergs.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and waves are agents of erosion: they wear away, transport and deposit material. Waves erode the coast and form cliffs, caves, arches and stacks. Today, we study another agent of erosion: the wind, in dry areas.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Harmattan, Moussa sees that the old wall of his compound is worn near the ground but still smooth at the top. The worn side faces the north-east, where the dusty wind comes from. He asks: "How can the wind wear away a wall, and what does it do to the rocks of the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how the wind wears away walls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wall worn?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 the ground, on the side facing the north-east.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wind comes from the north-east?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dry lands from wind erosion by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wind shapes rocks in dry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hot deserts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is the largest hot desert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Which dry belt lies south of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sand blown against a rock.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rock worn more at the bottom?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 carries most of its sand near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rock narrow at the bottom and wide at the top.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this rock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rock pedestal (mushroom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Hot desert and Semi-arid region.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Wind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of Semi-arid Areas and Hot Deserts in Africa. Dry lands in Africa are located as follows. Copy the point on The Sahara on the left, then draw the diagram on the right: hot deserts.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Semi-arid Areas and Hot Deserts in Africa. On this slide we have The Namib, The Kalahari and The Sahel.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Semi-arid Areas and Hot Deserts in Africa. On this slide we have The Horn of Africa.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Erosional Processes of Wind. Wind erodes the land through the following processes. On this slide we have Deflation.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Abrasion on the left, then draw the diagram on the right: abrasion.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Erosional Processes of Wind. On this slide we have Attrition.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Features. Wind erosion forms the following features. Copy the point on Rock pedestal on the left, then draw the diagram on the right: a rock pedestal.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Features. On this slide we have Zeugen and Yardangs.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Features. On this slide we have Inselbergs and Deflation hollows.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abrasion?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wearing of rocks by sand thrown by the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rock pedestal narrow at the bottom?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wind throws most sand near the ground.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deflation; number 2, pedestal; number 3, inselberg.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sand dunes.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Depositional Features of Wind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SEMI-ARID AND DESERT LANDSCAPES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Semi-Arid and Desert Landscapes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Semi-Arid and Desert Landscapes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Rock pedestal, zeugen, yardangs, inselbergs.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semi-arid areas and hot deserts in Africa; main erosional processes of wind; erosional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hot deserts of Africa on a map and recognise rocks and walls worn by the wind.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Impact of Wave Action on Human Development along Coastal Areas):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hot deserts and the semi-arid Sahel on a map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processes of wind erosion: deflation, abrasion and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rock pedestals, zeugen, yardangs and inselbergs.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and waves are agents of erosion: they wear away, transport and deposit material.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erode the coast and form cliffs, caves, arches and stacks.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study another agent of erosion: the wind,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Harmattan, Moussa sees that the old wall of his compound is worn near the ground but still smooth at the top. The worn side faces the north-east, where the dusty wind comes from. He asks: "How can the wind wear away a wall, and what does it do to the rocks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how the wind wears away walls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wall worn?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ground, on the side facing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comes from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dry lands from wind erosion by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wind shapes rocks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belt lies south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bra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sand blown against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rock worn more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carries most of its sand near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pedest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rock narrow at the bottom and wide at the top.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rock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 pedestal (mushroom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27: Semi-Arid and Desert Landscapes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desert: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hot region that receives less than 250 mm of rain per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Semi-arid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region that receives about 250 to 500 mm of rain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and removal of rock and soil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Dry lands in Africa are located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Sahara: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largest hot desert in the world and covers most of North Africa.</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deserts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Namib: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coastal desert in south-western Africa.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Kalahari: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semi-desert in Southern Africa, mainly in Botswana.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Sahel: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semi-arid belt south of the Sahara, from Senegal to Sudan, including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Horn of 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Parts of Somalia, Ethiopia and Kenya are semi-arid or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Erosional Processes of Wind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erodes the land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lifts and removes loose sand and dust, leaving hollows and stony surfaces.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Erosional Processes of Wind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Abrasion: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Sand thrown by the wind near the ground wears and polishes rocks.</a:t>
            </a:r>
            <a:endParaRPr lang="en-US" sz="3600" dirty="0"/>
          </a:p>
        </p:txBody>
      </p:sp>
      <p:pic>
        <p:nvPicPr>
          <p:cNvPr id="5" name="Image 0" descr="/home/claude/f4/img/v2/abras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abrasion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Erosional Processes of Wind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grains hit one another, become smaller and rounder, and turn into fine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Wind erosion forms the following features: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 pedestal: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mushroom-shaped rock worn at its base by abrasion.</a:t>
            </a:r>
            <a:endParaRPr lang="en-US" sz="3600" dirty="0"/>
          </a:p>
        </p:txBody>
      </p:sp>
      <p:pic>
        <p:nvPicPr>
          <p:cNvPr id="5" name="Image 0" descr="/home/claude/f4/img/v2/f4_pedest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rock pedestal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Zeugen: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flat-topped ridges of hard rock resting on soft rock, separated by furrows.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Yardangs: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long ridges of rock lying in the direction of the wind, with furrows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Inselbergs: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isolated, steep-sided hills rising from a flat plain.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Deflation hollows: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depressions where the wind has removed the loose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abrasion?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wearing of rocks by sand thrown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rock pedestal narrow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throws most sand near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removal of loose sand by wind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mushroom-shaped rock is a rock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lonely hill on a flat plain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sand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Depositional Features of Wind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Semi-arid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Semi-aride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éolienne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Abrasion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pedestal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rocher-champignon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Inselberg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L'inselberg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Semi-Arid and Desert Landscapes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main hot deserts and the semi-arid Sahel on a map of Africa. Describe the three processes of wind erosion: deflation, abrasion and attrition. Explain the formation of rock pedestals, zeugen, yardangs and inselbergs.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hot deserts of Africa on a map and recognise rocks and walls worn by the wind.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of Semi-arid Areas and Hot Deserts in Africa; Main Erosional Processes of Wind; Erosional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sand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 map of Africa.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blow sand against a stone.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mushroom-shaped rock.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27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Garoua: Weather Spark; Mont Tinguelin: Wikipédia (fr).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 Mushroom in White Desert. Qasr. Al-Farafra. Egypt. Free Stock Ph” by SkilledAdventurer, CC BY 2.0, via Flickr (https://www.flickr.com/photos/140589650@N06/26810236588)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2026-09-28T21:32:39Z</dcterms:created>
  <dcterms:modified xsi:type="dcterms:W3CDTF">2026-09-28T21:32:39Z</dcterms:modified>
</cp:coreProperties>
</file>