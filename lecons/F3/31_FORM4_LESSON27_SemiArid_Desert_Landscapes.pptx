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Semi-Arid and Desert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rock pedestal, zeugen, yardangs, inselbergs. At the end, you should be able to do this: learners are able to locate the hot deserts of Africa on a map and recognise rocks and walls worn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 of Wave Action on Human Development along Coastal Areas.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hot deserts and the semi-arid Sahel on a map of Africa. Number 2: describe the three processes of wind erosion: deflation, abrasion and attrition. Number 3: explain the formation of rock pedestals, zeugen, yardangs and inselbergs.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and waves are agents of erosion: they wear away, transport and deposit material. Waves erode the coast and form cliffs, caves, arches and stacks. Today, we study another agent of erosion: the wind, in dry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Moussa sees that the old wall of his compound is worn near the ground but still smooth at the top. The worn side faces the north-east, where the dusty wind comes from. He asks: "How can the wind wear away a wall, and what does it do to the rocks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how the wind wears away walls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wall worn?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ground, on the side facing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wind comes from the north-east?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dry lands from wind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wind shapes rocks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dry belt lies south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sand blown against a rock.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rock worn more at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carries most of its sand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narrow at the bottom and wide at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rock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 pedestal (mushroom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Semi-arid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Semi-arid Areas and Hot Deserts in Africa. Dry lands in Africa are located as follows. Copy the point on The Sahara on the left, then draw the diagram on the right: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Namib, The Kalahari and The Sahel.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Horn of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Erosional Processes of Wind. Wind erodes the land through the following processes. On this slide we have Deflation.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Abrasion on the left, then draw the diagram on the right: abrasion.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Erosional Processes of Wind. On this slide we have Attrition.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Wind erosion forms the following features. Copy the point on Rock pedestal on the left, then draw the diagram on the right: a rock pedestal.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Zeugen and Yardangs.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Inselbergs and Deflation hollows.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abrasion?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of rocks by sand thrown by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rock pedestal narrow at the bottom?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wind throws most sand near the ground.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deflation; number 2, pedestal; number 3, inselberg.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sand dunes.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Depositional Features of Wind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SEMI-ARID AND DESERT LANDSCAPES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Semi-Arid and Desert Landscapes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Semi-Arid and Desert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Rock pedestal, zeugen, yardangs, inselbergs.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semi-arid areas and hot deserts in Africa; main erosional processes of wind; erosional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 of Wave Action on Human Development along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hot deserts and the semi-arid Sahel on a map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processes of wind erosion: deflation, abrasion and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rock pedestals, zeugen, yardangs and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waves are agents of erosion: they wear away, transport and deposit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the coast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study another agent of erosion: the wind,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Moussa sees that the old wall of his compound is worn near the ground but still smooth at the top. The worn side faces the north-east, where the dusty wind comes from. He asks: "How can the wind wear away a wall, and what does it do to the rocks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how the wind wears away walls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wall worn?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on the side facing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comes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dry lands from wind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wind shapes rocks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belt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bra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sand blown against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rock worn more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most of its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edest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narrow at the bottom and wide at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rock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pedestal (mushroom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hot region that receives less than 250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Semi-arid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about 250 to 500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Dry lands in Africa are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Sahara: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largest hot desert in the world and covers most of North Africa.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Namib: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coastal desert in south-western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Kalahari: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semi-desert in Southern Africa, mainly in Botswana.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semi-arid belt south of the Sahara, from Senegal to Sudan, including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Horn of 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Parts of Somalia, Ethiopia and Kenya are semi-arid or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erodes the land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lifts and removes loose sand and dust, leaving hollows and stony surfaces.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 thrown by the wind near the ground wears and polishes rocks.</a:t>
            </a:r>
            <a:endParaRPr lang="en-US" sz="3600" dirty="0"/>
          </a:p>
        </p:txBody>
      </p:sp>
      <p:pic>
        <p:nvPicPr>
          <p:cNvPr id="5" name="Image 0" descr="/home/claude/f4/img/v2/abra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abrasion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Erosional Processes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grains hit one another, become smaller and rounder, and turn into fine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erosion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pedestal: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mushroom-shaped rock worn at its base by abrasion.</a:t>
            </a:r>
            <a:endParaRPr lang="en-US" sz="3600" dirty="0"/>
          </a:p>
        </p:txBody>
      </p:sp>
      <p:pic>
        <p:nvPicPr>
          <p:cNvPr id="5" name="Image 0" descr="/home/claude/f4/img/v2/f4_pedest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rock pedestal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Zeugen: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flat-topped ridges of hard rock resting on soft rock, separated by furrows.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Yardangs: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ridges of rock lying in the direction of the wind, with furrows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steep-sided hills rising from a flat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hollows: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depressions where the wind has removed the loose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of rocks by sand thrown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rock pedestal narrow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throws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removal of loose sand by wind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mushroom-shaped rock is a rock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lonely hill on a flat plain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éolienne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pedestal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rocher-champignon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Semi-Arid and Desert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hot deserts and the semi-arid Sahel on a map of Africa. Describe the three processes of wind erosion: deflation, abrasion and attrition. Explain the formation of rock pedestals, zeugen, yardangs and inselbergs.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of Semi-arid Areas and Hot Deserts in Africa; Main Erosional Processes of Wind;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sand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 map of Africa.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blow sand against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mushroom-shaped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27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Garoua: Weather Spark; Mont Tinguelin: Wikipédia (fr).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 Mushroom in White Desert. Qasr. Al-Farafra. Egypt. Free Stock Ph” by SkilledAdventurer, CC BY 2.0, via Flickr (https://www.flickr.com/photos/140589650@N06/26810236588)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2026-09-29T03:12:24Z</dcterms:created>
  <dcterms:modified xsi:type="dcterms:W3CDTF">2026-09-29T03:12:24Z</dcterms:modified>
</cp:coreProperties>
</file>