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27: Semi-Arid and Desert Landscapes.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Hot Desert Landscapes: Wind Action and Human Adaptation.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Hot Desert Landscapes: Wind Action and Human Adaptation. The key notions we shall use today are: rock pedestal, zeugen, yardangs, inselbergs. At the end, you should be able to do this: learners are able to locate the hot deserts of Africa on a map and recognise rocks and walls worn by the wind.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26: Impact of Wave Action on Human Development along Coastal Areas. The question was: Name the largest hot desert of Africa.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Sahara.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main hot deserts and the semi-arid Sahel on a map of Africa. Number 2: describe the three processes of wind erosion: deflation, abrasion and attrition. Number 3: explain the formation of rock pedestals, zeugen, yardangs and inselbergs.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Rivers and waves are agents of erosion: they wear away, transport and deposit material. Waves erode the coast and form cliffs, caves, arches and stacks. Today, we study another agent of erosion: the wind, in dry areas.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the Harmattan, Moussa sees that the old wall of his compound is worn near the ground but still smooth at the top. The worn side faces the north-east, where the dusty wind comes from. He asks: "How can the wind wear away a wall, and what does it do to the rocks of the desert?"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Moussa does not know how the wind wears away walls and rocks.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is the wall worn?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Near the ground, on the side facing the north-east.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wind comes from the north-east?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Harmattan.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dry lands from wind erosion by planting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wind shapes rocks in dry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hot deserts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is the largest hot desert of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Sahara.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Which dry belt lies south of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Sahel.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sand blown against a rock.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the rock worn more at the bottom?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wind carries most of its sand near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rock narrow at the bottom and wide at the top.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this rock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rock pedestal (mushroom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Hot desert and Semi-arid region.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Wind erosion.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of Semi-arid Areas and Hot Deserts in Africa. Dry lands in Africa are located as follows. Copy the point on The Sahara on the left, then draw the diagram on the right: hot deserts.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of Semi-arid Areas and Hot Deserts in Africa. On this slide we have The Namib, The Kalahari and The Sahel.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of Semi-arid Areas and Hot Deserts in Africa. On this slide we have The Horn of Africa.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Erosional Processes of Wind. Wind erodes the land through the following processes. On this slide we have Deflation.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Abrasion on the left, then draw the diagram on the right: abrasion.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Erosional Processes of Wind. On this slide we have Attrition.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Erosional Features. Wind erosion forms the following features. Copy the point on Rock pedestal on the left, then draw the diagram on the right: a rock pedestal.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Erosional Features. On this slide we have Zeugen and Yardangs.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Erosional Features. On this slide we have Inselbergs and Deflation hollows.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abrasion?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wearing of rocks by sand thrown by the wind.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a rock pedestal narrow at the bottom?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wind throws most sand near the ground.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deflation; number 2, pedestal; number 3, inselberg.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two types of sand dunes.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28: Depositional Features of Wind Action.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27: SEMI-ARID AND DESERT LANDSCAPES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gif"/><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Semi-Arid and Desert Landscapes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Hot Desert Landscapes: Wind Action and Human 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Hot Desert Landscapes: Wind Action and Human Adaptation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27: Semi-Arid and Desert Landscapes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Rock pedestal, zeugen, yardangs, inselbergs.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of semi-arid areas and hot deserts in Africa; main erosional processes of wind; erosional features.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the hot deserts of Africa on a map and recognise rocks and walls worn by the wind.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26: Impact of Wave Action on Human Development along Coastal Areas):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largest hot desert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main hot deserts and the semi-arid Sahel on a map of Africa.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three processes of wind erosion: deflation, abrasion and attrition.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rock pedestals, zeugen, yardangs and inselbergs.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and waves are agents of erosion: they wear away, transport and deposit material.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Waves erode the coast and form cliffs, caves, arches and stacks.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Today, we study another agent of erosion: the wind, in dry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the Harmattan, Moussa sees that the old wall of his compound is worn near the ground but still smooth at the top. The worn side faces the north-east, where the dusty wind comes from. He asks: "How can the wind wear away a wall, and what does it do to the rocks of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Moussa does not know how the wind wears away walls and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wall worn?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the ground, on the side facing the north-east.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wind comes from the north-east?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dry lands from wind erosion by planting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wind shapes rocks in dry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eserts_world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hot deserts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is the largest hot desert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dry belt lies south of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Sahel.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EROSIONAL PROCESSES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abras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sand blown against a rock.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EROSIONAL PROCESSES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rock worn more at the bottom?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EROSIONAL PROCESSES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 carries most of its sand near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EROSIONAL FEATURES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pedest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rock narrow at the bottom and wide at the top.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EROSIONAL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rock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EROSIONAL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rock pedestal (mushroom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Hot Desert Landscapes: Wind Action and Human Adaptation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27: Semi-Arid and Desert Landscapes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Hot desert: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hot region that receives less than 250 mm of rain per year.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Semi-arid region: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region that receives about 250 to 500 mm of rain per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wearing away and removal of rock and soil by the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of Semi-arid Areas and Hot Deserts in Africa</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Dry lands in Africa are located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Sahara: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largest hot desert in the world and covers most of North Africa.</a:t>
            </a:r>
            <a:endParaRPr lang="en-US" sz="3600" dirty="0"/>
          </a:p>
        </p:txBody>
      </p:sp>
      <p:pic>
        <p:nvPicPr>
          <p:cNvPr id="5" name="Image 0" descr="/home/claude/f4/img/v2/deserts_world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hot deserts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of Semi-arid Areas and Hot Deserts in Africa</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Namib: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coastal desert in south-western Africa.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Kalahari: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semi-desert in Southern Africa, mainly in Botswana.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Sahel: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semi-arid belt south of the Sahara, from Senegal to Sudan, including the Far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of Semi-arid Areas and Hot Deserts in Africa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Horn of Africa: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Parts of Somalia, Ethiopia and Kenya are semi-arid or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Erosional Processes of Wind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Wind erodes the land through the following processes: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Deflation: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 lifts and removes loose sand and dust, leaving hollows and stony surfaces.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Erosional Processes of Wind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Abrasion: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Sand thrown by the wind near the ground wears and polishes rocks.</a:t>
            </a:r>
            <a:endParaRPr lang="en-US" sz="3600" dirty="0"/>
          </a:p>
        </p:txBody>
      </p:sp>
      <p:pic>
        <p:nvPicPr>
          <p:cNvPr id="5" name="Image 0" descr="/home/claude/f4/img/v2/abrasion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abrasion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Erosional Processes of Wind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Attrition: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 grains hit one another, become smaller and rounder, and turn into fine dust.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Erosional Features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Wind erosion forms the following features: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Rock pedestal: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mushroom-shaped rock worn at its base by abrasion.</a:t>
            </a:r>
            <a:endParaRPr lang="en-US" sz="3600" dirty="0"/>
          </a:p>
        </p:txBody>
      </p:sp>
      <p:pic>
        <p:nvPicPr>
          <p:cNvPr id="5" name="Image 0" descr="/home/claude/f4/img/v2/f4_pedesta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rock pedestal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Erosional Features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Zeugen: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flat-topped ridges of hard rock resting on soft rock, separated by furrows.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Yardangs: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long ridges of rock lying in the direction of the wind, with furrows between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Erosional Features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Inselbergs: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isolated, steep-sided hills rising from a flat plain.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Deflation hollows: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depressions where the wind has removed the loose material.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abrasion?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wearing of rocks by sand thrown by the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 rock pedestal narrow at the bottom?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 throws most sand near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removal of loose sand by wind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mushroom-shaped rock is a rock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lonely hill on a flat plain is an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types of sand dunes.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28: Depositional Features of Wind 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Semi-arid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Semi-aride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 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 éolienne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déflation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Abrasion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corrasion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 pedestal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rocher-champignon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Inselberg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L'inselberg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Ridge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crête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27: Semi-Arid and Desert Landscapes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main hot deserts and the semi-arid Sahel on a map of Africa. Describe the three processes of wind erosion: deflation, abrasion and attrition. Explain the formation of rock pedestals, zeugen, yardangs and inselbergs.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the hot deserts of Africa on a map and recognise rocks and walls worn by the wind.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Location of Semi-arid Areas and Hot Deserts in Africa; Main Erosional Processes of Wind; Erosional Features.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two types of sand dunes.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atlas map of Africa.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blow sand against a stone.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mushroom-shaped rock.</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 — Lesson 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Lesson 27 (f4.docx).</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Climate data for Garoua: Weather Spark; Mont Tinguelin: Wikipédia (fr).</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“Stone Mushroom in White Desert. Qasr. Al-Farafra. Egypt. Free Stock Ph” by SkilledAdventurer, CC BY 2.0, via Flickr (https://www.flickr.com/photos/140589650@N06/26810236588)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2026-10-02T05:13:59Z</dcterms:created>
  <dcterms:modified xsi:type="dcterms:W3CDTF">2026-10-02T05:13:59Z</dcterms:modified>
</cp:coreProperties>
</file>