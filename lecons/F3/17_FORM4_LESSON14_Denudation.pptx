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Denudation.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and Impacts on Man. The key notions we shall use today are: degradation, weathering, erosion, transportation. At the end, you should be able to do this: learners are able to recognise signs of denudation around them, such as gullies and crumbling rocks, and to suggest simple ways to protect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Earthquakes. The question was: After the next rain, look at the side of a road or a slope. Write what the running water did to the soil, and where the soil went.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running water washed away the soil, made small channels (rills) and carried the soil down to the bottom of the slope or into the gutter.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denudation. Number 2: explain the major processes of denudation. Number 3: describe the main agents of denudation.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Earthquakes and volcanoes are internal forces that build the relief. Rocks are igneous, sedimentary or metamorphic. Rocks slowly change in the rock cycle.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heavy storm in Garoua, Halima sees a small channel cut in the red soil beside the road. The water has carried sand and stones and dropped them lower down. She asks: "How is the land worn down like this, and what forces do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Halima does not know how the land is worn down and by which forces.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water carry?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Sand and stones.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force wore away the soil 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Running water (rain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soil from denudation by keeping plant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the land is slowly worn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channel cut by rain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has the rain water done to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worn away the soil and carried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the processes of denudation.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the rock before it can be carried away?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broken down in its place: this is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muddy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agent carries this mud?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Running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Name another agent of denudation.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Wind (or waves).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Denudation.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Agent of denudation.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Processes of Denudation. Denudation takes place through the following processes. Copy the point on Weathering on the left, then draw the diagram on the right: the processes of denudation.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Erosion on the left, then draw the diagram on the right: erosion by rain 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Processes of Denudation. On this slide we have Transportation.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Agents of Denudation. The main agents of denudation are the following. Copy the point on Running water on the left, then draw the diagram on the right: a muddy river.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Agents of Denudation. On this slide we have Wind and Waves.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denudation?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wearing down of the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four processes of denudation.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weathering, erosion, transport and deposition.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weathering; number 2, deposition; number 3,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an old wall and a new wall in your area. Write three differences you see, and suggest what damaged the old wall.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Weathering.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DENUDATION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Denudation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Denudation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Degradation, weathering, erosion, transportation.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major processes of denudation (weathering, erosion and transportation); main agents (running water, wind and waves).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signs of denudation around them, such as gullies and crumbling rocks, and to suggest simple ways to protect 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Earthquakes):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next rain, look at the side of a road or a slope. Write what the running water did to the soil, and where the soil went.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running water washed away the soil, made small channels (rills) and carried the soil down to the bottom of the slope or into the gutter.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denudation.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major processes of denudation.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agents of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Earthquakes and volcanoes are internal forces that build the relief.</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Rocks are igneous, sedimentary or metamorphic.</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Rocks slowly change in the rock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heavy storm in Garoua, Halima sees a small channel cut in the red soil beside the road. The water has carried sand and stones and dropped them lower down. She asks: "How is the land worn down like this, and what forces do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Halima does not know how the land is worn down and by which forces.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water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and stones.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force wore away the soil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Running water (rain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soil from denudation by keeping plant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the land is slowly worn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channel cut by rain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has the rain water done 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worn away the soil and carried it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enud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processes of denudation.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rock before it can be carried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broken down in its place: this is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AGENTS OF DENUDATION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AGENTS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agent carries this mud?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AGENTS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Running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AGENTS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another agent of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AGENTS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(or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 Processes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Denudation: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general wearing down and lowering of the land surface by natural forces.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Agent of denudation: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natural force that wears down and carries away rock and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Processes of Denudation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Denudation takes place through the following processes: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Weathering: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breaking down of rocks in their place by the weather, plants and animals.</a:t>
            </a:r>
            <a:endParaRPr lang="en-US" sz="3600" dirty="0"/>
          </a:p>
        </p:txBody>
      </p:sp>
      <p:pic>
        <p:nvPicPr>
          <p:cNvPr id="5" name="Image 0" descr="/home/claude/f4/img/v2/denudation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processes of denudation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Processes of Denudation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Erosion: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wearing away and removal of rock and soil by a moving agent.</a:t>
            </a:r>
            <a:endParaRPr lang="en-US" sz="3600" dirty="0"/>
          </a:p>
        </p:txBody>
      </p:sp>
      <p:pic>
        <p:nvPicPr>
          <p:cNvPr id="5" name="Image 0" descr="/home/claude/f4/img/v2/f4_gull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erosion by rain water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Processes of Denudation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carrying away of the eroded material by the agent, until the agent loses energy and drops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Agents of Denudation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main agents of denudation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Running water: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Rain and rivers wear away and carry soil and rock, and they are the most important agent in wet regions.</a:t>
            </a:r>
            <a:endParaRPr lang="en-US" sz="3200" dirty="0"/>
          </a:p>
        </p:txBody>
      </p:sp>
      <p:pic>
        <p:nvPicPr>
          <p:cNvPr id="5" name="Image 0" descr="/home/claude/f4/img/v2/f4_muddyriver.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muddy river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Agents of Denudation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blows away loose sand and dust and wears rocks, especially in deserts and semi-arid areas such as the Far North.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 waves wear away and build up the coast, as at Kribi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wearing down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processes of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erosion, transport and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breaking of rocks in their place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dropping of material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important agent of denudation is running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an old wall and a new wall in your area. Write three differences you see, and suggest what damaged the old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Denudation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dénudation / l'érosion au sens large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 / la météorisation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Running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 courante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Gully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ravin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Denudation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denudation. Explain the major processes of denudation. Describe the main agents of denudation.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signs of denudation around them, such as gullies and crumbling rocks, and to suggest simple ways to protect the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Major Processes of Denudation; Main Agents of Denudation.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an old wall and a new wall in your area. Write three differences you see, and suggest what damaged the old wall.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road side after a 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processes in boxes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Benue in the rainy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2026-09-28T17:13:21Z</dcterms:created>
  <dcterms:modified xsi:type="dcterms:W3CDTF">2026-09-28T17:13:21Z</dcterms:modified>
</cp:coreProperties>
</file>