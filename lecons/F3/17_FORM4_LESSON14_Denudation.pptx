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After the next rain, look at the side of a road or a slope. Write what the running water did to the soil, and where the soil went.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running water washed away the soil, made small channels (rills) and carried the soil down to the bottom of the slope or into the gutter.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has carried sand and stones and dropped them lower down. She asks: "How is the land worn down like this, and what forces do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the land is worn down and by which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force wore away the soil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water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rock before it can be carried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broken down in its place: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this mud?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another agent of denudation.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(or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Agent of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Processes of Denudation. Denudation takes place through the following processes. Copy the point on Weathering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erosion by rain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Processes of Denudation. On this slide we have Transportation.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Agents of Denudation. The main agents of denudation are the following. Copy the point on Running water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Agents of Denudation. On this slide we have Wind and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an old wall and a new wall in your area. Write three differences you see, and suggest what damaged the old wall.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running water washed away the soil, made small channels (rills) and carried the soil down to the bottom of the slope or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has carried sand and stones and dropped them lower down. She asks: "How is the land worn down like this, and what forces do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the land is worn down and by which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wore away the soil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rock before it can be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broken down in its place: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this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agent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natural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Agent of 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force that wears down and carries away rock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3600" dirty="0"/>
          </a:p>
        </p:txBody>
      </p:sp>
      <p:pic>
        <p:nvPicPr>
          <p:cNvPr id="5" name="Image 0" descr="/home/claude/f4/img/v2/denud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wearing away and removal of rock and soil by a moving agent.</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by rain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 by the agent, until the agent loses energy and drops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 and rivers wear away and carry soil and rock, and they are the most important agent in wet regions.</a:t>
            </a:r>
            <a:endParaRPr lang="en-US" sz="32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loose sand and dust and wears rocks, especially in deserts and semi-arid areas such as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waves wear away and build up the coast, as at Kribi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an old wall and a new wall in your area. Write three differences you see, and suggest what damaged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Processes of Denudation;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an old wall and a new wall in your area. Write three differences you see, and suggest what damaged the old wall.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side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processes in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2026-09-28T21:14:14Z</dcterms:created>
  <dcterms:modified xsi:type="dcterms:W3CDTF">2026-09-28T21:14:14Z</dcterms:modified>
</cp:coreProperties>
</file>