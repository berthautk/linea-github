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and Impacts on Man. The key notions we shall use today are: degradation, weathering, erosion, transportation. At the end, you should be able to do this: learners are able to recognise signs of denudation around them, such as gullies and crumbling rocks, and to suggest simple ways to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Earthquakes. The question was: Name the three processes of denudation.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Weathering, erosion and transportation.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denudation. Number 2: explain the major processes of denudation. Number 3: describe the main agents of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and volcanoes are internal forces that build the relief. Rocks are igneous, sedimentary or metamorphic. Rocks slowly change in the rock cycle.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storm in Garoua, Halima sees a small channel cut in the red soil beside the road. The water has carried sand and stones and dropped them lower down. She asks: "How is the land worn down like this, and what forces do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Halima does not know how the land is worn down and by which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water carry?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stones.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force wore away the soil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Running water (rain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soil from denudation by keeping plant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the land is slowly worn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channel cut by rain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has the rain water done to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worn away the soil and carried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processes of denudation.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the rock before it can be carried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broken down in its place: this is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agent carries this mud?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Running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Name another agent of denudation.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(or waves).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Agent of denudation.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Processes of Denudation. Denudation takes place through the following processes. Copy the point on Weathering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on the left, then draw the diagram on the right: erosion by rain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Processes of Denudation. On this slide we have Transportation.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Agents of Denudation. The main agents of denudation are the following. Copy the point on Running water on the left, then draw the diagram on the right: a muddy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Agents of Denudation. On this slide we have Wind and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wearing down of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processes of denudation.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erosion, transport and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weathering; number 2, deposition; number 3,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DENUDATION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Denudation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Degradation, weathering, erosion, transportation.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major processes of denudation (weathering, erosion and transportation); main agents (running water, wind and waves).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Earthquakes):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and transportation.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major processes of denudation.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agents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and volcanoes are internal forces that build the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are igneous, sedimentary or metamorphic.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slowly change in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storm in Garoua, Halima sees a small channel cut in the red soil beside the road. The water has carried sand and stones and dropped them lower down. She asks: "How is the land worn down like this, and what forces do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Halima does not know how the land is worn down and by which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water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stones.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wore away the soil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 (rain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soil from denudation by keeping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the land is slowly worn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channel cut by rain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the rain water done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worn away the soil and carried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enud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processes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rock before it can be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PROCESSES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broken down in its place: this is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agent carries this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agent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AGENTS OF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(or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natural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Agent of 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force that wears down and carries away rock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Denudation takes place through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breaking down of rocks in their place by the weather, plants and animals.</a:t>
            </a:r>
            <a:endParaRPr lang="en-US" sz="3600" dirty="0"/>
          </a:p>
        </p:txBody>
      </p:sp>
      <p:pic>
        <p:nvPicPr>
          <p:cNvPr id="5" name="Image 0" descr="/home/claude/f4/img/v2/denud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wearing away and removal of rock and soil by a moving agent.</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erosion by rain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Processes of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carrying away of the eroded material by the agent, until the agent loses energy and drops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agents of denudation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Running water: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 and rivers wear away and carry soil and rock, and they are the most important agent in wet regions.</a:t>
            </a:r>
            <a:endParaRPr lang="en-US" sz="3200" dirty="0"/>
          </a:p>
        </p:txBody>
      </p:sp>
      <p:pic>
        <p:nvPicPr>
          <p:cNvPr id="5" name="Image 0" descr="/home/claude/f4/img/v2/f4_muddyriv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Agents of Denudation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blows away loose sand and dust and wears rocks, especially in deserts and semi-arid areas such as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waves wear away and build up the coast, as at Kribi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processes of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erosion, transport and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breaking of rocks in their place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dropping of material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important agent of denudation is running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 / l'érosion au sens large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 / la météorisation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Running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 courante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Gully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Explain the major processes of denudation. Describe the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denudation around them, such as gullies and crumbling rocks, and to suggest simple ways to protect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Processes of Denudation; Main Agents of Denudation.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road side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processes in boxes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2026-09-29T03:12:20Z</dcterms:created>
  <dcterms:modified xsi:type="dcterms:W3CDTF">2026-09-29T03:12:20Z</dcterms:modified>
</cp:coreProperties>
</file>