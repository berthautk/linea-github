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Weather Elements: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humidity, wind direction, wind speed, atmospheric pressure, sunshine. At the end, you should be able to do this: learners are able to observe the humidity, wind and sky and predict simple changes in the weather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Weather Elements: Atmospheric Temperatures. The question was: Name the instrument that measures air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barometer.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humidity and relative humidity, and name their instrument. Number 2: describe how wind direction and wind speed are measured. Number 3: define atmospheric pressure and sunshine and name their instruments.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is measured with a thermometer inside a Stevenson screen. Mean daily temperature = (maximum + minimum) ÷ 2. Temperature data is shown with isotherms.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Hadja's washing takes a whole day to dry and the air feels heavy. In January, during the Harmattan, the same clothes dry in less than one hour, and the wind comes from another direction. She asks: "What changes in the air between August and January, and how can we measure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Hadja does not know which weather elements change and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clothes dry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they dry fast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 air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weather instruments carefully and record the readings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washing hung out to dry.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clothes dry slowly when the air is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already holds a lot of water vapour (high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windsock at an airfield.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windsock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(and the force) of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barometer falls quickly. What weather can we expect?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or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Relative humidity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Atmospheric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Humidity. Humidity is measured and varies as follows. Copy the point on Instrument on the left, then draw the diagram on the right: a hygrometer.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Temperature and humidity on the left, then draw the diagram on the right: warm air holds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Direction. Wind direction is observed as follows. On this slide we have Wind vane.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Windsock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Direction. On this slide we have Naming winds and Wind rose.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Speed. Wind speed is measured as follows. Copy the point on Anemometer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Speed. On this slide we have Units and Beaufort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Pressure. Air pressure is measured as follows. Copy the point on Barometer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Pressure. On this slide we have Average value and Meaning of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Amount of Sunshine. Sunshine is measured as follows. On this slide we have Sunshine recorder and Unit.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Amount of Sunshine.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water vapour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Harmattan blows from the north-east. What is its name as a wind direction?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north-easterly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barometer; number 3,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condensation.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Condensation.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WEATHER ELEMENTS: HUMIDITY, WIND, PRESSURE AND SUNSHINE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Humidity, Wind, Pressure and Sunshine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wind direction, wind speed, atmospheric pressure,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 wind direction; wind speed; atmospheric pressure; amount of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Weather Elements: Atmospheric Temperatures):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measures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humidity and relative humidity, and name their instrument.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wind direction and wind speed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sunshine and name their instruments.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inside a Stevenson screen.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daily temperature = (maximum + minimum) ÷ 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data is shown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Hadja's washing takes a whole day to dry and the air feels heavy. In January, during the Harmattan, the same clothes dry in less than one hour, and the wind comes from another direction. She asks: "What changes in the air between August and January, and how can we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Hadja does not know which weather elements change and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clothes dry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they dry fast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air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weather instruments carefully and record the readings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Washing hung out to dry.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when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already holds a lot of water vapour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 at an airfield.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windsock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(and the force) of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 falls quickly. What weather can we expect?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or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 compared with the maximum it can hold at that temperature, in per 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Humidity is measured and varies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Instrument: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Humidity is measured with a hygrometer made of a wet-bulb and a dry-bulb thermometer.</a:t>
            </a:r>
            <a:endParaRPr lang="en-US" sz="3600" dirty="0"/>
          </a:p>
        </p:txBody>
      </p:sp>
      <p:pic>
        <p:nvPicPr>
          <p:cNvPr id="5" name="Image 0" descr="/home/claude/f4/img/v2/lsa_hygro.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hygrometer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bigger the difference between the two thermometers, the drier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and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3600" dirty="0"/>
          </a:p>
        </p:txBody>
      </p:sp>
      <p:pic>
        <p:nvPicPr>
          <p:cNvPr id="5" name="Image 0" descr="/home/claude/f4/img/v2/humidit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holds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relative humidity is high in August and very low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direction is observed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vane: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arrow points to the direction from which the wind 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Windsock: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direction and the force of the wind at airports.</a:t>
            </a:r>
            <a:endParaRPr lang="en-US" sz="3600" dirty="0"/>
          </a:p>
        </p:txBody>
      </p:sp>
      <p:pic>
        <p:nvPicPr>
          <p:cNvPr id="5" name="Image 0" descr="/home/claude/f4/img/v2/f4_windso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from, for example the north-east Harmattan.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rose: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diagram that shows how often the wind blows from each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speed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Anemometer: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cups turn faster when the wind is stronger.</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is given in km/h, m/s or knots.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Beaufort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estimates wind force from 0 (calm) to 12 (hurricane) by observing smoke, trees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pressure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measures air pressure in millibars; the mercury barometer and the aneroid barometer are the main types.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Average value: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Normal pressure at sea level is about 1,013 mb.</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pressure brings clouds and rain, while rising pressure brings dry, fine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Sunshine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recorder: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glass ball focuses the rays of the Sun and burns a line on a paper card.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is given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many hours of sunshine in the dry season and fewer in the cloudy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north-east. What is its name as a wind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north-easterly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speed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Sunshine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L'ensoleillement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humidity and relative humidity, and name their instrument. Describe how wind direction and wind speed are measured. Define atmospheric pressure and sunshine and name their instruments.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Humidity; Wind Direction; Wind Speed; Atmospheric Pressure; Amount of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drying in August and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hang a piece of cloth on a stick.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low pressure brings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(Instrument): “Sling hydrometer used on 1953 Mount Everest expedition” by G H Zeal Limited, CC BY-NC-SA 4.0, via sciencemuseum (https://collection.sciencemuseumgroup.org.uk/objects/co8593941/sling-hydrometer-used-on-1953-mount-everest-expedition)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(Anemometer):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2026-10-02T05:14:01Z</dcterms:created>
  <dcterms:modified xsi:type="dcterms:W3CDTF">2026-10-02T05:14:01Z</dcterms:modified>
</cp:coreProperties>
</file>