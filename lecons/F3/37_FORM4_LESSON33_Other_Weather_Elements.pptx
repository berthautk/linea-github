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33: Weather Elements: Humidity, Wind, Pressure and Sunshine.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Earth-Atmosphere System, and the sub-topic is Measurement of Weather Elements. The key notions we shall use today are: humidity, wind direction, wind speed, atmospheric pressure, sunshine. At the end, you should be able to do this: learners are able to observe the humidity, wind and sky and predict simple changes in the weather around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32: Weather Elements: Atmospheric Temperatures. The question was: Wet a piece of cloth and hang it outside in the morning and in the afternoon. Note how long it takes to dry each time.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cloth dries faster in the afternoon because the air is hotter and drier (lower humidity), so water evaporates faster.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humidity and relative humidity, and name their instrument. Number 2: describe how wind direction and wind speed are measured. Number 3: define atmospheric pressure and sunshine and name their instruments.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Temperature is measured with a thermometer inside a Stevenson screen. Mean daily temperature = (maximum + minimum) ÷ 2. Temperature data is shown with isotherms.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August, Hadja's washing takes a whole day to dry and the air feels heavy. In January, during the Harmattan, the same clothes dry in less than one hour, and the wind comes from another direction. She asks: "What changes in the air between August and January, and how can we measure it?"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Hadja does not know which weather elements change and how they are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When do clothes dry slowly?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August, in the rainy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 they dry fast in January?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Harmattan air is 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weather instruments carefully and record the readings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humidity, wind, pressure and sunshine.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washing hung out to dry.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do clothes dry slowly when the air is wet?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air already holds a lot of water vapour (high humidity).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windsock at an airfield.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the windsock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direction (and the force) of the wind.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barometer.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barometer falls quickly. What weather can we expect?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Rain or a storm.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Humidity.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Relative humidity and Wind.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Atmospheric pressure.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Atmospheric Humidity. Humidity is measured and varies as follows. Copy the point on Instrument on the left, then draw the diagram on the right: a hygrometer.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Atmospheric Humidity. On this slide we have Reading.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Temperature and humidity on the left, then draw the diagram on the right: warm air holds more water vapour.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Atmospheric Humidity. On this slide we have Example.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Wind Direction. Wind direction is observed as follows. On this slide we have Wind vane.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Windsock on the left, then draw the diagram on the right: a windsock.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Wind Direction. On this slide we have Naming winds and Wind rose.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Wind Speed. Wind speed is measured as follows. Copy the point on Anemometer on the left, then draw the diagram on the right: an anemometer.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Wind Speed. On this slide we have Units and Beaufort scale.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Atmospheric Pressure. Air pressure is measured as follows. Copy the point on Barometer on the left, then draw the diagram on the right: a barometer.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Atmospheric Pressure. On this slide we have Average value and Meaning of changes.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Amount of Sunshine. Sunshine is measured as follows. On this slide we have Sunshine recorder and Unit.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Amount of Sunshine. On this slide we have Example.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humidity?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amount of water vapour in the air.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The Harmattan blows from the north-east. What is its name as a wind direction?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north-easterly wind.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hygrometer; number 2, barometer; number 3,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Early tomorrow morning, look at the grass, leaves or cars near your house. Write down whether you see drops of water on them, and where you think the water came from.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34: Condensation.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33: WEATHER ELEMENTS: HUMIDITY, WIND, PRESSURE AND SUNSHINE</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Weather Elements: Humidity, Wind, Pressure and Sunshine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Earth-Atmosphere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Measurement of Weather Elements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33: Weather Elements: Humidity, Wind, Pressure and Sunshine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Humidity, wind direction, wind speed, atmospheric pressure, sunshine.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Atmospheric humidity; wind direction; wind speed; atmospheric pressure; amount of sunshine.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observe the humidity, wind and sky and predict simple changes in the weather around them.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32: Weather Elements: Atmospheric Temperatures):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Wet a piece of cloth and hang it outside in the morning and in the afternoon. Note how long it takes to dry each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cloth dries faster in the afternoon because the air is hotter and drier (lower humidity), so water evaporates faster.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humidity and relative humidity, and name their instrument.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how wind direction and wind speed are measured.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atmospheric pressure and sunshine and name their instruments.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is measured with a thermometer inside a Stevenson screen.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Mean daily temperature = (maximum + minimum) ÷ 2.</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data is shown with isotherms.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August, Hadja's washing takes a whole day to dry and the air feels heavy. In January, during the Harmattan, the same clothes dry in less than one hour, and the wind comes from another direction. She asks: "What changes in the air between August and January, and how can we measure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Hadja does not know which weather elements change and how they are measured.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do clothes dry slowly?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August, in the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they dry fast in January?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Harmattan air is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weather instruments carefully and record the readings every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humidity, wind, pressure and sunshine.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ATMOSPHERIC HUMIDITY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laundry.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Washing hung out to dry.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ATMOSPHERIC HUMIDITY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clothes dry slowly when the air is wet?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ATMOSPHERIC HUMIDITY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air already holds a lot of water vapour (high humidity).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WIND DIRECTION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windso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windsock at an airfield.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WIND DIRECTION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windsock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WIND DIRECTION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direction (and the force) of the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ATMOSPHERIC PRESSURE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barometer.jpg">    </p:cNvPr>
          <p:cNvPicPr>
            <a:picLocks noChangeAspect="1"/>
          </p:cNvPicPr>
          <p:nvPr/>
        </p:nvPicPr>
        <p:blipFill>
          <a:blip r:embed="rId1"/>
          <a:stretch>
            <a:fillRect/>
          </a:stretch>
        </p:blipFill>
        <p:spPr>
          <a:xfrm>
            <a:off x="2251123" y="1783080"/>
            <a:ext cx="7689450"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barometer.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ATMOSPHERIC PRESSURE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barometer falls quickly. What weather can we expect?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ATMOSPHERIC PRESSURE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or a storm.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Earth-Atmosphere System</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Measurement of Weather Elements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33: Weather Elements: Humidity, Wind, Pressure and Sunshine</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Humidity: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amount of water vapour in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Relative humidity: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amount of water vapour in the air compared with the maximum it can hold at that temperature, in per cent.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air moving from an area of high pressure to an area of low pressure.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Atmospheric pressure: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weight of the air on the surface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Atmospheric Humidity</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Humidity is measured and varies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Instrument: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Humidity is measured with a hygrometer made of a wet-bulb and a dry-bulb thermometer.</a:t>
            </a:r>
            <a:endParaRPr lang="en-US" sz="3600" dirty="0"/>
          </a:p>
        </p:txBody>
      </p:sp>
      <p:pic>
        <p:nvPicPr>
          <p:cNvPr id="5" name="Image 0" descr="/home/claude/f4/img/v2/lsa_hygro.jpg">    </p:cNvPr>
          <p:cNvPicPr>
            <a:picLocks noChangeAspect="1"/>
          </p:cNvPicPr>
          <p:nvPr/>
        </p:nvPicPr>
        <p:blipFill>
          <a:blip r:embed="rId1"/>
          <a:stretch>
            <a:fillRect/>
          </a:stretch>
        </p:blipFill>
        <p:spPr>
          <a:xfrm>
            <a:off x="5349240" y="2069045"/>
            <a:ext cx="6659575" cy="3698319"/>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hygrometer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Atmospheric Humidity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Reading: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bigger the difference between the two thermometers, the drier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Atmospheric Humidity</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Temperature and humidity: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Warm air can hold more water vapour than cold air.</a:t>
            </a:r>
            <a:endParaRPr lang="en-US" sz="3600" dirty="0"/>
          </a:p>
        </p:txBody>
      </p:sp>
      <p:pic>
        <p:nvPicPr>
          <p:cNvPr id="5" name="Image 0" descr="/home/claude/f4/img/v2/humidity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warm air holds more water vapour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Atmospheric Humidity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Garoua, relative humidity is high in August and very low in January.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Wind Direction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Wind direction is observed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Wind vane: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arrow points to the direction from which the wind comes.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Wind Direction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Windsock: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shows the direction and the force of the wind at airports.</a:t>
            </a:r>
            <a:endParaRPr lang="en-US" sz="3600" dirty="0"/>
          </a:p>
        </p:txBody>
      </p:sp>
      <p:pic>
        <p:nvPicPr>
          <p:cNvPr id="5" name="Image 0" descr="/home/claude/f4/img/v2/f4_windsock.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windsock</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Wind Direction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Naming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wind is named after the direction it comes from, for example the north-east Harmattan.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Wind rose: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diagram that shows how often the wind blows from each direction.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Wind Speed</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Wind speed is measured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Anemometer: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Its cups turn faster when the wind is stronger.</a:t>
            </a:r>
            <a:endParaRPr lang="en-US" sz="3600" dirty="0"/>
          </a:p>
        </p:txBody>
      </p:sp>
      <p:pic>
        <p:nvPicPr>
          <p:cNvPr id="5" name="Image 0" descr="/home/claude/f4/img/v2/f4_anemometer.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an anemometer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Wind Speed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Units: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 speed is given in km/h, m/s or knots.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Beaufort scale: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estimates wind force from 0 (calm) to 12 (hurricane) by observing smoke, trees and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Atmospheric Pressure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Air pressure is measured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Barometer: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measures air pressure in millibars; the mercury barometer and the aneroid barometer are the main types.</a:t>
            </a:r>
            <a:endParaRPr lang="en-US" sz="3600" dirty="0"/>
          </a:p>
        </p:txBody>
      </p:sp>
      <p:pic>
        <p:nvPicPr>
          <p:cNvPr id="5" name="Image 0" descr="/home/claude/f4/img/v2/f4_barometer.jpg">    </p:cNvPr>
          <p:cNvPicPr>
            <a:picLocks noChangeAspect="1"/>
          </p:cNvPicPr>
          <p:nvPr/>
        </p:nvPicPr>
        <p:blipFill>
          <a:blip r:embed="rId1"/>
          <a:stretch>
            <a:fillRect/>
          </a:stretch>
        </p:blipFill>
        <p:spPr>
          <a:xfrm>
            <a:off x="5349240" y="2069045"/>
            <a:ext cx="6659575" cy="3698319"/>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barometer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Atmospheric Pressure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Average value: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Normal pressure at sea level is about 1,013 mb.</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of changes: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Falling pressure brings clouds and rain, while rising pressure brings dry, fine weather.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Amount of Sunshine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Sunshine is measured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Sunshine recorder: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glass ball focuses the rays of the Sun and burns a line on a paper card.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Unit: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Sunshine is given in hours per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Amount of Sunshine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Garoua has many hours of sunshine in the dry season and fewer in the cloudy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humidity?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amount of water vapour in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Harmattan blows from the north-east. What is its name as a wind direction?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north-easterly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Humidity is measured with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Air pressure is measured with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wind is named after the direction it comes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Early tomorrow morning, look at the grass, leaves or cars near your house. Write down whether you see drops of water on them, and where you think the water came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34: Condensation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Humidity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L'humidité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Hygrometer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L'hygromètre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 direction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direction du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 speed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vitesse du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Pressure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Barometer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baromètre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Sunshine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L'ensoleillement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Isobar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L'isobare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Earth-Atmosphere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33: Weather Elements: Humidity, Wind, Pressure and Sunshine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humidity and relative humidity, and name their instrument. Describe how wind direction and wind speed are measured. Define atmospheric pressure and sunshine and name their instruments.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observe the humidity, wind and sky and predict simple changes in the weather around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Atmospheric Humidity; Wind Direction; Wind Speed; Atmospheric Pressure; Amount of Sunshine.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Early tomorrow morning, look at the grass, leaves or cars near your house. Write down whether you see drops of water on them, and where you think the water came from.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compare drying in August and January.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hang a piece of cloth on a stick.</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explain that low pressure brings rain.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“Bright Blue Home” by Clav, CC BY-NC-SA 2.0, via Flickr (https://www.flickr.com/photos/37005711@N00/2797194021)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“Windsock” by Wajahat Mahmood, CC BY-SA 2.0, via Flickr (https://www.flickr.com/photos/26116471@N03/6613272897)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“Aneroid Barometer, with dial designed by Sir Napier Shaw, 1914” by Negretti &amp; Zambra; Shaw, Sir Napier, CC BY-NC-SA 4.0, via sciencemuseum (https://collection.sciencemuseumgroup.org.uk/objects/co54459/aneroid-barometer-with-dial-designed-by-sir-napier-shaw-1914)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(Instrument): “Sling hydrometer used on 1953 Mount Everest expedition” by G H Zeal Limited, CC BY-NC-SA 4.0, via sciencemuseum (https://collection.sciencemuseumgroup.org.uk/objects/co8593941/sling-hydrometer-used-on-1953-mount-everest-expedition)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(Anemometer): “3-cup anemometer installed at Thomas More College measures horizontal ” by FondriestEnv, CC BY-NC 2.0, via Flickr (https://www.flickr.com/photos/67593579@N07/6334536635)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2026-09-28T21:14:20Z</dcterms:created>
  <dcterms:modified xsi:type="dcterms:W3CDTF">2026-09-28T21:14:20Z</dcterms:modified>
</cp:coreProperties>
</file>