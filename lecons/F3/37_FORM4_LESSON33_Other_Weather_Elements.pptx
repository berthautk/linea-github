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Weather Elements: Humidity, Wind, Pressure and Sunshine.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humidity, wind direction, wind speed, atmospheric pressure, sunshine. At the end, you should be able to do this: learners are able to observe the humidity, wind and sky and predict simple changes in the weather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Weather Elements: Atmospheric Temperatures. The question was: Name the instrument that measures air pressure.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barometer.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humidity and relative humidity, and name their instrument. Number 2: describe how wind direction and wind speed are measured. Number 3: define atmospheric pressure and sunshine and name their instruments.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is measured with a thermometer inside a Stevenson screen. Mean daily temperature = (maximum + minimum) ÷ 2. Temperature data is shown with isotherms.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Hadja's washing takes a whole day to dry and the air feels heavy. In January, during the Harmattan, the same clothes dry in less than one hour, and the wind comes from another direction. She asks: "What changes in the air between August and January, and how can we measure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Hadja does not know which weather elements change and how they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clothes dry slowly?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August,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they dry fast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 air is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weather instruments carefully and record the readings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humidity, wind, pressure and sunshine.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washing hung out to dry.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clothes dry slowly when the air is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already holds a lot of water vapour (high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windsock at an airfield.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windsock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direction (and the force) of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barometer.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barometer falls quickly. What weather can we expect?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or a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Humidity.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Relative humidity and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Atmospheric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Humidity. Humidity is measured and varies as follows. Copy the point on Instrument on the left, then draw the diagram on the right: a hygrometer.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Humidity. On this slide we have 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Temperature and humidity on the left, then draw the diagram on the right: warm air holds more water vapour.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Humidity.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 Direction. Wind direction is observed as follows. On this slide we have Wind vane.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Windsock on the left, then draw the diagram on the right: a windsock.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 Direction. On this slide we have Naming winds and Wind rose.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 Speed. Wind speed is measured as follows. Copy the point on Anemometer on the left, then draw the diagram on the right: an anemometer.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 Speed. On this slide we have Units and Beaufort scale.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Pressure. Air pressure is measured as follows. Copy the point on Barometer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Pressure. On this slide we have Average value and Meaning of changes.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Amount of Sunshine. Sunshine is measured as follows. On this slide we have Sunshine recorder and Unit.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Amount of Sunshine.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humidity?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amount of water vapour in the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Harmattan blows from the north-east. What is its name as a wind direction?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north-easterly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hygrometer; number 2, barometer; number 3,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condensation.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Condensation.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33: WEATHER ELEMENTS: HUMIDITY, WIND, PRESSURE AND SUNSHINE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Elements: Humidity, Wind, Pressure and Sunshine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Weather Elements: Humidity, Wind, Pressure and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Humidity, wind direction, wind speed, atmospheric pressure,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humidity; wind direction; wind speed; atmospheric pressure; amount of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observe the humidity, wind and sky and predict simple changes in the weather around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Weather Elements: Atmospheric Temperatures):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measures air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humidity and relative humidity, and name their instrument.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wind direction and wind speed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and sunshine and name their instruments.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with a thermometer inside a Stevenson screen.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Mean daily temperature = (maximum + minimum) ÷ 2.</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data is shown with isotherms.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Hadja's washing takes a whole day to dry and the air feels heavy. In January, during the Harmattan, the same clothes dry in less than one hour, and the wind comes from another direction. She asks: "What changes in the air between August and January, and how can we measure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Hadja does not know which weather elements change and how they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clothes dry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they dry fast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air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weather instruments carefully and record the readings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humidity, wind, pressure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ATMOSPHERIC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laund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Washing hung out to dry.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ATMOSPHERIC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clothes dry slowly when the air is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ATMOSPHERIC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already holds a lot of water vapour (high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DIRECTION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 at an airfield.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DIRECTION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windsock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DIRECTION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direction (and the force) of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ATMOSPHERIC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ATMOSPHERIC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barometer falls quickly. What weather can we expect?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ATMOSPHERIC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or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33: Weather Elements: Humidity, Wind, Pressure and Sunshine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 compared with the maximum it can hold at that temperature, in per 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moving from an area of high pressure to an area of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on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Humidity is measured and varies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Instrument: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Humidity is measured with a hygrometer made of a wet-bulb and a dry-bulb thermometer.</a:t>
            </a:r>
            <a:endParaRPr lang="en-US" sz="3600" dirty="0"/>
          </a:p>
        </p:txBody>
      </p:sp>
      <p:pic>
        <p:nvPicPr>
          <p:cNvPr id="5" name="Image 0" descr="/home/claude/f4/img/v2/lsa_hygro.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hygrometer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bigger the difference between the two thermometers, the drier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and humidity: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air can hold more water vapour than cold air.</a:t>
            </a:r>
            <a:endParaRPr lang="en-US" sz="3600" dirty="0"/>
          </a:p>
        </p:txBody>
      </p:sp>
      <p:pic>
        <p:nvPicPr>
          <p:cNvPr id="5" name="Image 0" descr="/home/claude/f4/img/v2/humidit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warm air holds more water vapour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relative humidity is high in August and very low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Direction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direction is observed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vane: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arrow points to the direction from which the wind comes.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Direction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Windsock: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direction and the force of the wind at airports.</a:t>
            </a:r>
            <a:endParaRPr lang="en-US" sz="3600" dirty="0"/>
          </a:p>
        </p:txBody>
      </p:sp>
      <p:pic>
        <p:nvPicPr>
          <p:cNvPr id="5" name="Image 0" descr="/home/claude/f4/img/v2/f4_windso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windsock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Direction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Naming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it comes from, for example the north-east Harmattan.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rose: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diagram that shows how often the wind blows from each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 Speed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Wind speed is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Anemometer: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cups turn faster when the wind is stronger.</a:t>
            </a:r>
            <a:endParaRPr lang="en-US" sz="3600" dirty="0"/>
          </a:p>
        </p:txBody>
      </p:sp>
      <p:pic>
        <p:nvPicPr>
          <p:cNvPr id="5" name="Image 0" descr="/home/claude/f4/img/v2/f4_anemome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anemometer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 Speed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speed is given in km/h, m/s or knots.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Beaufort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estimates wind force from 0 (calm) to 12 (hurricane) by observing smoke, trees and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Atmospheric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Air pressure is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measures air pressure in millibars; the mercury barometer and the aneroid barometer are the main types.</a:t>
            </a:r>
            <a:endParaRPr lang="en-US" sz="3600" dirty="0"/>
          </a:p>
        </p:txBody>
      </p:sp>
      <p:pic>
        <p:nvPicPr>
          <p:cNvPr id="5" name="Image 0" descr="/home/claude/f4/img/v2/f4_barometer.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Atmospheric Pressure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Average value: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Normal pressure at sea level is about 1,013 mb.</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of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Falling pressure brings clouds and rain, while rising pressure brings dry, fine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Amount of Sunshine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Sunshine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Sunshine recorder: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glass ball focuses the rays of the Sun and burns a line on a paper card.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Sunshine is given in hours per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Amount of Sunshine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has many hours of sunshine in the dry season and fewer in the cloudy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from the north-east. What is its name as a wind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north-easterly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Humidity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Air 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it comes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Hygrometer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L'hygromètre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direction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direction du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speed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vitesse du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Sunshine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L'ensoleillement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L'isobare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Weather Elements: Humidity, Wind, Pressure and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humidity and relative humidity, and name their instrument. Describe how wind direction and wind speed are measured. Define atmospheric pressure and sunshine and name their instruments.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observe the humidity, wind and sky and predict simple changes in the weather around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Atmospheric Humidity; Wind Direction; Wind Speed; Atmospheric Pressure; Amount of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condensation.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drying in August and January.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hang a piece of cloth on a stick.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low pressure brings rain.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“Bright Blue Home” by Clav, CC BY-NC-SA 2.0, via Flickr (https://www.flickr.com/photos/37005711@N00/2797194021)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(Instrument): “Sling hydrometer used on 1953 Mount Everest expedition” by G H Zeal Limited, CC BY-NC-SA 4.0, via sciencemuseum (https://collection.sciencemuseumgroup.org.uk/objects/co8593941/sling-hydrometer-used-on-1953-mount-everest-expedition)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(Anemometer): “3-cup anemometer installed at Thomas More College measures horizontal ” by FondriestEnv, CC BY-NC 2.0, via Flickr (https://www.flickr.com/photos/67593579@N07/6334536635)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2026-09-29T03:12:25Z</dcterms:created>
  <dcterms:modified xsi:type="dcterms:W3CDTF">2026-09-29T03:12:25Z</dcterms:modified>
</cp:coreProperties>
</file>