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39: The Hydrological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Circulation of Water in Nature, and the sub-topic is The Hydrological Cycle. The key notions we shall use today are: evaporation, transpiration, condensation, precipitation, infiltration. At the end, you should be able to do this: learners are able to explain where the water of rivers, wells and rain comes from, and why protecting trees and soils helps to keep water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38: Factors of Temperature. The question was: Put a little water in a bowl in the sun in the morning. In the evening, check how much water is left and write where you think the missing water went.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Some water is missing: it went into the air as water vapour. The Sun heated the water and it evaporated.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hydrological cycle and name its components. Number 2: draw and explain a labelled diagram of the hydrological cycle. Number 3: explain the drainage basin as an open system with inputs, stores, transfers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Evaporation turns liquid water into water vapour. Condensation turns water vapour into droplets that form clouds. Precipitation is water falling from clouds.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the Benue at Garoua is shallow with many sandbanks. In September, after months of rain, the river is wide and full. Mohamadou asks: "Where does all this water come from, and where does it go afterwards?"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Mohamadou does not know where the river water comes from and where it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is the Benue full?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September, after the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river water finally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the sea (the Atlantic Ocean, through the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water sources because all water is part of one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journey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water cycle.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sea water heated by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evaporates and becomes water vapour.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river after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rain water reach the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runs over the ground (runoff) or flows through the soil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inputs, stores and outputs.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input of water to a drainage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Precipitation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Name one output.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(or river flow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Hydrological cycle and Evaporation.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Transpiration and Evapotranspiration.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Components of the Hydrological Cycle. The hydrological cycle has the following components. Copy the point on Evaporation and transpiration on the left, then draw the diagram on the right: the hydrological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Components of the Hydrological Cycle. On this slide we have Condensation, Precipitation and Infiltration and groundwater flow.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Components of the Hydrological Cycle. On this slide we have Surface runoff.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Flow Diagram as an Open System. The drainage basin works as an open system as follows. Copy the point on Inputs on the left, then draw the diagram on the right: the drainage basin as an open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Flow Diagram as an Open System. On this slide we have Stores and Transfers.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Flow Diagram as an Open System. On this slide we have Outputs and Open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evaporation?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changing into vapour.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drainage basin an open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enters (rain) and leaves (evaporation, rivers).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evaporation; number 2, runoff; number 3,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grandparents or an elder whether the dry season is hotter or longer today than when they were young. Write down what they say.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40: Global Warming.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39: THE HYDROLOGICAL CYCLE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Hydrological Cycle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Circulation of Water in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39: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Evaporation, transpiration, condensation, precipitation, infiltration.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(definition and components); the flow diagram as an open system; diagram of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where the water of rivers, wells and rain comes from, and why protecting trees and soils helps to keep water available.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38: Factors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little water in a bowl in the sun in the morning. In the evening, check how much water is left and write where you think the missing water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water is missing: it went into the air as water vapour. The Sun heated the water and it evaporated.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hydrological cycle and name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explain a labelled diagram of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drainage basin as an open system with inputs, stores, transfers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Evaporation turns liquid water into water vapour.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Condensation turns water vapour into droplets that form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water falling from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Benue at Garoua is shallow with many sandbanks. In September, after months of rain, the river is wide and full. Mohamadou asks: "Where does all this water come from, and where does it go afterwards?"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Mohamadou does not know where the river water comes from and where it goes.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Benue full?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after the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river water finally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sea (the Atlantic Ocean, through 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water sources because all water is part of one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journey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water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sea water heated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evaporates and becomes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after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rain water reach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runs over the ground (runoff) or flows through the soil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Inputs, stores and outputs.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input of water to a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output.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(or river flow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Circulation of Water in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movement of water between the sea, the atmosphere and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liquid water into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loss of water vapour by plants through their leaves.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loss of water by evaporation and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Components of the Hydrological Cycle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hydrological cycle has the following components: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Evaporation and transpiration: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Sun heats seas, lakes, rivers and plants, and water rises as vapour.</a:t>
            </a:r>
            <a:endParaRPr lang="en-US" sz="3600" dirty="0"/>
          </a:p>
        </p:txBody>
      </p:sp>
      <p:pic>
        <p:nvPicPr>
          <p:cNvPr id="5" name="Image 0" descr="/home/claude/f4/img/v2/water_cycle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hydrological cycle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Components of the Hydrological Cycle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vapour rises, cools and forms clouds.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falls from the clouds as rain, hail or snow.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Infiltration and groundwater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water sinks into the soil and rocks and moves slowly underground.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Components of the Hydrological Cycle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Surface runoff: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water flows over the ground into rivers, which carry it back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Flow Diagram as an Open System</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drainage basin works as an open system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enters the basin as precipitation.</a:t>
            </a:r>
            <a:endParaRPr lang="en-US" sz="3600" dirty="0"/>
          </a:p>
        </p:txBody>
      </p:sp>
      <p:pic>
        <p:nvPicPr>
          <p:cNvPr id="5" name="Image 0" descr="/home/claude/f4/img/v2/open_system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drainage basin as an open 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Flow Diagram as an Open System</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stored on plants (interception), on the surface, in the soil, in rocks, in lakes and in rivers.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Transfers: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moves by infiltration, throughflow, groundwater flow and surface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Flow Diagram as an Open System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leaves the basin by evapotranspiration and by river flow to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called open because water enters and leaves it, unlike the global cycle, which is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changing into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drainage basin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enters (rain) and leaves (evaporation,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changing into vapour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flowing on the ground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falling from clouds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grandparents or an elder whether the dry season is hotter or longer today than when they were young.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Groundwater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souterraine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Circulation of Water in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39: The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hydrological cycle and name its components. Draw and explain a labelled diagram of the hydrological cycle. Explain the drainage basin as an open system with inputs, stores, transfers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where the water of rivers, wells and rain comes from, and why protecting trees and soils helps to keep water available.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Components of the Hydrological Cycle; The Flow Diagram as an Open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grandparents or an elder whether the dry season is hotter or longer today than when they were young. Write down what they say.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boil water and hold a cold lid over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water after a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boxes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2026-09-28T17:19:56Z</dcterms:created>
  <dcterms:modified xsi:type="dcterms:W3CDTF">2026-09-28T17:19:56Z</dcterms:modified>
</cp:coreProperties>
</file>