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39: The Hydrological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3: Weather and Climate — Adaptation to Climatic Excesses.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Circulation of Water in Nature, and the sub-topic is The Hydrological Cycle. The key notions we shall use today are: evaporation, transpiration, condensation, precipitation, infiltration. At the end, you should be able to do this: learners are able to explain where the water of rivers, wells and rain comes from, and why protecting trees and soils helps to keep water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38: Factors of Temperature. The question was: Put a little water in a bowl in the sun in the morning. In the evening, check how much water is left and write where you think the missing water went.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Some water is missing: it went into the air as water vapour. The Sun heated the water and it evaporated.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the hydrological cycle and name its components. Number 2: draw and explain a labelled diagram of the hydrological cycle. Number 3: explain the drainage basin as an open system with inputs, stores, transfers and outputs.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Evaporation turns liquid water into water vapour. Condensation turns water vapour into droplets that form clouds. Precipitation is water falling from clouds.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March, the Benue at Garoua is shallow with many sandbanks. In September, after months of rain, the river is wide and full. Mohamadou asks: "Where does all this water come from, and where does it go afterwards?"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Mohamadou does not know where the river water comes from and where it goes.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When is the Benue full?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 September, after the rains.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Where does the river water finally go?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To the sea (the Atlantic Ocean, through the Niger).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water sources because all water is part of one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journey of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the water cycle.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happens to sea water heated by the Sun?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evaporates and becomes water vapour.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river after rain.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does rain water reach the river?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runs over the ground (runoff) or flows through the soil and rocks.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inputs, stores and outputs.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the input of water to a drainage basin?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Precipitation (rain).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Name one output.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Evaporation (or river flow to the sea).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Hydrological cycle and Evaporation.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Transpiration and Evapotranspiration.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Components of the Hydrological Cycle. The hydrological cycle has the following components. Copy the point on Evaporation and transpiration on the left, then draw the diagram on the right: the hydrological cycle.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Components of the Hydrological Cycle. On this slide we have Condensation, Precipitation and Infiltration and groundwater flow.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Components of the Hydrological Cycle. On this slide we have Surface runoff.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Flow Diagram as an Open System. The drainage basin works as an open system as follows. Copy the point on Inputs on the left, then draw the diagram on the right: the drainage basin as an open system.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Flow Diagram as an Open System. On this slide we have Stores and Transfers.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Flow Diagram as an Open System. On this slide we have Outputs and Open system.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evaporation?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water changing into vapour.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is a drainage basin an open system?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water enters (rain) and leaves (evaporation, rivers).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evaporation; number 2, runoff; number 3, precipitation.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Ask your grandparents or an elder whether the dry season is hotter or longer today than when they were young. Write down what they say.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40: Global Warming.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39: THE HYDROLOGICAL CYCLE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gif"/><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39</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Hydrological Cycle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Weather and Climate — Adaptation to Climatic Excesses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Circulation of Water in Nature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Hydrological Cycle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39: The Hydrological Cycle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Evaporation, transpiration, condensation, precipitation, infiltration.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(definition and components); the flow diagram as an open system; diagram of the hydrological cycle.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where the water of rivers, wells and rain comes from, and why protecting trees and soils helps to keep water available.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38: Factors of Temperature):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Put a little water in a bowl in the sun in the morning. In the evening, check how much water is left and write where you think the missing water went.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Some water is missing: it went into the air as water vapour. The Sun heated the water and it evaporated.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the hydrological cycle and name its components.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Draw and explain a labelled diagram of the hydrological cycle.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drainage basin as an open system with inputs, stores, transfers and outputs.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Evaporation turns liquid water into water vapour.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Condensation turns water vapour into droplets that form clouds.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Precipitation is water falling from clouds.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March, the Benue at Garoua is shallow with many sandbanks. In September, after months of rain, the river is wide and full. Mohamadou asks: "Where does all this water come from, and where does it go afterwards?"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Mohamadou does not know where the river water comes from and where it goes.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is the Benue full?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September, after the rains.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river water finally go?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the sea (the Atlantic Ocean, through the Niger).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water sources because all water is part of one cycle.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journey of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water_cycle.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water cycle.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sea water heated by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evaporates and becomes water vapour.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muddyriver.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river after rain.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rain water reach the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runs over the ground (runoff) or flows through the soil and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AN OPEN SYSTEM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open_system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Inputs, stores and outputs.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AN OPEN SYSTEM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input of water to a drainage basin?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AN OPEN SYSTEM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Precipitation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AN OPEN SYSTEM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output.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AN OPEN SYSTEM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Evaporation (or river flow to the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Circulation of Water in Nature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Hydrological Cycle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39: The Hydrological Cycle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Hydrological cycle: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continuous movement of water between the sea, the atmosphere and the land.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Evaporation: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change of liquid water into water vapour.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Transpiration: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loss of water vapour by plants through their leaves.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Evapotranspiration: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total loss of water by evaporation and transpiration.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Components of the Hydrological Cycle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hydrological cycle has the following components: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Evaporation and transpiration: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Sun heats seas, lakes, rivers and plants, and water rises as vapour.</a:t>
            </a:r>
            <a:endParaRPr lang="en-US" sz="3600" dirty="0"/>
          </a:p>
        </p:txBody>
      </p:sp>
      <p:pic>
        <p:nvPicPr>
          <p:cNvPr id="5" name="Image 0" descr="/home/claude/f4/img/v2/water_cycle_last.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hydrological cycle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Components of the Hydrological Cycle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Condensation: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water vapour rises, cools and forms clouds.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Precipitation: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falls from the clouds as rain, hail or snow.</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Infiltration and groundwater flow: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Some water sinks into the soil and rocks and moves slowly underground.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Components of the Hydrological Cycle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Surface runoff: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Some water flows over the ground into rivers, which carry it back to the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Flow Diagram as an Open System</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drainage basin works as an open system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Inputs: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Water enters the basin as precipitation.</a:t>
            </a:r>
            <a:endParaRPr lang="en-US" sz="3600" dirty="0"/>
          </a:p>
        </p:txBody>
      </p:sp>
      <p:pic>
        <p:nvPicPr>
          <p:cNvPr id="5" name="Image 0" descr="/home/claude/f4/img/v2/open_system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drainage basin as an open system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Flow Diagram as an Open System</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Stores: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is stored on plants (interception), on the surface, in the soil, in rocks, in lakes and in rivers.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Transfers: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moves by infiltration, throughflow, groundwater flow and surface runoff.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Flow Diagram as an Open System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Outputs: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leaves the basin by evapotranspiration and by river flow to the sea.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Open system: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called open because water enters and leaves it, unlike the global cycle, which is closed.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evaporation?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changing into vapour.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a drainage basin an open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enters (rain) and leaves (evaporation,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Water changing into vapour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Water flowing on the ground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Rain falling from clouds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your grandparents or an elder whether the dry season is hotter or longer today than when they were young. Write down what they say.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40: Global Warming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Water cycle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cycle de l'eau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Evaporation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L'évaporation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Transpiration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transpiration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Infiltration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L'infiltration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Runoff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ruissellement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Groundwater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nappe souterraine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Input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L'entrée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Output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sortie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Circulation of Water in Nature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39: The Hydrological Cycle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hydrological cycle and name its components. Draw and explain a labelled diagram of the hydrological cycle. Explain the drainage basin as an open system with inputs, stores, transfers and outputs.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where the water of rivers, wells and rain comes from, and why protecting trees and soils helps to keep water available.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Meaning: Components of the Hydrological Cycle; The Flow Diagram as an Open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Ask your grandparents or an elder whether the dry season is hotter or longer today than when they were young. Write down what they say.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1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boil water and hold a cold lid over it.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water after a storm.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three boxes on the board.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Module 3: Weather and Climate.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(f4.docx),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“Parana River Floodplain, Northern Argentina (NASA, International Space” by NASA's Marshall Space Flight Center, CC BY-NC 2.0, via nasa (https://www.flickr.com/photos/28634332@N05/5684050889)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2026-09-28T21:14:21Z</dcterms:created>
  <dcterms:modified xsi:type="dcterms:W3CDTF">2026-09-28T21:14:21Z</dcterms:modified>
</cp:coreProperties>
</file>