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Circulation of Water in Nature, and the sub-topic is The Hydrological Cycle. The key notions we shall use today are: evaporation, transpiration, condensation, precipitation, infiltration. At the end, you should be able to do this: learners are able to explain where the water of rivers, wells and rain comes from, and why protecting trees and soils helps to keep water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Factors of Temperature. The question was: Name the four main stages of the water cycle.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Evaporation, condensation, precipitation and runoff.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hydrological cycle and name its components. Number 2: draw and explain a labelled diagram of the hydrological cycle. Number 3: explain the drainage basin as an open system with inputs, stores, transfers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Evaporation turns liquid water into water vapour. Condensation turns water vapour into droplets that form clouds. Precipitation is water falling from clouds.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Benue at Garoua is shallow with many sandbanks. In September, after months of rain, the river is wide and full. Mohamadou asks: "Where does all this water come from, and where does it go afterwards?"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Mohamadou does not know where the river water comes from and where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Benue full?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September, after the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river water finally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the sea (the Atlantic Ocean, through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water sources because all water is part of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journey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sea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evaporates and becomes water vapour.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rain water reach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runs over the ground (runoff) or flows through the soil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inputs, stores and outputs.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input of water to a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Precipitation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Name one output.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(or river flow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Hydrological cycle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Transpiration and Evapotranspiration.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Components of the Hydrological Cycle. The hydrological cycle has the following components. Copy the point on Evaporation and transpiration on the left, then draw the diagram on the right: the hydrological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Components of the Hydrological Cycle. On this slide we have Condensation, Precipitation and Infiltration and groundwater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Components of the Hydrological Cycle. On this slide we have Surface runoff.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Flow Diagram as an Open System. The drainage basin works as an open system as follows. Copy the point on Inputs on the left, then draw the diagram on the right: the drainage basin as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Flow Diagram as an Open System. On this slide we have Stores and Transfers.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Flow Diagram as an Open System. On this slide we have Outputs and Open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evaporation?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changing into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drainage basin an open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enters (rain) and leaves (evaporation,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runoff; number 3,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greenhouse gases.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Global Warming.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39: THE HYDROLOGICAL CYCLE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Circulation of Water in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Evaporation, transpiration, condensation, precipitation, infiltration.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components); the flow diagram as an open system; diagram of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Factors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stages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hydrological cycle and name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explain a labelled diagram of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basin as an open system with inputs, stores, transfers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turns liquid water into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turns water vapour into droplets that form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Benue at Garoua is shallow with many sandbanks. In September, after months of rain, the river is wide and full. Mohamadou asks: "Where does all this water come from, and where does it go afterwards?"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Mohamadou does not know where the river water comes from and where it goes.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full?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after the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river water finally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sea (the Atlantic Ocean, through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water sources because all water is part of one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journey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sea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evaporates and becomes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rain water reach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over the ground (runoff) or flows through the soil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stores and outputs.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input of water to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(or river flow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Circulation of Water in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water between the sea, the atmosphere and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liquid water into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loss of water vapour by plants through their leaves.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by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hydrological cycle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Evaporation and transpiration: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seas, lakes, rivers and plants, and water rises as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hydrological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vapour rises, cools and forms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falls from the clouds as rain, hail or snow.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and groundwater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sinks into the soil and rocks and moves slowly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flows over the ground into rivers, which carry it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drainage basin works as an open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enters the basin as precipitation.</a:t>
            </a:r>
            <a:endParaRPr lang="en-US" sz="3600" dirty="0"/>
          </a:p>
        </p:txBody>
      </p:sp>
      <p:pic>
        <p:nvPicPr>
          <p:cNvPr id="5" name="Image 0" descr="/home/claude/f4/img/v2/open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drainage basin as an open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stored on plants (interception), on the surface, in the soil, in rocks, in lakes and in rivers.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moves by infiltration, throughflow, groundwater flow and surface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leaves the basin by evapotranspiration and by river flow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called open because water enters and leaves it, unlike the global cycle, which is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changing into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drainage basin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(rain) and leaves (evaporation,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changing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flowing on the ground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falling from clouds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sortie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Circulation of Water in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hydrological cycle and name its components. Draw and explain a labelled diagram of the hydrological cycle. Explain the drainage basin as an open system with inputs, stores, transfers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Components of the Hydrological Cycle; The Flow Diagram as an Open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greenhouse gases.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boil water and hold a cold lid over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water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boxes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2026-09-29T03:12:27Z</dcterms:created>
  <dcterms:modified xsi:type="dcterms:W3CDTF">2026-09-29T03:12:27Z</dcterms:modified>
</cp:coreProperties>
</file>