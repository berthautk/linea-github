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Circulation of Water in Nature, and the sub-topic is The Hydrological Cycle. The key notions we shall use today are: evaporation, transpiration, condensation, precipitation, infiltration. At the end, you should be able to do this: learners are able to explain where the water of rivers, wells and rain comes from, and why protecting trees and soils helps to keep water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Factors of Temperature. The question was: Put a little water in a bowl in the sun in the morning. In the evening, check how much water is left and write where you think the missing water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water is missing: it went into the air as water vapour. The Sun heated the water and it evaporated.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and name its components. Number 2: draw and explain a labelled diagram of the hydrological cycle. Number 3: explain the drainage basin as an open system with inputs, stores, transfers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turns liquid water into water vapour. Condensation turns water vapour into droplets that form clouds. Precipitation is water falling from clouds.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Benue at Garoua is shallow with many sandbanks. In September, after months of rain, the river is wide and full. Mohamadou wonders where the water goes and comes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Mohamadou does not know where the water of the Benue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river full?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water sources because all water is part of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journey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journey of water.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steps of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condensation, precipitation,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rain water reach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runs on the ground (runoff) or flows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drainage basin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Name two outputs.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 rain. Outputs: evaporation and river flow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hydrological cycle is defined as follows. On this slide we have Hydrological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The cycle has the following components. On this slide we have Evaporation and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On this slide we have Precipitation and Runoff and infiltration.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hydrological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Hydrological Cycle as an Open System. A drainage basin works as an open system as follows. On this slide we have Input and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Hydrological Cycle as an Open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evaporation?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changing into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(rain) and leaves (evaporation,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runoff; number 3,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grandparents or an elder whether the dry season is hotter or longer today than when they were young. Write down what they say.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Circulation of Water in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condensation, precipitation,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components); the flow diagram as an open system; diagram of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Factors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little water in a bowl in the sun in the morning. In the evening, check how much water is left and write where you think the missing water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is missing: it went into the air as water vapour. The Sun heated the water and it evaporated.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 and name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explain a labelled diagram of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basin as an open system with inputs, stores, transfers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turns liquid water into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turns water vapour into droplets that form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Benue at Garoua is shallow with many sandbanks. In September, after months of rain, the river is wide and full. Mohamadou wonders where the water goes and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Mohamadou does not know where the water of the Benue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river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water sources because all water is part of one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journey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water reach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HYDROLOGICAL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on the ground (runoff) or flows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Name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 rain. Outputs: evaporation and river flow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Circulation of Water in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Hydrological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from the sea to the air, to the land and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Hydrological Cycle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Components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cycle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heats the water of seas, lakes and rivers and turns it into vapour.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vapour cools and forms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Hydrological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Components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falls from the clouds as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and 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flows over the ground to rivers or sinks into the soil and returns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Hydrological Cycle</a:t>
            </a:r>
            <a:endParaRPr lang="en-US" sz="3600" dirty="0"/>
          </a:p>
        </p:txBody>
      </p:sp>
      <p:pic>
        <p:nvPicPr>
          <p:cNvPr id="4" name="Image 0" descr="/home/claude/f4/img/v2/water_cycle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hydrological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Hydrological Cycle as an Open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drainage basin works as an open 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the basin as precipitation.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stored in the soil, lakes, rivers, plants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Hydrological Cycle as an Open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the basin by evaporation and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Hydrological Cycle as an Open System</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changing into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(rain) and leaves (evaporation,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changing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flowing on the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falling from clouds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grandparents or an elder whether the dry season is hotter or longer today than when they were young.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Circulation of Water in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and name its components. Draw and explain a labelled diagram of the hydrological cycle. Explain the drainage basin as an open system with inputs, stores, transfers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Components; The Hydrological Cycle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grandparents or an elder whether the dry season is hotter or longer today than when they were young. Write down what they say.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sea, a cloud, rain and a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Benue in September.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2026-09-27T13:44:44Z</dcterms:created>
  <dcterms:modified xsi:type="dcterms:W3CDTF">2026-09-27T13:44:44Z</dcterms:modified>
</cp:coreProperties>
</file>