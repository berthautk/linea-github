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Circulation of Water in Nature, and the sub-topic is The Hydrological Cycle. The key notions we shall use today are: evaporation, transpiration, condensation, precipitation, infiltration. At the end, you should be able to do this: learners are able to explain where the water of rivers, wells and rain comes from, and why protecting trees and soils helps to keep water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Factors of Temperature. The question was: Name the four main stages of the water cycle.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Evaporation, condensation, precipitation and runoff.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and name its components. Number 2: draw and explain a labelled diagram of the hydrological cycle. Number 3: explain the drainage basin as an open system with inputs, stores, transfers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turns liquid water into water vapour. Condensation turns water vapour into droplets that form clouds. Precipitation is water falling from clouds.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Benue at Garoua is shallow with many sandbanks. In September, after months of rain, the river is wide and full. Mohamadou asks: "Where does all this water come from, and where does it go afterwards?"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Mohamadou does not know where the river water comes from and where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full?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September, after the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river water finally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sea (the Atlantic Ocean, through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water sources because all water is part of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journey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sea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evaporates and becomes water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rain water reach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runs over the ground (runoff) or flows through the soil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of water to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one output.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(or river flow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Hydrological cycle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Transpiration and Evapotranspiration.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Components of the Hydrological Cycle. The hydrological cycle has the following components. Copy the point on Evaporation and transpiration on the left, then draw the diagram on the right: the hydrological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Condensation, Precipitation and Infiltration and groundwater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Surface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Flow Diagram as an Open System. The drainage basin works as an open system as follows. Copy the point on Inputs on the left, then draw the diagram on the right: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Stores and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Outputs and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evaporation?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changing into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(rain) and leaves (evaporation,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runoff; number 3,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greenhouse gases.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Circulation of Water in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condensation, precipitation,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components); the flow diagram as an open system; diagram of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Factors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stages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 and name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explain a labelled diagram of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basin as an open system with inputs, stores, transfers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turns liquid water into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turns water vapour into droplets that form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Benue at Garoua is shallow with many sandbanks. In September, after months of rain, the river is wide and full. Mohamadou asks: "Where does all this water come from, and where does it go afterwards?"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Mohamadou does not know where the river water comes from and where it goes.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after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river water finally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sea (the Atlantic Ocean, through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water sources because all water is part of one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journey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sea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evaporates and becomes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water reach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over the ground (runoff) or flows through the soil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of water to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(or river flow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Circulation of Water in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sea, the atmosphere and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loss of water vapour by plants through their leaves.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by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hydrological cycle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seas, lakes, rivers and plants, and water rises as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hydrological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vapour rises, cools and forms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falls from the clouds as rain, hail or snow.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and groundwater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sinks into the soil and rocks and moves slowly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flows over the ground into rivers, which carry it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drainage basin works as an open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the basin as precipitation.</a:t>
            </a:r>
            <a:endParaRPr lang="en-US" sz="3600" dirty="0"/>
          </a:p>
        </p:txBody>
      </p:sp>
      <p:pic>
        <p:nvPicPr>
          <p:cNvPr id="5" name="Image 0" descr="/home/claude/f4/img/v2/open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stored on plants (interception), on the surface, in the soil, in rocks, in lakes and in 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by infiltration, throughflow, groundwater flow and surface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the basin by evapotranspiration and by river flow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called open because water enters and leaves it, unlike the global cycle, which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changing into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(rain) and leaves (evaporation,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changing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flowing on the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falling from clouds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Circulation of Water in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and name its components. Draw and explain a labelled diagram of the hydrological cycle. Explain the drainage basin as an open system with inputs, stores, transfers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Components of the Hydrological Cycle; The Flow Diagram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boil water and hold a cold lid over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2026-10-02T05:14:02Z</dcterms:created>
  <dcterms:modified xsi:type="dcterms:W3CDTF">2026-10-02T05:14:02Z</dcterms:modified>
</cp:coreProperties>
</file>