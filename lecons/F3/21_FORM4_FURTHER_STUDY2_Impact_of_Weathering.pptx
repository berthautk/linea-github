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2: The Impact of Weathering on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Weathering Processes: The Products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Weathering Processes: The Products and Impacts on Man. The key notions we shall use today are: soil formation, regolith, mineral deposits, mass movement, leaching. At the end, you should be able to do this: learners are able to explain how weathering gives soils and resources, and to take simple measures against rockfalls and the decay of buildings.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17: Chemical Weathering Processes and Products. The question was: Ask a farmer in your family where the soil of his farm comes from, and ask if he has seen rocks fall or roads blocked after heavy rain. Write his answers.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soil comes from the weathering of the rocks under and around the farm, mixed with rotting plants. After heavy rain, rocks and soil can slide and block roads (landslides).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positive impacts of weathering. Number 2: explain the negative impacts of weathering. Number 3: suggest measures to reduce the negative impacts.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Physical weathering breaks rocks into pieces. Chemical weathering changes the minerals of rocks. Hydrolysis changes feldspar into clay.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Djaouro's uncle says that the rich soil of his farm came from rocks that broke down over thousands of years. But last rainy season, weathered rocks and soil slid from a hill and blocked the road to his farm. Djaouro asks: "Is weathering good or bad for our environment?"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Djaouro does not know whether weathering is useful or harmful.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Give one good effect of weathering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formed the rich soil of the farm.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Give one bad effect.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Rocks and soil slid and blocked the 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plant trees and grass to hold the soil and build with good drains.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good and bad effects of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soil profile.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does weathering make soil?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Rocks break down into small pieces that mix with humus.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landslide.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 landslides often happen after heavy rain?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weathered soil becomes wet and heavy and slides down the slope.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terraces on a slope.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 these steps protect the slope?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slow down the water and hold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Soil.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Mass movement and Landslide.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Positive Impacts of Weathering. Weathering has the following positive impacts on the environment. Copy the point on Soil formation on the left, then draw the diagram on the right: a soil profile.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Minerals on the left, then draw the diagram on the right: bauxite.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Positive Impacts of Weathering. On this slide we have Building materials and Landforms and tourism.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Negative Impacts of Weathering. Weathering has the following negative impacts on the environment. Copy the point on Mass movement on the left, then draw the diagram on the right: a landslide.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Damage to buildings and monuments on the left, then draw the diagram on the right: a damaged wall.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Negative Impacts of Weathering. On this slide we have Loss of soil fertility and Hard crusts.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Measures against the Negative Impacts. The negative impacts can be reduced with the following measures. On this slide we have Plant cover.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Terraces on the left, then draw the diagram on the right: terraces.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Measures against the Negative Impacts. On this slide we have Good buildings and Regular repairs.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one positive impact of weathering.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makes soil.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measure against landslides.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plant trees on slopes (or build terraces).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soil; number 2, landslide; number 3, terraces.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Watch the Benue or a stream near your home. Write how fast the water flows, what it carries, and whether it is wide or narrow.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18: Action of Rivers on the Landscape.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FURTHER STUDY 2: THE IMPACT OF WEATHERING ON THE ENVIRONMENT</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Impact of Weathering on the Environment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Weathering Processes: The Products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Weathering Processes: The Products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2: The Impact of Weathering on the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formation, regolith, mineral deposits, mass movement, leaching.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Positive impacts of weathering (soils, minerals, landforms) and negative impacts (mass movement, damage to buildings, loss of soil fertility).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weathering gives soils and resources, and to take simple measures against rockfalls and the decay of buildings.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17: Chemical Weathering Processes and Products):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 farmer in your family where the soil of his farm comes from, and ask if he has seen rocks fall or roads blocked after heavy rain. Write his answers.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 comes from the weathering of the rocks under and around the farm, mixed with rotting plants. After heavy rain, rocks and soil can slide and block roads (landslides).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positive impacts of weathering.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negative impacts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Suggest measures to reduce the negative impacts.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Physical weathering breaks rocks into pieces.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Chemical weathering changes the minerals of rocks.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Hydrolysis changes feldspar into clay.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Djaouro's uncle says that the rich soil of his farm came from rocks that broke down over thousands of years. But last rainy season, weathered rocks and soil slid from a hill and blocked the road to his farm. Djaouro asks: "Is weathering good or bad for our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Djaouro does not know whether weathering is useful or harmful.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good effect of weathering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formed the rich soil of the farm.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bad effect.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Rocks and soil slid and blocked the road.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and grass to hold the soil and build with good drains.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good and bad effects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POSITIVE IMPACTS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oil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soil profile.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POSITIVE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weathering make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POSITIVE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Rocks break down into small pieces that mix with humus.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NEGATIVE IMPACTS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landslid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landslide.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NEGATIVE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landslides often happen after heavy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NEGATIVE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weathered soil becomes wet and heavy and slides down the slope.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MEASURES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terrac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Terraces on a slope.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MEASURES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these steps protect the slope?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MEASURES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slow down the water and hold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Weathering Processes: The Products and Impacts on Man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Further Study 2: The Impact of Weathering on the Environment</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loose top layer of the land, made of weathered rock, humus, air and water, where plants grow.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Mass movement: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movement of soil and rock down a slope under the force of gravity.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Landslide: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sudden sliding of soil and rocks down a slope.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Positive Impacts of Weathering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Weathering has the following positive impacts on the environment:</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Soil formation: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Weathering produces the soils used for farming and for forests.</a:t>
            </a:r>
            <a:endParaRPr lang="en-US" sz="3600" dirty="0"/>
          </a:p>
        </p:txBody>
      </p:sp>
      <p:pic>
        <p:nvPicPr>
          <p:cNvPr id="5" name="Image 0" descr="/home/claude/f4/img/v2/soil_profile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soil profile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Positive Impacts of Weathering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Minerals: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Weathering concentrates useful minerals, such as the bauxite of Minim-Martap.</a:t>
            </a:r>
            <a:endParaRPr lang="en-US" sz="3600" dirty="0"/>
          </a:p>
        </p:txBody>
      </p:sp>
      <p:pic>
        <p:nvPicPr>
          <p:cNvPr id="5" name="Image 0" descr="/home/claude/f4/img/v2/lsa_bauxite.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bauxite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Positive Impacts of Weathering</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Building materials: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Weathering produces sand, gravel, clay and laterite used for building.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Landforms and tourism: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Weathering shapes caves, inselbergs and rock domes that attract tourists.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Negative Impacts of Weathering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Weathering has the following negative impacts on the environment:</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Mass movement: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Weathered material slides down slopes, blocks roads and destroys houses and farms.</a:t>
            </a:r>
            <a:endParaRPr lang="en-US" sz="3200" dirty="0"/>
          </a:p>
        </p:txBody>
      </p:sp>
      <p:pic>
        <p:nvPicPr>
          <p:cNvPr id="5" name="Image 0" descr="/home/claude/f4/img/v2/f4_landslide.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landslide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Negative Impacts of Weathering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Damage to buildings and monuments: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Weathering cracks walls, bridges, roads, tombs and monuments.</a:t>
            </a:r>
            <a:endParaRPr lang="en-US" sz="3600" dirty="0"/>
          </a:p>
        </p:txBody>
      </p:sp>
      <p:pic>
        <p:nvPicPr>
          <p:cNvPr id="5" name="Image 0" descr="/home/claude/f4/img/v2/f4_oldwall.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damaged wall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Negative Impacts of Weathering</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Loss of soil fertility: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hot, wet areas, heavy rain washes plant food out of deeply weathered soils (leaching).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Hard crusts: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Oxidation can form hard lateritic crusts that are difficult to farm.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Measures against the Negative Impacts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negative impacts can be reduced with the following measures: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Plant cover: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and grass hold the soil on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Measures against the Negative Impacts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Terraces: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Terraces slow down running water on slopes.</a:t>
            </a:r>
            <a:endParaRPr lang="en-US" sz="3600" dirty="0"/>
          </a:p>
        </p:txBody>
      </p:sp>
      <p:pic>
        <p:nvPicPr>
          <p:cNvPr id="5" name="Image 0" descr="/home/claude/f4/img/v2/f4_terraces.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terraces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Measures against the Negative Impacts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Good buildings: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Durable materials, good foundations and drains protect buildings and tombs.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Regular repairs: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Walls, tombs and monuments are repaired and painted regularly.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positive impact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makes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measure against landslides.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on slopes (or build terraces).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Weathering helps to form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Soil sliding down a slope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Steps built on a hillside are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 the Benue or a stream near your home. Write how fast the water flows, what it carries, and whether it is wide or narrow.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18: Action of Rivers on the Landscape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Humus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L'humus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Bedrock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roche mère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Landslide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glissement de terrain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Rockfall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L'éboulement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Leaching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lessivage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Bauxite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bauxite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Fertility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fertilité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2: The Impact of Weathering on the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positive impacts of weathering. Explain the negative impacts of weathering. Suggest measures to reduce the negative impacts.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weathering gives soils and resources, and to take simple measures against rockfalls and the decay of buildings.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Positive Impacts of Weathering; Negative Impacts of Weathering; Measures against the Negative Impacts.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Watch the Benue or a stream near your home. Write how fast the water flows, what it carries, and whether it is wide or narrow.</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dig a small pit in the school garden.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a landslide seen on the news.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terraces of the Mandara Mountains.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“Siuslaw National Forest, landslide, road failure.jpg” by Forest Service Pacific Northwest Region, Public domain 1.0, via Flickr (https://www.flickr.com/photos/135886671@N08/36218241110)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“Terraced Hillside” by AdamCohn, CC BY-NC-ND 2.0, via Flickr (https://www.flickr.com/photos/96142515@N00/6311042523)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(Minerals): “Bauxite mine near Itea, Greece” by Jason-Morrison, CC BY-NC 2.0, via Flickr (https://www.flickr.com/photos/8998833@N07/929316608)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(Damage to buildings and monuments): “Cracked wall” by árticotropical, CC BY 2.0, via Flickr (https://www.flickr.com/photos/8581973@N02/521943309)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2026-09-28T21:14:15Z</dcterms:created>
  <dcterms:modified xsi:type="dcterms:W3CDTF">2026-09-28T21:14:15Z</dcterms:modified>
</cp:coreProperties>
</file>