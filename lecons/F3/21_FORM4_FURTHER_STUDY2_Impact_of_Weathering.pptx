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The Impact of Weathering on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The Products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The Products and Impacts on Man. The key notions we shall use today are: soil formation, regolith, mineral deposits, mass movement, leaching. At the end, you should be able to do this: learners are able to explain how weathering gives soils and resources, and to take simple measures against rockfalls and the decay of buildings.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Chemical Weathering Processes and Products. The question was: Give one positive impact of weathering.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forms soils (also minerals and building materials).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positive impacts of weathering. Number 2: explain the negative impacts of weathering. Number 3: suggest measures to reduce the negative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Physical weathering breaks rocks into pieces. Chemical weathering changes the minerals of rocks. Hydrolysis changes feldspar into clay.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Djaouro's uncle says that the rich soil of his farm came from rocks that broke down over thousands of years. But last rainy season, weathered rocks and soil slid from a hill and blocked the road to his farm. Djaouro asks: "Is weathering good or bad for our environment?"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Djaouro does not know whether weathering is useful or harmful.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good effect of weathering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formed the rich soil of the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bad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Rocks and soil slid and blocked the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grass to hold the soil and build with good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good and bad effects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weathering make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Rocks break down into small pieces that mix with humus.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landslide.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landslides often happen after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weathered soil becomes wet and heavy and slides down the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terraces on a slope.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these steps protect the slope?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slow down the water and hold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Mass movement and Landslide.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Impacts of Weathering. Weathering has the following positive impacts on the environment. Copy the point on Soil formation on the left, then draw the diagram on the right: a soil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Minerals on the left, then draw the diagram on the right: bauxite.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Impacts of Weathering. On this slide we have Building materials and Landforms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Impacts of Weathering. Weathering has the following negative impacts on the environment. Copy the point on Mass movement on the left, then draw the diagram on the right: a landslide.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Damage to buildings and monuments on the left, then draw the diagram on the right: a damaged wall.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Impacts of Weathering. On this slide we have Loss of soil fertility and Hard crusts.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against the Negative Impacts. The negative impacts can be reduced with the following measures. On this slide we have Plant cover.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Terraces on the left, then draw the diagram on the right: terraces.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against the Negative Impacts. On this slide we have Good buildings and Regular repairs.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positive impact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makes 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measure against landslides.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on slopes (or build terraces).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soil; number 2, landslide; number 3, terraces.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courses of a river.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Action of Rivers on the Landscape.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2: THE IMPACT OF WEATHERING ON THE ENVIRONMENT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Weathering on the Environment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The Products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The Products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The Impact of Weathering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formation, regolith, mineral deposits, mass movement, leaching.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impacts of weathering (soils, minerals, landforms) and negative impacts (mass movement, damage to buildings, loss of soil fertility).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weathering gives soils and resources, and to take simple measures against rockfalls and the decay of buildings.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Chemical Weathering Processes and Products):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soils (also minerals and building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impacts of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negative impacts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measures to reduce the negative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Physical weathering breaks rocks into pieces.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Chemical weathering changes the minerals of rocks.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Hydrolysis changes feldspar into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Djaouro's uncle says that the rich soil of his farm came from rocks that broke down over thousands of years. But last rainy season, weathered rocks and soil slid from a hill and blocked the road to his farm. Djaouro asks: "Is weathering good or bad for our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Djaouro does not know whether weathering is useful or harmful.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good effect of weathering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formed the rich soil of the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bad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and soil slid and blocked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grass to hold the soil and build with good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good and bad effects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weathering make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break down into small pieces that mix with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landsli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landslide.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landslides often happen after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weathered soil becomes wet and heavy and slides down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slope.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steps protect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slow down the water and hold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Weathering Processes: The Products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2: The Impact of Weathering on the Environment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loose top layer of the land, made of weathered rock, humus, air and water, where plants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soil and rock down a slope under the force of gravity.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Landslide: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sudden sliding of soil and rocks down a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Impacts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Weathering has the following positive impacts on the environment:</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formation: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Weathering produces the soils used for farming and for forests.</a:t>
            </a:r>
            <a:endParaRPr lang="en-US" sz="3600" dirty="0"/>
          </a:p>
        </p:txBody>
      </p:sp>
      <p:pic>
        <p:nvPicPr>
          <p:cNvPr id="5" name="Image 0" descr="/home/claude/f4/img/v2/soil_profi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soil profile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Impacts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Weathering concentrates useful minerals, such as the bauxite of Minim-Martap.</a:t>
            </a:r>
            <a:endParaRPr lang="en-US" sz="3600" dirty="0"/>
          </a:p>
        </p:txBody>
      </p:sp>
      <p:pic>
        <p:nvPicPr>
          <p:cNvPr id="5" name="Image 0" descr="/home/claude/f4/img/v2/lsa_bauxit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bauxite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Impacts of Weathering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produces sand, gravel, clay and laterite used for building.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Landforms and 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shapes caves, inselbergs and rock domes that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Impacts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Weathering has the following negative impacts on the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Mass movement: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Weathered material slides down slopes, blocks roads and destroys houses and farms.</a:t>
            </a:r>
            <a:endParaRPr lang="en-US" sz="3200" dirty="0"/>
          </a:p>
        </p:txBody>
      </p:sp>
      <p:pic>
        <p:nvPicPr>
          <p:cNvPr id="5" name="Image 0" descr="/home/claude/f4/img/v2/f4_landslid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landslide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Impacts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Damage to buildings and monuments: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Weathering cracks walls, bridges, roads, tombs and monuments.</a:t>
            </a:r>
            <a:endParaRPr lang="en-US" sz="3600" dirty="0"/>
          </a:p>
        </p:txBody>
      </p:sp>
      <p:pic>
        <p:nvPicPr>
          <p:cNvPr id="5" name="Image 0" descr="/home/claude/f4/img/v2/f4_oldwa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damaged wall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Impacts of Weathering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soil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hot, wet areas, heavy rain washes plant food out of deeply weathered soils (leaching).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 crusts: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Oxidation can form hard lateritic crusts that are difficult to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 against the Negative Impacts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negative impacts can be reduced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 cover: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and grass hold the soil on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 against the Negative Impacts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Terraces: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Terraces slow down running water on slopes.</a:t>
            </a:r>
            <a:endParaRPr lang="en-US" sz="3600" dirty="0"/>
          </a:p>
        </p:txBody>
      </p:sp>
      <p:pic>
        <p:nvPicPr>
          <p:cNvPr id="5" name="Image 0" descr="/home/claude/f4/img/v2/f4_terrac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terraces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 against the Negative Impacts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Durable materials, good foundations and drains protect buildings and tombs.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Regular repairs: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Walls, tombs and monuments are repaired and painted regularly.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measure against landslides.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on slopes (or build terraces).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Weathering helps to form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 sliding down a slope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Steps built on a hillside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Action of Rivers on the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Bedrock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Landslide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L'éboulement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fertilité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The Impact of Weathering on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positive impacts of weathering. Explain the negative impacts of weathering. Suggest measures to reduce the negative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weathering gives soils and resources, and to take simple measures against rockfalls and the decay of buildings.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Positive Impacts of Weathering; Negative Impacts of Weathering; Measures against the Negative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courses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dig a small pit in the school garden.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landslide seen on the news.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terraces of the Mandara Mountains.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“Siuslaw National Forest, landslide, road failure.jpg” by Forest Service Pacific Northwest Region, Public domain 1.0, via Flickr (https://www.flickr.com/photos/135886671@N08/36218241110)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(Minerals):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(Damage to buildings and monuments): “Cracked wall” by árticotropical, CC BY 2.0, via Flickr (https://www.flickr.com/photos/8581973@N02/521943309)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2026-09-29T03:12:21Z</dcterms:created>
  <dcterms:modified xsi:type="dcterms:W3CDTF">2026-09-29T03:12:21Z</dcterms:modified>
</cp:coreProperties>
</file>