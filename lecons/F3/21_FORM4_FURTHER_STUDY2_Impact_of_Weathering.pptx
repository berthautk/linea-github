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Impact of Weathering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soil formation, regolith, mineral deposits, mass movement, leaching. At the end, you should be able to do this: learners are able to explain how weathering gives soils and resources, and to take simple measures against rockfalls and the decay of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Chemical Weathering Processes and Products. The question was: Give one positive impact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forms soils (also minerals and building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impacts of weathering. Number 2: explain the negative impacts of weathering. Number 3: suggest measures to reduce the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into pieces. Chemical weathering changes the minerals of rocks. Hydrolysis changes feldspar into clay.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Djaouro's uncle says that the rich soil of his farm came from rocks that broke down over thousands of years. But last rainy season, weathered rocks and soil slid from a hill and blocked the road to his farm. Djaouro asks: "Is weathering good or bad for our environment?"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Djaouro does not know whether weathering is useful or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good effect of weathering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formed the rich soil of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Rocks and soil slid and blocked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grass to hold the soil and build with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good and bad effects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make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Rocks break down into small pieces that mix with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landslides often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weathered soil becomes wet and heavy and slides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steps protect the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slow down the water and hold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Mass movement and Landslide.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of Weathering. Weathering has the following positive impacts on the environment. Copy the point on Soil formation on the left, then draw the diagram on the right: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of Weathering. On this slide we have Building materials and Landforms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Weathering. Weathering has the following negative impacts on the environment. Copy the point on Mass movement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buildings and monuments on the left, then draw the diagram on the right: a damaged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Weathering. On this slide we have Loss of soil fertility and Hard crusts.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against the Negative Impacts. The negative impacts can be reduced with the following measures. On this slide we have Plant cover.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Terraces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against the Negative Impacts. On this slide we have Good buildings and Regular repairs.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impact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measure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on slopes (or build terraces).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soil; number 2, landslide; number 3,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courses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Action of Rivers on the Landscape.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 IMPACT OF WEATHERING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 regolith, mineral deposits, mass movement,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impacts of weathering (soils, minerals, landforms) and negative impacts (mass movement, damage to buildings, loss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Chemical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soils (also minerals and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measures to reduce the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into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changes the minerals of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Hydrolysis changes feldspar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Djaouro's uncle says that the rich soil of his farm came from rocks that broke down over thousands of years. But last rainy season, weathered rocks and soil slid from a hill and blocked the road to his farm. Djaouro asks: "Is weathering good or bad for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 does not know whether weathering is useful or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effect of weathering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formed the rich soil of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and soil slid and blocked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to hold the soil and build with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good and bad effects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down into small pieces that mix with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often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weathered soil becomes wet and heavy and slides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steps protect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slow down the water and hold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land, made of weathered rock, humus, air and water, where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soil and rock down a slope under the force of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sudden sliding of soil and rocks down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Weathering has the following positive impacts on the environment: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formation: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produces the soils used for farming and for forests.</a:t>
            </a:r>
            <a:endParaRPr lang="en-US" sz="3600" dirty="0"/>
          </a:p>
        </p:txBody>
      </p:sp>
      <p:pic>
        <p:nvPicPr>
          <p:cNvPr id="5" name="Image 0" descr="/home/claude/f4/img/v2/soil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soil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concentrates useful minerals, such as the bauxite of Minim-Martap.</a:t>
            </a:r>
            <a:endParaRPr lang="en-US" sz="3600" dirty="0"/>
          </a:p>
        </p:txBody>
      </p:sp>
      <p:pic>
        <p:nvPicPr>
          <p:cNvPr id="5"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clay and laterite used for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shapes caves, inselbergs and rock domes that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Weathering has the following negative impacts on the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Weathered material slides down slopes, blocks roads and destroys houses and farms.</a:t>
            </a:r>
            <a:endParaRPr lang="en-US" sz="3200" dirty="0"/>
          </a:p>
        </p:txBody>
      </p:sp>
      <p:pic>
        <p:nvPicPr>
          <p:cNvPr id="5" name="Image 0" descr="/home/claude/f4/img/v2/f4_landsl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buildings and monuments: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bridges, roads, tombs and monuments.</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damaged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areas, heavy rain washes plant food out of deeply weathered soils (leaching).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crusts: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can form hard lateritic crusts that are difficult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negative impacts can be reduced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grass hold the soil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Terraces slow down running water on slopes.</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Durable materials, good foundations and drains protect buildings and tombs.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tombs and monuments are repaired and painted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measure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on slopes (or build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Weathering helps to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sliding down a slope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a hillside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impacts of weathering. Explain the negative impacts of weathering. Suggest measures to reduce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Positive Impacts of Weathering; Negative Impacts of Weathering; Measures against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courses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pit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landslide seen on the news.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terraces of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(Minerals):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(Damage to buildings and monuments):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2026-09-28T21:32:37Z</dcterms:created>
  <dcterms:modified xsi:type="dcterms:W3CDTF">2026-09-28T21:32:37Z</dcterms:modified>
</cp:coreProperties>
</file>