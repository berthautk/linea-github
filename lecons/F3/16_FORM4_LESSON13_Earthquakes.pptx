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Ask your parents if they have ever felt the ground shake. Write where and when it happened, and what they felt.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Buea, people felt the ground shake for a few seconds during the eruption of 1999; windows rattled and people ran outside.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After the next rain, look at the side of a road or a slope. Write what the running water did to the soil, and where the soil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Buea, people felt the ground shake for a few seconds during the eruption of 1999; windows rattled and people ran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After the next rain, look at the side of a road or a slope. Write what the running water did to the soil, and where the soil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