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Seismic Activities and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Seismic Activities and Man. The key notions we shall use today are: seismicity, focus, epicentre, magnitude, resources, hazards. At the end, you should be able to do this: learners are able to explain what causes earthquakes and to apply safety rules (drop, cover and hold on) during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Impact of Volcanicity on Man. The question was: Define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sudden shaking of the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earthquake, its focus and its epicentre. Number 2: explain the causes of earthquakes. Number 3: describe how earthquakes are measured and how they appear. Number 4: explain their impact on man and suggest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against each other at their margins. Volcanic eruptions can cause the ground to shake. Conservative margins have strong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news, Ismaïla sees that an earthquake in Morocco in September 2023 destroyed many villages and killed thousands of people. He asks: "What makes the ground shake like this, and how can people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Ismaïla does not know what causes earthquakes and how people can protect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earthquake destroy?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so many people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fall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what to do during an earthquake: take cover, protect your head and stay away from walls and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earthquakes and how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waves of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earthquake start?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point on the surface just above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shaking (seismic waves) of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houses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main cause of death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fall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Focus.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have the following causes. Copy the point on Plate movements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On this slide we have Volcanic eruptions, Collapse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 of Earthquakes. Earthquakes show themselves and are measured as follows. On this slide we have Shaking and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Seismograph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 of Earthquakes. On this slide we have Richter scale and Aftershocks.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Man. Earthquakes affect people in the following ways. Copy the point on Loss of life on the left, then draw the diagram on the right: houses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Destruction of property and Fires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and landslides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Economic losses.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the damage of earthquakes with the following measures. On this slide we have Strong buildings and Land-use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Monitoring and warning and Education and drills.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Emergency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countries like Japan reduce the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build houses that resist earthquakes.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seismograph;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processes of denudation.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Denudation.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EARTHQUAKES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Activities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Seismicity, focus, epicentre, magnitude, 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Impact of Volcanicity on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its focus and its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earthquakes are measured and how they appear.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man and suggest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against each other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Volcanic eruptions can cause the ground to shake.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Conservative margins have strong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and killed thousands of people. He asks: "What makes the ground shake like this, and how can people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causes earthquakes and how people can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what to do during an earthquake: take cover, protect your head and stay away from walls and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on the surface just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(seismic waves)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Earthquakes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or vibration of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the earthquake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 where the shaking is strongest.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shock waves that spread out from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sudden movement of plates along faults is the main cause of earthquakes.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eruptions shake the ground around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Collapse: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collapse of caves or old mines shakes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nuclear tests, explosions and the weight of big dams can cause small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show themselves and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Shaking and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shakes, cracks open and buildings sway or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Seismograph: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instrument that records the seismic waves.</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Richter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 (magnitude) of an earthquake, usually from 1 to 9.</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Aftershocks: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earthquakes often follow the main shock.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affect people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buildings kill and injure many people.</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pipes and power lines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pipes cause fires, and dirty water spreads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and 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tsunamis, and on slopes they cause landslides.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Rebuilding costs a lot of money, and many people lose their jobs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the damage of earthquakes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designed to resist shaking reduce deaths, as in Japan.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avoid building on faults and on loose, unstable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watch active zones, and warning systems alert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drills: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take cover under a table and protect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Rescue teams, hospitals and emergency supplies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 / 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 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sismographe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Collapse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Earthquakes; Manifestation of Earthquakes;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processes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the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houses could be made stronger.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and landslides):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2026-09-28T21:32:36Z</dcterms:created>
  <dcterms:modified xsi:type="dcterms:W3CDTF">2026-09-28T21:32:36Z</dcterms:modified>
</cp:coreProperties>
</file>