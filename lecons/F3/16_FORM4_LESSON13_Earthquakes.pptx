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13: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Seismic Activities and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Seismic Activities and Man. The key notions we shall use today are: seismicity, focus, epicentre, magnitude, resources, hazards. At the end, you should be able to do this: learners are able to explain what causes earthquakes and to apply safety rules (drop, cover and hold on) during an earthquake.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12: The Impact of Volcanicity on Man. The question was: Ask your parents if they have ever felt the ground shake. Write where and when it happened, and what they felt.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in Buea, people felt the ground shake for a few seconds during the eruption of 1999; windows rattled and people ran outside.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an earthquake, its focus and its epicentre. Number 2: explain the causes of earthquakes. Number 3: describe how earthquakes are measured and how they appear. Number 4: explain their impact on man and suggest adaptation and mitigation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plates move against each other at their margins. Volcanic eruptions can cause the ground to shake. Conservative margins have strong earthquakes.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the news, Ismaïla sees that an earthquake in Morocco in September 2023 destroyed many villages and killed thousands of people. He asks: "What makes the ground shake like this, and how can people protect themselves?"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Ismaïla does not know what causes earthquakes and how people can protect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earthquake destroy?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 so many people die?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Their houses fall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what to do during an earthquake: take cover, protect your head and stay away from walls and windows.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earthquakes and how to reduce their damage.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the waves of an earthquake.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does the earthquake start?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the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is the point on the surface just above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epicentre.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seismograph.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this instrument record?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shaking (seismic waves) of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houses destroyed by an earthquake.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main cause of death during an earthquake?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Buildings fall on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Earthquake and Focus.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Epicentre and Seismic waves.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Earthquakes. Earthquakes have the following causes. Copy the point on Plate movements on the left, then draw the diagram on the right: focus and epicentre.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Earthquakes. On this slide we have Volcanic eruptions, Collapse and Human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 of Earthquakes. Earthquakes show themselves and are measured as follows. On this slide we have Shaking and cracks.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Seismograph on the left, then draw the diagram on the right: a seismograph.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 of Earthquakes. On this slide we have Richter scale and Aftershocks.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 on Man. Earthquakes affect people in the following ways. Copy the point on Loss of life on the left, then draw the diagram on the right: houses destroyed by an earthquake.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Destruction of property and Fires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Tsunamis and landslides on the left, then draw the diagram on the right: a tsunami.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 on Man. On this slide we have Economic losses.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and Mitigation. People reduce the damage of earthquakes with the following measures. On this slide we have Strong buildings and Land-use planning.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Monitoring and warning and Education and drills.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and Mitigation. On this slide we have Emergency services.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epicentre?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point on the surface above the focus.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countries like Japan reduce the damage?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build houses that resist earthquakes.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earthquake; number 2, seismograph; number 3, focus.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After the next rain, look at the side of a road or a slope. Write what the running water did to the soil, and where the soil went.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14: Denudation.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13: EARTHQUAKES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Earthquakes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Seismic Activities and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 Activities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13: Earthquakes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Seismicity, focus, epicentre, magnitude, 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causes; manifestation; impact on man; adaptation and mitigation.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12: The Impact of Volcanicity on Man):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your parents if they have ever felt the ground shake. Write where and when it happened, and what they felt.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in Buea, people felt the ground shake for a few seconds during the eruption of 1999; windows rattled and people ran outside.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earthquake, its focus and its epicentre.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how earthquakes are measured and how they appear.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their impact on man and suggest adaptation and mitigation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plates move against each other at their margins.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Volcanic eruptions can cause the ground to shake.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Conservative margins have strong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news, Ismaïla sees that an earthquake in Morocco in September 2023 destroyed many villages and killed thousands of people. He asks: "What makes the ground shake like this, and how can people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Ismaïla does not know what causes earthquakes and how people can protect themselves.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earthquake destroy?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 many people die?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houses fall on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what to do during an earthquake: take cover, protect your head and stay away from walls and windows.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earthquakes and how to reduce their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quak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waves of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earthquake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point on the surface just above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DEFINITIONS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eismograph.jpg">    </p:cNvPr>
          <p:cNvPicPr>
            <a:picLocks noChangeAspect="1"/>
          </p:cNvPicPr>
          <p:nvPr/>
        </p:nvPicPr>
        <p:blipFill>
          <a:blip r:embed="rId1"/>
          <a:stretch>
            <a:fillRect/>
          </a:stretch>
        </p:blipFill>
        <p:spPr>
          <a:xfrm>
            <a:off x="2251123" y="1783080"/>
            <a:ext cx="7689450"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seismograph.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this instrument record?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shaking (seismic waves) of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quakedam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Houses destroyed by an earthquake.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cause of death during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IMPACT ON MAN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fall 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Seismic Activities and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sudden shaking or vibration of the crust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Focus: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under the ground where the earthquake starts.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Epicentre: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point on the surface directly above the focus, where the shaking is strongest.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Seismic waves: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shock waves that spread out from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Plate movements: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sudden movement of plates along faults is the main cause of earthquakes.</a:t>
            </a:r>
            <a:endParaRPr lang="en-US" sz="3600" dirty="0"/>
          </a:p>
        </p:txBody>
      </p:sp>
      <p:pic>
        <p:nvPicPr>
          <p:cNvPr id="5" name="Image 0" descr="/home/claude/f4/img/v2/quak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focus and epicentre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Earthquakes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 eruptions: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magma and eruptions shake the ground around volcanoes.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Collapse: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collapse of caves or old mines shakes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Mining, nuclear tests, explosions and the weight of big dams can cause small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Earthquakes show themselves and are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Shaking and cracks: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ground shakes, cracks open and buildings sway or 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Seismograph: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an instrument that records the seismic waves.</a:t>
            </a:r>
            <a:endParaRPr lang="en-US" sz="3600" dirty="0"/>
          </a:p>
        </p:txBody>
      </p:sp>
      <p:pic>
        <p:nvPicPr>
          <p:cNvPr id="5" name="Image 0" descr="/home/claude/f4/img/v2/f4_seismograph.jpg">    </p:cNvPr>
          <p:cNvPicPr>
            <a:picLocks noChangeAspect="1"/>
          </p:cNvPicPr>
          <p:nvPr/>
        </p:nvPicPr>
        <p:blipFill>
          <a:blip r:embed="rId1"/>
          <a:stretch>
            <a:fillRect/>
          </a:stretch>
        </p:blipFill>
        <p:spPr>
          <a:xfrm>
            <a:off x="5349240" y="2069045"/>
            <a:ext cx="6659575" cy="3698319"/>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seismograph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 of Earthquakes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Richter 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measures the strength (magnitude) of an earthquake, usually from 1 to 9.</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Aftershocks: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Smaller earthquakes often follow the main shock.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Earthquakes affect people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Loss of life: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Falling buildings kill and injure many people.</a:t>
            </a:r>
            <a:endParaRPr lang="en-US" sz="3600" dirty="0"/>
          </a:p>
        </p:txBody>
      </p:sp>
      <p:pic>
        <p:nvPicPr>
          <p:cNvPr id="5" name="Image 0" descr="/home/claude/f4/img/v2/f4_quakedamage.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houses destroyed by an earthquake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Destruction of property: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roads, bridges, pipes and power lines are destroyed.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Fires and 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gas pipes cause fires, and dirty water spreads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Tsunamis and landslides: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Earthquakes under the sea cause tsunamis, and on slopes they cause landslides.</a:t>
            </a:r>
            <a:endParaRPr lang="en-US" sz="3600" dirty="0"/>
          </a:p>
        </p:txBody>
      </p:sp>
      <p:pic>
        <p:nvPicPr>
          <p:cNvPr id="5" name="Image 0" descr="/home/claude/f4/img/v2/lsa_tsunami.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tsunami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Impact on Man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losses: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Rebuilding costs a lot of money, and many people lose their jobs and homes.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reduce the damage of earthquakes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Strong buildings: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Buildings designed to resist shaking reduce deaths, as in Japan.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avoid building on faults and on loose, unstable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Monitoring and warning: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Seismographs watch active zones, and warning systems alert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drills: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learn to take cover under a table and protect their heads.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Adaptation and Mitigation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Emergency 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Rescue teams, hospitals and emergency supplies are prepared in advance.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epicentre?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 on the surface above the focus.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countries like Japan reduce the damage?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build houses that resist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sudden shaking of the ground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instrument that records earthquakes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point under the ground where it starts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the next rain, look at the side of a road or a slope. Write what the running water did to the soil, and where the soil went.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Denudation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Earthquake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séisme / le tremblement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Focus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foyer / hypocentre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L'épicentre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Seismograph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sismographe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magnitude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tsunami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Collapse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L'effondrement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13: Earthquakes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 its focus and its epicentre. Explain the causes of earthquakes. Describe how earthquakes are measured and how they appear. Explain their impact on man and suggest adaptation and mitigation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causes earthquakes and to apply safety rules (drop, cover and hold on) during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Earthquakes; Manifestation of Earthquakes; Impact on Man; Adaptation and Mitigation.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After the next rain, look at the side of a road or a slope. Write what the running water did to the soil, and where the soil went.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drop a stone in water: the waves spread in circles.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zigzag line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ask learners how houses could be made stronger.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USGS Earthquake Hazards Program: magnitude and intensity.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“Recording drum from Golitsyn seismograph” by Galitzin, Boris; Masing, Hugo, CC BY-NC-SA 4.0, via sciencemuseum (https://collection.sciencemuseumgroup.org.uk/objects/co8647018/recording-drum-from-golitsyn-seismograph)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“Collapsed buildings in earthquake-hit Chautara, Nepal” by DFID - UK Department for International Development, CC BY 2.0, via Flickr (https://www.flickr.com/photos/14214150@N02/16693413433)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(Tsunamis and landslides): “Tsunami damage” by robertodevido, CC BY-NC-ND 2.0, via Flickr (https://www.flickr.com/photos/63082042@N00/5531541425)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2026-09-28T17:10:08Z</dcterms:created>
  <dcterms:modified xsi:type="dcterms:W3CDTF">2026-09-28T17:10:08Z</dcterms:modified>
</cp:coreProperties>
</file>