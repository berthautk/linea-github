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Seismic Activities and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Seismic Activities and Man. The key notions we shall use today are: seismicity, focus, epicentre, magnitude, resources, hazards. At the end, you should be able to do this: learners are able to explain what causes earthquakes and to apply safety rules (drop, cover and hold on) during an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The Impact of Volcanicity on Man. The question was: Define an earthquake.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a sudden shaking of the ground.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an earthquake, its focus and its epicentre. Number 2: explain the causes of earthquakes. Number 3: describe how earthquakes are measured and how they appear. Number 4: explain their impact on man and suggest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plates move against each other at their margins. Volcanic eruptions can cause the ground to shake. Conservative margins have strong earthquakes.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news, Ismaïla sees that an earthquake in Morocco in September 2023 destroyed many villages and killed thousands of people. He asks: "What makes the ground shake like this, and how can people protect themselves?"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Ismaïla does not know what causes earthquakes and how people can protect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earthquake destroy?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Villages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so many people die?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Their houses fall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what to do during an earthquake: take cover, protect your head and stay away from walls and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earthquakes and how to reduce their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waves of an earthquake.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earthquake start?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point on the surface just above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epicentre.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seismograph.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instrument record?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shaking (seismic waves) of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houses destroyed by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main cause of death during an earthquake?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Buildings fall on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Earthquake and Focus.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Epicentre and Seismic waves.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Earthquakes. Earthquakes have the following causes. Copy the point on Plate movements on the left, then draw the diagram on the right: focus and epicentre.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Earthquakes. On this slide we have Volcanic eruptions, Collapse and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 of Earthquakes. Earthquakes show themselves and are measured as follows. On this slide we have Shaking and cracks.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Seismograph on the left, then draw the diagram on the right: a seismograph.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 of Earthquakes. On this slide we have Richter scale and Aftershocks.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 on Man. Earthquakes affect people in the following ways. Copy the point on Loss of life on the left, then draw the diagram on the right: houses destroyed by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Man. On this slide we have Destruction of property and Fires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Tsunamis and landslides on the left, then draw the diagram on the right: a tsunami.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Man. On this slide we have Economic losses.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People reduce the damage of earthquakes with the following measures. On this slide we have Strong buildings and Land-use planning.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Monitoring and warning and Education and drills.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Emergency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epicentre?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point on the surface above the focus.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 countries like Japan reduce the damage?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build houses that resist earthquakes.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earthquake; number 2, seismograph; number 3,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processes of denudation.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Denudation.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EARTHQUAKES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Earthquakes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Seismic Activities and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Seismic Activities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Earthquakes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Seismicity, focus, epicentre, magnitude, resources,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causes; manifestation; impact on man; adaptation and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what causes earthquakes and to apply safety rules (drop, cover and hold on) during an earthquake.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The Impact of Volcanicity on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shaking of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earthquake, its focus and its epicentre.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earthquakes are measured and how they appear.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impact on man and suggest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plates move against each other at their margins.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Volcanic eruptions can cause the ground to shake.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Conservative margins have strong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news, Ismaïla sees that an earthquake in Morocco in September 2023 destroyed many villages and killed thousands of people. He asks: "What makes the ground shake like this, and how can people protect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Ismaïla does not know what causes earthquakes and how people can protect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earthquake destroy?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 many people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houses fall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what to do during an earthquake: take cover, protect your head and stay away from walls and windows.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earthquakes and how to reduce their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quak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waves of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earthquake start?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point on the surface just above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eismograph.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seismograph.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instrument record?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shaking (seismic waves) of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MAN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Houses destroyed by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cause of death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fall 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Seismic Activities and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13: Earthquakes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shaking or vibration of the crust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under the ground where the earthquake starts.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on the surface directly above the focus, where the shaking is strongest.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Seismic 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shock waves that spread out from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have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Plate movements: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sudden movement of plates along faults is the main cause of earthquakes.</a:t>
            </a:r>
            <a:endParaRPr lang="en-US" sz="3600" dirty="0"/>
          </a:p>
        </p:txBody>
      </p:sp>
      <p:pic>
        <p:nvPicPr>
          <p:cNvPr id="5" name="Image 0" descr="/home/claude/f4/img/v2/quak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focus and epicentre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Earthquakes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magma and eruptions shake the ground around volcanoes.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Collapse: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collapse of caves or old mines shakes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nuclear tests, explosions and the weight of big dams can cause small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Earthquakes show themselves and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Shaking and cracks: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shakes, cracks open and buildings sway or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 of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Seismograph: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an instrument that records the seismic waves.</a:t>
            </a:r>
            <a:endParaRPr lang="en-US" sz="3600" dirty="0"/>
          </a:p>
        </p:txBody>
      </p:sp>
      <p:pic>
        <p:nvPicPr>
          <p:cNvPr id="5" name="Image 0" descr="/home/claude/f4/img/v2/f4_seismograph.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seismograph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Richter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measures the strength (magnitude) of an earthquake, usually from 1 to 9.</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Aftershocks: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Smaller earthquakes often follow the main shock.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affect people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Falling buildings kill and injure many people.</a:t>
            </a:r>
            <a:endParaRPr lang="en-US" sz="3600" dirty="0"/>
          </a:p>
        </p:txBody>
      </p:sp>
      <p:pic>
        <p:nvPicPr>
          <p:cNvPr id="5" name="Image 0" descr="/home/claude/f4/img/v2/f4_quakedamag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houses destroyed by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of property: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roads, bridges, pipes and power lines are destroyed.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Fires and 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Broken gas pipes cause fires, and dirty water spreads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Tsunamis and landslides: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Earthquakes under the sea cause tsunamis, and on slopes they cause landslides.</a:t>
            </a:r>
            <a:endParaRPr lang="en-US" sz="3600" dirty="0"/>
          </a:p>
        </p:txBody>
      </p:sp>
      <p:pic>
        <p:nvPicPr>
          <p:cNvPr id="5" name="Image 0" descr="/home/claude/f4/img/v2/lsa_tsunam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tsunami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losses: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Rebuilding costs a lot of money, and many people lose their jobs and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reduce the damage of earthquakes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designed to resist shaking reduce deaths, as in Japan.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avoid building on faults and on loose, unstable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Monitoring and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Seismographs watch active zones, and warning systems alert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drills: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to take cover under a table and protect their heads.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Emergency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Rescue teams, hospitals and emergency supplies are prepared in advance.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point on the surface above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countries like Japan reduce the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build houses that resist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sudden shaking of the ground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instrument that records earthquakes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point under the ground where it starts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processes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 / le tremblement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Focus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foyer / hypocentre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Seismograph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sismographe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Magnitude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magnitude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Collapse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L'effondrement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Earthquakes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 its focus and its epicentre. Explain the causes of earthquakes. Describe how earthquakes are measured and how they appear. Explain their impact on man and suggest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what causes earthquakes and to apply safety rules (drop, cover and hold on) during an earthquake.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Earthquakes; Manifestation of Earthquakes; Impact on Man; Adaptation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processes of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drop a stone in water: the waves spread in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zigzag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learners how houses could be made stronger.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USGS Earthquake Hazards Program: magnitude and intensity.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“Recording drum from Golitsyn seismograph” by Galitzin, Boris; Masing, Hugo, CC BY-NC-SA 4.0, via sciencemuseum (https://collection.sciencemuseumgroup.org.uk/objects/co8647018/recording-drum-from-golitsyn-seismograph)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(Tsunamis and landslides):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2026-09-29T03:12:20Z</dcterms:created>
  <dcterms:modified xsi:type="dcterms:W3CDTF">2026-09-29T03:12:20Z</dcterms:modified>
</cp:coreProperties>
</file>