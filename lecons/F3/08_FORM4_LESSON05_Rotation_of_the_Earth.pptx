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Watch the sunrise and the sunset one day this week and write down the times. Write a sentence to explain why the Sun rises in the east.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sunrise about 6:00 and sunset about 18:15 in Garoua. The Sun rises in the east because the Earth turns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and in the evening the Sun disappears in the west. Oumarou's little sister thinks that the Sun walks around the Earth every day. She asks: "What really moves, and why do we have day and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what really causes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from it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winds are bent by the rotation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winds bent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Rotation. The rotation of the Earth is described as follows. Copy the point on Direction on the left, then draw the diagram on the right: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Rotation. On this slide we have Duration, Tilt of the axis and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in the east on the left, then draw the diagram on the right: the Sun low over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Difference in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and currents on the left, then draw the diagram on the right: deflection of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which months the rainy season and the dry season start in Garoua. Write the months down.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sunrise about 6:00 and sunset about 18:15 in Garoua. The Sun rises in the east because 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and in the evening the Sun disappears in the west. Oumarou's little sister thinks that the Sun walks around the Earth every day. She asks: "What really moves, and why do we have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what really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from it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are bent by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winds bent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centre of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complete turn takes 24 hours, which is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is tilted at 23½° from the vertical.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on the Equator moves at about 1,670 km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set in the west because the Earth turns eastwards.</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 low over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and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bent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deflection of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and two low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which months the rainy season and the dry season start in Garoua. Write the months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with a mark on it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curved arrow on a circle.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2026-09-28T17:07:11Z</dcterms:created>
  <dcterms:modified xsi:type="dcterms:W3CDTF">2026-09-28T17:07:11Z</dcterms:modified>
</cp:coreProperties>
</file>