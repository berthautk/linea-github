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 The Rotation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Earth as a Planet in the Solar System — Location and Time.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 as a Planet in the Solar System, and the sub-topic is Location and Time. The key notions we shall use today are: axis, rotation, tides, deflection of winds and ocean currents. At the end, you should be able to do this: learners are able to explain day and night, the rising of the Sun in the east, and the difference in time between 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2: Calculation of Time and Date. The question was: Define the rotation of the Earth.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It is the turning of the Earth on its axis from west to east.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rotation and the axis of the Earth. Number 2: illustrate the rotation of the Earth. Number 3: explain the effects of rotation.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15° of longitude = 1 hour. Places to the east are ahead in time. Cameroon uses GMT + 1.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Every morning in Garoua, the first light appears in the east, and in the evening the Sun disappears in the west. Oumarou's little sister thinks that the Sun walks around the Earth every day. She asks: "What really moves, and why do we have day and night?"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sister does not know what really causes day and 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does the Sun rise and set?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rises in the east and sets in the west.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really moves?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Earth turns on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the rotation of the Earth to explain day, night and time differences.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day and 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the Earth turns on itself.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Watch Garoua (red dot). Why does it have day and then night?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Earth turns: Garoua faces the Sun (day), then turns away from it (night).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the Sun low over the savanna.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does the Sun seem to rise in the east?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Earth turns from west to east.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winds are bent by the rotation of the Earth.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In which direction are winds bent in the Northern Hemisphere?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the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Rotation and Axis.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Illustration of Rotation. The rotation of the Earth is described as follows. Copy the point on Direction on the left, then draw the diagram on the right: the rotation of the Earth.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Illustration of Rotation. On this slide we have Duration, Tilt of the axis and Speed.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Effects of Rotation. The rotation of the Earth has the following effects. Copy the point on Day and night on the left, then draw the diagram on the right: day and night.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Sunrise in the east on the left, then draw the diagram on the right: the Sun low over the savanna.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of Rotation. On this slide we have Difference in time.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Deflection of winds and currents on the left, then draw the diagram on the right: deflection of winds.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of Rotation. On this slide we have Tides.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rotation?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turning of the Earth on its axis.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effects of rotation.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day and night; the Sun seems to rise in the east.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axis; number 2, 24; number 3, east.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State how long the Earth takes to go around the Sun.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6: The Revolution of the Earth.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5: THE ROTATION OF THE EARTH</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gif"/><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gif"/><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Rotation of the Earth</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Earth as a Planet in the Solar System — Location and Time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as a Planet in the Solar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and Time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 The Rotation of the Earth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Axis, rotation, tides, deflection of winds and ocean currents.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Rotation: meaning, illustration and effects.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day and night, the rising of the Sun in the east, and the difference in time between places.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2: Calculation of Time and Date):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the rotation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turning of the Earth on its axis from west to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rotation and the axis of the Earth.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Illustrate the rotation of the Earth.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effects of rotation.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15° of longitude = 1 hour.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Places to the east are ahead in time.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uses GMT + 1.</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Every morning in Garoua, the first light appears in the east, and in the evening the Sun disappears in the west. Oumarou's little sister thinks that the Sun walks around the Earth every day. She asks: "What really moves, and why do we have day and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sister does not know what really causes day and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Sun rise and set?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rises in the east and sets in the west.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really moves?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Earth turns on itself.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the rotation of the Earth to explain day, night and time differences.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day and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ROTATION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rota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Earth turns on itself.</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ROTATION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Watch Garoua (red dot). Why does it have day and then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ROTATION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Earth turns: Garoua faces the Sun (day), then turns away from it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EFFECTS OF ROTATION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sunris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Sun low over the savanna.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EFFECTS OF ROTATION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Sun seem to rise in the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EFFECTS OF ROTATION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Earth turns from west to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EFFECTS OF ROTATION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oriolis.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winds are bent by the rotation of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EFFECTS OF ROTATION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direction are winds bent in the Northern Hemisphere?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EFFECTS OF ROTATION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the right.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 as a Planet in the Solar 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Location and Time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The Rotation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turning of the Earth on its axis from west to east.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Axis: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imaginary line through the centre of the Earth from the North Pole to the South Pole.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Illustration of Rotation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rotation of the Earth is described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Direction: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Earth turns from west to east.</a:t>
            </a:r>
            <a:endParaRPr lang="en-US" sz="3600" dirty="0"/>
          </a:p>
        </p:txBody>
      </p:sp>
      <p:pic>
        <p:nvPicPr>
          <p:cNvPr id="5" name="Image 0" descr="/home/claude/f4/img/v2/rotation_mid.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rotation of the Earth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Illustration of Rotation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Duration: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One complete turn takes 24 hours, which is one day.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Tilt of the axis: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axis is tilted at 23½° from the vertical.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Speed: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place on the Equator moves at about 1,670 km per hour.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of Rotation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rotation of the Earth has the following effects: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Day and night: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side facing the Sun has day, while the other side has night.</a:t>
            </a:r>
            <a:endParaRPr lang="en-US" sz="3600" dirty="0"/>
          </a:p>
        </p:txBody>
      </p:sp>
      <p:pic>
        <p:nvPicPr>
          <p:cNvPr id="5" name="Image 0" descr="/home/claude/f4/img/v2/rotation_mid.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day and night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of Rotation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Sunrise in the east: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Sun seems to rise in the east and set in the west because the Earth turns eastwards.</a:t>
            </a:r>
            <a:endParaRPr lang="en-US" sz="3600" dirty="0"/>
          </a:p>
        </p:txBody>
      </p:sp>
      <p:pic>
        <p:nvPicPr>
          <p:cNvPr id="5" name="Image 0" descr="/home/claude/f4/img/v2/f4_sunris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Sun low over the savanna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of Rotation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Difference in time: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Places to the east see the Sun first, so they are ahead in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of Rotation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Deflection of winds and currents: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Winds and ocean currents are bent to the right in the Northern Hemisphere and to the left in the Southern Hemisphere.</a:t>
            </a:r>
            <a:endParaRPr lang="en-US" sz="3600" dirty="0"/>
          </a:p>
        </p:txBody>
      </p:sp>
      <p:pic>
        <p:nvPicPr>
          <p:cNvPr id="5" name="Image 0" descr="/home/claude/f4/img/v2/coriolis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deflection of winds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of Rotation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Tides: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Rotation, with the pull of the Moon, gives two high tides and two low tides a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rotation?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turning of the Earth on its axis.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effects of rotation.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Day and night; the Sun seems to rise in the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Earth turns on its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One rotation takes ______ hours.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Earth turns from west to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how long the Earth takes to go around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The Revolution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Axis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L'axe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jour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Night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nuit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Sunrise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lever du soleil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Sunset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coucher du soleil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Deflection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déviation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Ocean current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courant marin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 as a Planet in the Solar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 The Rotation of the Earth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rotation and the axis of the Earth. Illustrate the rotation of the Earth. Explain the effects of rotation.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day and night, the rising of the Sun in the east, and the difference in time between places.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and Illustration of Rotation; Effects of Rotation.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State how long the Earth takes to go around the Sun.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Activities 1 and 3 are animations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turn a ball with a mark on it in front of a torch.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ask learners where the Sun rises in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curved arrow on a circle.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Earth as a Planet in the Solar System.</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“African Sunrise, Amboseli National Park” by Ray in Manila, CC BY 2.0, via Flickr (https://www.flickr.com/photos/21186555@N07/30385097358)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2026-09-29T03:12:17Z</dcterms:created>
  <dcterms:modified xsi:type="dcterms:W3CDTF">2026-09-29T03:12:17Z</dcterms:modified>
</cp:coreProperties>
</file>