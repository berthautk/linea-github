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Rotation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axis, rotation, tides, deflection of winds and ocean currents. At the end, you should be able to do this: learners are able to explain day and night, the rising of the Sun in the east, and the difference in time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Calculation of Time and Date. The question was: Watch the sunrise and the sunset one day this week and write down the times. Write a sentence to explain why the Sun rises in the east.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sunrise about 6:00 and sunset about 18:15 in Garoua. The Sun rises in the east because the Earth turns from west to east.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the axis of the Earth. Number 2: illustrate the rotation of the Earth. Number 3: explain the effects of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15° of longitude = 1 hour.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morning in Garoua, the first light appears in the east, and in the evening the Sun disappears in the west. Oumarou's little sister thinks that the Sun walks around the Earth every day. She asks: "What really moves, and why do we have day and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sister does not know what really causes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Sun rise and set?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rises in the east and sets in the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really moves?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Earth turns 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rotation of the Earth to explain day, night and time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on itself.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Watch Garoua (red dot). Why does it have day and then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Garoua faces the Sun (day), then turns away from it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Sun low over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Sun seem to rise in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winds are bent by the rotation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direction are winds bent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Rotation. The rotation of the Earth is described as follows. Copy the point on Direction on the left, then draw the diagram on the right: the rotation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Rotation. On this slide we have Duration, Tilt of the axis and Speed.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Rotation. The rotation of the Earth has the following effects. Copy the point on Day and night on the left, then draw the diagram on the right: day and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Sunrise in the east on the left, then draw the diagram on the right: the Sun low over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Rotation. On this slide we have Difference in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Deflection of winds and currents on the left, then draw the diagram on the right: deflection of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Rotation. On this slide we have Tides.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turning of the Earth on its axis.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the Sun seems to rise in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axis; number 2, 24;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in which months the rainy season and the dry season start in Garoua. Write the months down.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The Revolution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ROTATION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Rotation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Rotation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Axis, rotation, tides, deflection of winds and ocean currents.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meaning, illustration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Calculation of Time and Date):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sunrise and the sunset one day this week and write down the times. Write a sentence to explain why the Sun rises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sunrise about 6:00 and sunset about 18:15 in Garoua. The Sun rises in the east because the Earth turns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the axis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rotation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15° of longitude = 1 hour.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morning in Garoua, the first light appears in the east, and in the evening the Sun disappears in the west. Oumarou's little sister thinks that the Sun walks around the Earth every day. She asks: "What really moves, and why do we have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sister does not know what really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Sun rise and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in the east and sets in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really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on itself.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rotation of the Earth to explain day, night and time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 on itself.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Garoua (red dot). Why does it have day and then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Garoua faces the Sun (day), then turns away from it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low over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seem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rioli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winds are bent by the rotation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are winds bent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through the centre of the Earth from the North Pole to the South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rotation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Rotation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complete turn takes 24 hours, which is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 of the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axis is tilted at 23½° from the vertical.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on the Equator moves at about 1,670 km per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has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side facing the Sun has day, while the other side has night.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day and night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Sunrise in the east: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seems to rise in the east and set in the west because the Earth turns eastwards.</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 low over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in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Deflection of winds and currents: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Winds and ocean currents are bent to the right in the Northern Hemisphere and to the left in the Southern Hemisphere.</a:t>
            </a:r>
            <a:endParaRPr lang="en-US" sz="3600" dirty="0"/>
          </a:p>
        </p:txBody>
      </p:sp>
      <p:pic>
        <p:nvPicPr>
          <p:cNvPr id="5" name="Image 0" descr="/home/claude/f4/img/v2/corioli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deflection of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 with the pull of the Moon, gives two high tides and two low tides a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the Sun seems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on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rotation takes ______ hours.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from west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which months the rainy season and the dry season start in Garoua. Write the months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lever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Sunset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coucher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Rotation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the axis of the Earth. Illustrate the rotation of the Earth. Explain the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Rotation;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in which months the rainy season and the dry season start in Garoua. Write the months down.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with a mark on it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where the Sun rises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curved arrow on a circle.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2026-09-28T17:19:49Z</dcterms:created>
  <dcterms:modified xsi:type="dcterms:W3CDTF">2026-09-28T17:19:49Z</dcterms:modified>
</cp:coreProperties>
</file>