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The Rotation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axis, rotation, tides, deflection of winds and ocean currents. At the end, you should be able to do this: learners are able to explain day and night, the rising of the Sun in the east, and the difference in time between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Calculation of Time and Date. The question was: Watch the sunrise and the sunset one day this week and write down the times. Write a sentence to explain why the Sun rises in the east.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sunrise about 6:00 and sunset about 18:15 in Garoua. The Sun rises in the east because the Earth turns from west to east.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rotation and the axis of the Earth. Number 2: illustrate the rotation of the Earth. Number 3: explain the effects of rotation.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15° of longitude = 1 hour. Places to the east are ahead in time. Cameroon uses GMT + 1.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morning in Garoua, the first light appears in the east, and in the evening the Sun disappears in the west. Oumarou's little sister thinks that the Sun walks around the Earth every day. She asks: "What really moves, and why do we have day and night?"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sister does not know what really causes day and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Sun rise and set?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rises in the east and sets in the 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really moves?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Earth turns 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rotation of the Earth to explain day, night and time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day and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Earth turns on itself.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Watch Garoua (red dot). Why does it have day and then night?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Earth turns: Garoua faces the Sun (day), then turns away from it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Sun low over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the Sun seem to rise in the 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Earth turns from west to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winds are bent by the rotation of the Earth.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which direction are winds bent in the Northern Hemisphere?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Rotation and Axis.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Illustration of Rotation. The rotation of the Earth is described as follows. Copy the point on Direction on the left, then draw the diagram on the right: the rotation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Illustration of Rotation. On this slide we have Duration, Tilt of the axis and Speed.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Rotation. The rotation of the Earth has the following effects. Copy the point on Day and night on the left, then draw the diagram on the right: day and night.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Sunrise in the east on the left, then draw the diagram on the right: the Sun low over the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Rotation. On this slide we have Difference in time.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Deflection of winds and currents on the left, then draw the diagram on the right: deflection of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Rotation. On this slide we have Tides.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rotation?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turning of the Earth on its axis.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effects of rotation.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day and night; the Sun seems to rise in the east.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axis; number 2, 24; number 3,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an elder in which months the rainy season and the dry season start in Garoua. Write the months down.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The Revolution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THE ROTATION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Rotation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The Rotation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Axis, rotation, tides, deflection of winds and ocean currents.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Rotation: meaning, illustration and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day and night, the rising of the Sun in the east, and the difference in time between places.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Calculation of Time and Date):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the sunrise and the sunset one day this week and write down the times. Write a sentence to explain why the Sun rises in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sunrise about 6:00 and sunset about 18:15 in Garoua. The Sun rises in the east because the Earth turns from west to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rotation and the axis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Illustrate the rotation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15° of longitude = 1 hour.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Places to the east are ahead in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uses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morning in Garoua, the first light appears in the east, and in the evening the Sun disappears in the west. Oumarou's little sister thinks that the Sun walks around the Earth every day. She asks: "What really moves, and why do we have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sister does not know what really causes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Sun rise and set?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rises in the east and sets in the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really moves?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on itself.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rotation of the Earth to explain day, night and time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ot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turns on itself.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Garoua (red dot). Why does it have day and then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Garoua faces the Sun (day), then turns away from it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unri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Sun low over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Sun seem to rise in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from west to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orioli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winds are bent by the rotation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direction are winds bent in the Northern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the right.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The Rotation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turning of the Earth on its axis from west to east.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Axis: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imaginary line through the centre of the Earth from the North Pole to the South Pole.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rotation of the Earth is described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Direction: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Earth turns from west to east.</a:t>
            </a:r>
            <a:endParaRPr lang="en-US" sz="3600" dirty="0"/>
          </a:p>
        </p:txBody>
      </p:sp>
      <p:pic>
        <p:nvPicPr>
          <p:cNvPr id="5" name="Image 0" descr="/home/claude/f4/img/v2/rota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rotation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Rotation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Duration: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complete turn takes 24 hours, which is one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Tilt of the axis: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axis is tilted at 23½° from the vertical.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Speed: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place on the Equator moves at about 1,670 km per hour.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rotation of the Earth has the following effects: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Day and night: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side facing the Sun has day, while the other side has night.</a:t>
            </a:r>
            <a:endParaRPr lang="en-US" sz="3600" dirty="0"/>
          </a:p>
        </p:txBody>
      </p:sp>
      <p:pic>
        <p:nvPicPr>
          <p:cNvPr id="5" name="Image 0" descr="/home/claude/f4/img/v2/rota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day and night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Sunrise in the east: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seems to rise in the east and set in the west because the Earth turns eastwards.</a:t>
            </a:r>
            <a:endParaRPr lang="en-US" sz="3600" dirty="0"/>
          </a:p>
        </p:txBody>
      </p:sp>
      <p:pic>
        <p:nvPicPr>
          <p:cNvPr id="5" name="Image 0" descr="/home/claude/f4/img/v2/f4_sunris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Sun low over the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Rotation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Difference in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to the east see the Sun first, so they are ahead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Deflection of winds and currents: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Winds and ocean currents are bent to the right in the Northern Hemisphere and to the left in the Southern Hemisphere.</a:t>
            </a:r>
            <a:endParaRPr lang="en-US" sz="3600" dirty="0"/>
          </a:p>
        </p:txBody>
      </p:sp>
      <p:pic>
        <p:nvPicPr>
          <p:cNvPr id="5" name="Image 0" descr="/home/claude/f4/img/v2/coriolis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deflection of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Rotation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Rotation, with the pull of the Moon, gives two high tides and two low tides a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turning of the Earth on its axis.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 and night; the Sun seems to rise in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turns on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One rotation takes ______ hours.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turns from west to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elder in which months the rainy season and the dry season start in Garoua. Write the months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The Revolution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Axis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jour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nuit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Sunrise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lever du soleil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Sunset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coucher du soleil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Deflection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déviation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marin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The Rotation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rotation and the axis of the Earth. Illustrate the rotation of the Earth. Explain the effects of rotation.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day and night, the rising of the Sun in the east, and the difference in time between places.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Illustration of Rotation; Effects of Rotation.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an elder in which months the rainy season and the dry season start in Garoua. Write the months down.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turn a ball with a mark on it in front of a torch.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where the Sun rises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curved arrow on a circle.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“African Sunrise, Amboseli National Park” by Ray in Manila, CC BY 2.0, via Flickr (https://www.flickr.com/photos/21186555@N07/30385097358)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2026-09-28T21:14:10Z</dcterms:created>
  <dcterms:modified xsi:type="dcterms:W3CDTF">2026-09-28T21:14:10Z</dcterms:modified>
</cp:coreProperties>
</file>