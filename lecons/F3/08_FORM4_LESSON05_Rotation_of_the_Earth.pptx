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axis, rotation, tides, deflection of winds and ocean currents. At the end, you should be able to do this: learners are able to explain day and night, the rising of the Sun in the east, and the difference in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Calculation of Time and Date. The question was: Watch the sunrise and the sunset one day this week and write down the times. Write a sentence to explain why the Sun rises in the east.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sunrise about 6:00 and sunset about 18:15 in Garoua. The Sun rises in the east because the Earth turns from west to east.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the axis of the Earth. Number 2: illustrate the rotation of the Earth. Number 3: explain the effects of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15° of longitude = 1 hour. Places to the east are ahead in time. Cameroon uses GMT + 1.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morning in Garoua, the first light appears in the east. In the evening, the Sun disappears in the west. Oumarou's little sister thinks that the Sun walks around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thinks that the Sun moves around the Earth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Sun rise and set?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rises in the east and sets in the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really moves?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turns 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rotation of the Earth to explain day, night and time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on itself.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Watch Garoua (red dot). Why does it have day and then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Garoua faces the Sun (day), then turns away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Sun low over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seem to rise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turns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storm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winds of this storm turn in a circle. Which movement of the Earth makes them turn?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rotation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Rotation. The rotation of the Earth is explained as follows. On this slide we have Rotation and Axis.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Rotation. On this slide we have Direction and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rotation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Rotation. The rotation of the Earth has the following effects. On this slide we have Day and night and Sunrise in the east.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Rotation. On this slide we have Time difference, Deflection of winds and Tides.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turning of the Earth on its axis.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the Sun seems to rise in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axis; number 2, 24;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in which months the rainy season and the dry season start in Garoua. Write the months down.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Revolution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ROTATION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Rotation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Rotation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Axis, rotation, tides, deflection of winds and ocean currents.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meaning, illustration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Calculation of Time and Date):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sunrise and the sunset one day this week and write down the times. Write a sentence to explain why the Sun rises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sunrise about 6:00 and sunset about 18:15 in Garoua. The Sun rises in the east because 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the axis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rotation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15° of longitude = 1 hour.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morning in Garoua, the first light appears in the east. In the evening, the Sun disappears in the west. Oumarou's little sister thinks that the Sun walks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thinks that the Sun moves around the Earth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Sun rise and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in the east and sets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really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on itself.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rotation of the Earth to explain day, night and time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 on itself.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Garoua (red dot). Why does it have day and then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Garoua faces the Sun (day), then turns away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low over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seem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winds of this storm turn in a circle. Which movement of the Earth makes them 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Rotation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rotation of the Earth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from the North Pole to the South Pole, tilted at 23½°.</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Rotation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and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from west to east and makes one turn in 24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Rotation</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rotation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rotation of the Earth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facing the Sun has day while the other side has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Sunrise in the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in the east and sets in the west because the Earth turns eastwards.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Rotation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Deflection of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are bent to the right in the north and to the left in the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with the pull of the Moon, gives two high tides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the Sun seems to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on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rotation takes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turns from west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which months the rainy season and the dry season start in Garoua. Write the months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lever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Sunset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coucher du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Rotation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the axis of the Earth. Illustrate the rotation of the Earth. Explain the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day and night, the rising of the Sun in the east, and the difference in time between places.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Rotation; Effects of Rotation.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in which months the rainy season and the dry season start in Garoua. Write the months down.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 with a mark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where the Sun rises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turning when it goes down a sink.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2026-09-27T13:44:37Z</dcterms:created>
  <dcterms:modified xsi:type="dcterms:W3CDTF">2026-09-27T13:44:37Z</dcterms:modified>
</cp:coreProperties>
</file>