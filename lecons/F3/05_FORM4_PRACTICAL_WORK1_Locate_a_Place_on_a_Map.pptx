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1: Locate a Place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grid, coordinates, latitude, longitude. At the end, you should be able to do this: learners are able to find a place on a map from its coordinates, and to give the coordinates of towns such as Garoua, Maroua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Great Circles and the International Date Line. The question was: Bring an atlas, a ruler and a pencil to the next lesson. Find the map of Cameroon in your atlas.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atlas, ruler and pencil will be used to read the latitude and longitude of towns on the map of Cameroon.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revise the meaning of latitude and longitude on a map. Number 2: follow the steps to read the coordinates of a place. Number 3: find a place on a map from its coordinates. Number 4: give the coordinates of Cameroon and of some of its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latitude measures the distance north or south of the Equator. A longitude measures the distance east or west of the Prime Meridian. We write the latitude first and the longitude second.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Red Cross team in Garoua must bring medicines to a small village. The office sends only two numbers: "10° N, 14° E". The driver asks: "How can we find this village on our map with only these two numbers?"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team must find a village on a map with only its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two numbers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latitude (10° N) and the longitude (14°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these numbers written on a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sides (latitude) and at the top or bottom (longitude)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and write coordinates carefully, latitude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find a place on a map with its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map of Cameroon with a grid.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sides of this map are the latitudes written?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 and right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On which sides are the longitudes written?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top and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reading the coordinates of Garoua.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are the coordinates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9° N, 13°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africa with a grid of 10°.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Between which latitudes does Cameroon lie?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2° N and 13°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Geographical coordinates and Grid.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Theoretical Basis. We revise the following notions. Copy the point on Latitude on the left, then draw the diagram on the right: a map of Cameroon with a grid.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Theoretical Basis. On this slide we have Longitude and Order of writing.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Practical Exercise. We read the coordinates of a place on a map as follows. Copy the point on Find the place on the left, then draw the diagram on the right: reading the coordinates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Practical Exercise. On this slide we have Read the latitude and Read the longitude.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Practical Exercise. On this slide we have Write the coordinates.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Cameroon on the Map of Africa. Cameroon is located on the map of Africa as follows. Copy the point on Latitudes on the left, then draw the diagram on the right: africa with a grid.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Cameroon on the Map of Africa. On this slide we have Longitudes and 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Towns of the Region on the Map of Cameroon. Some towns of our region and of Cameroon have the following coordinates. On this slide we have Garoua, Maroua and Ngaoundéré.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Towns of the Region on the Map of Cameroon. On this slide we have Yaoundé.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 we read first: the latitude or the longitude?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town is at about 4° N, 12° 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yaoundé.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left (or right); number 2, top (or bottom); number 3,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time on a phone set to Cameroon time and on a phone or television showing the time in another country (for example Dubai or Brazil). Write both times and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Local Time, Standard Time and Time Zones.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1: LOCATE A PLACE ON A MAP</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Locate a Place on a Map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1: Locate a Place on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Grid, coordinates, latitude,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Locating a place on a map using latitudes and longitudes; reading and writing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a place on a map from its coordinates, and to give the coordinates of towns such as Garoua, Maroua and Ngaoundéré.</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Great Circles and the International Date Line):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an atlas, a ruler and a pencil to the next lesson. Find the map of Cameroon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ruler and pencil will be used to read the latitude and longitude of towns on the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Revise the meaning of latitude and longitude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Follow the steps to read the coordinates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a place on a map from its coordinates.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coordinates of Cameroon and of some of its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latitude measures the distance north or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longitude measures the distance east or west of the Prime Meridian.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Red Cross team in Garoua must bring medicines to a small village. The office sends only two numbers: "10° N, 14° E". The driver asks: "How can we find this village on our map with only these two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team must find a village on a map with only its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two numbers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 (10° N) and the longitude (14°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these numbers written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sides (latitude) and at the top or bottom (longitude) of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and write coordinates carefully, latitude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find a place on a map with its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Cameroon with a grid.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sides of this map are the latitudes written?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and right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sides are the longitudes written?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THEORETICAL BASIS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top and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PRACTICAL EXERCISE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ordinates.gif">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reading the coordinates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PRACTICAL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coordinates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PRACTICAL EXERCISE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CONTEXTUALISATION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with a grid of 10°.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CONTEXTUALISATION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does Cameroon lie?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CONTEXTUALISATION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2° N and 13°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Geographical 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latitude and the longitude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network of lines of latitude and longitude drawn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Theoretical Basis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 revise the following notions: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distance north or south of the Equator, read on the left and right sides of the map.</a:t>
            </a:r>
            <a:endParaRPr lang="en-US" sz="3600" dirty="0"/>
          </a:p>
        </p:txBody>
      </p:sp>
      <p:pic>
        <p:nvPicPr>
          <p:cNvPr id="5" name="Image 0" descr="/home/claude/f4/img/v2/cameroon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map of Cameroon with a grid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Theoretical Basis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east or west of Greenwich, read at the top and bottom of the map.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Order of writing: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 latitude first and the longitude second, with N, S, E or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Practical Exercise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 read the coordinates of a place on a map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Find the place: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find the town on the map.</a:t>
            </a:r>
            <a:endParaRPr lang="en-US" sz="3600" dirty="0"/>
          </a:p>
        </p:txBody>
      </p:sp>
      <p:pic>
        <p:nvPicPr>
          <p:cNvPr id="5" name="Image 0" descr="/home/claude/f4/img/v2/coordinates_last.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reading the coordinates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Practical Exercise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 the 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parallel to the side of the map and read its value and N or 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Read the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meridian to the top or bottom of the map and read its value and E or 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Practical Exercise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Write the coordinates: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write them together, for example 9° N, 13°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Contextualisation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Cameroon on the Map of Africa</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Cameroon is located on the map of Africa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Latitudes: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Cameroon lies between about 2° N and 13° N.</a:t>
            </a:r>
            <a:endParaRPr lang="en-US" sz="3600" dirty="0"/>
          </a:p>
        </p:txBody>
      </p:sp>
      <p:pic>
        <p:nvPicPr>
          <p:cNvPr id="6" name="Image 0" descr="/home/claude/f4/img/v2/africa_grid_big.png">    </p:cNvPr>
          <p:cNvPicPr>
            <a:picLocks noChangeAspect="1"/>
          </p:cNvPicPr>
          <p:nvPr/>
        </p:nvPicPr>
        <p:blipFill>
          <a:blip r:embed="rId1"/>
          <a:stretch>
            <a:fillRect/>
          </a:stretch>
        </p:blipFill>
        <p:spPr>
          <a:xfrm>
            <a:off x="5349240" y="2045198"/>
            <a:ext cx="6659575" cy="3746011"/>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Africa with a grid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Contextualisation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Cameroon on the Map of Africa</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Longitudes: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lies between about 8° E and 16°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 Central Africa, north of the Equator and east of the Greenwich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Contextualisation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Towns of the Region on the Map of Cameroon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Some towns of our region and of Cameroon have the following coordinates: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9° N, 13°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11° N, 14°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Ngaoundéré: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7° N, 14°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Contextualisation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800" b="1" dirty="0">
                <a:solidFill>
                  <a:srgbClr val="990011"/>
                </a:solidFill>
                <a:latin typeface="Times New Roman" pitchFamily="34" charset="0"/>
                <a:ea typeface="Times New Roman" pitchFamily="34" charset="-122"/>
                <a:cs typeface="Times New Roman" pitchFamily="34" charset="-120"/>
              </a:rPr>
              <a:t>B) Towns of the Region on the Map of Cameroon (continued)</a:t>
            </a:r>
            <a:endParaRPr lang="en-US" sz="18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at about 4° N,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read first: the latitude or the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at about 4° N, 12°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a map, the latitude is read on the ______ side.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longitude is read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is at about 9° N and ______ °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time on a phone set to Cameroon time and on a phone or television showing the time in another country (for example Dubai or Brazil). Write both times and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Local Time, Standard Time and Time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Atlas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L'atlas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grille / le quadrillage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Degree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degré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Minute (of arc)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minute (d'angle)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locate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1: Locate a Place on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the meaning of latitude and longitude on a map. Follow the steps to read the coordinates of a place. Find a place on a map from its coordinates. Give the coordinates of Cameroon and of some of its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a place on a map from its coordinates, and to give the coordinates of towns such as Garoua, Maroua and Ngaoundéré.</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Theoretical Basis; Practical Exercise; Cameroon on the Map of Africa; Towns of the Region on the Map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time on a phone set to Cameroon time and on a phone or television showing the time in another country (for example Dubai or Brazil). Write both times and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grid on the board and number its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steps with a ruler on the map of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learners the atlas map of Africa.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2026-09-28T17:07:10Z</dcterms:created>
  <dcterms:modified xsi:type="dcterms:W3CDTF">2026-09-28T17:07:10Z</dcterms:modified>
</cp:coreProperties>
</file>