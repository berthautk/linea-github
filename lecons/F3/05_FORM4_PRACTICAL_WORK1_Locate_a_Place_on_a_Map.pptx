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grid, coordinates, latitude, longitude. At the end, you should be able to do this: learners are able to find a place on a map from its coordinates, and to give the coordinates of towns such as Garoua, Maroua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Great Circles and the International Date Line. The question was: Give the coordinates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9° N, 13°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revise the meaning of latitude and longitude on a map. Number 2: follow the steps to read the coordinates of a place. Number 3: find a place on a map from its coordinates. Number 4: give the coordinates of Cameroon and of some of its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latitude measures the distance north or south of the Equator. A longitude measures the distance east or west of the Prime Meridian. We write the latitude first and the longitude second.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Red Cross team in Garoua must bring medicines to a small village. The office sends only two numbers: "10° N, 14° E". The driver asks: "How can we find this village on our map with only these two numbers?"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team must find a village on a map with only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two numbers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(10° N) and the longitude (14°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these numbers written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sides (latitude) and at the top or bottom (longitude)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and write coordinates carefully, latitude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a place on a map with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map of Cameroon with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sides of this map are the latitudes written?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left and right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On which sides are the longitudes written?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top and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reading the coordinates of Garoua.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africa with a grid of 10°.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Between which latitudes does Cameroon lie?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Geographical coordinates and Grid.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Theoretical Basis. We revise the following notions. Copy the point on Latitude on the left, then draw the diagram on the right: a map of Cameroon with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Theoretical Basis. On this slide we have Longitude and Order of writing.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We read the coordinates of a place on a map as follows. Copy the point on Find the place on the left, then draw the diagram on the right: reading the coordinates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Read the latitude and Read the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Write the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Cameroon on the Map of Africa. Cameroon is located on the map of Africa as follows. Copy the point on Latitudes on the left, then draw the diagram on the right: africa with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Cameroon on the Map of Africa. On this slide we have Longitudes and 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Towns of the Region on the Map of Cameroon. Some towns of our region and of Cameroon have the following coordinates. On this slide we have Garoua, Maroua and Ngaoundéré.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Towns of the Region on the Map of Cameroon. On this slide we have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 we read first: the latitude or the longitude?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town is at about 4° N, 12°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(or right); number 2, top (or bottom); number 3,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many minutes of time equal 1° of longitude.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Local Time, Standard Time and Time Zones.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Grid, coordinates, latitude,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Locating a place on a map using latitudes and longitudes; reading and writing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Great Circles and the International Date Line):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Revise the meaning of latitude and longitude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Follow the steps to read the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a place on a map from its coordinates.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coordinates of Cameroon and of some of its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latitude measures the distance north or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longitude measures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Red Cross team in Garoua must bring medicines to a small village. The office sends only two numbers: "10° N, 14° E". The driver asks: "How can we find this village on our map with only these two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team must find a village on a map with only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two numbers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(10° N) and the longitude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numbers written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sides (latitude) and at the top or bottom (longitude)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and write coordinates carefully, latitude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a place on a map with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 with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sides of this map are the latitudes written?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 and right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sides are the longitudes written?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and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reading the coordinates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a grid of 10°.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lie?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network of lines of latitude and longitude drawn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revise the following notions: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distance north or south of the Equator, read on the left and right sides of the map.</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map of Cameroon with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east or west of Greenwich, read at the top and bottom of the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Order of writing: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with N, S,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read the coordinates of a place on a map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Find the place: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find the town on the map.</a:t>
            </a:r>
            <a:endParaRPr lang="en-US" sz="3600" dirty="0"/>
          </a:p>
        </p:txBody>
      </p:sp>
      <p:pic>
        <p:nvPicPr>
          <p:cNvPr id="5"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reading the coordinates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 the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parallel to the side of the map and read its value and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 the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meridian to the top or bottom of the map and read its value and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Write the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them together,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Cameroon on the Map of Africa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is located on the map of Africa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3600" dirty="0"/>
          </a:p>
        </p:txBody>
      </p:sp>
      <p:pic>
        <p:nvPicPr>
          <p:cNvPr id="6" name="Image 0" descr="/home/claude/f4/img/v2/africa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Africa with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Cameroon on the Map of Africa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north of the Equator and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Towns of the Region on the Map of Cameroon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Some towns of our region and of Cameroon have the following coordinates: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9° N, 13°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Ngaoundéré: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7° N,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800" b="1" dirty="0">
                <a:solidFill>
                  <a:srgbClr val="990011"/>
                </a:solidFill>
                <a:latin typeface="Times New Roman" pitchFamily="34" charset="0"/>
                <a:ea typeface="Times New Roman" pitchFamily="34" charset="-122"/>
                <a:cs typeface="Times New Roman" pitchFamily="34" charset="-120"/>
              </a:rPr>
              <a:t>B) Towns of the Region on the Map of Cameroon (continued)</a:t>
            </a:r>
            <a:endParaRPr lang="en-US" sz="1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read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map, the latitude is read on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longitude is read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is at about 9° N and ______ °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many minutes of time equal 1° of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grille / 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Minute (of 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minute (d'angle)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locate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the meaning of latitude and longitude on a map. Follow the steps to read the coordinates of a place. Find a place on a map from its coordinates. Give the coordinates of Cameroon and of some of its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Theoretical Basis; Practical Exercise; Cameroon on the Map of Africa; Towns of the Region on the Map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many minutes of time equal 1° of longitude.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grid on the board and number its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steps with a ruler on the map of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learners the atlas map of Africa.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2026-10-02T05:13:51Z</dcterms:created>
  <dcterms:modified xsi:type="dcterms:W3CDTF">2026-10-02T05:13:51Z</dcterms:modified>
</cp:coreProperties>
</file>