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Give the coordinates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9° N,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driver asks: "How can we find this village on our map with only these two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on a map with only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at the top or bottom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sides of this map are the latitudes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and right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sides are the longitudes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top and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We revise the following notions. Copy the point on Latitude on the left, then draw the diagram on the right: a map of Cameroon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Longitude and Order of writing.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We read the coordinates of a place on a map as follows. Copy the point on Find the place on the left, then draw the diagram on the right: reading the coordinates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Read the latitude and Read the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Write the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 on the Map of Africa. Cameroon is located on the map of Africa as follows. Copy the point on Latitudes on the left, then draw the diagram on the right: africa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 on the Map of Africa. On this slide we have Longitudes and 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Towns of the Region on the Map of Cameroon. Some towns of our region and of Cameroon have the following coordinates. On this slide we have Garoua, Maroua and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Towns of the Region on the Map of Cameroon.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minutes of time equal 1° of longitude.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driver asks: "How can we find this village on our map with only these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on a map with only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at the top or bottom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of this map are the latitudes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and right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are the longitudes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and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network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revise the following notions: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distance north or south of the Equator, read on the left and right sides of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map of Cameroon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east or west of Greenwich, read at the top and bottom of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Order of writing: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with N, S,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on a map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Find the place: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town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the coordinates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parallel to the side of the map and read its value and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meridian to the top or bottom of the map and read its value and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Write the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them together,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on the map of Africa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3600" dirty="0"/>
          </a:p>
        </p:txBody>
      </p:sp>
      <p:pic>
        <p:nvPicPr>
          <p:cNvPr id="6"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north of the Equator and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Towns of the Region on the Map of Cameroon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towns of our region and of Cameroon have the following coordinates: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Ngaoundéré: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7° N,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B) Towns of the Region on the Map of Cameroon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minutes of time equal 1°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Theoretical Basis; Practical Exercise; Cameroon on the Map of Africa; Towns of the Region on the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minutes of time equal 1° of longitude.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2026-09-28T21:32:35Z</dcterms:created>
  <dcterms:modified xsi:type="dcterms:W3CDTF">2026-09-28T21:32:35Z</dcterms:modified>
</cp:coreProperties>
</file>