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grid, coordinates, latitude, longitude. At the end, you should be able to do this: learners are able to find a place on a map from its coordinates, and to give the coordinates of towns such as Garoua, Maroua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Great Circles and the International Date Line. The question was: Bring an atlas, a ruler and a pencil to the next lesson. Find the map of Cameroon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atlas, ruler and pencil will be used to read the latitude and longitude of towns on the map of Cameroon.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revise the meaning of latitude and longitude on a map. Number 2: follow the steps to read the coordinates of a place. Number 3: find a place on a map from its coordinates. Number 4: give the coordinates of Cameroon and of some of its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latitude measures the distance north or south of the Equator. A longitude measures the distance east or west of the Prime Meridian. We write the latitude first and the longitude second.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Red Cross team in Garoua must bring medicines to a small village. The office sends only two numbers: "10° N, 14° E". The driver asks: "How can we find this village on our map with only these two numbers?"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team must find a village on a map with only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two numbers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(10° N) and the longitude (14°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these numbers written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sides (latitude) and at the top or bottom (longitude)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and write coordinates carefully, latitude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a place on a map with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map of Cameroon with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sides of this map are the latitudes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 and right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sides are the longitudes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top and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reading the coordinates of Garoua.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africa with a grid of 10°.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Between which latitudes does Cameroon lie?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Geographical coordinates and Grid.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Theoretical Basis. We revise the following notions. Copy the point on Latitude on the left, then draw the diagram on the right: a map of Cameroon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Theoretical Basis. On this slide we have Longitude and Order of writing.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We read the coordinates of a place on a map as follows. Copy the point on Find the place on the left, then draw the diagram on the right: reading the coordinates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Read the latitude and Read the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Write the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 on the Map of Africa. Cameroon is located on the map of Africa as follows. Copy the point on Latitudes on the left, then draw the diagram on the right: africa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 on the Map of Africa. On this slide we have Longitudes and 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Towns of the Region on the Map of Cameroon. Some towns of our region and of Cameroon have the following coordinates. On this slide we have Garoua, Maroua and Ngaoundéré.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Towns of the Region on the Map of Cameroon. On this slide we have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 we read first: the latitude or the longitude?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town is at about 4° N, 12°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(or right); number 2, top (or bottom); number 3,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the time on a phone set to Cameroon time and on a phone or television showing the time in another country (for example Dubai or Brazil). Write both times and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Local Time, Standard Time and Time Zones.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Grid, coordinates, latitude,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Locating a place on a map using latitudes and longitudes; reading and writing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Great Circles and the International Date Line):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Bring an atlas, a ruler and a pencil to the next lesson. Find the map of Cameroon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ruler and pencil will be used to read the latitude and longitude of towns on the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Revise the meaning of latitude and longitude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Follow the steps to read the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a place on a map from its coordinates.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coordinates of Cameroon and of some of its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latitude measures the distance north or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longitude measures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Red Cross team in Garoua must bring medicines to a small village. The office sends only two numbers: "10° N, 14° E". The driver asks: "How can we find this village on our map with only these two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team must find a village on a map with only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two numbers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(10° N) and the longitude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numbers written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sides (latitude) and at the top or bottom (longitude)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and write coordinates carefully, latitude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a place on a map with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of this map are the latitudes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 and right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are the longitudes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and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reading the coordinates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a grid of 10°.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lie?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network of lines of latitude and longitude drawn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revise the following notions: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distance north or south of the Equator, read on the left and right sides of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map of Cameroon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east or west of Greenwich, read at the top and bottom of the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Order of writing: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with N, S,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on a map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Find the place: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town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the coordinates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parallel to the side of the map and read its value and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meridian to the top or bottom of the map and read its value and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Write the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them together,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on the map of Africa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3600" dirty="0"/>
          </a:p>
        </p:txBody>
      </p:sp>
      <p:pic>
        <p:nvPicPr>
          <p:cNvPr id="6"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Africa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north of the Equator and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Towns of the Region on the Map of Cameroon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Some towns of our region and of Cameroon have the following coordinates: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9° N, 13°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Ngaoundéré: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7° N,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B) Towns of the Region on the Map of Cameroon (continued)</a:t>
            </a:r>
            <a:endParaRPr lang="en-US" sz="1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read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map, the latitude is read on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longitude is read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is at about 9° N and ______ °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time on a phone set to Cameroon time and on a phone or television showing the time in another country (for example Dubai or Brazil). Write both times and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grille / 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Minute (of 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minute (d'angle)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locate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the meaning of latitude and longitude on a map. Follow the steps to read the coordinates of a place. Find a place on a map from its coordinates. Give the coordinates of Cameroon and of some of its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Theoretical Basis; Practical Exercise; Cameroon on the Map of Africa; Towns of the Region on the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the time on a phone set to Cameroon time and on a phone or television showing the time in another country (for example Dubai or Brazil). Write both times and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grid on the board and number its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steps with a ruler on the map of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learners the atlas map of Africa.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2026-09-28T17:19:49Z</dcterms:created>
  <dcterms:modified xsi:type="dcterms:W3CDTF">2026-09-28T17:19:49Z</dcterms:modified>
</cp:coreProperties>
</file>