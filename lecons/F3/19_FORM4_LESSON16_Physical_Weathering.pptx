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16: Physical Weathering Processes and Products.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Denudation Processes, Landforms and Impacts on Man — Weathering Processes: The Products and Impacts on Man.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Denudation Processes, Landforms and Impacts on Man, and the sub-topic is Weathering Processes: The Products and Impacts on Man. The key notions we shall use today are: temperature changes, frost action, slaking, unloading. At the end, you should be able to do this: learners are able to explain why rocks and walls crack in the sun or break under roots, and to protect buildings from these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15: Weathering. The question was: Touch a big rock or a cement wall at 1 p.m. and again at 7 p.m. Write what you feel, and why this could break the rock after many years.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At 1 p.m. the rock is hot, and at 7 p.m. it is cooler. Daily heating makes the outer layer expand and cooling makes it contract; after many years this breaks the rock (thermal shattering).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physical weathering. Number 2: explain the processes of physical weathering. Number 3: name the products of each process.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is the breaking down of rocks in their place. Physical weathering breaks rocks without changing their minerals. Climate is the main factor of weathering.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In the dry season, Yaya walks past a big granite rock. At midday it is too hot to touch, and at night it is cool; its outer surface peels off in thin layers, like an onion. He asks: "How can the Sun alone break such a hard rock?"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Yaya does not understand how a hard rock breaks without being carried away.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happens to the outer surface of the rock?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peels off in thin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changes between midday and night?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temperature: the rock is hot by day and cool at night.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the products of physical weathering around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how rocks break into pieces.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animation: animation: heating by day, cooling by night.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happens to the outer layer of the rock after many days and nights?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cracks and peels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rounded granite rocks.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 we call this peeling of rock in curved layers?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Exfoliation (onion weathering).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roots in a rock.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How do the roots break the rock?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grow bigger in the cracks and push the rock apart.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Physical weathering.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Exfoliation.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Thermal Shattering. Thermal shattering works as follows. Copy the point on Process on the left, then draw the diagram on the right: exfoliation.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Products on the left, then draw the diagram on the right: rounded granite rocks.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Frost Shattering. Frost shattering works as follows. Copy the point on Process on the left, then draw the diagram on the right: frost on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Frost Shattering.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Alternate Wetting and Drying (Slaking). Alternate wetting and drying works as follows. On this slide we have Process.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Products on the left, then draw the diagram on the right: cracked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Pressure Release (Unloading). Pressure release works as follows. Copy the point on Process on the left, then draw the diagram on the right: processes of physical weathering.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Pressure Release (Unloading). On this slide we have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Physically Induced Biological Weathering. Living things break rocks physically as follows. Copy the point on Plant roots on the left, then draw the diagram on the right: roots in a rock.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Physically Induced Biological Weathering. On this slide we have Burrowing animals and Products.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Why does granite peel off in hot deserts?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gets hot by day and cold at night, again and again.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How do roots break rocks?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they grow in cracks and push the rock apart.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exfoliation; number 2, frost; number 3, minerals.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Look at an old iron gate, a roofing sheet or a nail left in the rain. Write what happened to it and what colour it became.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17: Chemical Weathering Processes and Products.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16: PHYSICAL WEATHERING PROCESSES AND PRODUCTS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gif"/><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jp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jp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Physical Weathering Processes and Products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Denudation Processes, Landforms and Impacts on Man — Weathering Processes: The Products and Impacts on Man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Denudation Processes, Landforms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Weathering Processes: The Products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16: Physical Weathering Processes and Products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Temperature changes, frost action, slaking, unloading.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Thermal shattering; frost shattering; alternate wetting and drying; pressure release; physically induced biological weathering.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why rocks and walls crack in the sun or break under roots, and to protect buildings from these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15: Weathering):</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Touch a big rock or a cement wall at 1 p.m. and again at 7 p.m. Write what you feel, and why this could break the rock after many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At 1 p.m. the rock is hot, and at 7 p.m. it is cooler. Daily heating makes the outer layer expand and cooling makes it contract; after many years this breaks the rock (thermal shattering).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physical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processes of physical weathering.</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products of each process.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is the breaking down of rocks in their place.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Physical weathering breaks rocks without changing their minerals.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Climate is the main factor of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dry season, Yaya walks past a big granite rock. At midday it is too hot to touch, and at night it is cool; its outer surface peels off in thin layers, like an onion. He asks: "How can the Sun alone break such a hard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Yaya does not understand how a hard rock breaks without being carried away.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outer surface of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peels off in thin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changes between midday and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temperature: the rock is hot by day and cool at night.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the products of physical weathering around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how rocks break into pieces.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xfoliation.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heating by day, cooling by night.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outer layer of the rock after many days and nights?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cracks and peels off.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4_granit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Rounded granite rocks.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this peeling of rock in curved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THERMAL SHATTERING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Exfoliation (onion weathering).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PHYSICALLY INDUCED BIOLOGICAL WEATHERING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roots.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Roots in a rock.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PHYSICALLY INDUCED BIOLOGICAL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the roots break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5. PHYSICALLY INDUCED BIOLOGICAL WEATHERING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bigger in the cracks and push the rock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Denudation Processes, Landforms and Impacts on Man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Weathering Processes: The Products and Impacts on Man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16: Physical Weathering Processes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Physical weathering: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breaking of rocks into smaller pieces without any change in their minerals.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Exfoliation: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peeling of rock in thin, curved layers, like the layers of an onion.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Thermal Shattering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Thermal shattering works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By day the Sun heats the outer layer of the rock, which expands, and at night it cools and contracts. After many years, the outer layer cracks and peels off.</a:t>
            </a:r>
            <a:endParaRPr lang="en-US" sz="3200" dirty="0"/>
          </a:p>
        </p:txBody>
      </p:sp>
      <p:pic>
        <p:nvPicPr>
          <p:cNvPr id="5" name="Image 0" descr="/home/claude/f4/img/v2/exfoliation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exfoliation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Thermal Shattering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Curved sheets of rock (exfoliation), rounded rocks called exfoliation domes, and angular pieces (block disintegration).</a:t>
            </a:r>
            <a:endParaRPr lang="en-US" sz="3600" dirty="0"/>
          </a:p>
        </p:txBody>
      </p:sp>
      <p:pic>
        <p:nvPicPr>
          <p:cNvPr id="5" name="Image 0" descr="/home/claude/f4/img/v2/f4_granit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rounded granite rocks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Frost Shattering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Frost shattering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Water enters cracks and freezes at night; ice takes more space than water, so it widens the cracks until the rock breaks.</a:t>
            </a:r>
            <a:endParaRPr lang="en-US" sz="3600" dirty="0"/>
          </a:p>
        </p:txBody>
      </p:sp>
      <p:pic>
        <p:nvPicPr>
          <p:cNvPr id="5" name="Image 0" descr="/home/claude/f4/img/v2/lsa_fros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frost on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Frost Shattering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Sharp, angular pieces of rock that collect at the foot of slopes as scree, in cold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Alternate Wetting and Drying (Slaking)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Alternate wetting and drying works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Clay rocks swell when they are wet and shrink when they dry, so they crack.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Alternate Wetting and Drying (Slaking)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Crumbled clay and deep cracks, as in the black soils of the Far North in the dry season.</a:t>
            </a:r>
            <a:endParaRPr lang="en-US" sz="3600" dirty="0"/>
          </a:p>
        </p:txBody>
      </p:sp>
      <p:pic>
        <p:nvPicPr>
          <p:cNvPr id="5" name="Image 0" descr="/home/claude/f4/img/v2/f2t_cracked_soil.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cracked soil</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Pressure Release (Unloading)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Pressure release works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Process: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When the rocks above are removed by erosion, the rock below expands and cracks in sheets parallel to the surface.</a:t>
            </a:r>
            <a:endParaRPr lang="en-US" sz="3600" dirty="0"/>
          </a:p>
        </p:txBody>
      </p:sp>
      <p:pic>
        <p:nvPicPr>
          <p:cNvPr id="5" name="Image 0" descr="/home/claude/f4/img/physical_weathering.png">    </p:cNvPr>
          <p:cNvPicPr>
            <a:picLocks noChangeAspect="1"/>
          </p:cNvPicPr>
          <p:nvPr/>
        </p:nvPicPr>
        <p:blipFill>
          <a:blip r:embed="rId1"/>
          <a:stretch>
            <a:fillRect/>
          </a:stretch>
        </p:blipFill>
        <p:spPr>
          <a:xfrm>
            <a:off x="5349240" y="2845097"/>
            <a:ext cx="6659575" cy="214621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processes of physical weathering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Pressure Release (Unloading)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Sheets of rock and dome-shaped hills such as inselbergs.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Physically Induced Biological Weathering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Living things break rocks physically as follows: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Plant roots: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Roots grow in cracks, become thicker and push the rock apart.</a:t>
            </a:r>
            <a:endParaRPr lang="en-US" sz="3600" dirty="0"/>
          </a:p>
        </p:txBody>
      </p:sp>
      <p:pic>
        <p:nvPicPr>
          <p:cNvPr id="5" name="Image 0" descr="/home/claude/f4/img/v2/f4_roots.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roots in a rock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5. Physically Induced Biological Weathering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Burrowing animals: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Termites, worms and rodents dig holes and bring broken rock to the surface.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Products: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Broken blocks of rock and loose, crumbly material.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does granite peel off in hot deserts?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gets hot by day and cold at night, again and again.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roots break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in cracks and push the rock apart.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peeling of rock like an onion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Water that freezes in cracks causes ______ shattering.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Physical weathering does not change the ______ of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Look at an old iron gate, a roofing sheet or a nail left in the rain. Write what happened to it and what colour it became.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17: Chemical Weathering Processes and Products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Exfoliation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L'exfoliation / la desquamation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Crack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fissure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expand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 dilater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To contract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Se contracter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Scree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L'éboulis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Root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racine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 release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décompression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Denudation Processes, Landforms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16: Physical Weathering Processes and Products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physical weathering. Explain the processes of physical weathering. Name the products of each process.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why rocks and walls crack in the sun or break under roots, and to protect buildings from these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Thermal Shattering; Frost Shattering; Alternate Wetting and Drying (Slaking); Pressure Release (Unloading); Physically Induced Biological Weathering.</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Look at an old iron gate, a roofing sheet or a nail left in the rain. Write what happened to it and what colour it became.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1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draw a rock with curved layers peeling off.</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the rocks of Mount Tinguelin.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show a tree root lifting a pavement.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Denudation Processes, Landforms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“Sunset over Pyramid Rock” by Mark Wassell, CC BY-NC-ND 2.0, via Flickr (https://www.flickr.com/photos/61520356@N07/6515411027)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“Stones 'n' Roots” by erix!, CC BY 2.0, via Flickr (https://www.flickr.com/photos/68387408@N00/55692423)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(Process): “Frosty Morning” by Tom Gill., CC BY-NC-ND 2.0, via Flickr (https://www.flickr.com/photos/10199807@N00/4283143427)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(Products): “Cracked Earth” by Aleatoric Consonance, CC BY 2.0, via Flickr (https://www.flickr.com/photos/93921318@N00/3772011444)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2026-09-28T17:13:22Z</dcterms:created>
  <dcterms:modified xsi:type="dcterms:W3CDTF">2026-09-28T17:13:22Z</dcterms:modified>
</cp:coreProperties>
</file>