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Name two processes of physical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Thermal shattering and frost shattering (also wetting and drying, pressure release).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and at night it is cool; its outer surface peels off in thin layers, like an onion. He asks: "How can the Sun alone break such a hard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understand how a hard rock breaks without being carried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outer surface of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peels off in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changes between midday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temperature: the rock is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rounded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this peeling of rock in curved layers?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Shattering. Thermal shattering works as follows. Copy the point on Process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rounded granite rocks.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Frost Shattering. Frost shattering works as follows. Copy the point on Process on the left, then draw the diagram on the right: frost on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Frost Shattering.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Alternate Wetting and Drying (Slaking). Alternate wetting and drying works as follows.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Release (Unloading). Pressure release works as follows. Copy the point on Process on the left, then draw the diagram on the right: processes of physical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Release (Unloading).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Physically Induced Biological Weathering. Living things break rocks physically as follows. Copy the point on Plant roots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Physically Induced Biological Weathering. On this slide we have Burrowing animals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processes of chemical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Thermal shattering and frost shattering (also wetting and drying, pressure release).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and at night it is cool; its outer surface peels off in thin layers, like an onion. He asks: "How can the Sun alone break such a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understand how a hard rock breaks without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surface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peels off in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between midday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the rock is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Rounded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peeling of rock 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smaller pieces without any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Thermal shattering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outer layer of the rock, which expands, and at night it cools and contracts. After many years, the outer layer cracks and peels off.</a:t>
            </a:r>
            <a:endParaRPr lang="en-US" sz="3200" dirty="0"/>
          </a:p>
        </p:txBody>
      </p:sp>
      <p:pic>
        <p:nvPicPr>
          <p:cNvPr id="5"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Curved sheets of rock (exfoliation), rounded rocks called exfoliation domes, and angular pieces (block disintegration).</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rounded granite rocks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Frost shattering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cracks and freezes at night; ice takes more space than water, so it widens the cracks until the rock breaks.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 on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Sharp, angular pieces of rock that collect at the foot of slopes as scree, in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Alternate wetting and drying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they are wet and shrink when they dry, so they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Crumbled clay and deep cracks, as in the black soils of the Far North in the dry season.</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release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rocks above are removed by erosion, the rock below expands and cracks in sheets parallel to the surface.</a:t>
            </a:r>
            <a:endParaRPr lang="en-US" sz="3600" dirty="0"/>
          </a:p>
        </p:txBody>
      </p:sp>
      <p:pic>
        <p:nvPicPr>
          <p:cNvPr id="5" name="Image 0" descr="/home/claude/f4/img/physical_weathering.png">    </p:cNvPr>
          <p:cNvPicPr>
            <a:picLocks noChangeAspect="1"/>
          </p:cNvPicPr>
          <p:nvPr/>
        </p:nvPicPr>
        <p:blipFill>
          <a:blip r:embed="rId1"/>
          <a:stretch>
            <a:fillRect/>
          </a:stretch>
        </p:blipFill>
        <p:spPr>
          <a:xfrm>
            <a:off x="5349240" y="2845097"/>
            <a:ext cx="6659575" cy="214621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physical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Sheets of rock and dome-shaped hills such as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break rocks physically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 roots: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 cracks, become thicker and push the rock apart.</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Burrowing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worms and rodents dig holes and bring broken rock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blocks of rock and loose, crumbly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Thermal Shattering; Frost Shattering; Alternate Wetting and Drying (Slaking); Pressure Release (Unloading); Physically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processes of chemical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curved layers peeling off.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rocks of Mount Tinguelin.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(Products):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2026-09-28T21:32:37Z</dcterms:created>
  <dcterms:modified xsi:type="dcterms:W3CDTF">2026-09-28T21:32:37Z</dcterms:modified>
</cp:coreProperties>
</file>