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Touch a big rock or a cement wall at 1 p.m. and again at 7 p.m. Write what you feel, and why this could break the rock after many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1 p.m. the rock is hot, and at 7 p.m. it is cooler. Daily heating makes the outer layer expand and cooling makes it contract; after many years this breaks the rock (thermal shattering).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Its outer surface peels off in thin layers, like an onion.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why the rock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rock very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midday,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rock cools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 granite rocks in a hot,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These granite rocks lost their outer layers again and again. What do we call this peeling of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 roots in a cracked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and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and Products of Physical Weathering. Physical weathering takes place through the following processes. On this slide we have Thermal shattering and Frost shattering.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and Products of Physical Weathering. On this slide we have Wetting and drying, Pressure release and Biological 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iron gate, a roofing sheet or a nail left in the rain. Write what happened to it and what colour it became.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p.m. the rock is hot, and at 7 p.m. it is cooler. Daily heating makes the outer layer expand and cooling makes it contract; after many years this breaks the rock (thermal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Its outer surface peels off in thin layers, like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why the rock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rock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midday,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cools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 granite rocks in a hot,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granite rocks lost their outer layers again and again. What do we call this peeling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roots in a cracked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pieces without changing their minerals.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Physical Weathering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weathering takes place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Thermal shattering: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Daily heating and cooling make rocks expand and contract until they peel off (exfoliation).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shattering: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freezes in cracks, expands and breaks rocks into sharp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Physical Weathering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Wetting and drying: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wet and shrink when dry, so they crumble.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release: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overlying rocks are removed, granite cracks in layers parallel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and burrowing animals widen cracks and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Processes and Products of Physical Weathering</a:t>
            </a:r>
            <a:endParaRPr lang="en-US" sz="3600" dirty="0"/>
          </a:p>
        </p:txBody>
      </p:sp>
      <p:pic>
        <p:nvPicPr>
          <p:cNvPr id="4" name="Image 0" descr="/home/claude/f4/img/v2/exfoliation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Processes and Products of Physical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iron gate, a roofing sheet or a nail left in the rain. Write what happened to it and what colour it became.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glass that breaks when hot water is poured in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about big granite rocks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road cracked by tree roots.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2026-09-27T13:44:40Z</dcterms:created>
  <dcterms:modified xsi:type="dcterms:W3CDTF">2026-09-27T13:44:40Z</dcterms:modified>
</cp:coreProperties>
</file>