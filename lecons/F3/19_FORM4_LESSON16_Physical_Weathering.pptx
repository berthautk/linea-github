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Lst>
  <p:notesMasterIdLst>
    <p:notesMasterId r:id="rId5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notesMaster" Target="notesMasters/notesMaster1.xml"/><Relationship Id="rId55" Type="http://schemas.openxmlformats.org/officeDocument/2006/relationships/presProps" Target="presProps.xml"/><Relationship Id="rId56" Type="http://schemas.openxmlformats.org/officeDocument/2006/relationships/viewProps" Target="viewProps.xml"/><Relationship Id="rId57" Type="http://schemas.openxmlformats.org/officeDocument/2006/relationships/theme" Target="theme/theme1.xml"/><Relationship Id="rId5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16: Physical Weathering Processes and Products.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Form 4. It belongs to Denudation Processes, Landforms and Impacts on Man — Weathering Processes: The Products and Impacts on Man. We shall need 50 minutes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Denudation Processes, Landforms and Impacts on Man, and the sub-topic is Weathering Processes: The Products and Impacts on Man. The key notions we shall use today are: temperature changes, frost action, slaking, unloading. At the end, you should be able to do this: learners are able to explain why rocks and walls crack in the sun or break under roots, and to protect buildings from these effects.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15: Weathering. The question was: Name two processes of physical weathering.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Thermal shattering and frost shattering (also wetting and drying, pressure release).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define physical weathering. Number 2: explain the processes of physical weathering. Number 3: name the products of each process.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Weathering is the breaking down of rocks in their place. Physical weathering breaks rocks without changing their minerals. Climate is the main factor of weathering.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In the dry season, Yaya walks past a big granite rock. At midday it is too hot to touch, and at night it is cool; its outer surface peels off in thin layers, like an onion. He asks: "How can the Sun alone break such a hard rock?"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Yaya does not understand how a hard rock breaks without being carried away.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What happens to the outer surface of the rock?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It peels off in thin layers.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What changes between midday and night?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temperature: the rock is hot by day and cool at night.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recognise the products of physical weathering around us.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know how rocks break into pieces.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animation: animation: heating by day, cooling by night. Watch the animation to the end; it will play again.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What happens to the outer layer of the rock after many days and nights?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It cracks and peels off.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picture: rounded granite rocks.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What do we call this peeling of rock in curved layers?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Exfoliation (onion weathering).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roots in a rock.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How do the roots break the rock?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They grow bigger in the cracks and push the rock apart.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Physical weathering.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definitions. On this slide we have Exfoliation.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Thermal Shattering. Thermal shattering works as follows. Copy the point on Process on the left, then draw the diagram on the right: exfoliation.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Products on the left, then draw the diagram on the right: rounded granite rocks.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Frost Shattering. Frost shattering works as follows. Copy the point on Process on the left, then draw the diagram on the right: frost on rock.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Frost Shattering. On this slide we have Products.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Alternate Wetting and Drying (Slaking). Alternate wetting and drying works as follows. On this slide we have Process.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Products on the left, then draw the diagram on the right: cracked soil.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Pressure Release (Unloading). Pressure release works as follows. Copy the point on Process on the left, then draw the diagram on the right: processes of physical weathering.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Pressure Release (Unloading). On this slide we have Products.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Physically Induced Biological Weathering. Living things break rocks physically as follows. Copy the point on Plant roots on the left, then draw the diagram on the right: roots in a rock.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Physically Induced Biological Weathering. On this slide we have Burrowing animals and Products.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Why does granite peel off in hot deserts?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it gets hot by day and cold at night, again and again.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How do roots break rocks?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they grow in cracks and push the rock apart.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exfoliation; number 2, frost; number 3, minerals.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Name two processes of chemical weathering.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17: Chemical Weathering Processes and Products.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FORM 4</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LESSON 16: PHYSICAL WEATHERING PROCESSES AND PRODUCTS</a:t>
            </a:r>
            <a:endParaRPr lang="en-US" sz="14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DGCAST-GAROUA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gif"/><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jp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jp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jp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jp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jp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jp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slideLayout" Target="../slideLayouts/slideLayout2.xml"/><Relationship Id="rId3" Type="http://schemas.openxmlformats.org/officeDocument/2006/relationships/notesSlide" Target="../notesSlides/notesSlide52.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FORM 4</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16</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Physical Weathering Processes and Products</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Form 4</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Denudation Processes, Landforms and Impacts on Man — Weathering Processes: The Products and Impacts on Man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Denudation Processes, Landforms and Impacts on Man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Weathering Processes: The Products and Impacts on Man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16: Physical Weathering Processes and Products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Temperature changes, frost action, slaking, unloading.</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Thermal shattering; frost shattering; alternate wetting and drying; pressure release; physically induced biological weathering.</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explain why rocks and walls crack in the sun or break under roots, and to protect buildings from these effects.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15: Weathering):</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two processes of physical weathering.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Thermal shattering and frost shattering (also wetting and drying, pressure release).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Define physical weathering.</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processes of physical weathering.</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Name the products of each process.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Weathering is the breaking down of rocks in their place.</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Physical weathering breaks rocks without changing their minerals.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Climate is the main factor of weathering.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the dry season, Yaya walks past a big granite rock. At midday it is too hot to touch, and at night it is cool; its outer surface peels off in thin layers, like an onion. He asks: "How can the Sun alone break such a hard rock?"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Yaya does not understand how a hard rock breaks without being carried away.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happens to the outer surface of the rock?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peels off in thin layers.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changes between midday and night?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temperature: the rock is hot by day and cool at night.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Recognise the products of physical weathering around us.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know how rocks break into pieces.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THERMAL SHATTERING</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exfoliation.gif">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Animation: heating by day, cooling by night.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THERMAL SHATTERING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happens to the outer layer of the rock after many days and nights?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THERMAL SHATTERING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cracks and peels off.</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THERMAL SHATTERING</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f4_granite.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Rounded granite rocks.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THERMAL SHATTERING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do we call this peeling of rock in curved layers?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THERMAL SHATTERING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Exfoliation (onion weathering).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5. PHYSICALLY INDUCED BIOLOGICAL WEATHERING</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f4_roots.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Roots in a rock.</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5. PHYSICALLY INDUCED BIOLOGICAL WEATHERING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do the roots break the rock?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5. PHYSICALLY INDUCED BIOLOGICAL WEATHERING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grow bigger in the cracks and push the rock apart.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Topic: Denudation Processes, Landforms and Impacts on Man</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Sub-topic: Weathering Processes: The Products and Impacts on Man</a:t>
            </a:r>
            <a:endParaRPr lang="en-US" sz="3200" dirty="0"/>
          </a:p>
          <a:p>
            <a:pPr algn="l" indent="0" marL="0">
              <a:spcAft>
                <a:spcPts val="800"/>
              </a:spcAft>
              <a:buNone/>
            </a:pPr>
            <a:r>
              <a:rPr lang="en-US" sz="3200" b="1" dirty="0">
                <a:solidFill>
                  <a:srgbClr val="990011"/>
                </a:solidFill>
                <a:latin typeface="Times New Roman" pitchFamily="34" charset="0"/>
                <a:ea typeface="Times New Roman" pitchFamily="34" charset="-122"/>
                <a:cs typeface="Times New Roman" pitchFamily="34" charset="-120"/>
              </a:rPr>
              <a:t>Lesson 16: Physical Weathering Processes and Products</a:t>
            </a:r>
            <a:endParaRPr lang="en-US" sz="32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Physical weathering: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breaking of rocks into smaller pieces without any change in their minerals.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Exfoliation: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peeling of rock in thin, curved layers, like the layers of an onion.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Thermal Shattering</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200" i="1" dirty="0">
                <a:solidFill>
                  <a:srgbClr val="111111"/>
                </a:solidFill>
                <a:latin typeface="Times New Roman" pitchFamily="34" charset="0"/>
                <a:ea typeface="Times New Roman" pitchFamily="34" charset="-122"/>
                <a:cs typeface="Times New Roman" pitchFamily="34" charset="-120"/>
              </a:rPr>
              <a:t>Thermal shattering works as follows:</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Process: </a:t>
            </a:r>
            <a:pPr algn="l" indent="0" marL="0">
              <a:spcAft>
                <a:spcPts val="800"/>
              </a:spcAft>
              <a:buNone/>
            </a:pPr>
            <a:r>
              <a:rPr lang="en-US" sz="3200" dirty="0">
                <a:solidFill>
                  <a:srgbClr val="111111"/>
                </a:solidFill>
                <a:latin typeface="Times New Roman" pitchFamily="34" charset="0"/>
                <a:ea typeface="Times New Roman" pitchFamily="34" charset="-122"/>
                <a:cs typeface="Times New Roman" pitchFamily="34" charset="-120"/>
              </a:rPr>
              <a:t>By day the Sun heats the outer layer of the rock, which expands, and at night it cools and contracts. After many years, the outer layer cracks and peels off.</a:t>
            </a:r>
            <a:endParaRPr lang="en-US" sz="3200" dirty="0"/>
          </a:p>
        </p:txBody>
      </p:sp>
      <p:pic>
        <p:nvPicPr>
          <p:cNvPr id="5" name="Image 0" descr="/home/claude/f4/img/v2/exfoliation_last.png">    </p:cNvPr>
          <p:cNvPicPr>
            <a:picLocks noChangeAspect="1"/>
          </p:cNvPicPr>
          <p:nvPr/>
        </p:nvPicPr>
        <p:blipFill>
          <a:blip r:embed="rId1"/>
          <a:stretch>
            <a:fillRect/>
          </a:stretch>
        </p:blipFill>
        <p:spPr>
          <a:xfrm>
            <a:off x="5349240" y="2617506"/>
            <a:ext cx="6659575" cy="2601397"/>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exfoliation</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Thermal Shattering</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Products: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Curved sheets of rock (exfoliation), rounded rocks called exfoliation domes, and angular pieces (block disintegration).</a:t>
            </a:r>
            <a:endParaRPr lang="en-US" sz="3600" dirty="0"/>
          </a:p>
        </p:txBody>
      </p:sp>
      <p:pic>
        <p:nvPicPr>
          <p:cNvPr id="5" name="Image 0" descr="/home/claude/f4/img/v2/f4_granite.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rounded granite rocks</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Frost Shattering</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Frost shattering works as follows:</a:t>
            </a:r>
            <a:endParaRPr lang="en-US" sz="3600" dirty="0"/>
          </a:p>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Process: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Water enters cracks and freezes at night; ice takes more space than water, so it widens the cracks until the rock breaks.</a:t>
            </a:r>
            <a:endParaRPr lang="en-US" sz="3600" dirty="0"/>
          </a:p>
        </p:txBody>
      </p:sp>
      <p:pic>
        <p:nvPicPr>
          <p:cNvPr id="5" name="Image 0" descr="/home/claude/f4/img/v2/lsa_frost.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frost on rock</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Frost Shattering</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Products: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Sharp, angular pieces of rock that collect at the foot of slopes as scree, in cold mountains.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Alternate Wetting and Drying (Slaking)</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Alternate wetting and drying works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Process: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Clay rocks swell when they are wet and shrink when they dry, so they crack.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Alternate Wetting and Drying (Slaking)</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Products: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Crumbled clay and deep cracks, as in the black soils of the Far North in the dry season.</a:t>
            </a:r>
            <a:endParaRPr lang="en-US" sz="3600" dirty="0"/>
          </a:p>
        </p:txBody>
      </p:sp>
      <p:pic>
        <p:nvPicPr>
          <p:cNvPr id="5" name="Image 0" descr="/home/claude/f4/img/v2/f2t_cracked_soil.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cracked soil</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4. Pressure Release (Unloading)</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Pressure release works as follows:</a:t>
            </a:r>
            <a:endParaRPr lang="en-US" sz="3600" dirty="0"/>
          </a:p>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Process: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When the rocks above are removed by erosion, the rock below expands and cracks in sheets parallel to the surface.</a:t>
            </a:r>
            <a:endParaRPr lang="en-US" sz="3600" dirty="0"/>
          </a:p>
        </p:txBody>
      </p:sp>
      <p:pic>
        <p:nvPicPr>
          <p:cNvPr id="5" name="Image 0" descr="/home/claude/f4/img/physical_weathering.png">    </p:cNvPr>
          <p:cNvPicPr>
            <a:picLocks noChangeAspect="1"/>
          </p:cNvPicPr>
          <p:nvPr/>
        </p:nvPicPr>
        <p:blipFill>
          <a:blip r:embed="rId1"/>
          <a:stretch>
            <a:fillRect/>
          </a:stretch>
        </p:blipFill>
        <p:spPr>
          <a:xfrm>
            <a:off x="5349240" y="2845097"/>
            <a:ext cx="6659575" cy="2146214"/>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processes of physical weathering</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4. Pressure Release (Unloading)</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Products: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Sheets of rock and dome-shaped hills such as inselbergs.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5. Physically Induced Biological Weathering</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Living things break rocks physically as follows:</a:t>
            </a:r>
            <a:endParaRPr lang="en-US" sz="3600" dirty="0"/>
          </a:p>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Plant roots: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Roots grow in cracks, become thicker and push the rock apart.</a:t>
            </a:r>
            <a:endParaRPr lang="en-US" sz="3600" dirty="0"/>
          </a:p>
        </p:txBody>
      </p:sp>
      <p:pic>
        <p:nvPicPr>
          <p:cNvPr id="5" name="Image 0" descr="/home/claude/f4/img/v2/f4_roots.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roots in a rock</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5. Physically Induced Biological Weathering</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Burrowing animals: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Termites, worms and rodents dig holes and bring broken rock to the surface.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Products: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Broken blocks of rock and loose, crumbly material.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does granite peel off in hot deserts?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gets hot by day and cold at night, again and again.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do roots break rocks?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grow in cracks and push the rock apart.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peeling of rock like an onion is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Water that freezes in cracks causes ______ shattering.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Physical weathering does not change the ______ of the rock.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two processes of chemical weathering.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17: Chemical Weathering Processes and Products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49"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Exfoliation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L'exfoliation / la desquamation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Frost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gel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Crack</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fissure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To expand</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Se dilater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To contract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Se contracter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Scree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L'éboulis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Root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racine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Pressure release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décompression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0"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Denudation Processes, Landforms and Impacts on Man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16: Physical Weathering Processes and Products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Define physical weathering. Explain the processes of physical weathering. Name the products of each process.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explain why rocks and walls crack in the sun or break under roots, and to protect buildings from these effects.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1"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Thermal Shattering; Frost Shattering; Alternate Wetting and Drying (Slaking); Pressure Release (Unloading); Physically Induced Biological Weathering.</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Name two processes of chemical weathering.</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4 min | Recall, situation, action 6 min | 3 activities 12 min | Board summary (copying) 15 min | Evaluation, remediation 5 min | Homework, next lesson 3 min | Logbook 5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Activity 1 is an animation (GIF): it plays automatically in slide-show mode.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draw a rock with curved layers peeling off.</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describe the rocks of Mount Tinguelin.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show a tree root lifting a pavement.</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National Geography Syllabus (MINESEC), Form 4 — Denudation Processes, Landforms and Impacts on Man.</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Teacher's lesson notes (Form 4), checked and corrected where necessary.</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2: “Sunset over Pyramid Rock” by Mark Wassell, CC BY-NC-ND 2.0, via Flickr (https://www.flickr.com/photos/61520356@N07/6515411027)</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3: “Stones 'n' Roots” by erix!, CC BY 2.0, via Flickr (https://www.flickr.com/photos/68387408@N00/55692423)</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board summary (Process): “Frosty Morning” by Tom Gill., CC BY-NC-ND 2.0, via Flickr (https://www.flickr.com/photos/10199807@N00/4283143427)</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board summary (Products): “Cracked Earth” by Aleatoric Consonance, CC BY 2.0, via Flickr (https://www.flickr.com/photos/93921318@N00/3772011444)</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52</Slides>
  <Notes>52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52</vt:i4>
      </vt:variant>
    </vt:vector>
  </HeadingPairs>
  <TitlesOfParts>
    <vt:vector size="5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2026-10-02T05:13:55Z</dcterms:created>
  <dcterms:modified xsi:type="dcterms:W3CDTF">2026-10-02T05:13:55Z</dcterms:modified>
</cp:coreProperties>
</file>