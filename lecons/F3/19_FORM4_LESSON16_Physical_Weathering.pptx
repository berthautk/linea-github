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Physical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temperature changes, frost action, slaking, unloading. At the end, you should be able to do this: learners are able to explain why rocks and walls crack in the sun or break under roots, and to protect buildings from these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Weathering. The question was: Touch a big rock or a cement wall at 1 p.m. and again at 7 p.m. Write what you feel, and why this could break the rock after many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1 p.m. the rock is hot, and at 7 p.m. it is cooler. Daily heating makes the outer layer expand and cooling makes it contract; after many years this breaks the rock (thermal shattering).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physical weathering. Number 2: explain the processes of physical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the breaking down of rocks in their place. Physical weathering breaks rocks without changing their minerals. Climate is the main factor of weathering.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Yaya walks past a big granite rock. At midday it is too hot to touch, and at night it is cool; its outer surface peels off in thin layers, like an onion. He asks: "How can the Sun alone break such a hard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understand how a hard rock breaks without being carried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outer surface of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peels off in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changes between midday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temperature: the rock is hot by day and cool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physical weathering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into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heating by day, cooling by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outer layer of the rock after many days and nights?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cracks and peels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rounded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this peeling of rock in curved layers?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Exfoliation (onion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 roots break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bigger in the cracks and push the rock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Exfoliation.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Shattering. Thermal shattering works as follows. Copy the point on Process on the left, then draw the diagram on the right: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rounded granite rocks.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Frost Shattering. Frost shattering works as follows. Copy the point on Process on the left, then draw the diagram on the right: frost on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Frost Shattering.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Alternate Wetting and Drying (Slaking). Alternate wetting and drying works as follows.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Release (Unloading). Pressure release works as follows. Copy the point on Process on the left, then draw the diagram on the right: processes of physical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Release (Unloading).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Physically Induced Biological Weathering. Living things break rocks physically as follows. Copy the point on Plant roots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Physically Induced Biological Weathering. On this slide we have Burrowing animals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granite peel off in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gets hot by day and cold at night, again and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roots break rocks?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grow in cracks and push the rock apart.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exfoliation; number 2, frost; number 3,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an old iron gate, a roofing sheet or a nail left in the rain. Write what happened to it and what colour it became.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Chemical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PHYSICAL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Physical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changes, frost action, slaking, unloading.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Thermal shattering; frost shattering; alternate wetting and drying; pressure release; physically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p.m. the rock is hot, and at 7 p.m. it is cooler. Daily heating makes the outer layer expand and cooling makes it contract; after many years this breaks the rock (thermal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the breaking down of rocks in their place.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Yaya walks past a big granite rock. At midday it is too hot to touch, and at night it is cool; its outer surface peels off in thin layers, like an onion. He asks: "How can the Sun alone break such a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understand how a hard rock breaks without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surface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peels off in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changes between midday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the rock is hot by day and cool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physical weathering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layer of the rock after many days and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and peels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Rounded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peeling of rock in curved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(onion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roots break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bigger in the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into smaller pieces without any change in their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peeling of rock in thin, curved layers, like the layers of an onion.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Thermal shattering works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Sun heats the outer layer of the rock, which expands, and at night it cools and contracts. After many years, the outer layer cracks and peels off.</a:t>
            </a:r>
            <a:endParaRPr lang="en-US" sz="3200" dirty="0"/>
          </a:p>
        </p:txBody>
      </p:sp>
      <p:pic>
        <p:nvPicPr>
          <p:cNvPr id="5" name="Image 0" descr="/home/claude/f4/img/v2/exfoli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Curved sheets of rock (exfoliation), rounded rocks called exfoliation domes, and angular pieces (block disintegration).</a:t>
            </a:r>
            <a:endParaRPr lang="en-US" sz="3600" dirty="0"/>
          </a:p>
        </p:txBody>
      </p:sp>
      <p:pic>
        <p:nvPicPr>
          <p:cNvPr id="5"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rounded granite rocks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Frost shattering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cracks and freezes at night; ice takes more space than water, so it widens the cracks until the rock breaks.</a:t>
            </a:r>
            <a:endParaRPr lang="en-US" sz="3600" dirty="0"/>
          </a:p>
        </p:txBody>
      </p:sp>
      <p:pic>
        <p:nvPicPr>
          <p:cNvPr id="5" name="Image 0" descr="/home/claude/f4/img/v2/lsa_fro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 on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Sharp, angular pieces of rock that collect at the foot of slopes as scree, in cold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Alternate wetting and drying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rocks swell when they are wet and shrink when they dry, so they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Crumbled clay and deep cracks, as in the black soils of the Far North in the dry season.</a:t>
            </a:r>
            <a:endParaRPr lang="en-US" sz="3600" dirty="0"/>
          </a:p>
        </p:txBody>
      </p:sp>
      <p:pic>
        <p:nvPicPr>
          <p:cNvPr id="5"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Pressure release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rocks above are removed by erosion, the rock below expands and cracks in sheets parallel to the surface.</a:t>
            </a:r>
            <a:endParaRPr lang="en-US" sz="3600" dirty="0"/>
          </a:p>
        </p:txBody>
      </p:sp>
      <p:pic>
        <p:nvPicPr>
          <p:cNvPr id="5" name="Image 0" descr="/home/claude/f4/img/physical_weathering.png">    </p:cNvPr>
          <p:cNvPicPr>
            <a:picLocks noChangeAspect="1"/>
          </p:cNvPicPr>
          <p:nvPr/>
        </p:nvPicPr>
        <p:blipFill>
          <a:blip r:embed="rId1"/>
          <a:stretch>
            <a:fillRect/>
          </a:stretch>
        </p:blipFill>
        <p:spPr>
          <a:xfrm>
            <a:off x="5349240" y="2845097"/>
            <a:ext cx="6659575" cy="214621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physical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Sheets of rock and dome-shaped hills such as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break rocks physically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 roots: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grow in cracks, become thicker and push the rock apart.</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Burrowing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worms and rodents dig holes and bring broken rock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blocks of rock and loose, crumbly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gets hot by day and cold at night, again and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roots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in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peeling of rock like an onion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that freezes in cracks causes ______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Physical weathering does not change the ______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iron gate, a roofing sheet or a nail left in the rain. Write what happened to it and what colour it became.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L'exfoliation / 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expand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dilater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contracter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release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Physical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physical weathering. Explain the processes of physical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Thermal Shattering; Frost Shattering; Alternate Wetting and Drying (Slaking); Pressure Release (Unloading); Physically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an old iron gate, a roofing sheet or a nail left in the rain. Write what happened to it and what colour it became.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rock with curved layers peeling off.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rocks of Mount Tinguelin.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(Products):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2026-09-28T21:14:14Z</dcterms:created>
  <dcterms:modified xsi:type="dcterms:W3CDTF">2026-09-28T21:14:14Z</dcterms:modified>
</cp:coreProperties>
</file>