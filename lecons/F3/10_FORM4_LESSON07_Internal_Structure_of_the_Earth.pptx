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crust, mantle, core. At the end, you should be able to do this: learners are able to draw and describe the layers of the Earth, and to explain why the inside of the Earth is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Revolution of the Earth. The question was: Cut an orange, an onion or an egg in half. Draw what you see inside and name its layers.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egg shows a shell, the white and the yolk; an onion shows layers around a centre. The Earth also has layers: crust, mantle and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the circular and the cross-sectional views of the structure of the Earth. Number 2: name the main layers of the Earth. Number 3: describe each layer briefly: thickness, state and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with a radius of about 6,370 km. Revolution causes the seasons. The Earth is one of the planets of the solar 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Garoua. First they dig through red soil, then they reach very hard rock and must stop. Amadou asks: "What would we find if we could dig down to the centre of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Amadou does not know what is inside the Earth, under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workers find under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hard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Can people dig to the centre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about 6,370 km deep and far too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main layers does the Earth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crust, mantle, outer core and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layer is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people dig a big pit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we dig a well, which layer of the Earth do we reach?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crust, the thin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as we go deeper into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to about 6,000 °C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Crust and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of the Structure of the Earth. The structure of the Earth is illustrated in two ways. Copy the point on Circular view on the left, then draw the diagram on the right: the layers of the Earth (circular view).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Cross-sectional view on the left, then draw the diagram on the right: the internal structure of the Earth (cross-section).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Description of the Main Layers. The main layers of the Earth are described as follows. On this slide we have The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Description of the Main Layers. On this slide we have The mantle and The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inner core on the left, then draw the diagram on the right: the centre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layer on which we live.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inner core solid though it is very hot?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of the enormous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three different stones or building materials (for example a piece of granite, a sandstone block and a piece of marble or tile). Write where you found each one.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Rocks.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mantle, core.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Illustrations: circular and cross-sectional views; brief description of the main layers.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Revolution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 an orange, an onion or an egg in half. Draw what you see inside and name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egg shows a shell, the white and the yolk; an onion shows layers around a centre. The Earth also has layers: 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circular and the cross-sectional views of the structure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 thickness, state and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 with a radius of about 6,370 km.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Revolution causes the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Garoua. First they dig through red soil, then they reach very hard rock and must stop. Amadou asks: "What would we find if we could dig down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does not know what is inside the Earth, under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workers find under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people dig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about 6,370 km deep and far too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does the Earth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crust, mantle, outer core and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 a big pit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 dig a well, which layer of the Earth do we reach?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crust, the thin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as we go deeper into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to about 6,000 °C at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 on which we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 layer of very hot rock between the crust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central part of the Earth, made mainly of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structure of the Earth is illustrated in two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Circular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layers form circles, one inside the other, like the layers of an onion.</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 (circular view)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Cross-sectional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cut through the Earth shows the crust, the mantle, the outer core and the inner core from the surface to the centre.</a:t>
            </a:r>
            <a:endParaRPr lang="en-US" sz="3600" dirty="0"/>
          </a:p>
        </p:txBody>
      </p:sp>
      <p:pic>
        <p:nvPicPr>
          <p:cNvPr id="5" name="Image 0" descr="/home/claude/f4/img/earth_structure.png">    </p:cNvPr>
          <p:cNvPicPr>
            <a:picLocks noChangeAspect="1"/>
          </p:cNvPicPr>
          <p:nvPr/>
        </p:nvPicPr>
        <p:blipFill>
          <a:blip r:embed="rId1"/>
          <a:stretch>
            <a:fillRect/>
          </a:stretch>
        </p:blipFill>
        <p:spPr>
          <a:xfrm>
            <a:off x="5349240" y="1930246"/>
            <a:ext cx="6659575" cy="397591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 (cross-section)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layers of the Earth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5 to 10 km thick under the oceans and 30 to 70 km thick under the continents. It is made of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2,900 km thick and made of very hot rock. Its upper part is partly molten and flows very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2,200 km thick and made of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solid ball of iron and nickel with a radius of about 1,220 km. Its temperature is about 5,000 to 6,000 °C.</a:t>
            </a:r>
            <a:endParaRPr lang="en-US" sz="3600" dirty="0"/>
          </a:p>
        </p:txBody>
      </p:sp>
      <p:pic>
        <p:nvPicPr>
          <p:cNvPr id="5" name="Image 0" descr="/home/claude/f4/img/v2/earth_depth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 on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inner core solid though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enormous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thin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core is made of ______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 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circular and the cross-sectional views of the structure of the Earth. Name the main layers of the Earth. Describe each layer briefly: thickness, state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of the Structure of the Earth; Brief Description of the Main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three different stones or building materials (for example a piece of granite, a sandstone block and a piece of marble or tile). Write where you found each 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boiled egg or an onion: shell, white,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deep the wells of their area 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depth and temperature of each layer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2026-09-28T17:10:05Z</dcterms:created>
  <dcterms:modified xsi:type="dcterms:W3CDTF">2026-09-28T17:10:05Z</dcterms:modified>
</cp:coreProperties>
</file>