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The Internal Structure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Internal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Internal Structure of the Earth. The key notions we shall use today are: crust, mantle, core. At the end, you should be able to do this: learners are able to draw and describe the layers of the Earth, and to explain why the inside of the Earth is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The Revolution of the Earth. The question was: Name the four main layers of the Earth.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crust, the mantle, the outer core and the inner core.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draw the circular and the cross-sectional views of the structure of the Earth. Number 2: name the main layers of the Earth. Number 3: describe each layer briefly: thickness, state and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an oblate spheroid with a radius of about 6,370 km. Revolution causes the seasons. The Earth is one of the planets of the solar system.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Workers dig a deep well in Garoua. First they dig through red soil, then they reach very hard rock and must stop. Amadou asks: "What would we find if we could dig down to the centre of the Earth?"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Amadou does not know what is inside the Earth, under the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workers find under the soil?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Very hard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Can people dig to the centre of the Earth?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is about 6,370 km deep and far too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models such as an egg or an onion to explain the layers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layers inside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layers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many main layers does the Earth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Four: crust, mantle, outer core and inner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Which layer is in the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inner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people dig a big pit in the ground.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When we dig a well, which layer of the Earth do we reach?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Only the crust, the thin outer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a journey to the centre of the Earth.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the temperature as we go deeper into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rises, to about 6,000 °C at the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Crust and Mantle.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Illustrations of the Structure of the Earth. The structure of the Earth is illustrated in two ways. Copy the point on Circular view on the left, then draw the diagram on the right: the layers of the Earth (circular view).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Cross-sectional view on the left, then draw the diagram on the right: the internal structure of the Earth (cross-section).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Brief Description of the Main Layers. The main layers of the Earth are described as follows. On this slide we have The crust.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Brief Description of the Main Layers. On this slide we have The mantle and The outer core.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inner core on the left, then draw the diagram on the right: the centre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layer on which we live.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crust.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inner core solid though it is very hot?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because of the enormous pressure.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crust; number 2, mantle; number 3, liquid.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three types of rocks.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Rocks.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THE INTERNAL STRUCTURE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Internal Structure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Internal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The 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Crust, mantle, core.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Illustrations: circular and cross-sectional views; brief description of the main layers.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describe the layers of the Earth, and to explain why the inside of the Earth is hot.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The Revolution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main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crust, the mantle, the outer core and the inner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circular and the cross-sectional views of the structure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each layer briefly: thickness, state and 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an oblate spheroid with a radius of about 6,370 km.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Revolution causes the seasons.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one of the planets of the solar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dig a deep well in Garoua. First they dig through red soil, then they reach very hard rock and must stop. Amadou asks: "What would we find if we could dig down to the centre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Amadou does not know what is inside the Earth, under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workers find under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hard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 people dig to the centre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about 6,370 km deep and far too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models such as an egg or an onion to explain the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layers inside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arth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layers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main layers does the Earth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Four: crust, mantle, outer core and inner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layer is in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inner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dig a big pit in the ground.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we dig a well, which layer of the Earth do we reach?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the crust, the thin outer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arth_depth.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journey to the centre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temperature as we go deeper into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rises, to about 6,000 °C at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Internal Structure of the Earth</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7: The Internal Structure of the Earth</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Crust: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thin, solid outer layer of the Earth, on which we live.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Mantle: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thick layer of very hot rock between the crust and the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central part of the Earth, made mainly of iron and nickel.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Illustrations of the Structure of the Earth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structure of the Earth is illustrated in two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Circular view: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layers form circles, one inside the other, like the layers of an onion.</a:t>
            </a:r>
            <a:endParaRPr lang="en-US" sz="3600" dirty="0"/>
          </a:p>
        </p:txBody>
      </p:sp>
      <p:pic>
        <p:nvPicPr>
          <p:cNvPr id="5" name="Image 0" descr="/home/claude/f4/img/v2/earth_layer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layers of the Earth (circular view)</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Illustrations of the Structure of the Earth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Cross-sectional view: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 cut through the Earth shows the crust, the mantle, the outer core and the inner core from the surface to the centre.</a:t>
            </a:r>
            <a:endParaRPr lang="en-US" sz="3600" dirty="0"/>
          </a:p>
        </p:txBody>
      </p:sp>
      <p:pic>
        <p:nvPicPr>
          <p:cNvPr id="5" name="Image 0" descr="/home/claude/f4/img/earth_structure.png">    </p:cNvPr>
          <p:cNvPicPr>
            <a:picLocks noChangeAspect="1"/>
          </p:cNvPicPr>
          <p:nvPr/>
        </p:nvPicPr>
        <p:blipFill>
          <a:blip r:embed="rId1"/>
          <a:stretch>
            <a:fillRect/>
          </a:stretch>
        </p:blipFill>
        <p:spPr>
          <a:xfrm>
            <a:off x="5349240" y="1930246"/>
            <a:ext cx="6659575" cy="397591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internal structure of the Earth (cross-section)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Brief Description of the Main Layers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layers of the Earth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crust: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5 to 10 km thick under the oceans and 30 to 70 km thick under the continents. It is made of solid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Brief Description of the Main Layers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mantle: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about 2,900 km thick and made of very hot rock. Its upper part is partly molten and flows very slowly.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outer core: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about 2,200 km thick and made of liquid iron and nickel.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Brief Description of the Main Layers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inner core: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solid ball of iron and nickel with a radius of about 1,220 km. Its temperature is about 5,000 to 6,000 °C.</a:t>
            </a:r>
            <a:endParaRPr lang="en-US" sz="3600" dirty="0"/>
          </a:p>
        </p:txBody>
      </p:sp>
      <p:pic>
        <p:nvPicPr>
          <p:cNvPr id="5" name="Image 0" descr="/home/claude/f4/img/v2/earth_depth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centre of the Earth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layer on which we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inner core solid though it is very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the enormous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thin outer layer of the Earth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layer under the crust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outer core is made of ______ iron.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L'écorce / la croûte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manteau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noyau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Cross-section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Magnetic 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champ magnétique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The Internal Structure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circular and the cross-sectional views of the structure of the Earth. Name the main layers of the Earth. Describe each layer briefly: thickness, state and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describe the layers of the Earth, and to explain why the inside of the Earth is hot.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Illustrations of the Structure of the Earth; Brief Description of the Main Layers.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three types of rocks.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cut a boiled egg or an onion: shell, white, yolk.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how deep the wells of their area are.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depth and temperature of each layer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2026-09-28T21:32:35Z</dcterms:created>
  <dcterms:modified xsi:type="dcterms:W3CDTF">2026-09-28T21:32:35Z</dcterms:modified>
</cp:coreProperties>
</file>