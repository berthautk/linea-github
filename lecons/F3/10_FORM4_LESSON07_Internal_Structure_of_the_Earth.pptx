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Cut an orange, an onion or an egg in half. Draw what you see inside and name its layers.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egg shows a shell, the white and the yolk; an onion shows layers around a centre. The Earth also has layers: crust, mantle and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Amadou wonders what they would find if they could dig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too deep and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we dig,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layers from the outside to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Structure of the Earth. The structure of the Earth can be illustrated as follows. On this slide we have Circular view.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Structure of the Earth. On this slide we have Cross-sectional view.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Main Layers. The main layers of the Earth are described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Main Layers. On this slide we have Outer core and Inner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three different stones or building materials (for example a piece of granite, a sandstone block and a piece of marble or tile). Write where you found each one.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egg shows a shell, the white and the yolk; an onion shows layers around a centre. The Earth also has layers: 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Amadou wonders what they would find if they could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too deep and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OF THE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OF THE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from the outside to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 OF THE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Structure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structure of the Earth can be illustrated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layers of the Earth form circles, one inside the other,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Structure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Structure of the Earth</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Layers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rock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very hot rock, about 2,900 km thick,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Layers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liquid iron and nickel around the inner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solid centre of the Earth, made of iron and nickel at about 6,000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Illustration of the Structure of the Earth;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three different stones or building materials (for example a piece of granite, a sandstone block and a piece of marble or tile). Write where you found each 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2026-09-27T13:44:38Z</dcterms:created>
  <dcterms:modified xsi:type="dcterms:W3CDTF">2026-09-27T13:44:38Z</dcterms:modified>
</cp:coreProperties>
</file>