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7: The Internal Structure of the Earth.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The Structure of the Earth: Building Processes and Impacts on Man — Internal Structure of the Earth. We shall need 50 minutes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Structure of the Earth: Building Processes and Impacts on Man, and the sub-topic is Internal Structure of the Earth. The key notions we shall use today are: crust, mantle, core. At the end, you should be able to do this: learners are able to draw and describe the layers of the Earth, and to explain why the inside of the Earth is hot.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6: The Revolution of the Earth. The question was: Name the four main layers of the Earth.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crust, the mantle, the outer core and the inner core.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draw the circular and the cross-sectional views of the structure of the Earth. Number 2: name the main layers of the Earth. Number 3: describe each layer briefly: thickness, state and composition.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Earth is an oblate spheroid with a radius of about 6,370 km. Revolution causes the seasons. The Earth is one of the planets of the solar system.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Workers dig a deep well in Garoua. First they dig through red soil, then they reach very hard rock and must stop. Amadou asks: "What would we find if we could dig down to the centre of the Earth?"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Amadou does not know what is inside the Earth, under the rock.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did the workers find under the soil?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Very hard rock.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Can people dig to the centre of the Earth?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No: it is about 6,370 km deep and far too hot.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use models such as an egg or an onion to explain the layers of the Earth.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layers inside the Earth.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the layers of the Earth.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How many main layers does the Earth have?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Four: crust, mantle, outer core and inner 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next question: Which layer is in the centre?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inner 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people dig a big pit in the ground.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When we dig a well, which layer of the Earth do we reach?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Only the crust, the thin outer layer.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animation: animation: a journey to the centre of the Earth.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What happens to the temperature as we go deeper into the Earth?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rises, to about 6,000 °C at the centre.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Crust and Mantle.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Core.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Illustrations of the Structure of the Earth. The structure of the Earth is illustrated in two ways. Copy the point on Circular view on the left, then draw the diagram on the right: the layers of the Earth (circular view).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Cross-sectional view on the left, then draw the diagram on the right: the internal structure of the Earth (cross-section).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Brief Description of the Main Layers. The main layers of the Earth are described as follows. On this slide we have The crust.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Brief Description of the Main Layers. On this slide we have The mantle and The outer core.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The inner core on the left, then draw the diagram on the right: the centre of the Earth.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the layer on which we live.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crust.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is the inner core solid though it is very hot?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because of the enormous pressure.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crust; number 2, mantle; number 3, liquid.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the three types of rocks.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8: Rocks.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7: THE INTERNAL STRUCTURE OF THE EARTH</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gif"/><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7</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Internal Structure of the Earth</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The Structure of the Earth: Building Processes and Impacts on Man — Internal Structure of the Earth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Structure of the Earth: Building Processes and Impacts on Man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Internal Structure of the Earth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7: The Internal Structure of the Earth</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Crust, mantle, core.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Illustrations: circular and cross-sectional views; brief description of the main layers.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draw and describe the layers of the Earth, and to explain why the inside of the Earth is hot.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6: The Revolution of the Earth):</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four main layers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crust, the mantle, the outer core and the inner core.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Draw the circular and the cross-sectional views of the structure of the Earth.</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Name the main layers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each layer briefly: thickness, state and composition.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Earth is an oblate spheroid with a radius of about 6,370 km.</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Revolution causes the seasons.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Earth is one of the planets of the solar 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Workers dig a deep well in Garoua. First they dig through red soil, then they reach very hard rock and must stop. Amadou asks: "What would we find if we could dig down to the centre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Amadou does not know what is inside the Earth, under the rock.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did the workers find under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Very hard rock.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Can people dig to the centre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 it is about 6,370 km deep and far too hot.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Use models such as an egg or an onion to explain the layers of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layers inside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ILLUSTRATIONS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earth_layer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layers of the Earth.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ILLUSTRATIONS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many main layers does the Earth have?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ILLUSTRATIONS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Four: crust, mantle, outer core and inner core.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ILLUSTRATIONS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layer is in the centre?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ILLUSTRATIONS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inner core.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MAIN LAYERS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laterite.jpg">    </p:cNvPr>
          <p:cNvPicPr>
            <a:picLocks noChangeAspect="1"/>
          </p:cNvPicPr>
          <p:nvPr/>
        </p:nvPicPr>
        <p:blipFill>
          <a:blip r:embed="rId1"/>
          <a:stretch>
            <a:fillRect/>
          </a:stretch>
        </p:blipFill>
        <p:spPr>
          <a:xfrm>
            <a:off x="2248777" y="1783080"/>
            <a:ext cx="7694141"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People dig a big pit in the ground.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MAIN LAYERS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we dig a well, which layer of the Earth do we reach?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MAIN LAYERS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Only the crust, the thin outer layer.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MAIN LAYERS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earth_depth.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a journey to the centre of the Earth.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MAIN LAYERS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happens to the temperature as we go deeper into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THE MAIN LAYERS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rises, to about 6,000 °C at the centre.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The Structure of the Earth: Building Processes and Impacts on Man</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Internal Structure of the Earth</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7: The Internal Structure of the Earth</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Crust: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thin, solid outer layer of the Earth, on which we live.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Mantle: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thick layer of very hot rock between the crust and the core.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Core: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central part of the Earth, made mainly of iron and nickel.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Illustrations of the Structure of the Earth</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structure of the Earth is illustrated in two ways: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Circular view: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The layers form circles, one inside the other, like the layers of an onion.</a:t>
            </a:r>
            <a:endParaRPr lang="en-US" sz="3600" dirty="0"/>
          </a:p>
        </p:txBody>
      </p:sp>
      <p:pic>
        <p:nvPicPr>
          <p:cNvPr id="5" name="Image 0" descr="/home/claude/f4/img/v2/earth_layers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layers of the Earth (circular view)</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Illustrations of the Structure of the Earth</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Cross-sectional view: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A cut through the Earth shows the crust, the mantle, the outer core and the inner core from the surface to the centre.</a:t>
            </a:r>
            <a:endParaRPr lang="en-US" sz="3600" dirty="0"/>
          </a:p>
        </p:txBody>
      </p:sp>
      <p:pic>
        <p:nvPicPr>
          <p:cNvPr id="5" name="Image 0" descr="/home/claude/f4/img/earth_structure.png">    </p:cNvPr>
          <p:cNvPicPr>
            <a:picLocks noChangeAspect="1"/>
          </p:cNvPicPr>
          <p:nvPr/>
        </p:nvPicPr>
        <p:blipFill>
          <a:blip r:embed="rId1"/>
          <a:stretch>
            <a:fillRect/>
          </a:stretch>
        </p:blipFill>
        <p:spPr>
          <a:xfrm>
            <a:off x="5349240" y="1930246"/>
            <a:ext cx="6659575" cy="397591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internal structure of the Earth (cross-section)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Brief Description of the Main Layers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main layers of the Earth are described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crust: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5 to 10 km thick under the oceans and 30 to 70 km thick under the continents. It is made of solid rock.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Brief Description of the Main Layers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mantle: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about 2,900 km thick and made of very hot rock. Its upper part is partly molten and flows very slowly.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The outer core: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about 2,200 km thick and made of liquid iron and nickel.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Brief Description of the Main Layers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The inner core: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a solid ball of iron and nickel with a radius of about 1,220 km. Its temperature is about 5,000 to 6,000 °C.</a:t>
            </a:r>
            <a:endParaRPr lang="en-US" sz="3600" dirty="0"/>
          </a:p>
        </p:txBody>
      </p:sp>
      <p:pic>
        <p:nvPicPr>
          <p:cNvPr id="5" name="Image 0" descr="/home/claude/f4/img/v2/earth_depth_last.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centre of the Earth</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layer on which we live.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crust.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inner core solid though it is very hot?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Because of the enormous pressure.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thin outer layer of the Earth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layer under the crust is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outer core is made of ______ iron.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types of rocks.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8: Rocks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Crust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L'écorce / la croûte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Mantle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manteau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noyau</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Layer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couche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Cross-section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coupe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Pressure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pression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Iron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Magnetic field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champ magnétique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Structure of the Earth: Building Processes and Impacts on Man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7: The Internal Structure of the Earth</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the circular and the cross-sectional views of the structure of the Earth. Name the main layers of the Earth. Describe each layer briefly: thickness, state and composition.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draw and describe the layers of the Earth, and to explain why the inside of the Earth is hot.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Illustrations of the Structure of the Earth; Brief Description of the Main Layers.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three types of rocks.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4 min | Recall, situation, action 6 min | 3 activities 12 min | Board summary (copying) 15 min | Evaluation, remediation 5 min | Homework, next lesson 3 min | Logbook 5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3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cut a boiled egg or an onion: shell, white, yolk.</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ask learners how deep the wells of their area are.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write the depth and temperature of each layer on the board.</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 Form 4 — The Structure of the Earth: Building Processes and Impacts on Man.</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Teacher's lesson notes (Form 4), checked and corrected where necessary.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“Laterite soil bricks in Richard Rebello's farm” by India Water Portal, CC BY-NC-SA 2.0, via Flickr (https://www.flickr.com/photos/21623815@N03/10720461943)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2026-09-29T03:12:17Z</dcterms:created>
  <dcterms:modified xsi:type="dcterms:W3CDTF">2026-09-29T03:12:17Z</dcterms:modified>
</cp:coreProperties>
</file>