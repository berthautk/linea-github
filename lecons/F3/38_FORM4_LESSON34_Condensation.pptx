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Forms of Condensation. The key notions we shall use today are: drizzle, precipitation, hail, cloud, fog, dew, mist. At the end, you should be able to do this: learners are able to explain the drops of water that appear on cold objects, grass and windows, and to drive or walk carefully in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Weather Elements: Humidity, Wind, Pressure and Sunshine. The question was: Early tomorrow morning, look at the grass, leaves or cars near your house. Write down whether you see drops of water on them, and where you think the water came from.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Yes, there are drops of water (dew) on the grass and cars. The water came from water vapour in the air, which condensed when the air cooled during the night.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condensation, saturation and dew point. Number 2: state the conditions necessary for condensation. Number 3: describe the forms of condensation near the ground and in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Humidity is the amount of water vapour in the air. It is measured with a hygrometer and given in percent. Warm air can hold more water vapour than cold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hot afternoon, Yaya takes a cold bottle out of the refrigerator. After a few minutes, drops of water cover the outside of the closed bottle. He asks: "Where do these drops come from, and is this how clouds and fog are formed?"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know where the drops come from and how clouds and fog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bottle closed or open?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water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water vapour in the air, cooled by the cold bottle.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drive carefully in fog and mist.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clouds, fog and dew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cold bottle with drops of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the change of water vapour into drops of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foggy morning.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fog?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cloud at ground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huge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This cloud brings heavy rain and thunder.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cumulonimbus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Condensation and Saturation.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Dew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Condensation. Condensation takes place under the following conditions. On this slide we have Moist air.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Cooling to the dew point on the left, then draw the diagram on the right: condensation on a cold bottle.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Condensation. On this slide we have Condensation nuclei.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Near the Ground. Condensation near the ground takes the following forms. Copy the point on Dew on the left, then draw the diagram on the right: dew.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 the Ground. On this slide we have Frost.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Fog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 the Ground. On this slide we have Mist.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Atmosphere. Condensation in the atmosphere forms the following clouds. Copy the point on Cirrus on the left, then draw the diagram on the right: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Atmosphere. On this slide we have Stratus.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Cumulus on the left, then draw the diagram on the right: cumulus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Cumulonimbus on the left, then draw the diagram on the right: a cumulonimbus.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condensation?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change of water vapour into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cloud brings thunderstorms?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cumulonimbus.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condensation; number 2, dew; number 3,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During the next rain, put an empty tin with straight sides in an open place. After the rain, measure the depth of water in it with a ruler, in millimetres.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35: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34: CONDENSATION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Condensation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Drizzle, precipitation, hail, cloud, fog, dew, mist.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condensation; 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drops of water that appear on cold objects, grass and windows, and to drive or walk carefully in fog.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Weather Elements: Humidity, Wind, Pressure and Sunshine):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tomorrow morning, look at the grass, leaves or cars near your house. Write down whether you see drops of water on them, and where you think the water came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there are drops of water (dew) on the grass and cars. The water came from water vapour in the air, which condensed when the air cooled during the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condensation, saturation and dew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conditions necessary for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forms of condensation near the ground and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Humidity is the amount of water vapour in the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measured with a hygrometer and given in percent.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air can hold more water vapour than cold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hot afternoon, Yaya takes a cold bottle out of the refrigerator. After a few minutes, drops of water cover the outside of the closed bottle. He asks: "Where do these drops come from, and is this how clouds and fog are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know where the drops come from and how clouds and fog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bottle closed or open?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water vapour in the air, cooled by the cold bottle.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Drive carefully in fog and 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clouds, fog and dew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coldbott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cold bottle with drops of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change of water vapour into drops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og.jpg">    </p:cNvPr>
          <p:cNvPicPr>
            <a:picLocks noChangeAspect="1"/>
          </p:cNvPicPr>
          <p:nvPr/>
        </p:nvPicPr>
        <p:blipFill>
          <a:blip r:embed="rId1"/>
          <a:stretch>
            <a:fillRect/>
          </a:stretch>
        </p:blipFill>
        <p:spPr>
          <a:xfrm>
            <a:off x="342250" y="1783080"/>
            <a:ext cx="1150719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foggy morning.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at ground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huge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cloud brings heavy rain and thunder.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cumulonimbus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Forms of Condensation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cools.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air that holds all the water vapour it can at its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temperature at which air becomes saturated and condensation starts.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Condensation takes place under the following conditions: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Moist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must contain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Cooling to the dew point: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air must cool until it is saturated, for example at night or when it rises.</a:t>
            </a:r>
            <a:endParaRPr lang="en-US" sz="3600" dirty="0"/>
          </a:p>
        </p:txBody>
      </p:sp>
      <p:pic>
        <p:nvPicPr>
          <p:cNvPr id="5" name="Image 0" descr="/home/claude/f4/img/v2/f4_coldbott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condensation on a cold bottle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nuclei: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Tiny particles of dust, smoke or salt give the water vapour a surface to condense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Near the Ground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Condensation near the ground takes the following 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Dew: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drops of water formed on cold surfaces, such as grass, in the early morning.</a:t>
            </a:r>
            <a:endParaRPr lang="en-US" sz="3400" dirty="0"/>
          </a:p>
        </p:txBody>
      </p:sp>
      <p:pic>
        <p:nvPicPr>
          <p:cNvPr id="6" name="Image 0" descr="/home/claude/f4/img/v2/lsa_dew.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Near the Ground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ice crystals formed when the dew point is below 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Near the Ground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cloud at ground level in which we see less than 1 km.</a:t>
            </a:r>
            <a:endParaRPr lang="en-US" sz="3600" dirty="0"/>
          </a:p>
        </p:txBody>
      </p:sp>
      <p:pic>
        <p:nvPicPr>
          <p:cNvPr id="6" name="Image 0" descr="/home/claude/f4/img/v2/f4_fog.jpg">    </p:cNvPr>
          <p:cNvPicPr>
            <a:picLocks noChangeAspect="1"/>
          </p:cNvPicPr>
          <p:nvPr/>
        </p:nvPicPr>
        <p:blipFill>
          <a:blip r:embed="rId1"/>
          <a:stretch>
            <a:fillRect/>
          </a:stretch>
        </p:blipFill>
        <p:spPr>
          <a:xfrm>
            <a:off x="5349240" y="2682541"/>
            <a:ext cx="6659575" cy="247132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Near the Ground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thin fog in which we can see more than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Condensation in the atmosphere forms the following clouds: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Cirrus: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high, thin, feathery clouds made of ice crystals.</a:t>
            </a:r>
            <a:endParaRPr lang="en-US" sz="3600" dirty="0"/>
          </a:p>
        </p:txBody>
      </p:sp>
      <p:pic>
        <p:nvPicPr>
          <p:cNvPr id="6" name="Image 0" descr="/home/claude/f4/img/v2/cloud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 the Atmosphere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low, grey layers of cloud that cover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white, puffy clouds with flat bases, seen on fine days.</a:t>
            </a:r>
            <a:endParaRPr lang="en-US" sz="3600" dirty="0"/>
          </a:p>
        </p:txBody>
      </p:sp>
      <p:pic>
        <p:nvPicPr>
          <p:cNvPr id="6" name="Image 0" descr="/home/claude/f4/img/v2/lsa_cumulu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cumulus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Cumulonimbus: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huge, tall storm clouds that bring heavy rain, thunder and hail.</a:t>
            </a:r>
            <a:endParaRPr lang="en-US" sz="3600" dirty="0"/>
          </a:p>
        </p:txBody>
      </p:sp>
      <p:pic>
        <p:nvPicPr>
          <p:cNvPr id="6"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change of water vapour into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cloud brings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vapour becoming water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Drops on grass in the morning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cloud at ground level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next rain, put an empty tin with straight sides in an open place. After the rain, measure the depth of water in it with a ruler, in millimetres.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givre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brouillard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Condensation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condensation, saturation and dew point. State the conditions necessary for condensation. Describe the forms of condensation near the ground and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drops of water that appear on cold objects, grass and windows, and to drive or walk carefully in fog.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Condensation; Near the Ground;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During the next rain, put an empty tin with straight sides in an open place. After the rain, measure the depth of water in it with a ruler, in millimetres.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take a cold bottle out of a cooler.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foggy morning in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storm clouds in June.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“water bottle” by Muffet, CC BY 2.0, via Flickr (https://www.flickr.com/photos/53133240@N00/542497582)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(Dew):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(Cumulus):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2026-09-28T17:19:55Z</dcterms:created>
  <dcterms:modified xsi:type="dcterms:W3CDTF">2026-09-28T17:19:55Z</dcterms:modified>
</cp:coreProperties>
</file>