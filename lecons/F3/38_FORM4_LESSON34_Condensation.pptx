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34: Condensation.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Earth-Atmosphere System, and the sub-topic is Forms of Condensation. The key notions we shall use today are: drizzle, precipitation, hail, cloud, fog, dew, mist. At the end, you should be able to do this: learners are able to explain the drops of water that appear on cold objects, grass and windows, and to drive or walk carefully in fog.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33: Weather Elements: Humidity, Wind, Pressure and Sunshine. The question was: Define condensation.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It is the change of water vapour into liquid water.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condensation, saturation and dew point. Number 2: state the conditions necessary for condensation. Number 3: describe the forms of condensation near the ground and in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Humidity is the amount of water vapour in the air. It is measured with a hygrometer and given in percent. Warm air can hold more water vapour than cold air.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hot afternoon, Yaya takes a cold bottle out of the refrigerator. After a few minutes, drops of water cover the outside of the closed bottle. He asks: "Where do these drops come from, and is this how clouds and fog are formed?"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Yaya does not know where the drops come from and how clouds and fog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Is the bottle closed or open?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does the water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the water vapour in the air, cooled by the cold bottle.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drive carefully in fog and mist.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clouds, fog and dew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cold bottle with drops of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 we call the change of water vapour into drops of water?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Condensation.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foggy morning.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fog?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cloud at ground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huge storm cloud.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This cloud brings heavy rain and thunder. What is it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cumulonimbus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Condensation and Saturation.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Dew point.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Condensation. Condensation takes place under the following conditions. On this slide we have Moist air.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Cooling to the dew point on the left, then draw the diagram on the right: condensation on a cold bottle.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Condensation. On this slide we have Condensation nuclei.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Near the Ground. Condensation near the ground takes the following forms. Copy the point on Dew on the left, then draw the diagram on the right: dew.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Near the Ground. On this slide we have Frost.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Fog on the left, then draw the diagram on the right: fog.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Near the Ground. On this slide we have Mist.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 the Atmosphere. Condensation in the atmosphere forms the following clouds. Copy the point on Cirrus on the left, then draw the diagram on the right: types of clouds.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 the Atmosphere. On this slide we have Stratus.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Cumulus on the left, then draw the diagram on the right: cumulus clouds.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Cumulonimbus on the left, then draw the diagram on the right: a cumulonimbus.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condensation?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change of water vapour into water.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cloud brings thunderstorms?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cumulonimbus.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condensation; number 2, dew; number 3, fog.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three types of rainfall.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35: Precipitation.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34: CONDENSATION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Condensation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Earth-Atmosphere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Forms of Condensation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34: Condensation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Drizzle, precipitation, hail, cloud, fog, dew, mist.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condensation; forms of condensation.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drops of water that appear on cold objects, grass and windows, and to drive or walk carefully in fog.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33: Weather Elements: Humidity, Wind, Pressure and Sunshine):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of water vapour into liquid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condensation, saturation and dew point.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conditions necessary for 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forms of condensation near the ground and in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Humidity is the amount of water vapour in the air.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measured with a hygrometer and given in percent.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Warm air can hold more water vapour than cold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hot afternoon, Yaya takes a cold bottle out of the refrigerator. After a few minutes, drops of water cover the outside of the closed bottle. He asks: "Where do these drops come from, and is this how clouds and fog are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Yaya does not know where the drops come from and how clouds and fog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bottle closed or open?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closed.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water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water vapour in the air, cooled by the cold bottle.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Drive carefully in fog and mist.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clouds, fog and dew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coldbott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cold bottle with drops of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 change of water vapour into drops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CONDENSATION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fog.jpg">    </p:cNvPr>
          <p:cNvPicPr>
            <a:picLocks noChangeAspect="1"/>
          </p:cNvPicPr>
          <p:nvPr/>
        </p:nvPicPr>
        <p:blipFill>
          <a:blip r:embed="rId1"/>
          <a:stretch>
            <a:fillRect/>
          </a:stretch>
        </p:blipFill>
        <p:spPr>
          <a:xfrm>
            <a:off x="342250" y="1783080"/>
            <a:ext cx="1150719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foggy morning.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CONDENSATION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fog?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CONDENSATION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cloud at ground level.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CONDENSATION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cumulonimbus.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huge storm cloud.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CONDENSATION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cloud brings heavy rain and thunder. What is it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CONDENSATION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cumulonimbus cloud.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Earth-Atmosphere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Forms of Condensation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34: 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Condensation: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of water vapour into liquid water when air cools.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Saturation: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state of air that holds all the water vapour it can at its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Dew point: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temperature at which air becomes saturated and condensation starts.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Condensation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Condensation takes place under the following conditions: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Moist air: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must contain water vapour.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Condensation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Cooling to the dew point: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air must cool until it is saturated, for example at night or when it rises.</a:t>
            </a:r>
            <a:endParaRPr lang="en-US" sz="3600" dirty="0"/>
          </a:p>
        </p:txBody>
      </p:sp>
      <p:pic>
        <p:nvPicPr>
          <p:cNvPr id="5" name="Image 0" descr="/home/claude/f4/img/v2/f4_coldbottl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condensation on a cold bottle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Condensation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Condensation nuclei: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Tiny particles of dust, smoke or salt give the water vapour a surface to condense 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Condensation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Near the Ground</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Condensation near the ground takes the following forms: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Dew: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It is drops of water formed on cold surfaces, such as grass, in the early morning.</a:t>
            </a:r>
            <a:endParaRPr lang="en-US" sz="3400" dirty="0"/>
          </a:p>
        </p:txBody>
      </p:sp>
      <p:pic>
        <p:nvPicPr>
          <p:cNvPr id="6" name="Image 0" descr="/home/claude/f4/img/v2/lsa_dew.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dew</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Condensation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Near the Ground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Frost: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ice crystals formed when the dew point is below 0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Condensation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Near the Ground</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cloud at ground level in which we see less than 1 km.</a:t>
            </a:r>
            <a:endParaRPr lang="en-US" sz="3600" dirty="0"/>
          </a:p>
        </p:txBody>
      </p:sp>
      <p:pic>
        <p:nvPicPr>
          <p:cNvPr id="6" name="Image 0" descr="/home/claude/f4/img/v2/f4_fog.jpg">    </p:cNvPr>
          <p:cNvPicPr>
            <a:picLocks noChangeAspect="1"/>
          </p:cNvPicPr>
          <p:nvPr/>
        </p:nvPicPr>
        <p:blipFill>
          <a:blip r:embed="rId1"/>
          <a:stretch>
            <a:fillRect/>
          </a:stretch>
        </p:blipFill>
        <p:spPr>
          <a:xfrm>
            <a:off x="5349240" y="2682541"/>
            <a:ext cx="6659575" cy="247132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Condensation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Near the Ground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thin fog in which we can see more than 1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Condensation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In the Atmosphere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Condensation in the atmosphere forms the following clouds: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Cirrus: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high, thin, feathery clouds made of ice crystals.</a:t>
            </a:r>
            <a:endParaRPr lang="en-US" sz="3600" dirty="0"/>
          </a:p>
        </p:txBody>
      </p:sp>
      <p:pic>
        <p:nvPicPr>
          <p:cNvPr id="6" name="Image 0" descr="/home/claude/f4/img/v2/cloud_type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types of clouds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Condensation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In the Atmosphere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Stratus: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low, grey layers of cloud that cover the sky.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Condensation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In the Atmosphere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Cumulus: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white, puffy clouds with flat bases, seen on fine days.</a:t>
            </a:r>
            <a:endParaRPr lang="en-US" sz="3600" dirty="0"/>
          </a:p>
        </p:txBody>
      </p:sp>
      <p:pic>
        <p:nvPicPr>
          <p:cNvPr id="6" name="Image 0" descr="/home/claude/f4/img/v2/lsa_cumulus.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cumulus clouds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Condensation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In the Atmosphere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Cumulonimbus: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huge, tall storm clouds that bring heavy rain, thunder and hail.</a:t>
            </a:r>
            <a:endParaRPr lang="en-US" sz="3600" dirty="0"/>
          </a:p>
        </p:txBody>
      </p:sp>
      <p:pic>
        <p:nvPicPr>
          <p:cNvPr id="6" name="Image 0" descr="/home/claude/f4/img/v2/f4_cumulonimbus.jpg">    </p:cNvPr>
          <p:cNvPicPr>
            <a:picLocks noChangeAspect="1"/>
          </p:cNvPicPr>
          <p:nvPr/>
        </p:nvPicPr>
        <p:blipFill>
          <a:blip r:embed="rId1"/>
          <a:stretch>
            <a:fillRect/>
          </a:stretch>
        </p:blipFill>
        <p:spPr>
          <a:xfrm>
            <a:off x="5349240" y="2070172"/>
            <a:ext cx="6659575" cy="369606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cumulonimbus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change of water vapour into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cloud brings thunderstorms?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cumulonimbus.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vapour becoming water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Drops on grass in the morning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cloud at ground level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35: 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Condensation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condensation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vapour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vapeur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Dew point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point de rosée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rosée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Frost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givre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brouillard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brume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Cloud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nuage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Earth-Atmosphere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34: Condensation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condensation, saturation and dew point. State the conditions necessary for condensation. Describe the forms of condensation near the ground and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drops of water that appear on cold objects, grass and windows, and to drive or walk carefully in fog.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Condensation; Near the Ground;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three types of rainfall.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take a cold bottle out of a cooler.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foggy morning in Ngaoundéré.</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storm clouds in June.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“water bottle” by Muffet, CC BY 2.0, via Flickr (https://www.flickr.com/photos/53133240@N00/542497582)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“Mist” by Art by MarkAC, CC BY-SA 2.0, via Flickr (https://www.flickr.com/photos/60580775@N08/40783321332)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“06172012 Sunday evening pulse storms/cumulonimbi” by StormRider93 | Into the Storm, CC BY-NC-ND 2.0, via Flickr (https://www.flickr.com/photos/65232104@N04/7395715628)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(Dew): “Dew drops on grass” by Ervins Strauhmanis, CC BY 2.0, via Flickr (https://www.flickr.com/photos/76523360@N03/9537409567)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(Cumulus): “Epic Cloud (Explored)” by Christina Ann VanMeter, CC BY-NC 2.0, via Flickr (https://www.flickr.com/photos/54129831@N02/6984912657)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2026-09-28T21:32:39Z</dcterms:created>
  <dcterms:modified xsi:type="dcterms:W3CDTF">2026-09-28T21:32:39Z</dcterms:modified>
</cp:coreProperties>
</file>