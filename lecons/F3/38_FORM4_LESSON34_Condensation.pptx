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drizzle, precipitation, hail, cloud, fog, dew, mist. At the end, you should be able to do this: learners are able to explain the drops of water that appear on cold objects, grass and windows, and to drive or walk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Weather Elements: Humidity, Wind, Pressure and Sunshine. The question was: Define condensation.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change of water vapour into liquid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condensation, saturation and dew point. Number 2: state the conditions necessary for condensation. Number 3: describe the forms of condensation near the ground and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Humidity is the amount of water vapour in the air. It is measured with a hygrometer and given in percent. Warm air can hold more water vapour than cold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afternoon, Yaya takes a cold bottle out of the refrigerator. After a few minutes, drops of water cover the outside of the closed bottle. He asks: "Where do these drops come from, and is this how clouds and fog are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where the drops come from and how clouds and fog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bottle closed or open?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water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water vapour in the air, cooled by the cold bottle.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drive carefully in fog and 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clouds, fog and dew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cold bottle with drops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the change of water vapour into drops of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foggy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at ground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cloud brings heavy rain and thunder.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Condensation. Condensation takes place under the following conditions. On this slide we have Moist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Cooling to the dew point on the left, then draw the diagram on the right: condensation on a cold bottle.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Condensation. On this slide we have Condensation nuclei.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 the Ground. Condensation near the ground takes the following forms.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Frost.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Mist.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Atmosphere. Condensation in the atmosphere forms the following clouds. 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Atmosphere. On this slide we have Stratus.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condensation?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change of water vapour into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cloud brings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cumulonimbus.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dew; number 3,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rainfall.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CONDENSATION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Condensation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Drizzle, precipitation, hail, cloud, fog, dew, mist.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condensation; 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Weather Elements: Humidity, Wind, Pressure and Sunshine):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saturation and dew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conditions necessary for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condensation near the ground and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is the amount of water vapour in the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measured with a hygrometer and given in percent.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afternoon, Yaya takes a cold bottle out of the refrigerator. After a few minutes, drops of water cover the outside of the closed bottle. He asks: "Where do these drops come from, and is this how clouds and fog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where the drops come from and how clouds and fog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bottle closed or open?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water vapour in the air, cooled by the cold bottle.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Drive carefully in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clouds, fog and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oldbott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cold bottle with drops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change of water vapour into drops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foggy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at ground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cloud brings heavy rain and thunder.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all the water vapour it can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takes place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contain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Cooling to the dew point: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air must cool until it is saturated, for example at night or when it rises.</a:t>
            </a:r>
            <a:endParaRPr lang="en-US" sz="3600" dirty="0"/>
          </a:p>
        </p:txBody>
      </p:sp>
      <p:pic>
        <p:nvPicPr>
          <p:cNvPr id="5" name="Image 0" descr="/home/claude/f4/img/v2/f4_coldbott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condensation on a cold bottle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Tiny particles of dust, smoke or salt give the water vapour a surface to condense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Condensation near the ground takes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drops of water formed on cold surfaces, such as grass, in the early morning.</a:t>
            </a:r>
            <a:endParaRPr lang="en-US" sz="3400" dirty="0"/>
          </a:p>
        </p:txBody>
      </p:sp>
      <p:pic>
        <p:nvPicPr>
          <p:cNvPr id="6" name="Image 0" descr="/home/claude/f4/img/v2/lsa_dew.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formed when the dew point is below 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cloud at ground level in which we see less than 1 km.</a:t>
            </a:r>
            <a:endParaRPr lang="en-US" sz="3600" dirty="0"/>
          </a:p>
        </p:txBody>
      </p:sp>
      <p:pic>
        <p:nvPicPr>
          <p:cNvPr id="6"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thin fog in which we can see more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Condensation in the atmosphere forms the following clouds: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thin, feathery clouds made of ice crystals.</a:t>
            </a:r>
            <a:endParaRPr lang="en-US" sz="3600" dirty="0"/>
          </a:p>
        </p:txBody>
      </p:sp>
      <p:pic>
        <p:nvPicPr>
          <p:cNvPr id="6"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Atmosphere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grey layers of cloud that cover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with flat bases, seen on fine days.</a:t>
            </a:r>
            <a:endParaRPr lang="en-US" sz="3600" dirty="0"/>
          </a:p>
        </p:txBody>
      </p:sp>
      <p:pic>
        <p:nvPicPr>
          <p:cNvPr id="6"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huge, tall storm clouds that bring heavy rain, thunder and hail.</a:t>
            </a:r>
            <a:endParaRPr lang="en-US" sz="3600" dirty="0"/>
          </a:p>
        </p:txBody>
      </p:sp>
      <p:pic>
        <p:nvPicPr>
          <p:cNvPr id="6"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of water vapour into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vapour becoming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Drops on grass in the morning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cloud at ground level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saturation and dew point. State the conditions necessary for condensation. Describe the forms of condensation near the ground and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Condensation; Near the Ground;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take a cold bottle out of a cooler.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foggy morning in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storm clouds in June.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“water bottle” by Muffet, CC BY 2.0, via Flickr (https://www.flickr.com/photos/53133240@N00/542497582)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(Dew):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2026-09-29T03:12:26Z</dcterms:created>
  <dcterms:modified xsi:type="dcterms:W3CDTF">2026-09-29T03:12:26Z</dcterms:modified>
</cp:coreProperties>
</file>