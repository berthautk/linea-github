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Main Erosional Processes and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capes and bays, cliffs, wave-cut platforms, caves, arches, stacks and stumps. At the end, you should be able to do this: learners are able to recognise and explain the landforms of a rocky coast, and to respect the dangers of cliffs and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Wave Action in Coastal Areas. The question was: Look at photos of the coast of Limbe or Kribi. Draw a rocky part of the coast and name any holes, arches or rocks in the sea that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cliffs with caves (holes at the bottom), perhaps an arch and rocks standing in the sea (stacks), as along the rocky coast near Limbe.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four erosional processes of waves. Number 2: explain the formation of capes and bays, cliffs and wave-cut platforms. Number 3: explain the formation of caves, arches, stacks and stumps.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Destructive waves erode the coast. The backwash of destructive waves is stronger than the swash.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holiday in Limbe, Rahila sees big waves crash against the rocky coast. At the bottom of a rock face, the waves have cut a hollow and small caves, and a rock stands alone in the sea. She asks: "How can water cut such hard rock, and what shapes does it make?"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understand how waves cut rock and what features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waves cut at the bottom of the rock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hollow and small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stands alone in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rock: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stay away from the edges of cliffs, which can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by wave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steep rock face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waves make a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the bottom of the rock, the top falls, and a steep cliff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these features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hole through a rock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waves have cut a hole right through the rock.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erosion and Headland (cape).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Waves. Waves erode the coast through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Waves. On this slide we have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The erosional features of waves and local examples are the following. Copy the point on Capes and bays on the left, then draw the diagram on the right: capes and bays.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 and wave-cut platform on the left, then draw the diagram on the right: cliff and wave-cut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 on the left, then draw the diagram on the right: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Arch on the left, then draw the diagram on the right: an arch.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Stack, Stump and Local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Put in order: arch, stump, cave,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 arch, stack, stump.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hydraulic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force of the waves breaking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cliff; number 2, arch; number 3,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some sand at one end of a tray of water and make waves from one corner. Write where the sand moves.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Main Depositional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MAIN EROSIONAL PROCESSES AND FEATURES OF WAVE ACTION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Erosional Processes and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Capes and bays, cliffs, wave-cut platforms, caves, arches, stacks and stumps.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Erosional processes of waves; erosional features (use local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Wave Action in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photos of the coast of Limbe or Kribi. Draw a rocky part of the coast and name any holes, arches or rocks in the sea that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cliffs with caves (holes at the bottom), perhaps an arch and rocks standing in the sea (stacks), as along the rocky coast near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erosional processes of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capes and bays,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caves, arches, stacks and stumps.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backwash of destructive waves is stronger than the swash.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holiday in Limbe, Rahila sees big waves crash against the rocky coast. At the bottom of a rock face, the waves have cut a hollow and small caves, and a rock stands alone in the sea. She asks: "How can water cut such hard rock, and what shapes does it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understand how waves cut rock and what features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waves cut at the bottom of the rock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stands alone in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away from the edges of cliffs, which can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by wave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lif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rock face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waves make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the bottom of the rock, the top falls, and a steep cliff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features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r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hole through a rock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waves have cut a hole right through the rock.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of the coast by the action of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Headland (cape):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land that sticks out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sea that curves into the land between two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the coast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compresses air in cracks, and the pressure breaks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and sand thrown by the waves wear away the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waves hit one another and become small and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erosional features of waves and local examples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Capes and bays: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Where hard and soft rocks alternate, hard rock remains as capes and soft rock is worn back into bays.</a:t>
            </a:r>
            <a:endParaRPr lang="en-US" sz="3200" dirty="0"/>
          </a:p>
        </p:txBody>
      </p:sp>
      <p:pic>
        <p:nvPicPr>
          <p:cNvPr id="5" name="Image 0" descr="/home/claude/f4/img/capes_bays.png">    </p:cNvPr>
          <p:cNvPicPr>
            <a:picLocks noChangeAspect="1"/>
          </p:cNvPicPr>
          <p:nvPr/>
        </p:nvPicPr>
        <p:blipFill>
          <a:blip r:embed="rId1"/>
          <a:stretch>
            <a:fillRect/>
          </a:stretch>
        </p:blipFill>
        <p:spPr>
          <a:xfrm>
            <a:off x="5349240" y="1958041"/>
            <a:ext cx="6659575" cy="3920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capes and bays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 and wave-cut platform: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the rock, the top collapses, and the cliff retreats, leaving a flat rock platform.</a:t>
            </a:r>
            <a:endParaRPr lang="en-US" sz="3600" dirty="0"/>
          </a:p>
        </p:txBody>
      </p:sp>
      <p:pic>
        <p:nvPicPr>
          <p:cNvPr id="5" name="Image 0" descr="/home/claude/f4/img/cliff_platform.png">    </p:cNvPr>
          <p:cNvPicPr>
            <a:picLocks noChangeAspect="1"/>
          </p:cNvPicPr>
          <p:nvPr/>
        </p:nvPicPr>
        <p:blipFill>
          <a:blip r:embed="rId1"/>
          <a:stretch>
            <a:fillRect/>
          </a:stretch>
        </p:blipFill>
        <p:spPr>
          <a:xfrm>
            <a:off x="5349240" y="2018517"/>
            <a:ext cx="6659575" cy="379937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cliff and wave-cut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enlarge a crack at the foot of a headland into a hollow.</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Two caves on each side of a headland meet and form a hole through it.</a:t>
            </a:r>
            <a:endParaRPr lang="en-US" sz="3600" dirty="0"/>
          </a:p>
        </p:txBody>
      </p:sp>
      <p:pic>
        <p:nvPicPr>
          <p:cNvPr id="5" name="Image 0" descr="/home/claude/f4/img/v2/f4_ar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arch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roof of the arch collapses and leaves a pillar of rock standing in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stack is worn down into a low rock covered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Rocky cliffs, caves and small bays are found along the volcanic coast of Limbe and around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stump, cave,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hydraulic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steep rock face on the coast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pillar of rock in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Cape / headland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grotte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L'aiguille / le 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Wave-cut platform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plate-forme d'abrasion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L'encoche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four erosional processes of waves. Explain the formation of capes and bays, cliffs and wave-cut platforms. Explain the formation of caves, arches, stacks and stumps.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of Waves;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some sand at one end of a tray of water and make waves from one corner. Write where the sand moves.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notch at the foot of a cliff.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rocks near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“Jurassic Coast Coastal Landform - Sea Arch - Durdle Door” by Richard Allaway, CC BY 2.0, via Flickr (https://www.flickr.com/photos/16287002@N00/9503598134)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2026-09-28T21:14:17Z</dcterms:created>
  <dcterms:modified xsi:type="dcterms:W3CDTF">2026-09-28T21:14:17Z</dcterms:modified>
</cp:coreProperties>
</file>