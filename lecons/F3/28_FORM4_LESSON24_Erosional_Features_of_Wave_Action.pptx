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Main Erosional Processes and Features of Wave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capes and bays, cliffs, wave-cut platforms, caves, arches, stacks and stumps. At the end, you should be able to do this: learners are able to recognise and explain the landforms of a rocky coast, and to respect the dangers of cliffs and caves.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Wave Action in Coastal Areas. The question was: Name three erosional features of waves.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cliff, the cave and the arch (also the stack and the stump).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four erosional processes of waves. Number 2: explain the formation of capes and bays, cliffs and wave-cut platforms. Number 3: explain the formation of caves, arches, stacks and stumps.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Destructive waves erode the coast. The backwash of destructive waves is stronger than the swash. Rivers erode by hydraulic action, abrasion, attrition and solution.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holiday in Limbe, Rahila sees big waves crash against the rocky coast. At the bottom of a rock face, the waves have cut a hollow and small caves, and a rock stands alone in the sea. She asks: "How can water cut such hard rock, and what shapes does it make?"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Rahila does not understand how waves cut rock and what features they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waves cut at the bottom of the rock face?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hollow and small caves.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stands alone in the sea?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rock: 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stay away from the edges of cliffs, which can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made by wave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steep rock face on the coast.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waves make a cliff?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cut the bottom of the rock, the top falls, and a steep cliff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erosion of a headland.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Put these features in order: stack, cave, stump, arch.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Cave, arch, stack, stump.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hole through a rock on the coast.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waves have cut a hole right through the rock.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Wave erosion and Headland (cape).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Bay.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Processes of Waves. Waves erode the coast through the following processes. On this slide we have Hydraulic action and Abrasion (corrasion).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Processes of Waves. On this slide we have Attrition and Solution (corrosion).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Features. The erosional features of waves and local examples are the following. Copy the point on Capes and bays on the left, then draw the diagram on the right: capes and bays.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Cliff and wave-cut platform on the left, then draw the diagram on the right: cliff and wave-cut platform.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Cave on the left, then draw the diagram on the right: cave, arch, stack and stump.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Arch on the left, then draw the diagram on the right: an arch.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Features. On this slide we have Stack, Stump and Local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Put in order: arch, stump, cave, stack.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cave, arch, stack, stump.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hydraulic action?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force of the waves breaking the rock.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cliff; number 2, arch; number 3,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depositional features of waves.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Main Depositional Features of Wave 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24: MAIN EROSIONAL PROCESSES AND FEATURES OF WAVE ACTION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Main Erosional Processes and Features of Wave 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Main Erosional Processes and Features of Wave 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Capes and bays, cliffs, wave-cut platforms, caves, arches, stacks and stumps.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Erosional processes of waves; erosional features (use local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and explain the landforms of a rocky coast, and to respect the dangers of cliffs and caves.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Wave Action in Coastal Areas):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erosional features of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cliff, the cave and the arch (also the stack and the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erosional processes of waves.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capes and bays, cliffs and wave-cut platforms.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caves, arches, stacks and stumps.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Destructive waves erode the coast.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backwash of destructive waves is stronger than the swash.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by hydraulic action, abrasion, attrition and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holiday in Limbe, Rahila sees big waves crash against the rocky coast. At the bottom of a rock face, the waves have cut a hollow and small caves, and a rock stands alone in the sea. She asks: "How can water cut such hard rock, and what shapes does it make?"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Rahila does not understand how waves cut rock and what features they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waves cut at the bottom of the rock 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hollow and small 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stands alone in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rock: a stack.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away from the edges of cliffs, which can collapse.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made by wave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cliff.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steep rock face on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waves make a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cut the bottom of the rock, the top falls, and a steep cliff is left.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eadland.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erosion of a headland.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these features in order: stack, cave, stump, 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 arch, stack,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ar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hole through a rock on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waves have cut a hole right through the rock.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24: Main Erosional Processes and Features of Wave Action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wearing away of the coast by the action of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Headland (cape):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part of the land that sticks out into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part of the sea that curves into the land between two headlands.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Erosional Processes of Waves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Waves erode the coast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Hydraulic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force of the waves compresses air in cracks, and the pressure breaks the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Abrasion (corrasion):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and sand thrown by the waves wear away the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Erosional Processes of Waves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carried by the waves hit one another and become small and 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(corrosion):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water dissolves some rocks, such as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erosional features of waves and local examples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Capes and bays: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Where hard and soft rocks alternate, hard rock remains as capes and soft rock is worn back into bays.</a:t>
            </a:r>
            <a:endParaRPr lang="en-US" sz="3200" dirty="0"/>
          </a:p>
        </p:txBody>
      </p:sp>
      <p:pic>
        <p:nvPicPr>
          <p:cNvPr id="5" name="Image 0" descr="/home/claude/f4/img/capes_bays.png">    </p:cNvPr>
          <p:cNvPicPr>
            <a:picLocks noChangeAspect="1"/>
          </p:cNvPicPr>
          <p:nvPr/>
        </p:nvPicPr>
        <p:blipFill>
          <a:blip r:embed="rId1"/>
          <a:stretch>
            <a:fillRect/>
          </a:stretch>
        </p:blipFill>
        <p:spPr>
          <a:xfrm>
            <a:off x="5349240" y="1958041"/>
            <a:ext cx="6659575" cy="392032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capes and bays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Cliff and wave-cut platform: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Waves cut a notch at the foot of the rock, the top collapses, and the cliff retreats, leaving a flat rock platform.</a:t>
            </a:r>
            <a:endParaRPr lang="en-US" sz="3600" dirty="0"/>
          </a:p>
        </p:txBody>
      </p:sp>
      <p:pic>
        <p:nvPicPr>
          <p:cNvPr id="5" name="Image 0" descr="/home/claude/f4/img/cliff_platform.png">    </p:cNvPr>
          <p:cNvPicPr>
            <a:picLocks noChangeAspect="1"/>
          </p:cNvPicPr>
          <p:nvPr/>
        </p:nvPicPr>
        <p:blipFill>
          <a:blip r:embed="rId1"/>
          <a:stretch>
            <a:fillRect/>
          </a:stretch>
        </p:blipFill>
        <p:spPr>
          <a:xfrm>
            <a:off x="5349240" y="2018517"/>
            <a:ext cx="6659575" cy="379937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cliff and wave-cut platform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Cave: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Waves enlarge a crack at the foot of a headland into a hollow.</a:t>
            </a:r>
            <a:endParaRPr lang="en-US" sz="3600" dirty="0"/>
          </a:p>
        </p:txBody>
      </p:sp>
      <p:pic>
        <p:nvPicPr>
          <p:cNvPr id="5" name="Image 0" descr="/home/claude/f4/img/v2/headland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cave, arch, stack and stump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Arch: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Two caves on each side of a headland meet and form a hole through it.</a:t>
            </a:r>
            <a:endParaRPr lang="en-US" sz="3600" dirty="0"/>
          </a:p>
        </p:txBody>
      </p:sp>
      <p:pic>
        <p:nvPicPr>
          <p:cNvPr id="5" name="Image 0" descr="/home/claude/f4/img/v2/f4_arch.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arch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roof of the arch collapses and leaves a pillar of rock standing in the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Stump: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stack is worn down into a low rock covered at high tide.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Rocky cliffs, caves and small bays are found along the volcanic coast of Limbe and around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in order: arch, stump, cave, stack.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 arch, stack,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hydraulic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force of the waves breaking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steep rock face on the coast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cave that goes through a headland becomes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pillar of rock in the sea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depositional features of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Main Depositional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falaise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Cape / headland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grotte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L'aiguille / le stack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Wave-cut platform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plate-forme d'abrasion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L'encoche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Main Erosional Processes and Features of Wave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four erosional processes of waves. Explain the formation of capes and bays, cliffs and wave-cut platforms. Explain the formation of caves, arches, stacks and stumps.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and explain the landforms of a rocky coast, and to respect the dangers of cliffs and caves.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Erosional Processes of Waves; Erosional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depositional features of waves.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notch at the foot of a cliff.</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four stages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rocks near Limbe.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“Forces of Nature” by liquidcrash, CC BY-SA 2.0, via Flickr (https://www.flickr.com/photos/124320023@N06/13938903780)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“Jurassic Coast Coastal Landform - Sea Arch - Durdle Door” by Richard Allaway, CC BY 2.0, via Flickr (https://www.flickr.com/photos/16287002@N00/9503598134)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2026-10-02T05:13:58Z</dcterms:created>
  <dcterms:modified xsi:type="dcterms:W3CDTF">2026-10-02T05:13:58Z</dcterms:modified>
</cp:coreProperties>
</file>