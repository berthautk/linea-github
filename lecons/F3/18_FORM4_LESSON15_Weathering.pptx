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weathering, in situ, physical weathering, chemical weathering. At the end, you should be able to do this: learners are able to explain why rocks, walls and buildings slowly break down, and to choose materials and actions that slow this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Denudation. The question was: Name the two types of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Physical weathering and chemical weathering.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weathering. Number 2: distinguish physical and chemical weathering. Number 3: explain briefly the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Denudation includes weathering, erosion and transportation. Weathering happens in place, without movement. The main agents are running water, wind and waves.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Sadou's compound, an old wall is cracked, and its stones break into sandy pieces at the bottom, while a new wall built with the same stones still looks strong. Sadou asks: "What slowly breaks the stones of the old wall, and why faster in some places than in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Sadou does not know what breaks the stones of the old wall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stones of the old wall?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crack and break into sandy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new wall still strong?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not yet been exposed to the weather for a long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weathering around you and protect buildings from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old wall.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makes this old wall break slowly?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 rain, air and plants: this is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rusty iron.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Rain and air change iron into red, weak rust. Which type of weathering changes rocks in the same 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plants break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roots grow in cracks and open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Weathering. There are two main types of weathering. Copy the point on Physical (mechanical) weathering on the left, then draw the diagram on the right: physical and chemical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Weathering. On this slide we have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Factors of Weathering. Weathering depends on the following factors.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Rock characteristics on the left, then draw the diagram on the right: an old weathered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of Weathering. On this slide we have Time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breaking down of rocks in their place.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the two types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and chemical weathering.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physical; number 2, chemical; number 3,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processes of physical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Physical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in situ, physical weathering, chemical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(physical and chemical); general factors of weathering in brief (climate, rock characteristics, vegetation, time,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Denudation):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weathering and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physical and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briefly the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Denudation includes weathering, erosion and transportation.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happens in place, without movement.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main agents are running water, wind and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Sadou's compound, an old wall is cracked, and its stones break into sandy pieces at the bottom, while a new wall built with the same stones still looks strong. Sadou asks: "What slowly breaks the stones of the old wall, and why faster in some places than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Sadou does not know what breaks the stones of the old wall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stones of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crack and break into sandy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new wall still strong?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yet been exposed to the weather for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weathering around you and protect buildings from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oldw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wall.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this old wall break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 rain, air and plants: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iron.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change iron into red, weak rust. Which type of weathering changes rocks in the same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roots grow in cracks and open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down or decay of rocks in their place, by the weather, plants and animals, without the rock being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two main types of weathering: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Physical (mechanical) weathering: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Rocks break into smaller pieces without any change in their minerals. It is common in hot deserts and cold mountains.</a:t>
            </a:r>
            <a:endParaRPr lang="en-US" sz="3200" dirty="0"/>
          </a:p>
        </p:txBody>
      </p:sp>
      <p:pic>
        <p:nvPicPr>
          <p:cNvPr id="5" name="Image 0" descr="/home/claude/f4/img/v2/weathering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physical and chemical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minerals of the rock are changed by water and air, so the rock rots or dissolves. It is common in hot, wet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wet climates favour chemical weathering, while hot deserts favour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characteristics: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Soft rocks and rocks with many joints or soluble minerals break faster.</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old weathered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open cracks, and rotting plants produce acids that attack rocks.</a:t>
            </a:r>
            <a:endParaRPr lang="en-US" sz="3600" dirty="0"/>
          </a:p>
        </p:txBody>
      </p:sp>
      <p:pic>
        <p:nvPicPr>
          <p:cNvPr id="5"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longer rocks are exposed, the more they are weathered.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quarries, mining and farming expose rocks to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breaking down of rocks in their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two types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and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breaking into pieces without changing is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and air change the minerals: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 ______ can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processes of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Physical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physique / mécanique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Chemical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chimique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diaclase /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 situ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crumble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S'effriter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weathering. Distinguish physical and chemical weathering. Explain briefly the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Weathering; General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processes of physical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an old wall of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tree root lifting a pavement.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2026-09-29T03:12:20Z</dcterms:created>
  <dcterms:modified xsi:type="dcterms:W3CDTF">2026-09-29T03:12:20Z</dcterms:modified>
</cp:coreProperties>
</file>