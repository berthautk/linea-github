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40: Global Warming.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Climate and Hydrological Related Hazards, and the sub-topic is Hydro-climatic Hazards. The key notions we shall use today are: climate variability, greenhouse gases. At the end, you should be able to do this: learners are able to take simple actions against global warming, such as planting trees and saving energy, and to adapt to hotter, drier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39: The Hydrological Cycle. The question was: Name two greenhouse gases.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Carbon dioxide and methane.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global warming, the greenhouse effect and greenhouse gases. Number 2: explain the natural and human causes of global warming. Number 3: describe its effects. Number 4: propose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hydrological cycle moves water between the oceans, the air and the land. Temperature depends on factors such as latitude, altitude and cloud cover. Human activities can make cities warmer.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Baba Hamadou, 70 years old, says that when he was young, the rains in Garoua started every year in May and March was less hot. Today the heat is stronger and the rains are irregular. His grandson asks: "Why is the Earth getting hotter, and what can we do about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grandson does not know why the climate is getting hotter and what can be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has changed according to Baba Hamadou?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heat is stronger and the rains are irregular.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general rise in temperature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Global warming.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save energy and avoid burning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global warming and what we can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greenhouse effect.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greenhouse gases warm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trap the heat, like a blanket.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smoke from an exhaust pipe.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gas comes out when we burn petrol, diesel and coal?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Carbon dioxide (CO₂).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solar panels.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solar panels help against global warming?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make electricity without burning fuel.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Global warming.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Greenhouse effect and Greenhouse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Causes. Human activities cause global warming as follows. Copy the point on Burning fossil fuels on the left, then draw the diagram on the right: exhaust smoke.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Causes. On this slide we have Deforestation and bush fires and Agriculture.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Causes. On this slide we have Waste.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Natural Causes. Natural factors also change the temperature of the Earth. On this slide we have Changes in the Sun and Volcanic eruptions.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Natural greenhouse effect on the left, then draw the diagram on the right: the greenhouse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Global Warming. Global warming has the following effects. On this slide we have Extreme weather and Sea-level rise.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Global Warming. On this slide we have Farming and food, Water and health and Loss of plants and animals.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People respond to global warming with the following measures. Copy the point on Clean energy (mitigation) on the left, then draw the diagram on the right: solar panels.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Tree planting (mitigation) and Saving energy (mitigation).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New farming methods (adaptation) and Protection (adaptation).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human cause of global warming.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burning petrol and diesel (or deforestation).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difference between mitigation and adaptation?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mitigation reduces the causes; adaptation lives with the changes.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warming; number 2, carbon dioxide (CO₂); number 3,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desertification.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41: Floods, Droughts and Desertification.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40: GLOBAL WARMING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Global Warming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Climate and Hydrological Related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Hydro-climatic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40: Global Warming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variability, greenhouse gases.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causes (natural and human); effects; adaptations and mitigations.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take simple actions against global warming, such as planting trees and saving energy, and to adapt to hotter, drier seasons.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39: The Hydrological Cycle):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greenhouse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Carbon dioxide and methane.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global warming, the greenhouse effect and greenhouse gases.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natural and human causes of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hydrological cycle moves water between the oceans, the air and the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depends on factors such as latitude, altitude and cloud cover.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Human activities can make cities warmer.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Baba Hamadou, 70 years old, says that when he was young, the rains in Garoua started every year in May and March was less hot. Today the heat is stronger and the rains are irregular. His grandson asks: "Why is the Earth getting hotter, and what can we do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grandson does not know why the climate is getting hotter and what can be done.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has changed according to Baba Hamadou?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heat is stronger and the rains are irregular.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general rise in temperature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save energy and avoid burning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global warming and what we can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eenho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greenhouse effect.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greenhouse gases warm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trap the heat, like a blanket.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exhau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Smoke from an exhaust pipe.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comes out when we burn petrol, diesel and 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Carbon dioxide (CO₂).</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panels.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solar panels help against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electricity without burning fuel.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Management of Climate and Hydrological Related Hazards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Hydro-climatic Hazards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40: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 warming: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rise of the average temperature of the Earth's surface and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effect: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trapping of the Earth's heat by some gases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gases such as carbon dioxide, methane and nitrous oxide that trap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Human Causes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Human activities cause global warming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Burning fossil fuels: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Cars, factories and power stations burn petrol, diesel, gas and coal and release carbon dioxide.</a:t>
            </a:r>
            <a:endParaRPr lang="en-US" sz="3200" dirty="0"/>
          </a:p>
        </p:txBody>
      </p:sp>
      <p:pic>
        <p:nvPicPr>
          <p:cNvPr id="6" name="Image 0" descr="/home/claude/f4/img/v2/f4_exhaust.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exhaust smoke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Human Causes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and bush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Cutting and burning trees releases carbon dioxide and leaves fewer plants to absorb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and rice fields release methane, and fertilisers release nitrous 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Human Causes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Rotting rubbish in dumps releases methane.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Natural Causes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Natural factors also change the temperature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Changes in the Sun: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energy given out by the Sun changes slightly over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eruptions: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Eruptions release gases, including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Natural Causes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Natural greenhouse effect: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vapour and natural carbon dioxide keep the Earth warm enough for life.</a:t>
            </a:r>
            <a:endParaRPr lang="en-US" sz="3600" dirty="0"/>
          </a:p>
        </p:txBody>
      </p:sp>
      <p:pic>
        <p:nvPicPr>
          <p:cNvPr id="6" name="Image 0" descr="/home/claude/f4/img/v2/greenhouse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greenhouse effect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Global Warming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 warming has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Extreme 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waves, droughts, storms and floods become more frequent.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Sea-level rise: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Melting ice and warmer water raise the sea level and threaten Douala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Global Warming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and food: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Irregular rains and heat reduce harvests.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and 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Lakes such as Lake Chad shrink, and diseases such as malaria spread.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plants and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species cannot adapt and disappear.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respond to global warming with the following measures: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Clean energy (mitigation):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Solar, wind and hydro-electric power reduce carbon dioxide.</a:t>
            </a:r>
            <a:endParaRPr lang="en-US" sz="3600" dirty="0"/>
          </a:p>
        </p:txBody>
      </p:sp>
      <p:pic>
        <p:nvPicPr>
          <p:cNvPr id="5" name="Image 0" descr="/home/claude/f4/img/v2/f4_sol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solar panels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absorb carbon dioxide, as in reforestation projects.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Saving energy (mitigation):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Improved stoves, public transport and less burning of waste reduce emissions.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farming methods (adaptation):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Drought-resistant seeds, irrigation and changed planting dates help farmers.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Dykes, early warnings and building away from coasts and rivers protect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human cause of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petrol and diesel (or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mitigation and adaptation?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Mitigation reduces the causes; adaptation lives with the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rise of the temperature of the Earth is global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greenhouse gas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is a form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41: Floods, Droughts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 warming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réchauffement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 effect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L'effet de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 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 à effet de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Carbon dioxide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dioxyde de carbone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variability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variabilité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level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 de la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Climate and Hydrological Related Hazards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40: Global Warming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global warming, the greenhouse effect and greenhouse gases. Explain the natural and human causes of global warming. Describe its effects. Propose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take simple actions against global warming, such as planting trees and saving energy, and to adapt to hotter, drier seasons.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Human Causes; Natural Causes; Effects of Global Warming; Adaptation and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desertification.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with a closed car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smoke from a motorbike.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who has a solar lamp.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IPCC Sixth Assessment Report (2021–2023).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UNFCCC: Paris Agreement (2015).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“image replaced (thanks Anne :) )” by why 137, CC BY 2.0, via Flickr (https://www.flickr.com/photos/78752351@N03/8464430910)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2026-09-28T21:32:40Z</dcterms:created>
  <dcterms:modified xsi:type="dcterms:W3CDTF">2026-09-28T21:32:40Z</dcterms:modified>
</cp:coreProperties>
</file>