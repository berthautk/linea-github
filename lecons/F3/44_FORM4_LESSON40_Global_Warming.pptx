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40: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climate variability, greenhouse gases. At the end, you should be able to do this: learners are able to take simple actions against global warming, such as planting trees and saving energy, and to adapt to hotter, drier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39: The Hydrological Cycle. The question was: Ask your grandparents or an elder whether the dry season is hotter or longer today than when they were young. Write down what they say.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Many elders say the dry season today is hotter and longer, and the rains are less regular than when they were young.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global warming, the greenhouse effect and greenhouse gases. Number 2: explain the natural and human causes of global warming. Number 3: describe its effects. Number 4: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hydrological cycle moves water between the oceans, the air and the land. Temperature depends on factors such as latitude, altitude and cloud cover. Human activities can make cities warmer.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Baba Hamadou, 70 years old, says that when he was young, the rains in Garoua started every year in May and March was less hot. Today the heat is stronger and the rains are irregular. His grandson asks: "Why is the Earth getting hotter, and what can we do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why the climate is getting hotter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changed according to Baba Hamadou?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heat is stronger and the rains are irregular.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general rise in temperature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save energy and avoid burning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global warming and what we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greenhouse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greenhouse gases warm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heat, like a blanket.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smoke from an exhaust pipe.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comes out when we burn petrol, diesel and coal?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Carbon dioxide (CO₂).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solar panels help against global warming?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electricity without burning fuel.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Greenhouse effect and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Causes. Human activities cause global warming as follows. Copy the point on Burning fossil fuels on the left, then draw the diagram on the right: exhaust smoke.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Causes. On this slide we have Deforestation and bush fires and Agriculture.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Causes. On this slide we have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Natural Causes. Natural factors also change the temperature of the Earth. On this slide we have Changes in the Sun and Volcanic eruptions.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Natural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Global Warming. Global warming has the following effects. On this slide we have Extreme weather and Sea-level rise.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Global Warming. On this slide we have Farming and food, Water and health and Loss of plants and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respond to global warming with the following measures. Copy the point on Clean energy (mitigation) on the left, then draw the diagram on the right: solar panels.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Tree planting (mitigation) and Saving energy (mitigation).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New farming methods (adaptation) and Protection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human cause of global warming.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burning petrol and diesel (or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difference between mitigation and adaptation?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reduces the causes; adaptation lives with the changes.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warming; number 2, carbon dioxide (CO₂);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adult in your family whether your area has ever been flooded or has suffered a very dry year. Write down when it happened and what damage it caused.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41: Floods, Droughts and Desertification.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40: GLOBAL WARMING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Warming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40: Global Warming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variability, greenhouse gases.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(natural and human); effects; adaptations and mitigations.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take simple actions against global warming, such as planting trees and saving energy, and to adapt to hotter, drier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39: The Hydrological Cycle):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grandparents or an elder whether the dry season is hotter or longer today than when they were young. Write down what they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Many elders say the dry season today is hotter and longer, and the rains are less regular than when they were young.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 warming, the greenhouse effect and greenhouse gases.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natural and human causes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hydrological cycle moves water between the oceans, the air and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depends on factors such as latitude, altitude and cloud cover.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Human activities can make cities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Baba Hamadou, 70 years old, says that when he was young, the rains in Garoua started every year in May and March was less hot. Today the heat is stronger and the rains are irregular. His grandson asks: "Why is the Earth getting hotter, and what can we do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why the climate is getting hotter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changed according to Baba Hamadou?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heat is stronger and the rains are irregular.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general rise in temperature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save energy and avoid burning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global warming and what we can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greenhouse gases warm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heat, like a blanket.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xhau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an exhaust pipe.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comes out when we burn petrol, diesel and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(CO₂).</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solar panels help against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electricity without burning fuel.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of the average temperature of the Earth's surface and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trapping of the Earth's heat by some gases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methane and nitrous oxide that trap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Human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Human activities cause global warming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Burning fossil fuels: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Cars, factories and power stations burn petrol, diesel, gas and coal and release carbon dioxide.</a:t>
            </a:r>
            <a:endParaRPr lang="en-US" sz="3200" dirty="0"/>
          </a:p>
        </p:txBody>
      </p:sp>
      <p:pic>
        <p:nvPicPr>
          <p:cNvPr id="6" name="Image 0" descr="/home/claude/f4/img/v2/f4_exhaust.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exhaust smoke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Human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and 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and burning trees releases carbon dioxide and leaves fewer plants to absorb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and rice fields release methane, and fertilisers release nitrous 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Human Causes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Rotting rubbish in dumps releases methane.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Natural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factors also change the temperature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Changes in the Sun: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energy given out by the Sun changes slightly over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Eruptions release gases, including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Natural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Natural 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vapour and natural carbon dioxide keep the Earth warm enough for life.</a:t>
            </a:r>
            <a:endParaRPr lang="en-US" sz="3600" dirty="0"/>
          </a:p>
        </p:txBody>
      </p:sp>
      <p:pic>
        <p:nvPicPr>
          <p:cNvPr id="6" name="Image 0" descr="/home/claude/f4/img/v2/greenhous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Global Warming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 warming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Extreme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waves, droughts, storms and floods become more frequent.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Sea-level 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Melting ice and warmer water raise the sea level and threaten Douala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Global Warming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Irregular rains and heat reduce harvests.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Lakes such as Lake Chad shrink, and diseases such as malaria spread.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plants and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species cannot adapt and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respond to global warming with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Clean energy (mitigation):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Solar, wind and hydro-electric power reduce carbon dioxide.</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panels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absorb carbon dioxide, as in reforestation projects.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energy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public transport and less burning of waste reduce emissions.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farming methods (adaptation):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Drought-resistant seeds, irrigation and changed planting dates help farmers.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Dykes, early warnings and building away from coasts and rivers protect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human cause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petrol and diesel (or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lives with the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of the temperature of the Earth is global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greenhouse gas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is a form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in your family whether your area has ever been flooded or has suffered a very dry year. Write down when it happened and what damage it caused.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Floods, Droughts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Carbon dioxide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dioxyde de carbone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variability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variabilité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40: Global Warming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 warming, the greenhouse effect and greenhouse gases. Explain the natural and human causes of global warming. Describe its effects.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take simple actions against global warming, such as planting trees and saving energy, and to adapt to hotter, drier seasons.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Human Causes; Natural Causes; Effects of Global Warming;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adult in your family whether your area has ever been flooded or has suffered a very dry year. Write down when it happened and what damage it caused.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smoke from a motorbike.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has a solar lamp.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IPCC Sixth Assessment Report (2021–2023).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UNFCCC: Paris Agreement (2015).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2026-09-28T21:14:22Z</dcterms:created>
  <dcterms:modified xsi:type="dcterms:W3CDTF">2026-09-28T21:14:22Z</dcterms:modified>
</cp:coreProperties>
</file>