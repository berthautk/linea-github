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climate variability, greenhouse gases. At the end, you should be able to do this: learners are able to take simple actions against global warming, such as planting trees and saving energy, and to adapt to hotter, drier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The Hydrological Cycle. The question was: Name two greenhouse gases.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Carbon dioxide and methane.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global warming, the greenhouse effect and greenhouse gases. Number 2: explain the natural and human causes of global warming. Number 3: describe its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hydrological cycle moves water between the oceans, the air and the land. Temperature depends on factors such as latitude, altitude and cloud cover. Human activities can make cities warmer.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Baba Hamadou, 70 years old, says that when he was young, the rains in Garoua started every year in May and March was less hot. Today the heat is stronger and the rains are irregular. His grandson asks: "Why is the Earth getting hotter,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climate is getting hotter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changed according to Baba Hamadou?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heat is stronger and the rains are irregular.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general rise in temperature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global warming and what we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greenhouse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greenhouse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like a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comes out when we burn petrol, diesel and coal?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(CO₂).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solar panels help against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electricity without burning fuel.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effect and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Causes. Human activities cause global warming as follows. Copy the point on Burning fossil fuels on the left, then draw the diagram on the right: exhaust smoke.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Deforestation and bush fires and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Causes. Natural factors also change the temperature of the Earth. On this slide we have Changes in the Sun and Volcanic eruptions.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Natural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Global Warming. Global warming has the following effects. On this slide we have Extreme weather and Sea-level rise.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Global Warming. On this slide we have Farming and food, Water and health and Loss of plants and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respond to global warming with the following measures. Copy the point on Clean energy (mitigation) on the left, then draw the diagram on the right: solar panels.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Tree planting (mitigation) and Saving energy (mitigation).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New farming methods (adaptation) and Protection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human cause of global warming.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petrol and diesel (or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lives with the changes.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carbon dioxide (CO₂);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desertification.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Floods, Droughts and Desertification.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40: GLOBAL WARMING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Warming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Global Warming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variability,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(natural and human);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and methane.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 warming, the greenhouse effect and greenhouse gases.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natural and human causes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hydrological cycle moves water between the oceans, the air and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depends on factors such as latitude, altitude and cloud cover.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Human activities can make cities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Baba Hamadou, 70 years old, says that when he was young, the rains in Garoua started every year in May and March was less hot. Today the heat is stronger and the rains are irregular. His grandson asks: "Why is the Earth getting hotter,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climate is getting hotter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changed according to Baba Hamadou?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is stronger and the rains are irregular.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general rise in temperature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global warming and what we can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greenhouse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like a blanket.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we burn petrol, diesel and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(CO₂).</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solar panels help against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electricity without burning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Earth's surface and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trapping of the Earth's heat by some gases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methane and nitrous oxide that trap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Human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Human activities cause global warming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Burning fossil fuels: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Cars, factories and power stations burn petrol, diesel, gas and coal and release carbon dioxide.</a:t>
            </a:r>
            <a:endParaRPr lang="en-US" sz="3200" dirty="0"/>
          </a:p>
        </p:txBody>
      </p:sp>
      <p:pic>
        <p:nvPicPr>
          <p:cNvPr id="6"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exhaust smoke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and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and burning trees releases carbon dioxide and leaves fewer plants to absorb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and rice fields release methane, and fertilisers release nitrous 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Rotting rubbish in dumps releases methane.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Natural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factors also change the temperature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in the Sun: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energy given out by the Sun changes slightly over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release gases, including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Natural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Natural 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vapour and natural carbon dioxide keep the Earth warm enough for life.</a:t>
            </a:r>
            <a:endParaRPr lang="en-US" sz="3600" dirty="0"/>
          </a:p>
        </p:txBody>
      </p:sp>
      <p:pic>
        <p:nvPicPr>
          <p:cNvPr id="6"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Extreme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waves, droughts, storms and floods become more frequent.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ice and warmer water raise the sea level and threaten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Irregular rains and heat reduce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such as Lake Chad shrink, and diseases such as malaria spread.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species cannot adapt and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respond to global warming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(mitigation):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hydro-electric power reduce carbon dioxide.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panels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absorb carbon dioxide, as in reforestation projects.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public transport and less burning of waste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methods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Drought-resistant seeds, irrigation and changed planting dates help farmers.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early warnings and building away from coasts and rivers protect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petrol and diesel (or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lives with the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temperature of the Earth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greenhouse gas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form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 dioxide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dioxyde de carbone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variability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variabilité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Global Warming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 warming, the greenhouse effect and greenhouse gases. Explain the natural and human causes of global warming. Describe its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Human Causes; Natural Causes; Effects of Global Warming;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from a motorbike.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has a solar lamp.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IPCC Sixth Assessment Report (2021–2023).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UNFCCC: Paris Agreement (2015).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2026-09-29T03:12:27Z</dcterms:created>
  <dcterms:modified xsi:type="dcterms:W3CDTF">2026-09-29T03:12:27Z</dcterms:modified>
</cp:coreProperties>
</file>