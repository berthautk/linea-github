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climate variability, greenhouse gases. At the end, you should be able to do this: learners are able to take simple actions against global warming, such as planting trees and saving energy, and to adapt to hotter, drier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The Hydrological Cycle. The question was: Ask your grandparents or an elder whether the dry season is hotter or longer today than when they were young. Write down what they say.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Many elders say the dry season today is hotter and longer, and the rains are less regular than when they were young.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global warming, the greenhouse effect and greenhouse gases. Number 2: explain the natural and human causes of global warming. Number 3: describe its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hydrological cycle moves water between the oceans, the air and the land. Temperature depends on factors such as latitude, altitude and cloud cover. Human activities can make cities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Baba Hamadou, 70 years old, says that when he was young, the rains in Garoua started every year in May and March was less hot. Today the heat is stronger and the rains are irregular. His grandson asks: "Why is the Earth getting hotter,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climate is getting hotter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according to Baba Hamadou?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heat is stronger and the rains are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general rise in temperature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what we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like a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comes out when we burn petrol, diesel and coal?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(CO₂).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solar panels help against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electricity without burning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effect and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Causes. Human activities cause global warming as follows. Copy the point on Burning fossil fuels on the left, then draw the diagram on the right: exhaust smoke.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Deforestation and bush fires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Causes. Natural factors also change the temperature of the Earth. On this slide we have Changes in the Sun and Volcanic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Global Warming. Global warming has the following effects. On this slide we have Extreme weather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Global Warming. On this slide we have Farming and food, Water and health and Loss of plants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global warming with the following measures. Copy the point on Clean energy (mitigation)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Tree planting (mitigation) and Saving energy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New farming methods (adaptation) and Protection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human cause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petrol and diesel (or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lives with the changes.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carbon dioxide (CO₂);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adult in your family whether your area has ever been flooded or has suffered a very dry year. Write down when it happened and what damage it caused.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Floods, Droughts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variability,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grandparents or an elder whether the dry season is hotter or longer today than when they were young.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Many elders say the dry season today is hotter and longer, and the rains are less regular than when they were young.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the greenhouse effect and greenhouse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causes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hydrological cycle moves water between the oceans, the air and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depends on factors such as latitude, altitude and cloud cover.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activities can make cities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 His grandson asks: "Why is the Earth getting hotter,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climate is getting hotter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 according to Baba Hamadou?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is stronger and the rains are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general rise in temperature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petrol, diesel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burning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Earth's surface and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trapping of the Earth's heat by some gases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nitrous oxide that trap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Human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Human activities cause global warming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Burning fossil fuels: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Cars, factories and power stations burn petrol, diesel, gas and coal and release carbon dioxide.</a:t>
            </a:r>
            <a:endParaRPr lang="en-US" sz="3200" dirty="0"/>
          </a:p>
        </p:txBody>
      </p:sp>
      <p:pic>
        <p:nvPicPr>
          <p:cNvPr id="6"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exhaust smoke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and burning trees releases carbon dioxide and leaves fewer plants to absorb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rice fields release methane, and fertilisers release nitrous 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rubbish in dumps releases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Natural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factors also change the temperature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in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given out by the Sun changes slightly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release gases, including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Natural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natural carbon dioxide keep the Earth warm enough for life.</a:t>
            </a:r>
            <a:endParaRPr lang="en-US" sz="3600" dirty="0"/>
          </a:p>
        </p:txBody>
      </p:sp>
      <p:pic>
        <p:nvPicPr>
          <p:cNvPr id="6"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waves, droughts, storms and floods become more frequent.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ice and warmer water raise the sea level and threaten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and heat reduce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such as Lake Chad shrink, and diseases such as malaria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species cannot adapt and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respond to global warming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hydro-electric power reduce carbon dioxide.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absorb carbon dioxide, as in reforestation projects.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public transport and less burning of waste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methods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Drought-resistant seeds, irrigation and changed planting dates help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early warnings and building away from coasts and rivers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adult in your family whether your area has ever been flooded or has suffered a very dry year. Write down when it happened and what damage it caused.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 dioxide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dioxyde de carbone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variability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variabilité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Human Causes; Natural Causes; Effects of Global Warming;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adult in your family whether your area has ever been flooded or has suffered a very dry year. Write down when it happened and what damage it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from a motorbike.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solar lamp.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2026-09-28T17:19:56Z</dcterms:created>
  <dcterms:modified xsi:type="dcterms:W3CDTF">2026-09-28T17:19:56Z</dcterms:modified>
</cp:coreProperties>
</file>