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Impact of Volcanicity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and People.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and People. The key notions we shall use today are: resources, hazards. At the end, you should be able to do this: learners are able to weigh the advantages and dangers of living near a volcano, and to give simple safety rules in case of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Volcanoes. The question was: Imagine a friend wants to farm near Buea, on Mount Cameroon. Write two good reasons to go and two dangers.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Reasons: very fertile volcanic soils; cool climate and good rainfall for crops. Dangers: lava flows can destroy farms; earthquakes and gases can harm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volcanic hazards. Number 2: explain the importance of volcanoes. Number 3: suggest adaptation, mitigation and preventive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volcano is an opening through which magma, gases and ash come out. Mount Cameroon is an active volcano on the Cameroon Volcanic Line. Lake Nyos is a crater lake.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friend of Aboubakar's family wants to start a farm near Buea because the soil is very fertile. Another friend warns him: "It is dangerous! You will live near an active volcano." The farmer asks: "Is a volcano only a danger, or can it also be useful, and how can we live safely near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must choose between fertile land and the danger of a volcano, and does not know how to live safely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danger of the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 can burn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volcanic soil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and safety measures in volcanic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and the benefits of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lava do to farms, roads and houses?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lake Nyos, North-West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1986, gas came out of this lake. What happened?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gas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power station that uses the heat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volcanic areas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steam from the ground turns machines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Hazard and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Geothermal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Hazards. Volcanoes cause the following hazards. Copy the point on Lava flows on the left, then draw the diagram on the right: lava over a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Ash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Mudflows (lahars) and Earthquakes and tsunamis.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Volcanoes. Volcanoes are useful to man in the following ways. Copy the point on Fertile soils on the left, then draw the diagram on the right: tea on fertile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Tourism and Building materials and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Hot springs.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Mitigation and Preventive Measures. People reduce volcanic dangers with the following measures. Copy the point on Monitoring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Warning and evacuation, Land-use planning and Degassing.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Diverting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danger and one benefit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danger: lava. Benefit: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happened at Lake Nyos in 1986?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cloud of gas killed about 1,700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if they have ever felt the ground shake. Write where and when it happened, and what they felt.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Earthquakes.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IMPACT OF VOLCANICITY ON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Volcanicity on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 and People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Impact of Volcanicity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hazards; importance of volcanoes; adaptation, mitigation and preventive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Volcanoes):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Reasons: very fertile volcanic soils; cool climate and good rainfall for crops. Dangers: lava flows can destroy farms; earthquakes and gases can harm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volcanic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adaptation, mitigation and preventive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volcano is an opening through which magma, gases and ash come out.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friend of Aboubakar's family wants to start a farm near Buea because the soil is very fertile. Another friend warns him: "It is dangerous! You will live near an active volcano." The farmer asks: "Is a volcano only a danger, or can it also be useful, and how can we live safely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must choose between fertile land and the danger of a volcano, and does not know how to live safely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can burn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volcanic soil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and safety measures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and the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lava do to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1986, gas came out of this lake.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gas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power station that uses the heat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volcanic areas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steam from the ground turns machines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Volcanoes and People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that can harm people, property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energy produced from the heat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burn and bury houses, farms and roads.</a:t>
            </a:r>
            <a:endParaRPr lang="en-US" sz="3600" dirty="0"/>
          </a:p>
        </p:txBody>
      </p:sp>
      <p:pic>
        <p:nvPicPr>
          <p:cNvPr id="5"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lava over a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pollutes water, makes roofs collapse and stops aeroplanes.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from Lake Nyos killed about 1,700 people and many animals in 1986.</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Mudflows (lahars):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mixed with rain flows down the slopes and buries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and tsunamis: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shake the ground and can cause giant sea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useful to man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around Mount Cameroon are good for tea, bananas, cocoa and rubber.</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fertile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Power stations produce electricity from volcanic heat, as in Kenya and Iceland.</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visit volcanoes, craters and crater lakes, and climb Mount Cameroon during the Race of Hope.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and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used for roads and houses, and some minerals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springs: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springs are used for bathing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volcanic dangers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with instruments to predict eruptions.</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and leave dangerous areas in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and schools are not built in the paths of old lava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remove the gas from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Diverting 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and channels can turn lava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benefit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Benefit: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gas killed about 1,700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1986, gas came out of Lake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near volcanoes are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danger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Impact of Volcanicity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volcanic hazards. Explain the importance of volcanoes. Suggest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Volcanic Hazards; Importance of Volcanoes;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if they have ever felt the ground shake. Write where and when it happened, and what they felt.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lava of 1999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Lake Nyos (1986).</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steam from a boiling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(Fertile soils): “Carlo in the tea” by luigig, CC BY 2.0, via Flickr (https://www.flickr.com/photos/51035803402@N01/3175986747)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(Monitoring):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2026-09-28T21:14:13Z</dcterms:created>
  <dcterms:modified xsi:type="dcterms:W3CDTF">2026-09-28T21:14:13Z</dcterms:modified>
</cp:coreProperties>
</file>