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The question was: Imagine a friend wants to farm near Buea, on Mount Cameroon. Write two good reasons to go and two dangers.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Reasons: very fertile volcanic soils; cool climate and good rainfall for crops. Dangers: lava flows can destroy farms; earthquakes and gases can harm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says, "It is dangerous! You will live near an active volcano."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fertile but near a dangerous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people do to stay safe?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Listen to warnings and leave when the volcano erupts.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volcanoes give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On this slide we have Lava and ash and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On this slide we have Fertile soils and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Prevention. People reduce volcanic dangers with the following measures. On this slide we have Monitoring and Warning and evacuation.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Prevention. On this slide we have Degassing.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if they have ever felt the ground shake. Write where and when it happened, and what they felt.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Reasons: very fertile volcanic soils; cool climate and good rainfall for crops. Dangers: lava flows can destroy farms; earthquakes and gases can harm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says, "It is dangerous! You will live near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fertile but near a dangerous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people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warnings and leave when the volcano erupts.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volcanoes give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 and People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and property.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and 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Poisonous gases from Lake Nyos killed about 1,700 people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often happen before and during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and cocoa.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Geothermal power stations produce electricity from volcanic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tourists visit volcanoes, such as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building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if they have ever felt the ground shake. Write where and when it happened, and what they felt.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2026-09-27T16:07:15Z</dcterms:created>
  <dcterms:modified xsi:type="dcterms:W3CDTF">2026-09-27T16:07:15Z</dcterms:modified>
</cp:coreProperties>
</file>