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The Impact of Volcanicity on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Volcanoes and People.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Volcanoes and People. The key notions we shall use today are: resources, hazards. At the end, you should be able to do this: learners are able to weigh the advantages and dangers of living near a volcano, and to give simple safety rules in case of an eruption.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Volcanoes. The question was: Give one danger and one advantage of volcanoes.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Danger: lava flows (or poisonous gases). Advantage: fertile soils.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volcanic hazards. Number 2: explain the importance of volcanoes. Number 3: suggest adaptation, mitigation and preventive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volcano is an opening through which magma, gases and ash come out. Mount Cameroon is an active volcano on the Cameroon Volcanic Line. Lake Nyos is a crater lake.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friend of Aboubakar's family wants to start a farm near Buea because the soil is very fertile. Another friend warns him: "It is dangerous! You will live near an active volcano." The farmer asks: "Is a volcano only a danger, or can it also be useful, and how can we live safely near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 must choose between fertile land and the danger of a volcano, and does not know how to live safely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danger of the volcano.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Lava can burn farms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advantage of the area.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volcanic soil is very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warnings and safety measures in volcanic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dangers and the benefits of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lava has covered a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lava do to farms, roads and houses?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burns and buries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lake Nyos, North-West Region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1986, gas came out of this lake. What happened?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gas killed about 1,700 people and many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power station that uses the heat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volcanic areas produce electricity?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steam from the ground turns machines (turbines).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Hazard and Resource.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Geothermal energy.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Volcanic Hazards. Volcanoes cause the following hazards. Copy the point on Lava flows on the left, then draw the diagram on the right: lava over a road.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Volcanic Hazards. On this slide we have Ash falls.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Poisonous gases on the left, then draw the diagram on the right: lake Nyos.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Volcanic Hazards. On this slide we have Mudflows (lahars) and Earthquakes and tsunamis.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Volcanoes. Volcanoes are useful to man in the following ways. Copy the point on Fertile soils on the left, then draw the diagram on the right: tea on fertile highlands.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Geothermal energy on the left, then draw the diagram on the right: a geothermal power station.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Volcanoes. On this slide we have Tourism and Building materials and minerals.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Volcanoes. On this slide we have Hot springs.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Mitigation and Preventive Measures. People reduce volcanic dangers with the following measures. Copy the point on Monitoring on the left, then draw the diagram on the right: monitoring a volcano.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Mitigation and Preventive Measures. On this slide we have Warning and evacuation, Land-use planning and Degassing.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Mitigation and Preventive Measures. On this slide we have Diverting lava.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one danger and one benefit of volcanoes.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danger: lava. Benefit: fertile soils.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happened at Lake Nyos in 1986?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cloud of gas killed about 1,700 people.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geothermal; number 2, Nyos; number 3,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an earthquake.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Earthquakes.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THE IMPACT OF VOLCANICITY ON MAN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Impact of Volcanicity on Man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Volcanoes and People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Volcanoes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The Impact of Volcanicity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hazards.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 hazards; importance of volcanoes; adaptation, mitigation and preventive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weigh the advantages and dangers of living near a volcano, and to give simple safety rules in case of an eruption.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Volcanoes):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and one advantage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Danger: lava flows (or poisonous gases). Advantage: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volcanic hazards.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volcanoes.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adaptation, mitigation and preventive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volcano is an opening through which magma, gases and ash come out.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an active volcano on the Cameroon Volcanic Line.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Lake Nyos is a crater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friend of Aboubakar's family wants to start a farm near Buea because the soil is very fertile. Another friend warns him: "It is dangerous! You will live near an active volcano." The farmer asks: "Is a volcano only a danger, or can it also be useful, and how can we live safely near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 must choose between fertile land and the danger of a volcano, and does not know how to live safely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of the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can burn farms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the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volcanic soil is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warnings and safety measures in volcanic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dangers and the benefits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lava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Lava has covered a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lava do to farms, roads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burns and buries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nyo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Nyos, North-West Region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1986, gas came out of this lake.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VOLCANIC HAZARDS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gas killed about 1,700 people and many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 OF VOLCANOES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geothermal.jpg">    </p:cNvPr>
          <p:cNvPicPr>
            <a:picLocks noChangeAspect="1"/>
          </p:cNvPicPr>
          <p:nvPr/>
        </p:nvPicPr>
        <p:blipFill>
          <a:blip r:embed="rId1"/>
          <a:stretch>
            <a:fillRect/>
          </a:stretch>
        </p:blipFill>
        <p:spPr>
          <a:xfrm>
            <a:off x="2894725" y="1783080"/>
            <a:ext cx="640224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power station that uses the heat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volcanic areas produce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IMPORTANCE OF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steam from the ground turns machines (turbines).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Volcanoes and People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12: The Impact of Volcanicity on Man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Hazard: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event that can harm people, property and the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anything in nature that people can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Geothermal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energy produced from the heat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Volcanic Hazards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Volcanoes cause the following hazards: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Lava flows: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burn and bury houses, farms and roads.</a:t>
            </a:r>
            <a:endParaRPr lang="en-US" sz="3600" dirty="0"/>
          </a:p>
        </p:txBody>
      </p:sp>
      <p:pic>
        <p:nvPicPr>
          <p:cNvPr id="5" name="Image 0" descr="/home/claude/f4/img/v2/f4_lavahous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lava over a road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Volcanic Hazards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Ash falls: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Ash covers crops, pollutes water, makes roofs collapse and stops aeroplanes.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Volcanic Hazards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Poisonous gases: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Gases from Lake Nyos killed about 1,700 people and many animals in 1986.</a:t>
            </a:r>
            <a:endParaRPr lang="en-US" sz="3600" dirty="0"/>
          </a:p>
        </p:txBody>
      </p:sp>
      <p:pic>
        <p:nvPicPr>
          <p:cNvPr id="5" name="Image 0" descr="/home/claude/f4/img/v2/f4_nyo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Nyos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Volcanic Hazards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Mudflows (lahars):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Ash mixed with rain flows down the slopes and buries villages.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Earthquakes and tsunamis: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Eruptions shake the ground and can cause giant sea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Volcanoes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Volcanoes are useful to man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Fertile soils: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Volcanic soils around Mount Cameroon are good for tea, bananas, cocoa and rubber.</a:t>
            </a:r>
            <a:endParaRPr lang="en-US" sz="3600" dirty="0"/>
          </a:p>
        </p:txBody>
      </p:sp>
      <p:pic>
        <p:nvPicPr>
          <p:cNvPr id="5" name="Image 0" descr="/home/claude/f4/img/v2/f2t_tea_highlands.jpg">    </p:cNvPr>
          <p:cNvPicPr>
            <a:picLocks noChangeAspect="1"/>
          </p:cNvPicPr>
          <p:nvPr/>
        </p:nvPicPr>
        <p:blipFill>
          <a:blip r:embed="rId1"/>
          <a:stretch>
            <a:fillRect/>
          </a:stretch>
        </p:blipFill>
        <p:spPr>
          <a:xfrm>
            <a:off x="5349240" y="2451667"/>
            <a:ext cx="6659575" cy="2933075"/>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tea on fertile highlands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Volcanoes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Geothermal energy: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Power stations produce electricity from volcanic heat, as in Kenya and Iceland.</a:t>
            </a:r>
            <a:endParaRPr lang="en-US" sz="3600" dirty="0"/>
          </a:p>
        </p:txBody>
      </p:sp>
      <p:pic>
        <p:nvPicPr>
          <p:cNvPr id="5" name="Image 0" descr="/home/claude/f4/img/v2/f4_geothermal.jpg">    </p:cNvPr>
          <p:cNvPicPr>
            <a:picLocks noChangeAspect="1"/>
          </p:cNvPicPr>
          <p:nvPr/>
        </p:nvPicPr>
        <p:blipFill>
          <a:blip r:embed="rId1"/>
          <a:stretch>
            <a:fillRect/>
          </a:stretch>
        </p:blipFill>
        <p:spPr>
          <a:xfrm>
            <a:off x="5477905" y="1783080"/>
            <a:ext cx="6402246" cy="427024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geothermal power station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Volcanoes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Tourists visit volcanoes, craters and crater lakes, and climb Mount Cameroon during the Race of Hope.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Building materials and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Basalt and pozzolana are used for roads and houses, and some minerals come from volcanic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Volcanoes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Hot springs: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springs are used for bathing and health care.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Mitigation and Preventive Measures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People reduce volcanic dangers with the following measures: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Monitoring: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Scientists watch volcanoes with instruments to predict eruptions.</a:t>
            </a:r>
            <a:endParaRPr lang="en-US" sz="3600" dirty="0"/>
          </a:p>
        </p:txBody>
      </p:sp>
      <p:pic>
        <p:nvPicPr>
          <p:cNvPr id="5" name="Image 0" descr="/home/claude/f4/img/v2/lsa_volcmonito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monitoring a volcano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Mitigation and Preventive Measures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Warning and evacuation: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warned and leave dangerous areas in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and schools are not built in the paths of old lava flows.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Degassing: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Pipes remove the gas from Lake Nyos to prevent another disaster.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Mitigation and Preventive Measures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Diverting lava: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Walls and channels can turn lava away from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and one benefit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Danger: lava. Benefit: fertile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at Lake Nyos in 1986?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cloud of gas killed about 1,700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Energy from the heat of the Earth is ______ energy.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1986, gas came out of Lake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soils near volcanoes are very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earthquake.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L'aléa / le danger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Geothermal 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 géothermique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The Impact of Volcanicity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volcanic hazards. Explain the importance of volcanoes. Suggest adaptation, mitigation and preventive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weigh the advantages and dangers of living near a volcano, and to give simple safety rules in case of an eruption.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Volcanic Hazards; Importance of Volcanoes; Adaptation, Mitigation and Preventive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earthquake.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lava of 1999 near Bakingili.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tell the story of Lake Nyos (1986).</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steam from a boiling pot.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“Lava flow over road” by J. N. Stuart, CC BY-NC-ND 2.0, via Flickr (https://www.flickr.com/photos/21786539@N03/3387263273)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“Lake Nyos, Cameroon” by jbdodane, CC BY-NC 2.0, via Flickr (https://www.flickr.com/photos/27998473@N02/11584073056)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“Global Geothermal Alliance Stakeholder Meeting and Site Tour, 15-16 Ju” by International Renewable Energy Agency (IRENA), CC BY-NC-SA 2.0, via Flickr (https://www.flickr.com/photos/127932406@N06/18856399410)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(Fertile soils): “Carlo in the tea” by luigig, CC BY 2.0, via Flickr (https://www.flickr.com/photos/51035803402@N01/3175986747)</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(Monitoring): “Hawaiian Volcano Observatory, Hawaiʻi Volcanoes National Park, Hawaii” by Ken Lund, CC BY-SA 2.0, via Flickr (https://www.flickr.com/photos/75683070@N00/4528702285)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2026-10-02T05:13:54Z</dcterms:created>
  <dcterms:modified xsi:type="dcterms:W3CDTF">2026-10-02T05:13:54Z</dcterms:modified>
</cp:coreProperties>
</file>