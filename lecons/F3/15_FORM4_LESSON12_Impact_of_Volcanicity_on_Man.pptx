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Give one danger and one advantage of volcanoes.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Danger: lava flows (or poisonous gases). Advantage: fertile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warns him: "It is dangerous! You will live near an active volcano." The farmer asks: "Is a volcano only a danger, or can it also be useful, and how can we live safely near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must choose between fertile land and the danger of a volcano, and does not know how to live safely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Copy the point on Lava flows on the left, then draw the diagram on the right: lava over a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Ash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Mudflows (lahars) and Earthquakes and tsunamis.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Copy the point on Fertile soils on the left, then draw the diagram on the right: tea on fertile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Hot springs.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Preventive Measures. People reduce volcanic dangers with the following measures.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Warning and evacuation, Land-use planning and Degassing.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Diverting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advantage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flows (or poisonous gases). Advantage: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warns him: "It is dangerous! You will live near an active volcano." The farmer asks: "Is a volcano only a danger, or can it also be useful, and how can we live safely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must choose between fertile land and the danger of a volcano, and does not know how to live safely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Volcanoes and People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property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36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lava over a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pollutes water, makes roofs collapse and stops aeroplanes.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from Lake Nyos killed about 1,700 people and many animals in 1986.</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Mudflows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mixed with rain flows down the slopes and buries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and tsunamis: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 and can cause giant sea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cocoa and rubber.</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fertile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 stations produce electricity from volcanic heat, as in Kenya and Iceland.</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volcanoes, craters and crater lakes, and climb Mount Cameroon during the Race of Hope.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roads and houses, and some minerals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springs: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springs are used for bathing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schools are not built in the paths of old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the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Diverting 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and channels can turn lava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(Fertile soils): “Carlo in the tea” by luigig, CC BY 2.0, via Flickr (https://www.flickr.com/photos/51035803402@N01/3175986747)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(Monitoring):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