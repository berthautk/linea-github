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Great Circles and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great circle, small circle, shortest route, date line. At the end, you should be able to do this: learners are able to explain why aeroplanes follow curved routes, and why the date changes when people cross the Pacific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Earth Divisions: Latitudes and Longitudes. The question was: Watch or listen to news about a flight from Douala to Paris or to Dubai. Write the name of the route and ask an adult why aeroplanes do not always fly in a straight line on a flat map.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Douala–Paris flies north over the Sahara and the Mediterranean. Aeroplanes follow the curved Earth: the shortest route is a great circle, which looks curved on a flat map.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great circle and a small circle, with examples. Number 2: give the importance of great circles. Number 3: describe the International Date Line and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are parallel lines; the Equator is the longest. Longitudes meet at the poles. The 180° meridian is opposite the Prime Meridian.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31 December, Fatimé watches the news: in the afternoon, people in Australia are already celebrating the New Year, but after midnight in Garoua, people in America are still waiting. She asks: "Why does the New Year not start at the same time everywhere, and where does a new day begin?"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Fatimé does not understand why the New Year comes at different times and where a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celebrates before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Australia (and New Zealand).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line decides where a new day begins?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great circles to understand routes and the Date Line to understand the change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great circles and the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great circle and a small circle.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circle cuts the Earth into two equal halves?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circle, like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Year fireworks in Sydney, Australia.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Australia see the New Year before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far to the east, near the Date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in the Pacific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West of the line it is Monday. What day is it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Sunday: one day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Great circle.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Small circle and International Date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Great and small circles are illustrated by the following examples. Copy the point on The Equator on the left, then draw the diagram on the right: great and small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Illustrations. On this slide we have Meridians and Small circles.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Great circles are important for the following reasons. On this slide we have Shortest route.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Air transport, Sea transport and Day and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The International Date Line is placed as follows. Copy the point on Position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Bends and Two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The International Date Line is important for the following reasons. On this slide we have Start of the day and Crossing westwards.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Crossing eastwards and Correct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Is the Equator a great circle?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yes. It cuts the Earth into two equal halves.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the date when we cross the Date Line going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 add one 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great; number 2, 180th; number 3,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Bring an atlas, a ruler and a pencil to the next lesson. Find the map of Cameroon in your atlas.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GREAT CIRCLES AND THE INTERNATIONAL DATE LINE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Great Circles and the International Date Line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Great Circles and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 small circle, shortest route,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circles and the International Date Line: meaning, illustrations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Earth Divisions: Latitudes and Longitudes):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or listen to news about a flight from Douala to Paris or to Dubai. Write the name of the route and ask an adult why aeroplanes do not always fly in a straight line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Douala–Paris flies north over the Sahara and the Mediterranean. Aeroplanes follow the curved Earth: the shortest route is a great circle, which looks curved on a flat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great circle and a small circle,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great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International Date Line and 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are parallel lines; the Equator is the longest.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meet at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180° meridian is opposite the Prime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31 December, Fatimé watches the news: in the afternoon, people in Australia are already celebrating the New Year, but after midnight in Garoua, people in America are still waiting. She asks: "Why does the New Year not start at the same time everywhere, and where does a new day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Fatimé does not understand why the New Year comes at different times and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celebrates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decides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great circles to understand routes and the Date Line to understand the change of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great circles and the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great circle and a small circle.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circle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circle, like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irewor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Year fireworks in Sydney, Australia.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Australia see the New Year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to the east, near the Date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 in the Pacific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it is Monday. What day is it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one day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and Time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on the surface of the Earth whose plane passes through the centre, cutting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whose plane does not pass through the centre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Date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near the 180° meridian, where each new calendar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Great and small circles are illustrated by the following examples: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only line of latitude that is a great circle.</a:t>
            </a:r>
            <a:endParaRPr lang="en-US" sz="3600" dirty="0"/>
          </a:p>
        </p:txBody>
      </p:sp>
      <p:pic>
        <p:nvPicPr>
          <p:cNvPr id="6" name="Image 0" descr="/home/claude/f4/img/v2/great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great and small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meridian joined to its opposite meridian forms a great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tropics, the polar circles and all other parallels are small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Great circles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Shortest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great circle gives the shortest distance between two places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Aeroplanes follow great circle routes to save time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follow great circle routes on long ocean journeys.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 between day and night on the Earth is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International Date Line is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follows the 180° meridian in the Pacific Ocean.</a:t>
            </a:r>
            <a:endParaRPr lang="en-US" sz="3600" dirty="0"/>
          </a:p>
        </p:txBody>
      </p:sp>
      <p:pic>
        <p:nvPicPr>
          <p:cNvPr id="6"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bends around islands and countries so that each country keeps one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the date is one day ahead of the date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International Date Line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Start of the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each new calendar day begins on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west adds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east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travellers, ships and aeroplanes to keep the correct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Equator a great circle?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date when we cross the Date Line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circle that cuts the Earth into two equal halves is a ______ circle.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International Date Line follows the ______ degree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Crossing the line going west, we ______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Bring an atlas, a ruler and a pencil to the next lesson. Find the map of Cameroon in your atlas.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Great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grand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le plus court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changement de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Pacific 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 Pacifique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Traveller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voyageur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Great Circles and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 and a small circle, with examples. Give the importance of great circles. Describe the International Date Line and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Importance; Illustration.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Bring an atlas, a ruler and a pencil to the next lesson. Find the map of Cameroon in your atlas.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an orange into two equal halves, then cut a small piece from the 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has seen the New Year on television.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and write MONDAY on the left and SUNDAY on the right.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 Year's Fireworks - Sydney Harbour” by Charlie Brewer, CC BY-NC-SA 2.0, via Flickr (https://www.flickr.com/photos/11827916@N00/2157381693)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2026-09-28T17:19:49Z</dcterms:created>
  <dcterms:modified xsi:type="dcterms:W3CDTF">2026-09-28T17:19:49Z</dcterms:modified>
</cp:coreProperties>
</file>