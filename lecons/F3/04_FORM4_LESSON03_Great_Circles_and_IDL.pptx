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Great Circles and the International Date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great circle, small circle, shortest route, date line. At the end, you should be able to do this: learners are able to explain why aeroplanes follow curved routes, and why the date changes when people cross the Pacific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Earth Divisions: Latitudes and Longitudes. The question was: Watch or listen to news about a flight from Douala to Paris or to Dubai. Write the name of the route and ask an adult why aeroplanes do not always fly in a straight line on a flat map.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Douala–Paris flies north over the Sahara and the Mediterranean. Aeroplanes follow the curved Earth: the shortest route is a great circle, which looks curved on a flat map.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great circle and a small circle, with examples. Number 2: give the importance of great circles. Number 3: describe the International Date Line and explain its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Latitudes are parallel lines; the Equator is the longest. Longitudes meet at the poles. The 180° meridian is opposite the Prime Meridian.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31 December, Fatimé watches the news: in the afternoon, people in Australia are already celebrating the New Year, but after midnight in Garoua, people in America are still waiting. She asks: "Why does the New Year not start at the same time everywhere, and where does a new day begin?"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Fatimé does not understand why the New Year comes at different times and where a new day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country celebrates before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Australia (and New Zealand).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line decides where a new day begins?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International Date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great circles to understand routes and the Date Line to understand the change of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great circles and the line where each new day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great circle and a small circle.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circle cuts the Earth into two equal halves?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great circle, like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new Year fireworks in Sydney, Australia.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Australia see the New Year before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far to the east, near the Date Line where each new day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International Date Line in the Pacific Ocean.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West of the line it is Monday. What day is it east of the line?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Sunday: one day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Great circle.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Small circle and International Date Line.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Illustrations. Great and small circles are illustrated by the following examples. Copy the point on The Equator on the left, then draw the diagram on the right: great and small circles.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Illustrations. On this slide we have Meridians and Small circles.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Great circles are important for the following reasons. On this slide we have Shortest route.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On this slide we have Air transport, Sea transport and Day and night.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Illustration. The International Date Line is placed as follows. Copy the point on Position on the left, then draw the diagram on the right: the International Date Line.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Illustration. On this slide we have Bends and Two dates.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The International Date Line is important for the following reasons. On this slide we have Start of the day and Crossing westwards.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On this slide we have Crossing eastwards and Correct dates.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Is the Equator a great circle? Why?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yes. It cuts the Earth into two equal halves.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happens to the date when we cross the Date Line going west?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 add one day.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great; number 2, 180th; number 3,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Bring an atlas, a ruler and a pencil to the next lesson. Find the map of Cameroon in your atlas.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Locate a Place on a Map.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 GREAT CIRCLES AND THE INTERNATIONAL DATE LINE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Great Circles and the International Date Line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Great Circles and the International Date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Great circle, small circle, shortest route, date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Great circles and the International Date Line: meaning, illustrations and importance.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aeroplanes follow curved routes, and why the date changes when people cross the Pacific Ocean.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Earth Divisions: Latitudes and Longitudes):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or listen to news about a flight from Douala to Paris or to Dubai. Write the name of the route and ask an adult why aeroplanes do not always fly in a straight line on a flat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Douala–Paris flies north over the Sahara and the Mediterranean. Aeroplanes follow the curved Earth: the shortest route is a great circle, which looks curved on a flat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great circle and a small circle, with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importance of great circles.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International Date Line and explain its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Latitudes are parallel lines; the Equator is the longest.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Longitudes meet at the poles.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180° meridian is opposite the Prime Meridian.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31 December, Fatimé watches the news: in the afternoon, people in Australia are already celebrating the New Year, but after midnight in Garoua, people in America are still waiting. She asks: "Why does the New Year not start at the same time everywhere, and where does a new day begin?"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Fatimé does not understand why the New Year comes at different times and where a new day begins.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country celebrates before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Australia (and New Zealand).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line decides where a new day begins?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International Date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great circles to understand routes and the Date Line to understand the change of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great circles and the line where each new day begins.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GREAT CIRCLES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eat_circl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great circle and a small circle.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GREAT CIRCLES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circle cuts the Earth into two equal halves?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GREAT CIRCLES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great circle, like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irework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New Year fireworks in Sydney, Australia.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Australia see the New Year before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 to the east, near the Date Line where each new day begins.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d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International Date Line in the Pacific Ocean.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West of the line it is Monday. What day is it east of the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Sunday: one day behind.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Location and Time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 Great Circles and the International Date Line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Great circle: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circle on the surface of the Earth whose plane passes through the centre, cutting the Earth into two equal halves.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Small circle: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circle whose plane does not pass through the centre of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International Date Line: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imaginary line, near the 180° meridian, where each new calendar day begins.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Great Circles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Illustrations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Great and small circles are illustrated by the following examples: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Equator: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only line of latitude that is a great circle.</a:t>
            </a:r>
            <a:endParaRPr lang="en-US" sz="3600" dirty="0"/>
          </a:p>
        </p:txBody>
      </p:sp>
      <p:pic>
        <p:nvPicPr>
          <p:cNvPr id="6" name="Image 0" descr="/home/claude/f4/img/v2/great_circles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great and small circles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Great Circles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Illustrations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Meridians: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meridian joined to its opposite meridian forms a great circle.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Small circles: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tropics, the polar circles and all other parallels are small circles.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Great Circles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Importance</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Great circles are important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Shortest route: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great circle gives the shortest distance between two places on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Great Circles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Importance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Aeroplanes follow great circle routes to save time and fuel.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Ships follow great circle routes on long ocean journeys.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Day and night: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line between day and night on the Earth is a great circle.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International Date Line</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Illustration</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International Date Line is placed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Position: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follows the 180° meridian in the Pacific Ocean.</a:t>
            </a:r>
            <a:endParaRPr lang="en-US" sz="3600" dirty="0"/>
          </a:p>
        </p:txBody>
      </p:sp>
      <p:pic>
        <p:nvPicPr>
          <p:cNvPr id="6" name="Image 0" descr="/home/claude/f4/img/v2/idl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International Date Line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International Date Line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Illustration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bends around islands and countries so that each country keeps one date.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Two dates: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West of the line the date is one day ahead of the date east of the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International Date Line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Importance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International Date Line is important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Start of the day: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where each new calendar day begins on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Crossing westwards: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traveller who crosses it going west adds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International Date Line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Importance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Crossing eastwards: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traveller who crosses it going east removes one 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Correct dates: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allows travellers, ships and aeroplanes to keep the correct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Equator a great circle?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It cuts the Earth into two equal halves.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date when we cross the Date Line going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add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circle that cuts the Earth into two equal halves is a ______ circle.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International Date Line follows the ______ degree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Crossing the line going west, we ______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Bring an atlas, a ruler and a pencil to the next lesson. Find the map of Cameroon in your atlas.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Locate a Place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Great circle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grand cercle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Small circle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petit cercle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Shortest 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chemin le plus court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 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ligne de changement de 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Pacific Ocean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L'océan Pacifique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jour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Traveller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voyageur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Great Circles and the International Date Line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great circle and a small circle, with examples. Give the importance of great circles. Describe the International Date Line and explain its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aeroplanes follow curved routes, and why the date changes when people cross the Pacific Ocean.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Illustrations; Importance; Illustration.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Bring an atlas, a ruler and a pencil to the next lesson. Find the map of Cameroon in your atlas.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cut an orange into two equal halves, then cut a small piece from the top.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who has seen the New Year on television.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line and write MONDAY on the left and SUNDAY on the right.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“New Year's Fireworks - Sydney Harbour” by Charlie Brewer, CC BY-NC-SA 2.0, via Flickr (https://www.flickr.com/photos/11827916@N00/2157381693)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2026-09-28T21:14:09Z</dcterms:created>
  <dcterms:modified xsi:type="dcterms:W3CDTF">2026-09-28T21:14:09Z</dcterms:modified>
</cp:coreProperties>
</file>