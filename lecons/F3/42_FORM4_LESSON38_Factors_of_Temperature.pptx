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38: Factors of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3: Weather and Climate — Adaptation to Climatic Excesses.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Earth-Atmosphere System, and the sub-topic is Basic Notions of Climate. The key notions we shall use today are: weather and climate. At the end, you should be able to do this: learners are able to explain why one place is hotter or cooler than another, and to choose shade, trees and building materials that reduce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37: Local Winds. The question was: Give two factors of temperature.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Latitude and altitude (also cloud cover, winds, ocean currents and vegetation).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main factors that affect temperature. Number 2: explain how each factor makes a place hotter or cooler. Number 3: use these factors to compare temperatures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Local winds are caused by unequal heating of land and sea, or slopes and valleys. Land heats and cools faster than water. Temperature falls with height in the troposphere.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Oumar travels from Garoua to Ngaoundéré, only about 270 km away. In Garoua it is 35 °C, but in Ngaoundéré, in the evening, he needs a sweater. He asks: "Why can two towns so close to each other have such different temperatures?"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Oumar does not know what makes temperatures different from place 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town is hotter?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different about Ngaoundéré?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much higher (on the Adamawa Plateau).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to make our towns cooler.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why temperatures change from place 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Sun's rays reach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is it hotter near the Equator than near the poles?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Sun's rays are direct near the Equator and slanting near the poles.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snow on Mount Kilimanjaro.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there snow on a mountain near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very high, and temperature falls with height.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cattle under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it cooler under trees?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leaves stop the Sun's rays and give shade.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Factor of temperature and Lapse rate.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Temperature. Temperature is affected by the following factors. Copy the point on 1. Latitude on the left, then draw the diagram on the right: the Sun's rays and latitude.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2. Altitude on the left, then draw the diagram on the right: temperature and altitude.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Temperature. On this slide we have 3. Cloud cover and 4. Air masses and winds.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5. Ocean currents and distance from the sea on the left, then draw the diagram on the right: ocean currents.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Temperature. On this slide we have 6. Vegetation and 7. Human activities.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is Ngaoundéré cooler than Garoua?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higher (altitude).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Douala's temperature range small?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near the sea.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altitude; number 2, direct; number 3,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four main stages of the water cycle.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39: The Hydrological Cycle.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38: FACTORS OF TEMPERATURE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Factors of Temperature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Earth-Atmosphere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Basic Notions of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38: Factors of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 and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Factors of temperature: latitude, altitude, cloud cover, air masses, ocean currents, vegetation, human activities, etc.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one place is hotter or cooler than another, and to choose shade, trees and building materials that reduce heat.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37: Local Winds):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 and altitude (also cloud cover, winds, ocean currents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main factors that affect temperature.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each factor makes a place hotter or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Use these factors to compare temperatures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Local winds are caused by unequal heating of land and sea, or slopes and valleys.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Land heats and cools faster than water.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with height in the troposphere.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 travels from Garoua to Ngaoundéré, only about 270 km away. In Garoua it is 35 °C, but in Ngaoundéré, in the evening, he needs a sweater. He asks: "Why can two towns so close to each other have such different temperatures?"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 does not know what makes temperatures different from place to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 is hotter?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different about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much higher (on 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to make our towns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why temperatures change from place to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un_ray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Sun's rays reach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hotter near the Equator than near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LATITUDE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Sun's rays are direct near the Equator and slanting near the poles.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ALTITUDE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kilimanjar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Snow on Mount Kilimanjaro.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ALTITUDE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there snow on a mountain near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ALTITUDE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very high, and temperature falls with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attl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under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cooler under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leaves stop the Sun's rays and give shade.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Basic Notions of Climate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38: Factors of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 of 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anything that makes a place hotter or cooler than another place.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Lapse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fall of temperature with height, about 6.5 °C every 1,000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Factors of Temperature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Temperature is affected by the following factors: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1. Latitude: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Near the Equator the Sun's rays are direct and hot, while towards the poles they are slanting and spread over a larger area.</a:t>
            </a:r>
            <a:endParaRPr lang="en-US" sz="3200" dirty="0"/>
          </a:p>
        </p:txBody>
      </p:sp>
      <p:pic>
        <p:nvPicPr>
          <p:cNvPr id="5" name="Image 0" descr="/home/claude/f4/img/v2/sun_ray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Sun's rays and latitude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Factors of Temperature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2. Altitude: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Temperature falls by about 6.5 °C for every 1,000 m of height, so Ngaoundéré is cooler than Garoua.</a:t>
            </a:r>
            <a:endParaRPr lang="en-US" sz="3600" dirty="0"/>
          </a:p>
        </p:txBody>
      </p:sp>
      <p:pic>
        <p:nvPicPr>
          <p:cNvPr id="5" name="Image 0" descr="/home/claude/f4/img/v2/lapse_rat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temperature and altitude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Factors of Temperature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3. Cloud cover: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Clouds keep out the Sun by day and keep in the heat at night, so cloudy places have a small range.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4. Air masses and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Winds bring the temperature of the places they come from, like the dry, cool Harmattan nights.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Factors of Temperature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5. Ocean currents and distance from the sea: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Warm currents warm coasts and cold currents cool them, while the sea keeps coastal towns like Douala mild.</a:t>
            </a:r>
            <a:endParaRPr lang="en-US" sz="3600" dirty="0"/>
          </a:p>
        </p:txBody>
      </p:sp>
      <p:pic>
        <p:nvPicPr>
          <p:cNvPr id="5" name="Image 0" descr="/home/claude/f4/img/v2/ocean_currents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ocean currents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Factors of Temperature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6. 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and trees shade the ground and cool the air.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7. Human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with concrete, tar, factories and cars are hotter than the countryside.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Ngaoundéré cooler than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higher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Douala's temperature range small?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near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Temperature falls when ______ increases.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 the Equator, the sun rays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Places near the sea have a ______ temperature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main stages of the water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39: The Hydrological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facteur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Cloud cover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nébulosité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mass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masse d'air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Ocean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marin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Vegetation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végétation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 island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L'îlot de chaleur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38: Factors of Temperature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main factors that affect temperature. Explain how each factor makes a place hotter or cooler. Use these factors to compare temperatures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one place is hotter or cooler than another, and to choose shade, trees and building materials that reduce heat.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Factors of Temperature.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four main stages of the water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shine a torch straight and at an angle on paper.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Garoua and Ngaoundéré.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school yard and a shady place.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Climate normals of Garoua, Maroua, Ngaoundéré and Douala (via Wikipedia climate tables: NOAA, WMO).</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“Kilimanjaro” by ian 1602, CC BY-NC 2.0, via Flickr (https://www.flickr.com/photos/98181641@N00/2179855841)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“Acacia Tree” by D-Stanley, CC BY 2.0, via Flickr (https://www.flickr.com/photos/79721788@N00/11527335486)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2026-09-28T21:32:40Z</dcterms:created>
  <dcterms:modified xsi:type="dcterms:W3CDTF">2026-09-28T21:32:40Z</dcterms:modified>
</cp:coreProperties>
</file>