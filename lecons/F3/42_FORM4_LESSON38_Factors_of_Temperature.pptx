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Basic Notions of Climate. The key notions we shall use today are: weather and climate. At the end, you should be able to do this: learners are able to explain why one place is hotter or cooler than another, and to choose shade, trees and building materials that reduce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Local Winds. The question was: Compare the temperature of Garoua with that of Ngaoundéré (ask an adult who has travelled there). Write one sentence to say which town is cooler and one possible reason.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Ngaoundéré is cooler than Garoua because it is at a higher altitude (about 1,100 m against about 200 m): temperature falls with height.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factors that affect temperature. Number 2: explain how each factor makes a place hotter or cooler. Number 3: use these factors to compare temperatures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Local winds are caused by unequal heating of land and sea, or slopes and valleys. Land heats and cools faster than water. Temperature falls with height in the troposphere.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 travels from Garoua to Ngaoundéré, only about 270 km away. In Garoua it is 35 °C, but in Ngaoundéré, in the evening, he needs a sweater. He asks: "Why can two towns so close to each other have such different temperatures?"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what makes temperatures different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different about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much higher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to make our towns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why temperatures change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Sun's rays reach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it hotter near the Equator than near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Sun's rays are direct near the Equator and slanting near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Mount Kilimanjaro.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high, and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under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leaves stop the Sun's rays and give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temperature and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Temperature. Temperature is affected by the following factors. Copy the point on 1. Latitude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2. Altitude on the left, then draw the diagram on the right: temperature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3. Cloud cover and 4. Air masses and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5. Ocean currents and distance from the sea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6. Vegetation and 7.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Ngaoundéré cooler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higher (altitude).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Douala's temperature range small?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near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direct; number 3,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a little water in a bowl in the sun in the morning. In the evening, check how much water is left and write where you think the missing water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38: FACTORS OF TEMPERATURE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Factors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temperature: latitude, altitude, cloud cover, air masses, ocean currents, vegetation, human activities, etc.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is cooler than Garoua because it is at a higher altitude (about 1,100 m against about 200 m):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factors that affect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each factor makes a place hotter or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these factors to compare temperatures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Local winds are caused by unequal heating of land and sea, or slopes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travels from Garoua to Ngaoundéré, only about 270 km away. In Garoua it is 35 °C, but in Ngaoundéré, in the evening, he needs a sweater. He asks: "Why can two towns so close to each other have such different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what makes temperatures different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about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much higher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to make our towns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why temperatures change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Sun's rays reach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near the Equator than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Sun's rays are direct near the Equator and slanting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Mount Kilimanjaro.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high, and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under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leaves stop the Sun's rays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that makes a place hotter or cooler than another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about 6.5 °C every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is affected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1.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Sun's rays are direct and hot, while towards the poles they are slanting and spread over a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for every 1,000 m of height, so Ngaoundéré is cooler than Garoua.</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3. 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keep out the Sun by day and keep in the heat at night, so cloudy places have a small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4.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bring the temperature of the places they come from, like the dry,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5. Ocean currents and 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warm coasts and cold currents cool them, while the sea keeps coastal towns like Douala mild.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6.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trees shade the ground and cool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7.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concrete, tar, factories and cars are hotter than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higher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Douala's temperature range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when ______ increases.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sun rays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near the sea have a ______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little water in a bowl in the sun in the morning. In the evening, check how much water is left and write where you think the missing water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factors that affect temperature. Explain how each factor makes a place hotter or cooler. Use these factors to compare temperatures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a little water in a bowl in the sun in the morning. In the evening, check how much water is left and write where you think the missing water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shine a torch straight and at an angle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school yard and a shady place.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normals of Garoua, Maroua, Ngaoundéré and Douala (via Wikipedia climate tables: NOAA, WMO).</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2026-09-28T21:14:21Z</dcterms:created>
  <dcterms:modified xsi:type="dcterms:W3CDTF">2026-09-28T21:14:21Z</dcterms:modified>
</cp:coreProperties>
</file>