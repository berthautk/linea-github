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Plate Tectonics.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Structure of the Earth. The key notions we shall use today are: plate tectonics, plates, plate margins. At the end, you should be able to do this: learners are able to explain why earthquakes and volcanoes happen in some regions of the world, using a map of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Theories of the Earth's Structure: Continental Drift. The question was: Name the plate on which Cameroon lies.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African Plate.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plate tectonics. Number 2: explain the geometric and kinetic ideas of the theory. Number 3: describe the plates, the plate margins and their main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continents were once joined in Pangaea. The mantle is very hot rock that flows slowly. Wegener could not explain what moves the continents.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television, Mariam sees an earthquake in Japan and a volcano in Italy, while the ground in Garoua feels safe. She knows that Mount Cameroon is also an active volcano. She asks: "Why do earthquakes and volcanoes happen in some places and not in others?"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Mariam does not know why earthquakes and volcanoes happen only in some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one active volcano in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 most earthquakes and volcanoes happen?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edges of the plates.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the theory of plate tectonics to explain earthquakes and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plates of the Earth and how they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main plates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On which plate is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 the African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convection currents in the mantle.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makes the plates move?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Convection currents in the hot mantle.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plates move apart (left) and together (right).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rises when two plates move apart?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rises and forms new crust.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What happens to one plate when two plates move together?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sinks under the other plate.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Plate tectonics and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Plate margin.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Main Ideas of the Theory. The theory of plate tectonics has two main ideas. Copy the point on The geometric idea on the left, then draw the diagram on the right: the major plates.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kinetic idea on the left, then draw the diagram on the right: convection currents in the mantle.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Plates. The major plates of the Earth are the following. On this slide we have The African Plate and The Eurasian Plate.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Plates. On this slide we have The American Plates, The Pacific Plate and The Indo-Australian and Antarctic Plates.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Plate Margins and Main Landforms. The margins where plates meet are of three types. Copy the point on Constructive (divergent) margins on the left, then draw the diagram on the right: the three types of plate margins.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Destructive (convergent) margins on the left, then draw the diagram on the right: plates move apart and together.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Plate Margins and Main Landforms. On this slide we have Conservative (transform) margins.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a plate?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large piece of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happens at a destructive margin?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plates move together and one sinks under the other.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African; number 2, apart; number 3,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active volcano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Volcanoes.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PLATE TECTONICS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gif"/><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gif"/><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Plate Tectonics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Plate Tectonics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Plate tectonics, plates, plate margins.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main ideas (geometric and kinetic); plates and plate margins and main landforms.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Theories of the Earth's Structure: Continental Drift):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plate on which Cameroon 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plate tectonics.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geometric and kinetic ideas of the theory.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plates, the plate margins and their main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continents were once joined in Pangaea.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mantle is very hot rock that flows slowly.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Wegener could not explain what moves the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television, Mariam sees an earthquake in Japan and a volcano in Italy, while the ground in Garoua feels safe. She knows that Mount Cameroon is also an active volcano. She asks: "Why do earthquakes and volcanoes happen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Mariam does not know why earthquakes and volcanoes happen only in some places.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most earthquakes and volcanoes happen?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edges of the plates.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the theory of plate tectonics to explain earthquakes and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plates of the Earth and how they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lates_big.png">    </p:cNvPr>
          <p:cNvPicPr>
            <a:picLocks noChangeAspect="1"/>
          </p:cNvPicPr>
          <p:nvPr/>
        </p:nvPicPr>
        <p:blipFill>
          <a:blip r:embed="rId1"/>
          <a:stretch>
            <a:fillRect/>
          </a:stretch>
        </p:blipFill>
        <p:spPr>
          <a:xfrm>
            <a:off x="1034813" y="1783080"/>
            <a:ext cx="10122069"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main plates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which plate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the African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antle_convec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convection currents in the mantle.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plates move?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MAIN IDEAS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Convection currents in the hot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argins.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plates move apart (left) and together (right).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rises when two plates move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rises and forms new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one plate when two plates move together?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PLATE MARGINS AND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sinks under the other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Plate Tectonics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tectonics: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theory that the outer shell of the Earth is broken into rigid plates that move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rigid piece of the crust and the upper mantle.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Plate margin: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edge where two plates meet.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theory of plate tectonics has two main ideas: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The geometric idea: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outer shell of the Earth is divided into seven major plates and many smaller ones that fit together like a puzzle.</a:t>
            </a:r>
            <a:endParaRPr lang="en-US" sz="3200" dirty="0"/>
          </a:p>
        </p:txBody>
      </p:sp>
      <p:pic>
        <p:nvPicPr>
          <p:cNvPr id="5" name="Image 0" descr="/home/claude/f4/img/v2/plates_big.png">    </p:cNvPr>
          <p:cNvPicPr>
            <a:picLocks noChangeAspect="1"/>
          </p:cNvPicPr>
          <p:nvPr/>
        </p:nvPicPr>
        <p:blipFill>
          <a:blip r:embed="rId1"/>
          <a:stretch>
            <a:fillRect/>
          </a:stretch>
        </p:blipFill>
        <p:spPr>
          <a:xfrm>
            <a:off x="5349240" y="2513450"/>
            <a:ext cx="6659575" cy="280950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major plates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Main Ideas of the Theory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kinetic idea: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plates move 2 to 10 centimetres a year, pushed by convection currents in the mantle.</a:t>
            </a:r>
            <a:endParaRPr lang="en-US" sz="3600" dirty="0"/>
          </a:p>
        </p:txBody>
      </p:sp>
      <p:pic>
        <p:nvPicPr>
          <p:cNvPr id="5" name="Image 0" descr="/home/claude/f4/img/v2/mantle_convection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convection currents in the mantle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major plates of the Earth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African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Africa, including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Eurasian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carries Europe and most of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Plates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American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American and South American Plates carry the Americas.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Pacific Plate: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largest plate and lies under the Pacific Ocean.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Indo-Australian and Antarctic Plates: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carry India, Australia and Antarctica.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margins where plates meet are of three types: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Constructive (divergent) margins: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Plates move apart and magma rises to form new crust. Landforms: ocean ridges and rift valleys, such as the East African Rift Valley.</a:t>
            </a:r>
            <a:endParaRPr lang="en-US" sz="3200" dirty="0"/>
          </a:p>
        </p:txBody>
      </p:sp>
      <p:pic>
        <p:nvPicPr>
          <p:cNvPr id="5" name="Image 0" descr="/home/claude/f4/img/plate_margins.png">    </p:cNvPr>
          <p:cNvPicPr>
            <a:picLocks noChangeAspect="1"/>
          </p:cNvPicPr>
          <p:nvPr/>
        </p:nvPicPr>
        <p:blipFill>
          <a:blip r:embed="rId1"/>
          <a:stretch>
            <a:fillRect/>
          </a:stretch>
        </p:blipFill>
        <p:spPr>
          <a:xfrm>
            <a:off x="5349240" y="2588557"/>
            <a:ext cx="6659575" cy="26592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three types of plate margins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Destructive (convergent) margins: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Plates move together and one sinks under the other. Landforms: fold mountains, ocean trenches and volcanoes.</a:t>
            </a:r>
            <a:endParaRPr lang="en-US" sz="3600" dirty="0"/>
          </a:p>
        </p:txBody>
      </p:sp>
      <p:pic>
        <p:nvPicPr>
          <p:cNvPr id="5" name="Image 0" descr="/home/claude/f4/img/v2/margins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plates move apart and together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Plate Margins and Main Landforms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Conservative (transform) margins: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slide past each other and no crust is made or destroyed. Landforms: faults, with strong earthquakes, such as the San Andreas Fault.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plate?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piece of 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at a destructive margin?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Plates move together and one sinks under the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is on the ______ Plate.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constructive margin, plates move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a conservative margin, plates slide ______ by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active volcano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Plate margin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limite de plaques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subduction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Ridge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dorsale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Rift valley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vallée du rift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Fold mountains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montagnes plissées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Convection current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courant de convection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Fault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Plate Tectonics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plate tectonics. Explain the geometric and kinetic ideas of the theory. Describe the plates, the plate margins and their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earthquakes and volcanoes happen in some regions of the world, using a map of plates.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Main Ideas of the Theory; The Plates; Plate Margins and Main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active volcano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Activities 2 and 3 are animations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break a biscuit into pieces: the pieces are like the plates.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watch rice move in boiling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move two books apart, then push them together.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Plate boundaries: Bird (2003), PB2002 model.</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2026-09-28T21:32:36Z</dcterms:created>
  <dcterms:modified xsi:type="dcterms:W3CDTF">2026-09-28T21:32:36Z</dcterms:modified>
</cp:coreProperties>
</file>