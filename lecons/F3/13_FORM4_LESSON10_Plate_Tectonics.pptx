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Structure of the Earth. The key notions we shall use today are: plate tectonics, plates, plate margins. At the end, you should be able to do this: learners are able to explain why earthquakes and volcanoes happen in some regions of the world, using a map of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The Theories of the Earth's Structure: Continental Drift. The question was: Listen to the news or ask an adult about a recent earthquake or volcanic eruption in the world. Write the name of the country and what happened.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an earthquake in Turkey in 2023 destroyed many buildings and killed thousands of people.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plate tectonics. Number 2: explain the geometric and kinetic ideas of the theory. Number 3: describe the plates, the plate margins and their main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continents were once joined in Pangaea. The mantle is very hot rock that flows slowly. Wegener could not explain what moves the continents.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television, Mariam sees an earthquake in Japan and a volcano in Italy, while the ground in Garoua feels safe. She knows that Mount Cameroon is also an active volcano. She asks: "Why do earthquakes and volcanoes happen in some places and not in others?"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Mariam does not know why earthquakes and volcanoes happen only in some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one active volcano in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Mount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most earthquakes and volcanoes happen?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the edges of the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theory of plate tectonics to explain earthquakes and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plates of the Earth and how they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plates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plate is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African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convection currents in the mantle.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makes the plates move?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Convection currents in the hot mantle.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plates move apart (left) and together (right).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rises when two plates move apart?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Magma rises and forms new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happens to one plate when two plates move together?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sinks under the other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Plate tectonics and Plate.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Plate margin.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Ideas of the Theory. The theory of plate tectonics has two main ideas. Copy the point on The geometric idea on the left, then draw the diagram on the right: the major plates.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kinetic idea on the left, then draw the diagram on the right: convection currents in the mantle.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Plates. The major plates of the Earth are the following. On this slide we have The African Plate and The Eurasian Plate.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Plates. On this slide we have The American Plates, The Pacific Plate and The Indo-Australian and Antarctic Plates.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Plate Margins and Main Landforms. The margins where plates meet are of three types. Copy the point on Constructive (divergent) margins on the left, then draw the diagram on the right: the three types of plate margins.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Destructive (convergent) margins on the left, then draw the diagram on the right: plates move apart and together.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Plate Margins and Main Landforms. On this slide we have Conservative (transform) margins.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plate?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large piece of the crust.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happens at a destructive margin?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plates move together and one sinks under the other.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African; number 2, apart; number 3,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your parents or read about Mount Cameroon: when did it last erupt, and what did the lava do?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Volcanoes.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PLATE TECTONICS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Plate Tectonics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Plate Tectonics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Plate tectonics, plates, plate margins.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main ideas (geometric and kinetic); plates and plate margins and main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earthquakes and volcanoes happen in some regions of the world, using a map of plates.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The Theories of the Earth's Structure: Continental Drift):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Listen to the news or ask an adult about a recent earthquake or volcanic eruption in the world. Write the name of the country and what happened.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an earthquake in Turkey in 2023 destroyed many buildings and killed thousands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plate tectonics.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geometric and kinetic ideas of the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plates, the plate margins and their main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continents were once joined in Pangaea.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is very hot rock that flows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Wegener could not explain what moves the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television, Mariam sees an earthquake in Japan and a volcano in Italy, while the ground in Garoua feels safe. She knows that Mount Cameroon is also an active volcano. She asks: "Why do earthquakes and volcanoes happen in some places and not in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does not know why earthquakes and volcanoes happen only in some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active volcano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most earthquakes and volcanoes happen?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edges of the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theory of plate tectonics to explain earthquakes and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plates of the Earth and how they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plates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plate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ntle_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convection currents in the mantle.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 plates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 currents in the hot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argin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plates move apart (left) and together (right).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rises when two plates move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rises and forms new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one plate when two plates move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sinks under the other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Structure of the Earth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10: Plate Tectonics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tectonics: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outer shell of the Earth is broken into rigid plates that move slowly.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rigid piece of the crust and the upper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margin: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edge where two plates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Ideas of the Theory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theory of plate tectonics has two main ideas: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geometric idea: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outer shell of the Earth is divided into seven major plates and many smaller ones that fit together like a puzzle.</a:t>
            </a:r>
            <a:endParaRPr lang="en-US" sz="3200" dirty="0"/>
          </a:p>
        </p:txBody>
      </p:sp>
      <p:pic>
        <p:nvPicPr>
          <p:cNvPr id="5" name="Image 0" descr="/home/claude/f4/img/v2/plat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major plates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Ideas of the Theory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kinetic idea: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plates move 2 to 10 centimetres a year, pushed by convection currents in the mantle.</a:t>
            </a:r>
            <a:endParaRPr lang="en-US" sz="3600" dirty="0"/>
          </a:p>
        </p:txBody>
      </p:sp>
      <p:pic>
        <p:nvPicPr>
          <p:cNvPr id="5" name="Image 0" descr="/home/claude/f4/img/v2/mantle_convec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convection currents in the mantle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Plates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major plates of the Earth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African 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Africa, including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Eurasian 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Europe and most of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Plates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American Plates: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American and South American Plates carry the Americas.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Pacific 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largest plate and lies under the Pacific Ocean.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Indo-Australian and Antarctic Plates: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India, Australia and Antarctica.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Plate Margins and Main Landforms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margins where plates meet are of three types: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Constructive (divergent) margins: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Plates move apart and magma rises to form new crust. Landforms: ocean ridges and rift valleys, such as the East African Rift Valley.</a:t>
            </a:r>
            <a:endParaRPr lang="en-US" sz="3200" dirty="0"/>
          </a:p>
        </p:txBody>
      </p:sp>
      <p:pic>
        <p:nvPicPr>
          <p:cNvPr id="5" name="Image 0" descr="/home/claude/f4/img/plate_margins.png">    </p:cNvPr>
          <p:cNvPicPr>
            <a:picLocks noChangeAspect="1"/>
          </p:cNvPicPr>
          <p:nvPr/>
        </p:nvPicPr>
        <p:blipFill>
          <a:blip r:embed="rId1"/>
          <a:stretch>
            <a:fillRect/>
          </a:stretch>
        </p:blipFill>
        <p:spPr>
          <a:xfrm>
            <a:off x="5349240" y="2588557"/>
            <a:ext cx="6659575" cy="26592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types of plate margins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Plate Margins and Main Landforms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Destructive (convergent) margins: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Plates move together and one sinks under the other. Landforms: fold mountains, ocean trenches and volcanoes.</a:t>
            </a:r>
            <a:endParaRPr lang="en-US" sz="3600" dirty="0"/>
          </a:p>
        </p:txBody>
      </p:sp>
      <p:pic>
        <p:nvPicPr>
          <p:cNvPr id="5" name="Image 0" descr="/home/claude/f4/img/v2/margins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plates move apart and together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Plate Margins and Main Landforms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Conservative (transform)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slide past each other and no crust is made or destroyed. Landforms: faults, with strong earthquakes, such as the San Andreas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piece of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at a destructive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move together and one sinks under the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on the ______ Plate.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a constructive margin, plates move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a conservative margin, plates slide ______ by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parents or read about Mount Cameroon: when did it last erupt, and what did the lava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 margin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 de plaques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dorsale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Rift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 du 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Fold mountains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montagnes plissées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de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Plate Tectonics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plate tectonics. Explain the geometric and kinetic ideas of the theory. Describe the plates, the plate margins and their main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earthquakes and volcanoes happen in some regions of the world, using a map of plates.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Ideas of the Theory; The Plates; Plate Margins and Main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your parents or read about Mount Cameroon: when did it last erupt, and what did the lava do?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2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break a biscuit into pieces: the pieces are like the plates.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watch rice move in boiling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move two books apart, then push them together.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Plate boundaries: Bird (2003), PB2002 model.</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2026-09-28T21:14:12Z</dcterms:created>
  <dcterms:modified xsi:type="dcterms:W3CDTF">2026-09-28T21:14:12Z</dcterms:modified>
</cp:coreProperties>
</file>