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plate, plate margin, convection current, subduction.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Theory of Continental Drift. The question was: Listen to the news or ask an adult about a recent earthquake or volcanic eruption in the world. Write the name of the country and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an earthquake in Turkey in 2023 destroyed many buildings and killed thousands of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name the major plates and locate the African Plate. Number 3: describe the three types of plate margins and their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In Garoua, the ground feels safe. She knows that Mount Cameroon is an active volcano and wonders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some places have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(blue star: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Name two other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 Others: Eurasian, Pacific.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when plates move apart? And when they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Apart: magma rises. Together: one plate sinks.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 Andreas Fault (USA), where two plates slide past each other.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Here the plates slide side by side. What type of margin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conservative margin. It causes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Plate Tectonics. The main ideas of the theory are the following. On this slide we have Plate tectonics and Plates.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Plate Tectonics. On this slide we have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their Landforms. The places where plates meet are of three types. On this slide we have Constructive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their Landforms. On this slide we have Destructive margins and Conservative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or read about Mount Cameroon: when did it last erupt, and what did the lava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and Volcanic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THE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plate margin, convection current, subduction.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plate tectonics: meaning and main ideas; plates and plate margins (constructive, destructive, conservative) and their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Theory of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an earthquake in Turkey in 2023 destroyed many buildings and killed thousands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plates and locate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types of plate margins and their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In Garoua, the ground feels safe. She knows that Mount Cameroon is an active volcano and wonders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some places have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 (blue star: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 Name two other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 Others: Eurasian, Pacific.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plates move apart? And when they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magma rises. Together: one plate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 (USA), where two plates slide past each other.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Here the plates slide side by side. What type of margin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conservative margin. It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Plate Tectonics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ideas of the theory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crust is broken into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seven major plates, and 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Plate Tectonics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of heat in the mantle move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Plate Tectonics</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their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places where plates meet are of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forms, giving ocean ridges and rift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their Landforms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giving fold mountains, trenches and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giving faults and earthquakes, like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 and Volcanic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Name the major plates and locate the African Plate. Describe the three types of plate margins and their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Theory of Plate Tectonics; Plate Margins and their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or read about Mount Cameroon: when did it last erupt, and what did the lava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two books apart, then push them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slide two books side by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2026-09-27T13:44:38Z</dcterms:created>
  <dcterms:modified xsi:type="dcterms:W3CDTF">2026-09-27T13:44:38Z</dcterms:modified>
</cp:coreProperties>
</file>