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plate tectonics, plates, plate margins. At the end, you should be able to do this: learners are able to explain why earthquakes and volcanoes happen in some regions of the world, using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Theories of the Earth's Structure: Continental Drift. The question was: Name the plate on which Cameroon lies.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African Plate.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plate tectonics. Number 2: explain the geometric and kinetic ideas of the theory. Number 3: describe the plates, the plate margins and their main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continents were once joined in Pangaea. The mantle is very hot rock that flows slowly. Wegener could not explain what moves the continents.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while the ground in Garoua feels safe. She knows that Mount Cameroon is also an active volcano. She asks: "Why do earthquakes and volcanoes happen in some places and not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why earthquakes and volcanoes happen only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active volcano in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most earthquakes and volcanoes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theory of plate tectonics to explain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plates of the Earth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makes the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hot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(left) and together (right).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rises when two plates move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and forms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happens to one plate when two plates move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sinks under the other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Ideas of the Theory. The theory of plate tectonics has two main ideas. Copy the point on The geometric idea on the left, then draw the diagram on the right: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kinetic idea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Plates. The major plates of the Earth are the following. On this slide we have The African Plate and The Eurasian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Plates. On this slide we have The American Plates, The Pacific Plate and The Indo-Australian and Antarctic Plates.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Main Landforms. The margins where plates meet are of three types. Copy the point on Constructive (divergent) margins on the left, then draw the diagram on the right: the three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plates move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Main Landforms.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plates move together and one sinks under the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apart; number 3,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active volcano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Volcanoes.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ideas (geometric and kinetic); plates and plate margins and main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Theories of the Earth's Structure: Continental Drift):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plate on which Cameroon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geometric and kinetic ideas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plates, the plate margins and their main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continents were once joined in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while the ground in Garoua feels safe. She knows that Mount Cameroon is also an active volcano. She asks: "Why do earthquakes and volcanoes happen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why earthquakes and volcanoes happen only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and volcanoes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theory of plate tectonics to explain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plates of the Earth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hot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(left) and together (right).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rises when two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and forms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one plate when two plates move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sinks under the other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outer shell of the Earth is broken into rigid plates that move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crust and the upper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edge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plate tectonics has two main ideas: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geometric idea: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outer shell of the Earth is divided into seven major plates and many smaller ones that fit together like a puzzle.</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kinetic idea: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move 2 to 10 centimetres a year, pushed by convection currents in the mantle.</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plates of the Earth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African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Africa, including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Eurasian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Europe and most of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American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American and South American Plates carry the Americas.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Pacific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plate and lies under the Pacific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Indo-Australian and Antarctic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India, Australia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margins where plates meet are of three types: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Plates move apart and magma rises to form new crust. Landforms: ocean ridges and rift valleys, such as the East African Rift Valley.</a:t>
            </a:r>
            <a:endParaRPr lang="en-US" sz="3200" dirty="0"/>
          </a:p>
        </p:txBody>
      </p:sp>
      <p:pic>
        <p:nvPicPr>
          <p:cNvPr id="5" name="Image 0" descr="/home/claude/f4/img/plate_margins.png">    </p:cNvPr>
          <p:cNvPicPr>
            <a:picLocks noChangeAspect="1"/>
          </p:cNvPicPr>
          <p:nvPr/>
        </p:nvPicPr>
        <p:blipFill>
          <a:blip r:embed="rId1"/>
          <a:stretch>
            <a:fillRect/>
          </a:stretch>
        </p:blipFill>
        <p:spPr>
          <a:xfrm>
            <a:off x="5349240" y="2588557"/>
            <a:ext cx="6659575" cy="26592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together and one sinks under the other. Landforms: fold mountains, ocean trenches and volcanoes.</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move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and no crust is made or destroyed. Landforms: faults, with strong earthquakes, such as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constructive margin, plates move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______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plate tectonics. Explain the geometric and kinetic ideas of the theory. Describe the plates, the plate margins and their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Ideas of the Theory; The Plates; Plate Margins and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active volcano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biscuit into pieces: the pieces are like the plates.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watch rice move in boiling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then push them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Plate boundaries: Bird (2003), PB2002 model.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2026-10-02T05:13:54Z</dcterms:created>
  <dcterms:modified xsi:type="dcterms:W3CDTF">2026-10-02T05:13:54Z</dcterms:modified>
</cp:coreProperties>
</file>