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Structure of the Earth. The key notions we shall use today are: plate tectonics, plates, plate margins. At the end, you should be able to do this: learners are able to explain why earthquakes and volcanoes happen in some regions of the world, using a map of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The Theories of the Earth's Structure: Continental Drift. The question was: Listen to the news or ask an adult about a recent earthquake or volcanic eruption in the world. Write the name of the country and what happened.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an earthquake in Turkey in 2023 destroyed many buildings and killed thousands of people.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plate tectonics. Number 2: explain the geometric and kinetic ideas of the theory. Number 3: describe the plates, the plate margins and their main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continents were once joined in Pangaea. The mantle is very hot rock that flows slowly. Wegener could not explain what moves the continents.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television, Mariam sees an earthquake in Japan and a volcano in Italy. In Garoua, the ground feels safe. She knows that Mount Cameroon is an active volcano and wonders why.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Mariam does not know why some places have volcanoes and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active volcano in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most earthquakes and volcanoes happen?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edges of the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theory of plate tectonics to explain earthquakes and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plates of the Earth and how they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plates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plate tectonics? On which plate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theory that the crust is broken into rigid plates that move; Cameroon is on the African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convection currents in the mantle.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many major plates are there, and what makes them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seven major plates, and convection currents in the hot mantle move them a few centimetres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plates move apart (left) and together (right).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when plates move apart and together, and what landforms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Apart: magma rises and forms ridges and rift valleys. Together: one plate sinks and forms fold mountains, trenches and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Plate tectonics and Plate.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Plate margin.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Ideas of the Theory. The theory has two main ideas. On this slide we have Geometric idea and Kinetic idea.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Ideas of the Theory. On this slide we have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major plates.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Plate Margins and Main Landforms. The places where plates meet are of three types. On this slide we have Constructive margins.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Plate Margins and Main Landforms. On this slide we have Destructive margins and Conservative margins.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plates move apart and together.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plate?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large piece of the crust.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happens at a destructive margin?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plates move together and one sinks under the other.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African; number 2, apart; number 3,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your parents or read about Mount Cameroon: when did it last erupt, and what did the lava do?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Volcanoes.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PLATE TECTONICS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Plate Tectonics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Plate Tectonics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Plate tectonics, plates, plate margins.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main ideas (geometric and kinetic); plates and plate margins and main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earthquakes and volcanoes happen in some regions of the world, using a map of plates.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The Theories of the Earth's Structure: Continental Drift):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Listen to the news or ask an adult about a recent earthquake or volcanic eruption in the world. Write the name of the country and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an earthquake in Turkey in 2023 destroyed many buildings and killed thousands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plate tectonics.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geometric and kinetic ideas of the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plates, the plate margins and their main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continents were once joined in Pangaea.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is very hot rock that flows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Wegener could not explain what moves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television, Mariam sees an earthquake in Japan and a volcano in Italy. In Garoua, the ground feels safe. She knows that Mount Cameroon is an active volcano and wonders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does not know why some places have volcanoes and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active volcano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most earthquakes and volcanoes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edges of the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theory of plate tectonics to explain earthquakes and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plates of the Earth and how they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plates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plate tectonics? On which plate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crust is broken into rigid plates that move; Cameroon is on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IDEAS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ntle_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convection currents in the mantle.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major plates are there, and what makes them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seven major plates, and convection currents in the hot mantle move them a few centimetres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plates move apart (left) and together (right).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plates move apart and together, and what landforms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Apart: magma rises and forms ridges and rift valleys. Together: one plate sinks and forms fold mountains, trenches and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Structure of the Earth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tectonics: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outer shell of the Earth is broken into rigid plates that move slowly.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rigid piece of the crust and the upper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edge where two plates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Ideas of the Theory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theory has two main ideas: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Geometric idea: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outer shell of the Earth is divided into seven major plates and many small ones.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Kinetic idea: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plates move 2 to 10 centimetres a year, pushed by convection currents in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Ideas of the Theory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on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Ideas of the Theory</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major plates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Main Landforms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places where plates meet are of three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Constructive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apart and new crust forms, giving ocean ridges and rift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Main Landforms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Destructive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together and one sinks, giving fold mountains, trenches and volcanoes.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Conservative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slide past each other, giving faults and earthquakes, like the San Andreas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Main Landforms</a:t>
            </a:r>
            <a:endParaRPr lang="en-US" sz="3600" dirty="0"/>
          </a:p>
        </p:txBody>
      </p:sp>
      <p:pic>
        <p:nvPicPr>
          <p:cNvPr id="4" name="Image 0" descr="/home/claude/f4/img/v2/margins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plates move apart and together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piece of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at a destructive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together and one sinks under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______ Plate.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a constructive margin, plates move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a conservative margin, plates slide ______ by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or read about Mount Cameroon: when did it last erupt, and what did the lava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margin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 plaques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 du 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Fold mountains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montagnes plissées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Plate Tectonics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plate tectonics. Explain the geometric and kinetic ideas of the theory. Describe the plates, the plate margins and their main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earthquakes and volcanoes happen in some regions of the world, using a map of plates.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Ideas of the Theory; Plate Margins and Main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your parents or read about Mount Cameroon: when did it last erupt, and what did the lava do?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break a biscuit into pieces: the pieces are like the plates.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watch rice move in boiling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move two books apart, then push them together.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Plate boundaries: Bird (2003), PB2002 model.</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2026-09-27T16:07:15Z</dcterms:created>
  <dcterms:modified xsi:type="dcterms:W3CDTF">2026-09-27T16:07:15Z</dcterms:modified>
</cp:coreProperties>
</file>