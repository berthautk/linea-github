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The Atmosphere. The key notions we shall use today are: atmosphere, ozone layer, depletion. At the end, you should be able to do this: learners are able to protect themselves from strong sun rays and to avoid products that damage the ozone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Man in the Hot Desert Environments. The question was: Name the four main layers of the atmosphere.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troposphere, the stratosphere, the mesosphere and the thermosphere.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atmosphere. Number 2: identify the main layers of the atmosphere on a diagram. Number 3: describe how temperature changes in the troposphere and the stratosphere. Number 4: explain the causes, effects and solutions of ozone layer depletion.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have very dry air, clear skies and a large daily temperature range. People adapt to heat and dryness with clothing, housing and water supply. Today we begin a new module: weather and climate.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Nafissatou flies from Garoua to Douala. The pilot says: "We are at 11,000 metres. The temperature outside is minus 50 degrees." She is surprised, because the plane is closer to the Sun. She asks: "What is this air around the Earth made of, and why is it so cold up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Nafissatou does not understand what the atmosphere is and why it is colder higher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temperature outside the plane?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Minus 50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In which layer of air does the plane fly?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upper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ozone layer by avoiding products with CFCs.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layer of air around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view from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plane flies in the layer of air around the Earth. What is this layer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layers of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layer do clouds, rain and wind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troposphere, the lowest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ozone hole over Antarctica.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ozone layer protects us from harmful rays of the Sun. What has damaged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Chemicals called CFCs, from old fridges, air conditioners and sprays.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Ozone layer and Ozone depletion.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Atmosphere. The atmosphere has the following main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Atmosphere. On this slide we have Stratosphere, Mesosphere and Thermosphere.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Thermal Structure in the Troposphere and the Stratosphere. Temperature changes with height as follows. Copy the point on Troposphere on the left, then draw the diagram on the right: temperature and height in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Thermal Structure in the Troposphere and the Stratosphere. On this slide we have Tropopause and Stratosphere.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The ozone layer is destroyed by the following gases. Copy the point on CFCs on the left, then draw the diagram on the right: the ozone 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Halons and Other chemicals.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People. More ultraviolet rays reach the ground and cause the following effects on people. On this slide we have Skin cancer and Eye diseases.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People. On this slide we have Weak immunity.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Nature. More ultraviolet rays cause the following effects on nature. On this slide we have Damage to crops and Damage to plankton.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Nature. On this slide we have Harm to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ozone layer is protected by the following solutions. On this slide we have The Montreal Protocol (1987) and Safe recycling.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Ozone-friendly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In which layer does the weather happen?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troposphere.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role of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stops harmful rays from the Sun.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atmosphere; number 2, troposphere; number 3,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Distinguish weather from climate.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Weather and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30: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Atmosphere, ozone layer, depletion.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the atmosphere; structure (illustration of the main layers only); thermal structure in the troposphere and the stratosphere; ozone layer depletion.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protect themselves from strong sun rays and to avoid products that damage the ozone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Man in the Hot Desert Environments):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 the stratosphere, the mesosphere and the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layers of the atmosphere on a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temperature changes in the troposphere and the stratosphere.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effects and solutions of ozone layer depletion.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have very dry air, clear skies and a large daily temperature range.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adapt to heat and dryness with clothing, housing and water supply.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begin a new module: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Nafissatou flies from Garoua to Douala. The pilot says: "We are at 11,000 metres. The temperature outside is minus 50 degrees." She is surprised, because the plane is closer to the Sun. She asks: "What is this air around the Earth made of, and why is it so cold up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Nafissatou does not understand what the atmosphere is and why it is colder higher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temperature outside the plane?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Minus 50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of air does the plane fly?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upper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ozone layer by avoiding products with CFCs.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lanewind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view from 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plane flies in the layer of air around the Earth. What is this layer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tm_profile_gce.png">    </p:cNvPr>
          <p:cNvPicPr>
            <a:picLocks noChangeAspect="1"/>
          </p:cNvPicPr>
          <p:nvPr/>
        </p:nvPicPr>
        <p:blipFill>
          <a:blip r:embed="rId1"/>
          <a:stretch>
            <a:fillRect/>
          </a:stretch>
        </p:blipFill>
        <p:spPr>
          <a:xfrm>
            <a:off x="3775061" y="1783080"/>
            <a:ext cx="4641574"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 clouds, rain and wind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 the lowest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Antarctica.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ozone layer protects us from harmful rays of the Sun. What has damaged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called CFCs, from old fridges, air conditioners and sprays.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gases (air) that surrounds the Earth and is held by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ozone gas in the stratosphere that absorbs the harmful ultraviolet rays of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depletion: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thinning of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has the following main layers: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lowest layer, from 0 to about 12 km, where clouds, rain and weather occur.</a:t>
            </a:r>
            <a:endParaRPr lang="en-US" sz="3600" dirty="0"/>
          </a:p>
        </p:txBody>
      </p:sp>
      <p:pic>
        <p:nvPicPr>
          <p:cNvPr id="5" name="Image 0" descr="/home/claude/f4/img/v2/atm_profile_gce.png">    </p:cNvPr>
          <p:cNvPicPr>
            <a:picLocks noChangeAspect="1"/>
          </p:cNvPicPr>
          <p:nvPr/>
        </p:nvPicPr>
        <p:blipFill>
          <a:blip r:embed="rId1"/>
          <a:stretch>
            <a:fillRect/>
          </a:stretch>
        </p:blipFill>
        <p:spPr>
          <a:xfrm>
            <a:off x="6358241" y="1783080"/>
            <a:ext cx="4641574"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from about 12 to 50 km, which contains the ozone layer.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from about 50 to 85 km, which is the coldest.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Thermosphere: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layer above about 85 km, where the air is very thin.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Structure in the Troposphere and the Stratosphere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changes with height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falls with height by about 6.5 °C per 1,000 m, because the air is heated from the ground.</a:t>
            </a:r>
            <a:endParaRPr lang="en-US" sz="3600" dirty="0"/>
          </a:p>
        </p:txBody>
      </p:sp>
      <p:pic>
        <p:nvPicPr>
          <p:cNvPr id="5" name="Image 0" descr="/home/claude/f4/img/v2/atm_profile_gce.png">    </p:cNvPr>
          <p:cNvPicPr>
            <a:picLocks noChangeAspect="1"/>
          </p:cNvPicPr>
          <p:nvPr/>
        </p:nvPicPr>
        <p:blipFill>
          <a:blip r:embed="rId1"/>
          <a:stretch>
            <a:fillRect/>
          </a:stretch>
        </p:blipFill>
        <p:spPr>
          <a:xfrm>
            <a:off x="6358241" y="1783080"/>
            <a:ext cx="4641574"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height in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Structure in the Troposphere and the Stratosphere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Tropopause: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top of the troposphere, temperature stops falling, at about −55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rises with height, because the ozone absorbs the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ozone layer is destroyed by the following gases: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CFCs: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come from old fridges, air conditioners, sprays and foams.</a:t>
            </a:r>
            <a:endParaRPr lang="en-US" sz="3600" dirty="0"/>
          </a:p>
        </p:txBody>
      </p:sp>
      <p:pic>
        <p:nvPicPr>
          <p:cNvPr id="6" name="Image 0" descr="/home/claude/f4/img/v2/f4_ozonehol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Halons: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some fire extinguishers.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chemicals: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pesticides and solvents also destroy ozone.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People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More ultraviolet rays reach the ground and cause the following effects on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Skin cancer: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rays burn and damage the skin.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Eye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cause cataracts, which can lead to blindness.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People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 immunity: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body defends itself less well against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Effects on Nature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More ultraviolet rays cause the following effects on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Damage to crops: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grow less well and yields 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Damage to plankton: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Plankton dies, so fish have less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Effects on Nature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Harm to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also suffer from eye and skin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Solutions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ozone layer is protected by the following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Montreal Protocol (1987):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banned CFCs in almost all countries.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 recycling: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fridges and air conditioners must be recycled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Solutions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Ozone-friendly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should buy products labelled "CFC-free".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does the weather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role of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harmful rays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air around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Clouds and rain form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is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troposphère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 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d'ozone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Ultraviolet rays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rayons ultraviolets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Depletion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L'appauvrissement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Identify the main layers of the atmosphere on a diagram. Describe how temperature changes in the troposphere and the stratosphere. Explain the causes, effects and solutions of ozone layer depletion.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protect themselves from strong sun rays and to avoid products that damage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Structure of the Atmosphere; Thermal Structure in the Troposphere and the Stratosphere; Causes; Effects on People; Effects on Nature;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weather from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who has travelled by plane.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four bands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an old fridge with its gas.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UNEP / WMO Scientific Assessment of Ozone Depletion (2022).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“flying” by { pranav }, CC BY 2.0, via Flickr (https://www.flickr.com/photos/29220600@N08/3469129491)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2026-10-02T05:13:59Z</dcterms:created>
  <dcterms:modified xsi:type="dcterms:W3CDTF">2026-10-02T05:13:59Z</dcterms:modified>
</cp:coreProperties>
</file>