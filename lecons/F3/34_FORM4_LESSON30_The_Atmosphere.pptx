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Make a table with three columns: resources, hazards and adaptations. Fill it with examples from the hot deserts and from the dry season in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Resources: oil, sunshine, oases / Garoua: sunshine, Benue water. Hazards: heat, sandstorms, lack of water / Garoua: heat, Harmattan dust, dry wells. Adaptations: nomadism, thick walls, irrigation / Garoua: water storage, shade trees, irrigated onions.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Ozone Layer Depletion. Ozone layer depletion is explained as follows. Copy the point on Causes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Effects on people and Effects on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a weather forecast on television or radio. Write down two pieces of information it gives (for example temperature, rain or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with three columns: resources, hazards and adaptations. Fill it with examples from the hot deserts and from the dry season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oil, sunshine, oases / Garoua: sunshine, Benue water. Hazards: heat, sandstorms, lack of water / Garoua: heat, Harmattan dust, dry wells. Adaptations: nomadism, thick walls, irrigation / Garoua: water storage, shade trees, irrigated onions.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Ozone layer depletion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 gases from old fridges, air conditioners, sprays and foams rise and destroy the ozone.</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ultraviolet rays reach the ground and cause skin cancer, eye diseases and weak immunity.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Ultraviolet rays damage crops, plankton and other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were banned by the Montreal Protocol of 1987, and old fridges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a weather forecast on television or radio. Write down two pieces of information it gives (for example temperature, rain or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a weather forecast on television or radio. Write down two pieces of information it gives (for example temperature, rain or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2026-09-28T21:14:19Z</dcterms:created>
  <dcterms:modified xsi:type="dcterms:W3CDTF">2026-09-28T21:14:19Z</dcterms:modified>
</cp:coreProperties>
</file>