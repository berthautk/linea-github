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The Atmosphere. The key notions we shall use today are: atmosphere, ozone layer, depletion. At the end, you should be able to do this: learners are able to protect themselves from strong sun rays and to avoid products that damage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Man in the Hot Desert Environments. The question was: Make a table with three columns: resources, hazards and adaptations. Fill it with examples from the hot deserts and from the dry season in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Resources: oil, sunshine, oases / Garoua: sunshine, Benue water. Hazards: heat, sandstorms, lack of water / Garoua: heat, Harmattan dust, dry wells. Adaptations: nomadism, thick walls, irrigation / Garoua: water storage, shade trees, irrigated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Number 2: identify the main layers of the atmosphere on a diagram. Number 3: describe how temperature changes in the troposphere and the stratosphere. Number 4: explain the causes, effects and solutions of ozone layer depletion.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have very dry air, clear skies and a large daily temperature range. People adapt to heat and dryness with clothing, housing and water supply. Today we begin a new module: weather and climate.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Nafissatou flies from Garoua to Douala. The pilot says: "We are at 11,000 metres. The temperature outside is minus 50 degrees." She is surprised, because the plane is closer to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Nafissatou does not understand why it is so cold high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temperature outside the plane?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Minus 50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temperature as we go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ozone layer by avoiding products with CFCs.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 of air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view from a plane above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plane flies in the air around the Earth. What is this layer of air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 do clouds, rain and wind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the lowest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map of the ozone layer over Antarctica, made from satellite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ozone layer protects us from the rays of the Sun. What damaged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Chemicals (CFCs) from old fridges and sprays.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is defined as follows. On this slide we have Atmosphere and Composition.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Atmosphere. The atmosphere has the following main layers. On this slide we have Troposphere.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Atmosphere. On this slide we have Stratosphere, Mesosphere and Thermosphere.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Ozone Layer Depletion. The depletion of the ozone layer is explained as follows. On this slide we have Ozone layer and Cause.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Ozone Layer Depletion. On this slide we have Effects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In which layer does the weather happen?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troposphere.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role of the ozone layer?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stops harmful rays from the Sun.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atmosphere; number 2, troposphere; number 3,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or listen to a weather forecast on television or radio. Write down two pieces of information it gives (for example temperature, rain or wind).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Weather and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the atmosphere; structure (illustration of the main layers only); thermal structure in the troposphere and the stratosphere;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Man in the Hot Desert Environments):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with three columns: resources, hazards and adaptations. Fill it with examples from the hot deserts and from the dry season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oil, sunshine, oases / Garoua: sunshine, Benue water. Hazards: heat, sandstorms, lack of water / Garoua: heat, Harmattan dust, dry wells. Adaptations: nomadism, thick walls, irrigation / Garoua: water storage, shade trees, irrigated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layers of the atmosphere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changes in the troposphere and the stratosphere.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effects and solutions of ozone layer depletion.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have very dry air, clear skies and a large daily temperature range.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adapt to heat and dryness with clothing, housing and water supply.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a new module: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flies from Garoua to Douala. The pilot says: "We are at 11,000 metres. The temperature outside is minus 50 degrees." She is surprised, because the plane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does not understand why it is so cold high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temperature outside the plane?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Minus 50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temperature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ozone layer by avoiding products with CFCs.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 of air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view from a plane above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plane flies in the air around the Earth. What is this layer of air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clouds, rain and wind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the lowest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the ozone layer over Antarctica, made from satellite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ozone layer protects us from the rays of the Sun. What damaged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(CFCs) from old fridges and sprays.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of air that surrounds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about 78 % nitrogen, 21 % oxygen and small amounts of carbon dioxide, water vapour and other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has the following main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lowest layer, from 0 to about 12 km, where weather occurs and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12 to 50 km, which contains the ozone layer and where temperature rises with height.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50 to 85 km, which is very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layer above about 85 km, where temperature rises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depletion of the ozone layer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gas in the stratosphere that stops harmful rays of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 gases from old fridges, air conditioners and sprays destroy the ozone.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harmful rays cause skin cancer and eye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CFCs were banned by the Montreal Protocol of 1987.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does the weather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harmful rays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of air around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Clouds and rain form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 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d'ozone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Depletion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L'appauvrissement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Identify the main layers of the atmosphere on a diagram. Describe how temperature changes in the troposphere and the stratosphere. Explain the causes, effects and solutions of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Atmosphere; Structure of the Atmosphere;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or listen to a weather forecast on television or radio. Write down two pieces of information it gives (for example temperature, rain or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has travelled by plane.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four layers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ozone is like a sun hat for the Earth.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UNEP / WMO Scientific Assessment of Ozone Depletion (2022).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2026-09-27T13:44:43Z</dcterms:created>
  <dcterms:modified xsi:type="dcterms:W3CDTF">2026-09-27T13:44:43Z</dcterms:modified>
</cp:coreProperties>
</file>