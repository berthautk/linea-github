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The Atmosphere. The key notions we shall use today are: atmosphere, ozone layer, depletion. At the end, you should be able to do this: learners are able to protect themselves from strong sun rays and to avoid products that damage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Man in the Hot Desert Environments. The question was: Make a table with three columns: resources, hazards and adaptations. Fill it with examples from the hot deserts and from the dry season in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Resources: oil, sunshine, oases / Garoua: sunshine, Benue water. Hazards: heat, sandstorms, lack of water / Garoua: heat, Harmattan dust, dry wells. Adaptations: nomadism, thick walls, irrigation / Garoua: water storage, shade trees, irrigated onions.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Number 2: identify the main layers of the atmosphere on a diagram. Number 3: describe how temperature changes in the troposphere and the stratosphere. Number 4: explain the causes, effects and solutions of ozone layer depletion.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have very dry air, clear skies and a large daily temperature range. People adapt to heat and dryness with clothing, housing and water supply. Today we begin a new module: weather and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Nafissatou flies from Garoua to Douala. The pilot says: "We are at 11,000 metres. The temperature outside is minus 50 degrees." She is surprised, because the plane is closer to the Sun. She asks: "What is this air around the Earth made of, and why is it so cold up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Nafissatou does not understand what the atmosphere is and why it is colder higher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temperature outside the plane?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Minus 50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layer of air does the plane fly?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upper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ozone layer by avoiding products with CFCs.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 of air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view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plane flies in the layer of air around the Earth. What is this layer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 clouds, rain and wind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the lowest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ozone layer protects us from harmful rays of the Sun. What has damaged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Chemicals called CFCs,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Ozone layer and Ozone depletion.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main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Stratosphere, Mesosphere and Thermosphere.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Structure in the Troposphere and the Stratosphere. Temperature changes with height as follows. Copy the point on Troposphere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Thermal Structure in the Troposphere and the Stratosphere. On this slide we have Tropopause and Stratosphere.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Ozone Layer Depletion. Ozone layer depletion is explained as follows. Copy the point on Causes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Ozone Layer Depletion. On this slide we have Effects on people and Effects on nature.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Ozone Layer Depletion.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In which layer does the weather happen?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troposphere.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role of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stops harmful rays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atmosphere;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or listen to a weather forecast on television or radio. Write down two pieces of information it gives (for example temperature, rain or wind).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Weather and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atmosphere; structure (illustration of the main layers only); thermal structure in the troposphere and the stratosphere;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Man in the Hot Desert Environments):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with three columns: resources, hazards and adaptations. Fill it with examples from the hot deserts and from the dry season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oil, sunshine, oases / Garoua: sunshine, Benue water. Hazards: heat, sandstorms, lack of water / Garoua: heat, Harmattan dust, dry wells. Adaptations: nomadism, thick walls, irrigation / Garoua: water storage, shade trees, irrigated onions.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layers of the atmosphere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changes in the troposphere and the stratosphere.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effects and solutions of ozone layer depletion.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have very dry air, clear skies and a large daily temperature range.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adapt to heat and dryness with clothing, housing and water supply.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a new module: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flies from Garoua to Douala. The pilot says: "We are at 11,000 metres. The temperature outside is minus 50 degrees." She is surprised, because the plane is closer to the Sun. She asks: "What is this air around the Earth made of, and why is it so cold up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does not understand what the atmosphere is and why it is colder higher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temperature outside the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Minus 50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of air does the plane fly?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ozone layer by avoiding products with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view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plane flies in the layer of air around the Earth. What is this layer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clouds, rain and wind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the lowest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protects us from harmful rays of the Sun. What has damaged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called CFCs,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gases (air) that surrounds the Earth and is held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stratosphere that absorbs the harmful ultraviolet rays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depletion: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thinning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main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from 0 to about 12 km, where clouds, rain and weather occur.</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12 to 50 km, which contains the ozone layer.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50 to 85 km, which is the coldest.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layer above about 85 km, where the air is very thin.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changes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with height by about 6.5 °C per 1,000 m, because the air is heated from the ground.</a:t>
            </a:r>
            <a:endParaRPr lang="en-US" sz="3600" dirty="0"/>
          </a:p>
        </p:txBody>
      </p:sp>
      <p:pic>
        <p:nvPicPr>
          <p:cNvPr id="5" name="Image 0" descr="/home/claude/f4/img/v2/temp_profi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Tropopause: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troposphere, temperature stops falling, at about −55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rises with height, because the ozone absorbs the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Ozone layer depletion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CFC gases from old fridges, air conditioners, sprays and foams rise and destroy the ozone.</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ultraviolet rays reach the ground and cause skin cancer, eye diseases and weak immunity.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Ultraviolet rays damage crops, plankton and other 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CFCs were banned by the Montreal Protocol of 1987, and old fridges must be recycled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the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harmful rays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air around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Clouds and rain form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a weather forecast on television or radio. Write down two pieces of information it gives (for example temperature, rain or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 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d'ozone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Depletion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L'appauvrissement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Identify the main layers of the atmosphere on a diagram. Describe how temperature changes in the troposphere and the stratosphere. Explain the causes, effects and solutions of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of the Atmosphere; Thermal Structure in the Troposphere and the Stratosphere;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or listen to a weather forecast on television or radio. Write down two pieces of information it gives (for example temperature, rain or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has travelled by plane.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four bands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old fridge with its gas.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UNEP / WMO Scientific Assessment of Ozone Depletion (2022).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2026-09-28T17:19:53Z</dcterms:created>
  <dcterms:modified xsi:type="dcterms:W3CDTF">2026-09-28T17:19:53Z</dcterms:modified>
</cp:coreProperties>
</file>