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37: Local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Pressure and Winds. The key notions we shall use today are: land and sea breezes, monsoon, mountain and valley winds. At the end, you should be able to do this: learners are able to explain the daily change of winds at the coast and in the mountains, and to use this knowledge for fishing, farming or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36: Pressure Belts and Planetary Winds. The question was: Name the wind that blows from the sea to the land by day.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sea breeze.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a local wind. Number 2: explain land and sea breezes. Number 3: explain mountain and valley breezes. Number 4: explain the monsoon.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Pressure belts are zones of high or low pressure around the Earth. Planetary winds blow from high to low pressure, like the Trade Winds. The rotation of the Earth deflects winds (Ferrel's law).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Kribi, fishermen leave the beach very early, before sunrise, and come back in the afternoon. They say that the wind pushes their canoes out to sea in the morning and back to land later. A pupil asks: "Why does the wind change direction between night and day?"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pupil does not know why the wind on the coast changes direction between night and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When do the fishermen leave?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Very early, before sunrise.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When do they come back?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the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fishermen use the land breeze at night and the sea breeze by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winds that blow over small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sea breeze by day.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By day, does the wind blow from the sea or from the 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the sea: this is the sea breeze.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fishermen in canoes.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fishermen leave early in the morning?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land breeze pushes their canoes out to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winds in a mountain valley.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wind blows up the slopes by day?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valley breeze.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Local wind and Monsoon.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 and Sea Breezes. Land and sea breezes and their use are the following. Copy the point on Sea breeze on the left, then draw the diagram on the right: the sea breeze.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Land breeze on the left, then draw the diagram on the right: land and sea, valley and mountain breezes.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and Sea Breezes. On this slide we have Use.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Mountain and Valley Winds. Mountain and valley winds and their effect are the following. Copy the point on Valley (anabatic) breeze on the left, then draw the diagram on the right: valley and mountain breezes.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Mountain and Valley Winds. On this slide we have Mountain (katabatic) breeze and Effect.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Monsoon. The summer and winter monsoons and their main areas are the following. Copy the point on Summer monsoon on the left, then draw the diagram on the right: the monsoon.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Monsoon. On this slide we have Winter monsoon and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does the sea breeze blow by day?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land heats faster than the sea.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wind blows down the slopes at night?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mountain breeze.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sea; number 2, land; number 3,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two factors of temperature.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38: Factors of Temperature.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37: LOCAL WINDS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Local Winds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Pressure and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37: Local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Land and sea breezes, monsoon, mountain and valley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local winds; types of local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daily change of winds at the coast and in the mountains, and to use this knowledge for fishing, farming or building.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36: Pressure Belts and Planetary Winds):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wind that blows from the sea to the land by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local wind.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land and sea breezes.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mountain and valley breezes.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monsoon.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Pressure belts are zones of high or low pressure around the Earth.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Planetary winds blow from high to low pressure, like the Trade Winds.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rotation of the Earth deflects winds (Ferrel's law).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Kribi, fishermen leave the beach very early, before sunrise, and come back in the afternoon. They say that the wind pushes their canoes out to sea in the morning and back to land later. A pupil asks: "Why does the wind change direction between night and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pupil does not know why the wind on the coast changes direction between night and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 the fishermen leave?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early, before sunrise.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 they come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afternoon.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Fishermen use the land breeze at night and the sea breeze by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winds that blow over small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eabreez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sea breeze by day.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day, does the wind blow from the sea or from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sea: this is the sea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Fishermen in canoes.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fishermen leave early in the morning?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breeze pushes their canoes out to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MOUNTAIN AND VALLEY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mountain_valle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Winds in a mountain valley.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MOUNTAIN AND VALLEY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blows up the slopes by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MOUNTAIN AND VALLEY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valley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Pressure and Winds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37: Local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Local 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wind that blows over a small area for a short time, caused by local differences in temperature and pressure.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Monsoon: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seasonal wind that changes direction between summer and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Land and Sea Breezes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Land and sea breezes and their use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Sea breeze: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By day the land heats faster than the sea, so cool air blows from the sea to the land.</a:t>
            </a:r>
            <a:endParaRPr lang="en-US" sz="3600" dirty="0"/>
          </a:p>
        </p:txBody>
      </p:sp>
      <p:pic>
        <p:nvPicPr>
          <p:cNvPr id="5" name="Image 0" descr="/home/claude/f4/img/v2/seabreeze_day.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sea breeze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Land and Sea Breezes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Land breeze: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At night the land cools faster than the sea, so air blows from the land to the sea.</a:t>
            </a:r>
            <a:endParaRPr lang="en-US" sz="3600" dirty="0"/>
          </a:p>
        </p:txBody>
      </p:sp>
      <p:pic>
        <p:nvPicPr>
          <p:cNvPr id="5" name="Image 0" descr="/home/claude/f4/img/local_winds.png">    </p:cNvPr>
          <p:cNvPicPr>
            <a:picLocks noChangeAspect="1"/>
          </p:cNvPicPr>
          <p:nvPr/>
        </p:nvPicPr>
        <p:blipFill>
          <a:blip r:embed="rId1"/>
          <a:stretch>
            <a:fillRect/>
          </a:stretch>
        </p:blipFill>
        <p:spPr>
          <a:xfrm>
            <a:off x="5956010" y="1783080"/>
            <a:ext cx="5446036" cy="427024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land and sea, valley and mountain breezes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Land and Sea Breezes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Fishermen go out with the land breeze and return with the sea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Mountain and Valley Winds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Mountain and valley winds and their effect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Valley (anabatic) breeze: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By day the slopes are heated, so warm air rises up the slopes from the valley.</a:t>
            </a:r>
            <a:endParaRPr lang="en-US" sz="3600" dirty="0"/>
          </a:p>
        </p:txBody>
      </p:sp>
      <p:pic>
        <p:nvPicPr>
          <p:cNvPr id="5" name="Image 0" descr="/home/claude/f4/img/v2/mountain_valley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valley and mountain breezes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Mountain and Valley Winds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 (katabatic) breeze: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night cold, heavy air flows down the slopes into the valley.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air collects in valleys at night and can form fog or frost.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Monsoon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The summer and winter monsoons and their main areas are the following:</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Summer monsoon: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The land is hotter than the sea, so moist wind blows from the sea to the land and brings heavy rain.</a:t>
            </a:r>
            <a:endParaRPr lang="en-US" sz="3400" dirty="0"/>
          </a:p>
        </p:txBody>
      </p:sp>
      <p:pic>
        <p:nvPicPr>
          <p:cNvPr id="5" name="Image 0" descr="/home/claude/f4/img/v2/monsoon_big.png">    </p:cNvPr>
          <p:cNvPicPr>
            <a:picLocks noChangeAspect="1"/>
          </p:cNvPicPr>
          <p:nvPr/>
        </p:nvPicPr>
        <p:blipFill>
          <a:blip r:embed="rId1"/>
          <a:stretch>
            <a:fillRect/>
          </a:stretch>
        </p:blipFill>
        <p:spPr>
          <a:xfrm>
            <a:off x="5349240" y="2253310"/>
            <a:ext cx="6659575" cy="332978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monsoon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Monsoon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Winter monsoon: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is colder than the sea, so dry wind blows from the land to the sea.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monsoon is strongest in India and South-East Asia, and West Africa has a south-west monsoon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sea breeze blow by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heats faster than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blows down the slopes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mountain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By day, the ______ breeze blows from the sea.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night, the ______ breeze blows from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wind that blows up the slopes by day is the ______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38: Factors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Local 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 local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Valley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vallée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Mountain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montagne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Monsoon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37: Local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local wind. Explain land and sea breezes. Explain mountain and valley breezes. Explain the monsoon.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daily change of winds at the coast and in the mountains, and to use this knowledge for fishing, farming or building.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Land and Sea Breezes; Mountain and Valley Winds; The Monsoon.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two factors of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land and the sea with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beach at Kribi at dawn.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V-shaped valley with arrows.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“Fishermen, Lake Tana” by A.Davey, CC BY 2.0, via Flickr (https://www.flickr.com/photos/40595948@N00/2260748777)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2026-09-28T21:32:40Z</dcterms:created>
  <dcterms:modified xsi:type="dcterms:W3CDTF">2026-09-28T21:32:40Z</dcterms:modified>
</cp:coreProperties>
</file>