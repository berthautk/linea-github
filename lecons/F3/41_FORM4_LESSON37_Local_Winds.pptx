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37: Local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Pressure and Winds. The key notions we shall use today are: land and sea breezes, monsoon, mountain and valley winds. At the end, you should be able to do this: learners are able to explain the daily change of winds at the coast and in the mountains, and to use this knowledge for fishing, farming 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36: Pressure Belts and Planetary Winds. The question was: Ask someone who has lived by the sea (Douala, Kribi or Limbe) or in the mountains (Buea, Mokolo) whether the wind changes between day and night. Write down what they say.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By the sea, the wind blows from the sea by day (sea breeze) and from the land at night (land breeze). In the mountains, it blows up the slopes by day and down the slopes at night.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local wind. Number 2: explain land and sea breezes. Number 3: explain mountain and valley breezes. Number 4: explain the monsoon.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belts are zones of high or low pressure around the Earth. Planetary winds blow from high to low pressure, like the Trade Winds. The rotation of the Earth deflects winds (Ferrel's law).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fishermen leave the beach very early, before sunrise, and come back in the afternoon. They say that the wind pushes their canoes out to sea in the morning and back to land later. A pupil asks: "Why does the wind change direction between night and day?"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why the wind on the coast changes direction between night and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the fishermen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early, before sunrise.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they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fishermen use the land breeze at night and the sea breeze by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winds that blow over small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sea breeze by day.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By day, does the wind blow from the sea or from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sea: this is the sea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fishermen leave early in the morning?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land breeze pushes their canoes out to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winds in a mountain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 blows up the slopes by 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valley breeze.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Local wind and Monsoon.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and Sea Breezes. Land and sea breezes and their use are the following. Copy the point on Sea breeze on the left, then draw the diagram on the right: the sea breeze.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Land breeze on the left, then draw the diagram on the right: land and sea,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and Sea Breezes. On this slide we have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Mountain and Valley Winds. Mountain and valley winds and their effect are the following. Copy the point on Valley (anabatic) breeze on the left, then draw the diagram on the right: valley and mountain breezes.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Mountain and Valley Winds. On this slide we have Mountain (katabatic) breeze and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Monsoon. The summer and winter monsoons and their main areas are the following. Copy the point on Summer monsoon on the left, then draw the diagram on the right: the monsoon.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Monsoon. On this slide we have Winter monsoon and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sea breeze blow by 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land heats faster than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wind blows down the slopes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mountain breeze.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land; number 3,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temperature of Garoua with that of Ngaoundéré (ask an adult who has travelled there). Write one sentence to say which town is cooler and one possible reason.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38: Factors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37: LOCAL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Local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Pressure and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37: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and sea breezes, monsoon, mountain and valley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local winds; types of local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36: Pressure Belts and Planetary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by the sea (Douala, Kribi or Limbe) or in the mountains (Buea, Mokolo) whether the wind changes between day and night. Write down what they say.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 sea, the wind blows from the sea by day (sea breeze) and from the land at night (land breeze). In the mountains, it blows up the slopes by day and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local wind.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sea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mountain and valley breezes.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are zones of high or low pressure around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Planetary winds blow from high to low pressure, like the Trade Winds.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(Ferrel's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fishermen leave the beach very early, before sunrise, and come back in the afternoon. They say that the wind pushes their canoes out to sea in the morning and back to land later. A pupil asks: "Why does the wind change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why the wind on the coast changes direction between night and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 fishermen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early, before sunrise.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they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the land breeze at night and the sea breeze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winds that blow over small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eabreez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sea breeze by 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day, does the wind blow from the sea or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 this is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leave early in the morning?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LAND AND SEA BREEZES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breeze pushes their canoes out to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ountain_vall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Winds in a mountain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up the slopes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MOUNTAIN AND VALLEY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valley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Pressure and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37: Local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wind that blows over a small area for a short time, caused by local differences in temperature and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seasonal wind that changes direction between summer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Land and sea breezes and their use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land heats faster than the sea, so cool air blows from the sea to the land.</a:t>
            </a:r>
            <a:endParaRPr lang="en-US" sz="3600" dirty="0"/>
          </a:p>
        </p:txBody>
      </p:sp>
      <p:pic>
        <p:nvPicPr>
          <p:cNvPr id="5" name="Image 0" descr="/home/claude/f4/img/v2/seabreeze_da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 breeze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At night the land cools faster than the sea, so air blows from the land to the sea.</a:t>
            </a:r>
            <a:endParaRPr lang="en-US" sz="3600" dirty="0"/>
          </a:p>
        </p:txBody>
      </p:sp>
      <p:pic>
        <p:nvPicPr>
          <p:cNvPr id="5" name="Image 0" descr="/home/claude/f4/img/local_winds.png">    </p:cNvPr>
          <p:cNvPicPr>
            <a:picLocks noChangeAspect="1"/>
          </p:cNvPicPr>
          <p:nvPr/>
        </p:nvPicPr>
        <p:blipFill>
          <a:blip r:embed="rId1"/>
          <a:stretch>
            <a:fillRect/>
          </a:stretch>
        </p:blipFill>
        <p:spPr>
          <a:xfrm>
            <a:off x="5956010" y="1783080"/>
            <a:ext cx="544603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land and sea,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Land and Sea Breezes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go out with the land breeze and return with the sea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Mountain and valley winds and their effect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Valley (anabatic) breeze: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By day the slopes are heated, so warm air rises up the slopes from the valley.</a:t>
            </a:r>
            <a:endParaRPr lang="en-US" sz="3600" dirty="0"/>
          </a:p>
        </p:txBody>
      </p:sp>
      <p:pic>
        <p:nvPicPr>
          <p:cNvPr id="5" name="Image 0" descr="/home/claude/f4/img/v2/mountain_valle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valley and mountain breezes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Mountain and Valley Winds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(katabatic) breeze: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night cold, heavy air flows down the slopes into the valley.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collects in valleys at night and can form fog or frost.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summer and winter monsoons and their main areas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Summer monsoon: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land is hotter than the sea, so moist wind blows from the sea to the land and brings heavy rain.</a:t>
            </a:r>
            <a:endParaRPr lang="en-US" sz="3400" dirty="0"/>
          </a:p>
        </p:txBody>
      </p:sp>
      <p:pic>
        <p:nvPicPr>
          <p:cNvPr id="5" name="Image 0" descr="/home/claude/f4/img/v2/monsoon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monsoon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Monsoon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Winter monsoon: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colder than the sea, so dry wind blows from the land to the sea.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monsoon is strongest in India and South-East Asia, and West Africa has a south-west monsoon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sea breeze blow by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heats faster than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 blows down the slopes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mountain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By day, the ______ breeze blows from the sea.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night, the ______ breeze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 that blows up the slopes by day is the ______ breeze.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temperature of Garoua with that of Ngaoundéré (ask an adult who has travelled there). Write one sentence to say which town is cooler and one possible reason.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Local 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 local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Valley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vallée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 breeze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brise de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37: Local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local wind. Explain land and sea breezes. Explain mountain and valley breezes. Explain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daily change of winds at the coast and in the mountains, and to use this knowledge for fishing, farming 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Land and Sea Breezes; Mountain and Valley Winds; The Monsoon.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temperature of Garoua with that of Ngaoundéré (ask an adult who has travelled there). Write one sentence to say which town is cooler and one possible reason.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land and the sea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beach at Kribi at dawn.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V-shaped valley with arrows.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2026-09-28T21:14:21Z</dcterms:created>
  <dcterms:modified xsi:type="dcterms:W3CDTF">2026-09-28T21:14:21Z</dcterms:modified>
</cp:coreProperties>
</file>