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land and sea breezes, monsoon, mountain and valley winds. At the end, you should be able to do this: learners are able to explain the daily change of winds at the coast and in the mountains, and to use this knowledge for fishing,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Pressure Belts and Planetary Winds. The question was: Name the wind that blows from the sea to the land by 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sea breeze.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local wind. Number 2: explain land and sea breezes. Number 3: explain mountain and valley breezes. Number 4: explain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belts are zones of high or low pressure around the Earth. Planetary winds blow from high to low pressure, like the Trade Winds. The rotation of the Earth deflects winds (Ferrel's law).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leave the beach very early, before sunrise, and come back in the afternoon. They say that the wind pushes their canoes out to sea in the morning and back to land later. A pupil asks: "Why does the wind change direction between night and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why the wind on the coast changes direction between night and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fishermen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early, before sunrise.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they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fishermen use the land breeze at night and the sea breeze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winds that blow over small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by day.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By day, does the wind blow from the sea or from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this is the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fishermen leave early in the morning?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pushes their canoes out to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winds in a mountain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up the slopes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valley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 and Monsoon.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and their use are the following. Copy the point on Sea breeze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Land breeze on the left, then draw the diagram on the right: land and sea,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Mountain and Valley Winds. Mountain and valley winds and their effect are the following. Copy the point on Valley (anabatic) breeze on the left, then draw the diagram on the right: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Mountain and Valley Winds. On this slide we have Mountain (katabatic) breeze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Monsoon. The summer and winter monsoons and their main areas are the following. Copy the point on Summer monsoon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Monsoon. On this slide we have Winter monsoon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sea breeze blow by 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land heats faster than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blows down the slopes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mountain breeze.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land; number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factors of temperature.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Factors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monsoon, mountain and valley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local winds; types of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Pressure Belts and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wind that blows from the sea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local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mountain and valley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are zones of high or low pressure around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Planetary winds blow from high to low pressure, like the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that the wind pushes their canoes out to sea in the morning and back to land later. A pupil asks: "Why does the wind change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why the wind on the coast changes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early, before sunrise.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they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land breeze at night and the sea breeze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 by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this is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their canoes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ountain_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Winds in a mountain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 for a short time, caused by local differences in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sea breezes and their 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land heats faster than the sea, so cool air blows from the sea to the land.</a:t>
            </a:r>
            <a:endParaRPr lang="en-US" sz="36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At night the land cools faster than the sea, so air blows from the land to the sea.</a:t>
            </a:r>
            <a:endParaRPr lang="en-US" sz="3600" dirty="0"/>
          </a:p>
        </p:txBody>
      </p:sp>
      <p:pic>
        <p:nvPicPr>
          <p:cNvPr id="5" name="Image 0" descr="/home/claude/f4/img/local_winds.png">    </p:cNvPr>
          <p:cNvPicPr>
            <a:picLocks noChangeAspect="1"/>
          </p:cNvPicPr>
          <p:nvPr/>
        </p:nvPicPr>
        <p:blipFill>
          <a:blip r:embed="rId1"/>
          <a:stretch>
            <a:fillRect/>
          </a:stretch>
        </p:blipFill>
        <p:spPr>
          <a:xfrm>
            <a:off x="5956010" y="1783080"/>
            <a:ext cx="544603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go out with the land breeze and return with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Mountain and valley winds and their effect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Valley (anabatic)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slopes are heated, so warm air rises up the slopes from the valley.</a:t>
            </a:r>
            <a:endParaRPr lang="en-US" sz="3600" dirty="0"/>
          </a:p>
        </p:txBody>
      </p:sp>
      <p:pic>
        <p:nvPicPr>
          <p:cNvPr id="5" name="Image 0" descr="/home/claude/f4/img/v2/mountain_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(katabatic)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flows down the slopes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collects in valleys at night and can form fog or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summer and winter monsoons and their main areas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Summer monsoon: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land is hotter than the sea, so moist wind blows from the sea to the land and brings heavy rain.</a:t>
            </a:r>
            <a:endParaRPr lang="en-US" sz="3400" dirty="0"/>
          </a:p>
        </p:txBody>
      </p:sp>
      <p:pic>
        <p:nvPicPr>
          <p:cNvPr id="5" name="Image 0" descr="/home/claude/f4/img/v2/monsoon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colder than the sea, so dry wind blows from the land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is strongest in India and South-East Asia, and West Africa has a south-west monsoon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Mountain and Valley Winds;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land and the sea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beach at Kribi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V-shaped valley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2026-09-29T03:12:26Z</dcterms:created>
  <dcterms:modified xsi:type="dcterms:W3CDTF">2026-09-29T03:12:26Z</dcterms:modified>
</cp:coreProperties>
</file>