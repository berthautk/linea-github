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land and sea breezes, monsoon, mountain and valley winds. At the end, you should be able to do this: learners are able to explain the daily change of winds at the coast and in the mountains, and to use this knowledge for fishing,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Pressure Belts and Planetary Winds. The question was: Ask someone who has lived by the sea (Douala, Kribi or Limbe) or in the mountains (Buea, Mokolo) whether the wind changes between day and night. Write down what they say.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By the sea, the wind blows from the sea by day (sea breeze) and from the land at night (land breeze). In the mountains, it blows up the slopes by day and down the slopes at night.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local wind. Number 2: explain land and sea breezes. Number 3: explain mountain and valley breezes. Number 4: explain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belts are zones of high or low pressure around the Earth. Planetary winds blow from high to low pressure, like the Trade Winds. The rotation of the Earth deflects winds (Ferrel's law).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fishermen leave the beach very early, before sunrise, and come back in the afternoon. They say that the wind pushes their canoes out to sea in the morning and back to land later. A pupil asks: "Why does the wind change direction between night and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why the wind on the coast changes direction between night and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fishermen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early, before sunrise.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they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fishermen use the land breeze at night and the sea breeze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winds that blow over small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by day.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By day, does the wind blow from the sea or from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this is the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fishermen leave early in the morning?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breeze pushes their canoes out to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winds in a mountain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 blows up the slopes by 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valley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 and Monsoon.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blow as follows. Copy the point on Sea breeze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Land breeze on the left, then draw the diagram on the right: land and sea,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Mountain and Valley Winds. Mountain and valley winds blow as follows. Copy the point on Valley (anabatic) breeze on the left, then draw the diagram on the right: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Mountain and Valley Winds. On this slide we have Mountain (katabatic) breeze and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Monsoon. The monsoon blows as follows. Copy the point on Summer monsoon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Monsoon. On this slide we have Winter monsoon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sea breeze blow by 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land heats faster than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blows down the slopes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mountain breeze.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land; number 3,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temperature of Garoua with that of Ngaoundéré (ask an adult who has travelled there). Write one sentence to say which town is cooler and one possible reason.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Factors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and sea breezes, monsoon, mountain and valley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local winds; types of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Pressure Belts and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by the sea (Douala, Kribi or Limbe) or in the mountains (Buea, Mokolo) whether the wind changes between day and night.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sea, the wind blows from the sea by day (sea breeze) and from the land at night (land breeze). In the mountains, it blows up the slopes by day and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local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sea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mountain and valley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are zones of high or low pressure around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Planetary winds blow from high to low pressure, like the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(Ferrel's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leave the beach very early, before sunrise, and come back in the afternoon. They say that the wind pushes their canoes out to sea in the morning and back to land later. A pupil asks: "Why does the wind change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why the wind on the coast changes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fishermen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early, before sunrise.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they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the land breeze at night and the sea breeze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winds that blow over small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 by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does the wind blow from the sea or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this is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leave early in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pushes their canoes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ountain_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Winds in a mountain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up the slopes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that blows over a small area for a short time, caused by local differences in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sea breezes blow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land heats faster than the sea, so cool air blows from the sea to the land.</a:t>
            </a:r>
            <a:endParaRPr lang="en-US" sz="3600" dirty="0"/>
          </a:p>
        </p:txBody>
      </p:sp>
      <p:pic>
        <p:nvPicPr>
          <p:cNvPr id="5" name="Image 0" descr="/home/claude/f4/img/v2/seabreeze_da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At night the land cools faster than the sea, so air blows from the land to the sea.</a:t>
            </a:r>
            <a:endParaRPr lang="en-US" sz="3600" dirty="0"/>
          </a:p>
        </p:txBody>
      </p:sp>
      <p:pic>
        <p:nvPicPr>
          <p:cNvPr id="5" name="Image 0" descr="/home/claude/f4/img/local_winds.png">    </p:cNvPr>
          <p:cNvPicPr>
            <a:picLocks noChangeAspect="1"/>
          </p:cNvPicPr>
          <p:nvPr/>
        </p:nvPicPr>
        <p:blipFill>
          <a:blip r:embed="rId1"/>
          <a:stretch>
            <a:fillRect/>
          </a:stretch>
        </p:blipFill>
        <p:spPr>
          <a:xfrm>
            <a:off x="5956010" y="1783080"/>
            <a:ext cx="544603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 and sea,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go out with the land breeze and return with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Mountain and valley winds blow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Valley (anabatic)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slopes are heated, so warm air rises up the slopes from the valley.</a:t>
            </a:r>
            <a:endParaRPr lang="en-US" sz="3600" dirty="0"/>
          </a:p>
        </p:txBody>
      </p:sp>
      <p:pic>
        <p:nvPicPr>
          <p:cNvPr id="5" name="Image 0" descr="/home/claude/f4/img/v2/mountain_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(katabatic)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flows down the slopes into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collects in valleys at night and can form fog or frost.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monsoon blows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Summer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is hotter than the sea, so moist wind blows from the sea to the land and brings heavy rain.</a:t>
            </a:r>
            <a:endParaRPr lang="en-US" sz="3600" dirty="0"/>
          </a:p>
        </p:txBody>
      </p:sp>
      <p:pic>
        <p:nvPicPr>
          <p:cNvPr id="5" name="Image 0" descr="/home/claude/f4/img/v2/monsoon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Winter 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colder than the sea, so dry wind blows from the land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is strongest in India and South-East Asia, and West Africa has a south-west monsoon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sea breeze blow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heats faster than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By day, the ______ breeze blows from the sea.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night, the ______ breeze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 that blows up the slopes by day is the ______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local wind. Explain land and sea breezes. Explain mountain and valley breezes. Explain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Land and Sea Breezes; Mountain and Valley Winds;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temperature of Garoua with that of Ngaoundéré (ask an adult who has travelled there). Write one sentence to say which town is cooler and one possible reason.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land and the sea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beach at Kribi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V-shaped valley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2026-09-28T17:19:55Z</dcterms:created>
  <dcterms:modified xsi:type="dcterms:W3CDTF">2026-09-28T17:19:55Z</dcterms:modified>
</cp:coreProperties>
</file>