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land and sea breezes, monsoon, mountain and valley winds. At the end, you should be able to do this: learners are able to explain the daily change of winds at the coast and in the mountains, and to use this knowledge for fishing,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Pressure Belts and Planetary Winds. The question was: Ask someone who has lived by the sea (Douala, Kribi or Limbe) or in the mountains (Buea, Mokolo) whether the wind changes between day and night. Write down what they say.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By the sea, the wind blows from the sea by day (sea breeze) and from the land at night (land breeze). In the mountains, it blows up the slopes by day and down the slopes at night.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local wind. Number 2: explain land and sea breezes. Number 3: explain mountain and valley breezes. Number 4: explain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belts are zones of high or low pressure around the Earth. Planetary winds blow from high to low pressure, like the Trade Winds. The rotation of the Earth deflects winds (Ferrel's law).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leave the beach very early, before sunrise, and come back in the afternoon. They say the wind pushes their canoes to the sea in the morning and back to land later.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the wind changes direction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fishermen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Early in the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brings them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 breeze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fishermen use the land breeze at night and the sea breeze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winds that blow over small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wind by day and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By day, does the wind blow from the sea or from the land? And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Day: from the sea (sea breeze). Night: from the land (land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fishermen leave early in the morning?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pushes the canoes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winds in a valley by day and by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up the slopes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valley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Local Winds. The main local winds are the following. On this slide we have Sea breeze and Land breeze.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Local Winds. On this slide we have Valley breeze and Mountain breeze.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sea breeze blow by 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land heats faster than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blows down the slopes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mountain breeze.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land; number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temperature of Garoua with that of Ngaoundéré (ask an adult who has travelled there). Write one sentence to say which town is cooler and one possible reason.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Factors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monsoon, mountain and valley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local winds; types of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Pressure Belts and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sea, the wind blows from the sea by day (sea breeze) and from the land at night (land breeze). In the mountains, it blows up the slopes by day and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local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mountain and valley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are zones of high or low pressure around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Planetary winds blow from high to low pressure, like the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the wind pushes their canoes to the sea in the morning and back to land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wind changes direction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them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land breeze at night and the sea breeze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wind by day and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 And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from the sea (sea breeze). Night: from the land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 canoes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MOUNTAIN AND VALLEY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ountain_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Winds in a valley by day and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MOUNTAIN AND VALLEY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MOUNTAIN AND VALLEY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Local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local winds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than the sea, so cool air blows from the sea to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sea is warmer than the land, so air blows from the land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Local Winds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warm air rises up the mountain slopes from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air flows down the slopes into the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Local Winds</a:t>
            </a:r>
            <a:endParaRPr lang="en-US" sz="3600" dirty="0"/>
          </a:p>
        </p:txBody>
      </p:sp>
      <p:pic>
        <p:nvPicPr>
          <p:cNvPr id="4" name="Image 0" descr="/home/claude/f4/img/v2/seabreeze_da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sea breeze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temperature of Garoua with that of Ngaoundéré (ask an adult who has travelled there). Write one sentence to say which town is cooler and one possible reason.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sea and the land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situation of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Mandara Mountains near Mokolo.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2026-09-27T13:44:44Z</dcterms:created>
  <dcterms:modified xsi:type="dcterms:W3CDTF">2026-09-27T13:44:44Z</dcterms:modified>
</cp:coreProperties>
</file>