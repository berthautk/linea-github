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Action of Rivers on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running water, long profile of a river. At the end, you should be able to do this: learners are able to describe how a river such as the Benue changes from its source to its mouth, and to explain how running water wears away its bed and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Impact of Weathering on the Environment. The question was: Watch the Benue or a stream near your home. Write how fast the water flows, what it carries, and whether it is wide or narrow.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the Benue flows slowly and is wide in the dry season; in the rainy season it flows fast, is brown with mud and carries branches and sand.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long profile of a river. Number 2: draw and describe the long profile with its three courses. Number 3: explain the four mechanisms of river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Running water is the most important agent of denudation. Erosion is the wearing away of rocks by a moving agent. Weathering prepares the material that rivers carry.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begins on the Adamawa Plateau and flows into Nigeria. Near its source the water is fast, but in Garoua it is wide and slow and carries a lot of brown mud in the rainy season. Aminatou asks: "Why does the river change along its way, and how does it wear away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a river changes from its source to its mouth, or how it wears away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Benue begin?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brown colour of the water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carries a lot of mud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from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work of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river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Where is it almost flat?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its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how a river erodes.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stones when they hit each other in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become smaller and rounder: this is attrition.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mud carried by this river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soil and rock worn away from its bed, its banks and its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of a river and 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Mouth and Load.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the Long Profile. The long profile of a river has three courses. Copy the point on The upper course on the left, then draw the diagram on the right: the long profile of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Long Profile. On this slide we have The middle course and The lower course.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Long Profile. On this slide we have Shape.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Mechanisms of River Erosion. Rivers erode their bed and banks by the following mechanisms. Copy the point on Hydraulic action on the left, then draw the diagram on the right: mechanisms of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Mechanisms of River Erosion. On this slide we have Abrasion (corrasion), Attrition and Solution (corrosion).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courses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middle and lower course.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attrition?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stones hit each other and become smaller.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load; number 3, abrasion.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 photo or a video of the Vina Falls or the Tello Falls near Ngaoundéré, or of the Kola Gorges near Guider. Describe the river and its valley in three sentences.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The Upper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ACTION OF RIVERS ON THE LANDSCAPE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Action of Rivers on the Landscape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Action of Rivers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Running water, long profile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of a river: definition and illustration; mechanisms of river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Impact of Weathering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Benue or a stream near your home. Write how fast the water flows, what it carries, and whether it is wide or narrow.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the Benue flows slowly and is wide in the dry season; in the rainy season it flows fast, is brown with mud and carries branches and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describe the long profile with its three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mechanisms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Running water is the most important agent of denudation.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Erosion is the wearing away of rocks by a moving agent.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prepares the material that rivers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begins on the Adamawa Plateau and flows into Nigeria. Near its source the water is fast, but in Garoua it is wide and slow and carries a lot of brown mud in the rainy season. Aminatou asks: "Why does the river change along its way, and how does it wear away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a river changes from its source to its mouth, or how it wears away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brown colour of the water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a lot of mud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from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work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river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its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it almost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 river erodes.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stones when they hit each other in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smaller and rounder: this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mud carried by this river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soil and rock worn away from its bed, its banks and its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of a river: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slope of a river from its source to its mouth, seen from the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ends in a sea, a lake or another river.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material carried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long profile of a river has three courses: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upper course: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slope is steep, the water is fast, and the river cuts down.</a:t>
            </a:r>
            <a:endParaRPr lang="en-US" sz="3600" dirty="0"/>
          </a:p>
        </p:txBody>
      </p:sp>
      <p:pic>
        <p:nvPicPr>
          <p:cNvPr id="5" name="Image 0" descr="/home/claude/f4/img/v2/long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long profile of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gentle, the valley widens, and the river cuts sideways.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almost flat, the water is slow, and the river drops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 is a concave curve, steep at the source and gentle towards the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Rivers erode their bed and banks by the following mechanisms: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force of the moving water breaks and removes rock and soil from the bed and banks.</a:t>
            </a:r>
            <a:endParaRPr lang="en-US" sz="3600" dirty="0"/>
          </a:p>
        </p:txBody>
      </p:sp>
      <p:pic>
        <p:nvPicPr>
          <p:cNvPr id="5" name="Image 0" descr="/home/claude/f4/img/v2/river_eros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mechanisms of river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scrape and wear the bed and the 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hit one another and become smaller and rounder.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middle and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hit each other and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place where a river begins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material carried by a river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Stones scraping the river bed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photo or a video of the Vina Falls or the Tello Falls near Ngaoundéré, or of the Kola Gorges near Guider. Describe the river and its valley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rivière / 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 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 en long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berge / la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Action of Rivers on the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Draw and describe the long profile with its three courses. Explain the four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 of the Long Profile;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 photo or a video of the Vina Falls or the Tello Falls near Ngaoundéré, or of the Kola Gorges near Guider. Describe the river and its valley in three sentences.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curve going down from left to right.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rub two stones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2026-09-28T17:13:23Z</dcterms:created>
  <dcterms:modified xsi:type="dcterms:W3CDTF">2026-09-28T17:13:23Z</dcterms:modified>
</cp:coreProperties>
</file>