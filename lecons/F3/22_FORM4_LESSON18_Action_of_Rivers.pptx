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Action of Rivers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running water, long profile of a river. At the end, you should be able to do this: learners are able to describe how a river such as the Benue changes from its source to its mouth, and to explain how running water wears away its bed and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Impact of Weathering on the Environment.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middle and lower courses.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long profile of a river. Number 2: draw and describe the long profile with its three courses. Number 3: explain the four mechanisms of river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Running water is the most important agent of denudation. Erosion is the wearing away of rocks by a moving agent. Weathering prepares the material that rivers carry.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begins on the Adamawa Plateau and flows into Nigeria. Near its source the water is fast, but in Garoua it is wide and slow and carries a lot of brown mud in the rainy season. Aminatou asks: "Why does the river change along its way, and how does it wear away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a river changes from its source to its mouth, or how it wears away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begin?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brown colour of the water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carries a lot of mud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from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river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almost flat?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 river erodes.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stones when they hit each other in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become smaller and rounder: this is attrition.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mud carried by this river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soil and rock worn away from its bed, its banks and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of a river and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Mouth and Load.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the Long Profile. The three courses and the shape of the long profile are the following. Copy the point on The upper course on the left, then draw the diagram on the right: the long profile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The middle course and The lower course.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Mechanisms of River Erosion. Rivers erode their bed and banks by the following mechanisms. Copy the point on Hydraulic action on the left, then draw the diagram on the right: mechanisms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Mechanisms of River Erosion. On this slide we have Abrasion (corrasion),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courses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middle and lower course.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stones hit each other and become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load; number 3, abrasion.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landforms of the upper course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The Upper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ACTION OF RIVERS ON THE LANDSCAPE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Action of Rivers on the Landscape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Action of Rivers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Running water, long profile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of a river: definition and illustration; mechanisms of river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Impact of Weathering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describe the long profile with its three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mechanisms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most important agent of denudation.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is the wearing away of rocks by a moving agent.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prepares the material that rivers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begins on the Adamawa Plateau and flows into Nigeria. Near its source the water is fast, but in Garoua it is wide and slow and carries a lot of brown mud in the rainy season. Aminatou asks: "Why does the river change along its way, and how does it wear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a river changes from its source to its mouth, or how it wears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brown colour of the water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a lot of mud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from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river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almost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 river erodes.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stones when they hit each other in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smaller and rounder: this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mud carried by this river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soil and rock worn away from its bed, its banks and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of a river: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of a river from its source to its mouth, seen from the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ends in a sea, a lake or another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three courses and the shape of the long profile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upper course: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slope is steep, the water is fast, and the river cuts down.</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 the valley widens, and the river cuts sideways.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 the water is slow, and the river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a concave curve, steep at the source and gentle towards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erode their bed and banks by the following mechanisms: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force of the moving water breaks and removes rock and soil from the bed and banks.</a:t>
            </a:r>
            <a:endParaRPr lang="en-US" sz="3600" dirty="0"/>
          </a:p>
        </p:txBody>
      </p:sp>
      <p:pic>
        <p:nvPicPr>
          <p:cNvPr id="5" name="Image 0" descr="/home/claude/f4/img/v2/river_eros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mechanisms of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and wear the bed and the 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hit one another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middle and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place where a river begins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material carried by a river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scraping the river bed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rivière / 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 / 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Action of Rivers on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Draw and describe the long profile with its three courses. Explain the four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 of the Long Profile;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landforms of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curve going down from left to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2026-09-29T03:12:21Z</dcterms:created>
  <dcterms:modified xsi:type="dcterms:W3CDTF">2026-09-29T03:12:21Z</dcterms:modified>
</cp:coreProperties>
</file>