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18: Action of Rivers on the Landscape.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The Work of Rivers on the Landscape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The Work of Rivers on the Landscape and Impacts on Man. The key notions we shall use today are: running water, long profile of a river. At the end, you should be able to do this: learners are able to describe how a river such as the Benue changes from its source to its mouth, and to explain how running water wears away its bed and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2: The Impact of Weathering on the Environment. The question was: Name the three courses of a river.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upper, middle and lower courses.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long profile of a river. Number 2: draw and describe the long profile with its three courses. Number 3: explain the four mechanisms of river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Running water is the most important agent of denudation. Erosion is the wearing away of rocks by a moving agent. Weathering prepares the material that rivers carry.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Benue begins on the Adamawa Plateau and flows into Nigeria. Near its source the water is fast, but in Garoua it is wide and slow and carries a lot of brown mud in the rainy season. Aminatou asks: "Why does the river change along its way, and how does it wear away the 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why a river changes from its source to its mouth, or how it wears away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Benue begin?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the brown colour of the water show?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river carries a lot of mud (its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river banks from erosion by planting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work of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long profile of a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river steep?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its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Where is it almost flat?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its mouth.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how a river erodes.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happens to stones when they hit each other in the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become smaller and rounder: this is attrition.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muddy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does the mud carried by this river come from?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the soil and rock worn away from its bed, its banks and its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Long profile of a river and 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Mouth and Load.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of the Long Profile. The three courses and the shape of the long profile are the following. Copy the point on The upper course on the left, then draw the diagram on the right: the long profile of a river.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the Long Profile. On this slide we have The middle course and The lower course.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of the Long Profile. On this slide we have Shape.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Mechanisms of River Erosion. Rivers erode their bed and banks by the following mechanisms. Copy the point on Hydraulic action on the left, then draw the diagram on the right: mechanisms of river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Mechanisms of River Erosion. On this slide we have Abrasion (corrasion), Attrition and Solution (corrosion).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courses of a river.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upper, middle and lower course.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attrition?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stones hit each other and become smaller.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source; number 2, load; number 3, abrasion.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landforms of the upper course of a river.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19: The Upper Course of a River.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18: ACTION OF RIVERS ON THE LANDSCAPE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Action of Rivers on the Landscape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The Work of Rivers on the Landscape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Work of Rivers on the Landscape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18: Action of Rivers on the Landscape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Running water, long profile of a river.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long profile of a river: definition and illustration; mechanisms of river erosion.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how a river such as the Benue changes from its source to its mouth, and to explain how running water wears away its bed and banks.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2: The Impact of Weathering on the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upper, middle and lower courses.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long profile of a river.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describe the long profile with its three courses.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four mechanisms of river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Running water is the most important agent of denudation.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Erosion is the wearing away of rocks by a moving agent.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prepares the material that rivers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begins on the Adamawa Plateau and flows into Nigeria. Near its source the water is fast, but in Garoua it is wide and slow and carries a lot of brown mud in the rainy season. Aminatou asks: "Why does the river change along its way, and how does it wear away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why a river changes from its source to its mouth, or how it wears away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Benue begin?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brown colour of the water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carries a lot of mud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river banks from erosion by planting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work of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ng_profi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long profile of a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river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its source.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it almost flat?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LONG PROFILE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its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iver_eros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How a river erodes.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stones when they hit each other in the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become smaller and rounder: this is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mud carried by this river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MECHANISMS OF RIVER EROSION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soil and rock worn away from its bed, its banks and its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Work of Rivers on the Landscape and Impacts on Man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18: Action of Rivers on the Landscape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profile of a river: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slope of a river from its source to its mouth, seen from the side.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place where a river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Mouth: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place where a river ends in a sea, a lake or another river.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Load: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material carried by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 of the Long Profile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three courses and the shape of the long profile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upper course: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slope is steep, the water is fast, and the river cuts down.</a:t>
            </a:r>
            <a:endParaRPr lang="en-US" sz="3600" dirty="0"/>
          </a:p>
        </p:txBody>
      </p:sp>
      <p:pic>
        <p:nvPicPr>
          <p:cNvPr id="5" name="Image 0" descr="/home/claude/f4/img/v2/long_profi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long profile of a river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 of the Long Profile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middle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slope is gentle, the valley widens, and the river cuts sideways.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lower course: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land is almost flat, the water is slow, and the river drops its load.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 of the Long Profile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Shape: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long profile is a concave curve, steep at the source and gentle towards the mouth.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Mechanisms of River Erosion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Rivers erode their bed and banks by the following mechanisms: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Hydraulic action: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force of the moving water breaks and removes rock and soil from the bed and banks.</a:t>
            </a:r>
            <a:endParaRPr lang="en-US" sz="3600" dirty="0"/>
          </a:p>
        </p:txBody>
      </p:sp>
      <p:pic>
        <p:nvPicPr>
          <p:cNvPr id="5" name="Image 0" descr="/home/claude/f4/img/v2/river_erosio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mechanisms of river erosion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Mechanisms of River Erosion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Abrasion (corrasion):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carried by the river scrape and wear the bed and the banks.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Attrition: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carried by the river hit one another and become smaller and rounder.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 (corrosion):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river water dissolves some rocks, such as limestone.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courses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Upper, middle and lower course.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attrition?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Stones hit each other and become smaller.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place where a river begins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material carried by a river is its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Stones scraping the river bed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landforms of the upper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The Upper Course of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rivière / le fleuve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source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L'embouchure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Gradient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Long profile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profil en long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Bank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berge / la rive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18: Action of Rivers on the Landscape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long profile of a river. Draw and describe the long profile with its three courses. Explain the four mechanisms of river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how a river such as the Benue changes from its source to its mouth, and to explain how running water wears away its bed and banks.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Illustration of the Long Profile; Mechanisms of River Erosion.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landforms of the upper course of a river.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curve going down from left to right.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rub two stones together.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Benue in the rainy season.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2026-09-28T21:32:37Z</dcterms:created>
  <dcterms:modified xsi:type="dcterms:W3CDTF">2026-09-28T21:32:37Z</dcterms:modified>
</cp:coreProperties>
</file>