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igneous rock, sedimentary rock, metamorphic rock. At the end, you should be able to do this: learners are able to recognise the main types of rocks around them and to choose suitable rocks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Internal Structure of the Earth. The question was: Collect three different stones or building materials (for example a piece of granite, a sandstone block and a piece of marble or tile). Write where you found each one.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granite from a hill or a quarry; a sandstone block from a building site; marble tiles from a shop. Each should be named with where it was found.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rock. Number 2: classify rocks according to their origin. Number 3: give the characteristics and examples of each type of rock. Number 4: draw the rock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the solid outer layer of the Earth. The mantle is very hot rock that flows slowly. Magma is molten rock under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a new mosque is built on hard grey stones with small crystals. Some walls are made of blocks with thin layers. Kadidja wonders why the stones are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Kadidja does not know why rocks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two kinds of stones.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Hard grey stones with crystals, and stones with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rocks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 way they were formed: igneous, sedimentary, metamorphic.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rocks around us and use them wisely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rocks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big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Granite has crystals.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magma cooled and became hard. It is an igneous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rock with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rock has layers.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Layers of sand and mud were pressed together. It is a sedimentary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block of marble in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Marble was limestone. What changed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Great heat and pressure. It is a metamorphic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Rock and Magma.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Rocks. Rocks are classified according to their origin as follows. On this slide we have Igneous rocks.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Rocks. On this slide we have Sedimentary rocks and Metamorphic rocks.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Rocks. On this slide we have Fossils.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Cycle. The rock cycle is explained as follows. On this slide we have Rock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igneous rocks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magma or lava cools and becomes hard.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metamorphic rock.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marble (or slate, gneiss).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igneous; number 2, sedimentary; number 3, metamorphic.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world. Cut out, or trace, Africa and South America and try to fit their coasts together. Write what you notice.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Theories of the Earth's Structure: Continental Drift.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ROCKS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Rocks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Rocks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Igneous rock, sedimentary rock, metamorphic 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 according to origin (igneous, sedimentary, metamorphic): characteristics and main examples of each type; the rock cycle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three different stones or building materials (for example a piece of granite, a sandstone block and a piece of marble or tile). Write where you found each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granite from a hill or a quarry; a sandstone block from a building site; marble tiles from a shop. Each should be named with where it was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rocks according to their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 of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the solid outer layer of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is molten rock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a new mosque is built on hard grey stones with small crystals. Some walls are made of blocks with thin layers. Kadidja wonders why the stones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Kadidja does not know why rocks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two kinds of stones.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grey stones with crystals, and stones with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rocks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 way they were formed: igneous, sedimentary, metamorphic.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rocks around us and use them wisely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rocks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IGNEOUS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Big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has crystals.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magma cooled and became hard. It is an igneous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SEDIMENTARY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andsto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with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rock has layers.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sand and mud were pressed together. It is a sedimentary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METAMORPHIC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block of marble in 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was limestone. What changed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Great heat and pressure. It is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hard, natural material that makes up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found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Rocks are classified according to their origin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Igneous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formed when magma or lava cools and hardens, like granite and 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Sedimentary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formed from layers of sediments pressed together, like sandstone and limestone.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Metamorphic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formed when other rocks are changed by heat and pressure, like marble and slate.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marks of old plants or animals, and they are found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rock cycle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by which one type of rock slowly changes into another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igneous rocks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becomes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(or slate,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is an ______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formed from layers are ______ rocks.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and pressure make ______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Cut out, or trace, Africa and South America and try to fit their coasts together. Write what you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Metamorphic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métamorphique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 la strate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Rocks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rock. Classify rocks according to their origin. Give the characteristics and examples of each type of rock. Draw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Rocks;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world. Cut out, or trace, Africa and South America and try to fit their coasts together. Write what you notice.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granite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layers in a cut road bank.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marble tile.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2026-09-27T16:07:14Z</dcterms:created>
  <dcterms:modified xsi:type="dcterms:W3CDTF">2026-09-27T16:07:14Z</dcterms:modified>
</cp:coreProperties>
</file>