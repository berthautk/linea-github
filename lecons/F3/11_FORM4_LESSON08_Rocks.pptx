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Name the three types of rocks.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Igneous, sedimentary and metamorphic rocks.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while some walls are made of blocks with thin layers, and the floor is covered with shiny marble. Kadidja asks: "Why are these stones so different, and how were they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 and how they were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two kinds of stones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blocks with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origin: igneous, sedimentary and metamorphic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slowly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once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Sediments.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Igneous Rocks. The formation, characteristics and examples of igneous rocks are the following. Copy the point on Formation on the left, then draw the diagram on the right: granite, an igneous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Crystals and Hardness.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Intrusive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Extrusive examples on the left, then draw the diagram on the right: basalt.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Sedimentary Rocks. The formation, characteristics and examples of sedimentary rocks are the following. Copy the point on Formation on the left, then draw the diagram on the right: sandstone, a sedimentary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Layers.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in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Mechanically formed examples and Organically and chemically formed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Metamorphic Rocks. The formation, characteristics and examples of metamorphic rocks are the following. Copy the point on Formation on the left, then draw the diagram on the right: marble, a metamorphic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Hardness and Bands.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illustrated as follows. Copy the point on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single continent of long ago.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while some walls are made of blocks with thin layers, and the floor is covered with shiny marble. Kadidja asks: "Why are these stones so different, and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 and how they were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kinds of stones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blocks with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origin: 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slowly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once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Rocks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made of one or more minerals, which forms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pieces of rock, sand, mud and remains of living things laid down by water, wind or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formation, characteristics and examples of igneous rocks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formed when magma or lava cools and hardens.</a:t>
            </a:r>
            <a:endParaRPr lang="en-US" sz="3400" dirty="0"/>
          </a:p>
        </p:txBody>
      </p:sp>
      <p:pic>
        <p:nvPicPr>
          <p:cNvPr id="6"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 an igneous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Crystals: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made of crystals, large when magma cools slowly underground and small when lava cools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have no layers and contain no fossils.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Intrusive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and gabbro cooled inside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Extrusive 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Basalt and pumice cooled on the surface.</a:t>
            </a:r>
            <a:endParaRPr lang="en-US" sz="36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formation, characteristics and examples of sedimentary rocks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from sediments laid down in layers and pressed together over a long time.</a:t>
            </a:r>
            <a:endParaRPr lang="en-US" sz="3200" dirty="0"/>
          </a:p>
        </p:txBody>
      </p:sp>
      <p:pic>
        <p:nvPicPr>
          <p:cNvPr id="6"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 a sedimentary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arranged in layers called strata.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often contain fossils of plants and animals.</a:t>
            </a:r>
            <a:endParaRPr lang="en-US" sz="3600" dirty="0"/>
          </a:p>
        </p:txBody>
      </p:sp>
      <p:pic>
        <p:nvPicPr>
          <p:cNvPr id="6"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 in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Sandstone, clay and conglomerate are made of rock fragments.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Organically and chemically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coal and rock salt come from living things or from chemical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Metamorphic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formation, characteristics and examples of metamorphic rocks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formed when igneous or sedimentary rocks are changed by great heat and pressure.</a:t>
            </a:r>
            <a:endParaRPr lang="en-US" sz="3000" dirty="0"/>
          </a:p>
        </p:txBody>
      </p:sp>
      <p:pic>
        <p:nvPicPr>
          <p:cNvPr id="6"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 a metamorphic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usually harder and more compact than the original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of them show bands or thin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becomes marble, clay becomes slate, sandstone becomes quartzite and granite becomes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slow process by which one type of rock changes into another type.</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Igneous Rocks; Sedimentary Rocks; Metamorphic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single continent of long ago.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(Extrusive examples):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(Fossils): “Marble Skin Fish Fossil” by Bold Frontiers, CC BY 2.0, via Flickr (https://www.flickr.com/photos/82955120@N05/14091612527)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