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igneous rock, sedimentary rock, metamorphic rock. At the end, you should be able to do this: learners are able to recognise the main types of rocks around them and to choose suitable rocks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The Internal Structure of the Earth. The question was: Collect three different stones or building materials (for example a piece of granite, a sandstone block and a piece of marble or tile). Write where you found each one.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granite from a hill or a quarry; a sandstone block from a building site; marble tiles from a shop. Each should be named with where it was found.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a rock. Number 2: classify rocks according to their origin. Number 3: give the characteristics and examples of each type of rock. Number 4: draw the rock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the solid outer layer of the Earth. The mantle is very hot rock that flows slowly. Magma is molten rock under the ground.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a new mosque is built on hard grey stones with small crystals, while some walls are made of blocks with thin layers, and the floor is covered with shiny marble. Kadidja asks: "Why are these stones so different, and how were they formed?"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Kadidja does not know why rocks are different and how they were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two kinds of stones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Hard grey stones with crystals, and blocks with thin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rocks grouped?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their origin: igneous, sedimentary and metamorphic rocks.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rocks around us and use them wisely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rocks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big granite rocks.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Granite has crystals.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magma cooled slowly and became hard: it is an igneous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rock with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This rock has layers.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Layers of sand and mud were pressed together: it is a sedimentary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block of marble in a quarry.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Marble was once limestone. What changed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Great heat and pressure: it is a metamorphic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Rock and Magma.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Sediments.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Igneous Rocks. Igneous rocks have the following characteristics and examples. Copy the point on Formation on the left, then draw the diagram on the right: granite, an igneous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Igneous Rocks. On this slide we have Crystals and Hardness.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Igneous Rocks. On this slide we have Intrusive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Extrusive examples on the left, then draw the diagram on the right: basalt.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Sedimentary Rocks. Sedimentary rocks have the following characteristics and examples. Copy the point on Formation on the left, then draw the diagram on the right: sandstone, a sedimentary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Sedimentary Rocks. On this slide we have Layers.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Fossils on the left, then draw the diagram on the right: a fossil in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Sedimentary Rocks. On this slide we have Mechanically formed examples and Organically and chemically formed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Metamorphic Rocks. Metamorphic rocks have the following characteristics and examples. Copy the point on Formation on the left, then draw the diagram on the right: marble, a metamorphic rock.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Metamorphic Rocks. On this slide we have Hardness and Bands.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Metamorphic Rocks.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Rock Cycle. The rock cycle is illustrated as follows. Copy the point on Rock cycle on the left, then draw the diagram on the right: the rock cycle.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are igneous rocks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when magma or lava cools and becomes hard.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metamorphic rock.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marble (or slate, gneiss).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igneous; number 2, sedimentary; number 3, metamorphic.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the world. Cut out, or trace, Africa and South America and try to fit their coasts together. Write what you notice.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The Theories of the Earth's Structure: Continental Drift.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8: ROCKS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Rocks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Rocks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Igneous rock, sedimentary rock, metamorphic rock.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classification according to origin (igneous, sedimentary, metamorphic): characteristics and main examples of each type; the rock cycle (illustration only).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main types of rocks around them and to choose suitable rocks for building.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The Internal Structure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three different stones or building materials (for example a piece of granite, a sandstone block and a piece of marble or tile). Write where you found each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granite from a hill or a quarry; a sandstone block from a building site; marble tiles from a shop. Each should be named with where it was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rock.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rocks according to their origin.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and examples of each type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the solid outer layer of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 rock that flows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is molten rock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a new mosque is built on hard grey stones with small crystals, while some walls are made of blocks with thin layers, and the floor is covered with shiny marble. Kadidja asks: "Why are these stones so different, and how were they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Kadidja does not know why rocks are different and how they were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two kinds of stones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grey stones with crystals, and blocks with thin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rocks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their origin: igneous, sedimentary and metamorphic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rocks around us and use them wisely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rocks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IGNEOUS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gran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granite rocks.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IGNEOUS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Granite has crystals.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IGNEOUS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magma cooled slowly and became hard: it is an igneous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SEDIMENTARY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andsto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rock with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SEDIMENTARY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rock has layers.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SEDIMENTARY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Layers of sand and mud were pressed together: it is a sedimentary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METAMORPHIC ROCKS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arb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block of marble in a quarry.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METAMORPHIC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Marble was once limestone. What changed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METAMORPHIC ROCKS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Great heat and pressure: it is a metamorphic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Rocks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hard, natural material made of one or more minerals, which forms the crust of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Magma: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melted rock found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Sediments: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small pieces of rock, sand, mud and remains of living things laid down by water, wind or 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Igneous Rocks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Igneous rocks have the following characteristics and examples: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formed when magma or lava cools and hardens.</a:t>
            </a:r>
            <a:endParaRPr lang="en-US" sz="3600" dirty="0"/>
          </a:p>
        </p:txBody>
      </p:sp>
      <p:pic>
        <p:nvPicPr>
          <p:cNvPr id="6" name="Image 0" descr="/home/claude/f4/img/v2/f4_granit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granite, an igneous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Igneous Rocks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Crystals: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made of crystals, large when magma cools slowly underground and small when lava cools quickly.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Hardness: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hard, have no layers and contain no fossils.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Igneous Rocks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Intrusive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Granite and gabbro cooled inside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Igneous Rocks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Extrusive examples: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Basalt and pumice cooled on the surface.</a:t>
            </a:r>
            <a:endParaRPr lang="en-US" sz="3600" dirty="0"/>
          </a:p>
        </p:txBody>
      </p:sp>
      <p:pic>
        <p:nvPicPr>
          <p:cNvPr id="6" name="Image 0" descr="/home/claude/f4/img/v2/lsa_basalt.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basalt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Sedimentary Rocks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Sedimentary rocks have the following characteristics and examples: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formed from sediments laid down in layers and pressed together over a long time.</a:t>
            </a:r>
            <a:endParaRPr lang="en-US" sz="3200" dirty="0"/>
          </a:p>
        </p:txBody>
      </p:sp>
      <p:pic>
        <p:nvPicPr>
          <p:cNvPr id="6" name="Image 0" descr="/home/claude/f4/img/v2/f4_sandston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sandstone, a sedimentary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Sedimentary Rocks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Layers: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arranged in layers called strata.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Sedimentary Rocks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Fossils: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often contain fossils of plants and animals.</a:t>
            </a:r>
            <a:endParaRPr lang="en-US" sz="3600" dirty="0"/>
          </a:p>
        </p:txBody>
      </p:sp>
      <p:pic>
        <p:nvPicPr>
          <p:cNvPr id="6" name="Image 0" descr="/home/claude/f4/img/v2/f4_fossil.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fossil in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Sedimentary Rocks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Mechanically formed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Sandstone, clay and conglomerate are made of rock fragments.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Organically and chemically formed 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Limestone, coal and rock salt come from living things or from chemical deposits.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Metamorphic Rocks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Metamorphic rocks have the following characteristics and examples: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formed when igneous or sedimentary rocks are changed by great heat and pressure.</a:t>
            </a:r>
            <a:endParaRPr lang="en-US" sz="3200" dirty="0"/>
          </a:p>
        </p:txBody>
      </p:sp>
      <p:pic>
        <p:nvPicPr>
          <p:cNvPr id="6" name="Image 0" descr="/home/claude/f4/img/v2/f4_marbl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marble, a metamorphic rock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Metamorphic Rocks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Hardness: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usually harder and more compact than the original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of them show bands or thin sheets.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Rocks according to Origin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Metamorphic Rocks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Limestone becomes marble, clay becomes slate, sandstone becomes quartzite and granite becomes gneiss.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Rock Cycle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rock cycle is illustrated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Rock cycle: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slow process by which one type of rock changes into another type.</a:t>
            </a:r>
            <a:endParaRPr lang="en-US" sz="3600" dirty="0"/>
          </a:p>
        </p:txBody>
      </p:sp>
      <p:pic>
        <p:nvPicPr>
          <p:cNvPr id="5" name="Image 0" descr="/home/claude/f4/img/v2/rock_cycl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rock cycle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igneous rocks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magma or lava cools and becomes hard.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metamorphic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Marble (or slate, gneiss).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Granite is an ______ rock.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Rocks formed from layers are ______ rocks.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and pressure make ______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Cut out, or trace, Africa and South America and try to fit their coasts together. Write what you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Theories of the Earth's Structure: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Igneous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magmatique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Sedimentary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sédimentaire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Metamorphic 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métamorphique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 la strate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 cycle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cycle des roches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Rocks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rock. Classify rocks according to their origin. Give the characteristics and examples of each type of rock. Draw the rock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main types of rocks around them and to choose suitable rocks for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Igneous Rocks; Sedimentary Rocks; Metamorphic Rocks; The Rock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the world. Cut out, or trace, Africa and South America and try to fit their coasts together. Write what you notice.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granite from the school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layers in a cut road bank.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marble tile.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“Sunset over Pyramid Rock” by Mark Wassell, CC BY-NC-ND 2.0, via Flickr (https://www.flickr.com/photos/61520356@N07/6515411027)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“Grand Canyon: Tapeats Sandstone 0283” by Grand Canyon NPS, CC BY 2.0, via Flickr (https://www.flickr.com/photos/50693818@N08/8238057843)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“Marble quarry, Carrara” by Russell Carman, CC BY-NC-SA 2.0, via Flickr (https://www.flickr.com/photos/11328254@N02/2095886412)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(Extrusive examples): “Snapshot, Daguoye Columnar Basalt, Penghu, Taiwan, 隨拍, 池東大菓葉玄武岩, 大菓葉柱狀” by bryan..., CC BY-SA 2.0, via Flickr (https://www.flickr.com/photos/91049143@N00/52316527525)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(Fossils): “Marble Skin Fish Fossil” by Bold Frontiers, CC BY 2.0, via Flickr (https://www.flickr.com/photos/82955120@N05/14091612527)</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2026-09-28T17:19:50Z</dcterms:created>
  <dcterms:modified xsi:type="dcterms:W3CDTF">2026-09-28T17:19:50Z</dcterms:modified>
</cp:coreProperties>
</file>