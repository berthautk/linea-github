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23: Wave Action in Coastal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Wave Action along the Coast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Wave Action along the Coast and Impacts on Man. The key notions we shall use today are: wave, fetch, swash, backwash, longshore drift. At the end, you should be able to do this: learners are able to explain how waves form and to recognise dangerous waves on a beach, for example at Kribi or Limbe.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22: Man and Floodplain Interactions. The question was: Name the two types of waves.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Constructive waves and destructive waves.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wave and explain its cause. Number 2: explain the factors of the strength of waves. Number 3: distinguish constructive and destructive waves.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erode, transport and deposit. Rivers drop their load where they lose energy. Waves are an agent of denudation along the coast.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windy day, Moussa sees small waves on the Benue. His cousin in Kribi says that the waves of the Atlantic Ocean are much bigger, and that some of them bring sand to the beach while others take it away. Moussa asks: "What makes waves, and why are they not all the same?"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does not know what causes waves and why some build beaches while others destroy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are the waves bigger: on the Benue or on the Atlantic?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the Atlantic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causes most waves?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wind blowing over the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warnings about big waves when swimming or 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waves and their work on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waves on the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causes most waves?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wind blowing over the surface of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a wave breaks on the beach.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we call the water that rushes up the beach?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swash.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do we call the water that flows back?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backwash.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high waves on a beach.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These high waves take sand away from the beach. What type of waves are they?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Destructive waves.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Wave and Swash.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Backwash and Fetch.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Formation of Waves. Waves are formed as follows. Copy the point on Wind friction on the left, then draw the diagram on the right: waves on the sea.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Formation of Waves. On this slide we have Breaking.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Swash and backwash on the left, then draw the diagram on the right: the swash.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the Strength of Waves. The strength of waves depends on the following factors. On this slide we have Wind speed and Duration of the wind.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the Strength of Waves. On this slide we have Length of the fetch and Depth of the sea.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Waves. There are two types of waves. Copy the point on Constructive waves on the left, then draw the diagram on the right: constructive and destructive waves.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Destructive waves on the left, then draw the diagram on the right: high waves.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swash?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water that goes up the beach.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difference between constructive and destructive waves.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constructive waves build the beach; destructive waves destroy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wind; number 2, backwash; number 3, destructive.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erosional features of waves.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24: Main Erosional Processes and Features of Wave Action.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23: WAVE ACTION IN COASTAL AREAS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Wave Action in Coastal Areas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Wave Action along the Coast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Wave Action along the Coast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23: Wave Action in Coastal Areas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Wave, fetch, swash, backwash, longshore drift.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waves; types of waves (constructive and destructive).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waves form and to recognise dangerous waves on a beach, for example at Kribi or Limbe.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22: Man and Floodplain Interactions):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Constructive waves and destructive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wave and explain its cause.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 strength of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constructive and destructive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transport and deposit.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drop their load where they lose energy.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Waves are an agent of denudation along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windy day, Moussa sees small waves on the Benue. His cousin in Kribi says that the waves of the Atlantic Ocean are much bigger, and that some of them bring sand to the beach while others take it away. Moussa asks: "What makes waves, and why are they not all the same?"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does not know what causes waves and why some build beaches while others destroy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waves bigger: on the Benue or on the Atlantic?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most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blowing over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warnings about big waves when swimming or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waves and their work on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wav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Waves on the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most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blowing over the surface of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wash.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wave breaks on the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water that rushes up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swash.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water that flows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backwash.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bigwav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High waves on a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high waves take sand away from the beach. What type of waves are they?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Destructive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Wave Action along the Coast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23: Wave Action in Coastal Areas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up-and-down movement of the surface water of the sea, caused mainly by the wind.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Swash: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water that rushes up the beach after a wave breaks.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Backwash: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water that flows back down the beach to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Fetch: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of open sea over which the wind blows.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Waves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Formation of Waves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Waves are formed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Wind friction: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wind blowing over the sea drags the surface water and makes it rise and fall.</a:t>
            </a:r>
            <a:endParaRPr lang="en-US" sz="3600" dirty="0"/>
          </a:p>
        </p:txBody>
      </p:sp>
      <p:pic>
        <p:nvPicPr>
          <p:cNvPr id="6" name="Image 0" descr="/home/claude/f4/img/v2/f4_waves.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waves on the sea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Waves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Formation of Waves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Breaking: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coast the water becomes shallow, the bottom of the wave slows down, and the top falls forward: the wave breaks.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Waves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Formation of Waves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Swash and backwash: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broken wave rushes up the beach as swash and returns as backwash.</a:t>
            </a:r>
            <a:endParaRPr lang="en-US" sz="3600" dirty="0"/>
          </a:p>
        </p:txBody>
      </p:sp>
      <p:pic>
        <p:nvPicPr>
          <p:cNvPr id="6" name="Image 0" descr="/home/claude/f4/img/v2/swash_up.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swash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Waves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Factors of the Strength of Waves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strength of waves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speed: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stronger wind makes bigger waves.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Duration of the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longer the wind blows, the bigger the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Waves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B) Factors of the Strength of Waves (continued)</a:t>
            </a:r>
            <a:endParaRPr lang="en-US" sz="26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Length of the fetch: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long fetch over the open ocean gives big, powerful waves.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Depth of the sea: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break more strongly on steep coasts with deep water close to the shore.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Waves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There are two types of waves: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Constructive waves: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They are low, gentle waves that break far apart. Their swash is stronger than their backwash, so they build up beaches.</a:t>
            </a:r>
            <a:endParaRPr lang="en-US" sz="3400" dirty="0"/>
          </a:p>
        </p:txBody>
      </p:sp>
      <p:pic>
        <p:nvPicPr>
          <p:cNvPr id="5" name="Image 0" descr="/home/claude/f4/img/v2/waves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constructive and destructive waves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Waves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Destructive waves: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high, steep waves that break close together. Their backwash is stronger than their swash, so they erode beaches.</a:t>
            </a:r>
            <a:endParaRPr lang="en-US" sz="3600" dirty="0"/>
          </a:p>
        </p:txBody>
      </p:sp>
      <p:pic>
        <p:nvPicPr>
          <p:cNvPr id="5" name="Image 0" descr="/home/claude/f4/img/v2/f4_bigwave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high waves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swash?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that goes up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difference between constructive and destructive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Constructive waves build the beach; destructive waves destroy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waves are caused by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going back to the sea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High waves that destroy the beach are ______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erosional features of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Main Erosional Processes and Features of Wave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Swash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jet de rive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Backwash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nappe de retrait / le ressac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Fetch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fetch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23: Wave Action in Coastal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wave and explain its cause. Explain the factors of the strength of waves. Distinguish constructive and destructive waves.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waves form and to recognise dangerous waves on a beach, for example at Kribi or Limbe.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Formation of Waves; Factors of the Strength of Waves; Types of Waves.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erosional features of waves.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blow over a basin of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beach with two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sea at Kribi in the rainy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“Carpinteria Bluffs, California (5)” by Ken Lund, CC BY-SA 2.0, via Flickr (https://www.flickr.com/photos/75683070@N00/4063056130)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“Wave Explosion, Monterey Bay, California” by John William Hammond, CC BY-NC-SA 2.0, via Flickr (https://www.flickr.com/photos/8398907@N02/16328053911)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2026-09-29T03:12:23Z</dcterms:created>
  <dcterms:modified xsi:type="dcterms:W3CDTF">2026-09-29T03:12:23Z</dcterms:modified>
</cp:coreProperties>
</file>