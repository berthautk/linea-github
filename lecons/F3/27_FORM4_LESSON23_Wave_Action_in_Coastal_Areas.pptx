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Wave Action in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wave, fetch, swash, backwash, longshore drift. At the end, you should be able to do this: learners are able to explain how waves form and to recognise dangerous waves on a beach, for example at Kribi or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Man and Floodplain Interactions. The question was: Name the two types of waves.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Constructive waves and destructive waves.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wave and explain its cause. Number 2: explain the factors of the strength of waves. Number 3: distinguish constructive and destructive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Rivers drop their load where they lose energy. Waves are an agent of denudation along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windy day, Moussa sees small waves on the Benue. His cousin in Kribi says that the waves of the Atlantic Ocean are much bigger, and that some of them bring sand to the beach while others take it away. Moussa asks: "What makes waves, and why are they not all the same?"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what causes waves and why some build beaches while others destroy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waves bigger: on the Benue or on the Atlantic?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most waves?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blowing over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about big waves when swimming or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waves and their work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waves on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causes most waves?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 blowing over the surface of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wave breaks on the beach.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the water that rushes up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do we call the water that flows back?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backwash.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high waves on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These high waves take sand away from the beach. What type of waves are they?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Destructive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Wave and Swash.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Backwash and Fetch.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Formation of Waves. Waves are formed as follows. Copy the point on Wind friction on the left, then draw the diagram on the right: waves on the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Formation of Waves. On this slide we have Breaking.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Swash and backwash on the left, then draw the diagram on the right: the swash.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Strength of Waves. The strength of waves depends on the following factors. On this slide we have Wind speed and Duration of the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Strength of Waves. On this slide we have Length of the fetch and Depth of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Waves. There are two types of waves. Copy the point on Constructive waves on the left, then draw the diagram on the right: constructive and destructive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waves on the left, then draw the diagram on the right: high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swash?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water that goes up the beach.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difference between constructive and destructive waves.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constructive waves build the beach; destructive waves destroy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wind; number 2, backwash; number 3, destructive.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erosional features of waves.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Main Erosional Processes and Features of Wave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WAVE ACTION IN COASTAL AREAS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Wave Action in Coastal Areas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Wave Action in Coastal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fetch, swash, backwash,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waves; types of waves (constructive and destructive).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waves form and to recognise dangerous waves on a beach, for example at Kribi or Limbe.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Man and Floodplain Interactions):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waves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wave and explain its cause.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strength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constructive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drop their load where they lose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are an agent of denudation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windy day, Moussa sees small waves on the Benue. His cousin in Kribi says that the waves of the Atlantic Ocean are much bigger, and that some of them bring sand to the beach while others take it away. Moussa asks: "What makes waves, and why are they not all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what causes waves and why some build beaches while others destroy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waves bigger: on the Benue or on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most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about big waves when swimming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waves and their work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Waves on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most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surface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was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wave breaks on the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water that rushes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water that flows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backwash.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waves on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high waves take sand away from the beach. What type of waves are they?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23: Wave Action in Coastal Areas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up-and-down movement of the surface water of the sea, caused mainly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Swash: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that rushes up the beach after a wave breaks.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that flows back down the beach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open sea over which the wind blows.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Formation of Waves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Waves are formed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 friction: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wind blowing over the sea drags the surface water and makes it rise and fall.</a:t>
            </a:r>
            <a:endParaRPr lang="en-US" sz="3600" dirty="0"/>
          </a:p>
        </p:txBody>
      </p:sp>
      <p:pic>
        <p:nvPicPr>
          <p:cNvPr id="6" name="Image 0" descr="/home/claude/f4/img/v2/f4_wave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waves on the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Formation of Waves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coast the water becomes shallow, the bottom of the wave slows down, and the top falls forward: the wave breaks.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Formation of Waves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Swash and backwash: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broken wave rushes up the beach as swash and returns as backwash.</a:t>
            </a:r>
            <a:endParaRPr lang="en-US" sz="3600" dirty="0"/>
          </a:p>
        </p:txBody>
      </p:sp>
      <p:pic>
        <p:nvPicPr>
          <p:cNvPr id="6" name="Image 0" descr="/home/claude/f4/img/v2/swash_up.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swash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the Strength of Waves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strength of waves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stronger wind makes bigger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Duration of the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longer the wind blows, the bigger the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Factors of the Strength of Waves (continued)</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the 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fetch over the open ocean gives big, powerful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Depth of the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break more strongly on steep coasts with deep water close to the shore.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Waves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There are two types of waves: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Constructive waves: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low, gentle waves that break far apart. Their swash is stronger than their backwash, so they build up beaches.</a:t>
            </a:r>
            <a:endParaRPr lang="en-US" sz="3400" dirty="0"/>
          </a:p>
        </p:txBody>
      </p:sp>
      <p:pic>
        <p:nvPicPr>
          <p:cNvPr id="5" name="Image 0" descr="/home/claude/f4/img/v2/waves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constructive and destructive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Waves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Destructive waves: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high, steep waves that break close together. Their backwash is stronger than their swash, so they erode beaches.</a:t>
            </a:r>
            <a:endParaRPr lang="en-US" sz="36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that goes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constructive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waves build the beach; destructive waves destroy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waves are caused by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going back to the sea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 waves that destroy the beach are ______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erosional features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Main Erosional Processes and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jet de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Backwash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de retrait / le ressac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Wave Action in Coastal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wave and explain its cause. Explain the factors of the strength of waves. Distinguish constructive and destructive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waves form and to recognise dangerous waves on a beach, for example at Kribi or Limbe.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Formation of Waves; Factors of the Strength of Waves; Types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erosional features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over a basin of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beach with two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sea at Kribi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“Carpinteria Bluffs, California (5)” by Ken Lund, CC BY-SA 2.0, via Flickr (https://www.flickr.com/photos/75683070@N00/4063056130)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2026-09-28T21:32:38Z</dcterms:created>
  <dcterms:modified xsi:type="dcterms:W3CDTF">2026-09-28T21:32:38Z</dcterms:modified>
</cp:coreProperties>
</file>