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The Upper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v-shaped valley, waterfalls, rapids, cataracts, potholes. At the end, you should be able to do this: learners are able to recognise the landforms of the upper course, such as waterfalls and gorges, and to explain their value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Action of Rivers on the Landscape. The question was: Find a photo or a video of the Vina Falls or the Tello Falls near Ngaoundéré, or of the Kola Gorges near Guider. Describe the river and its valley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Vina Falls the river falls over a hard rock step into a deep pool. The valley is narrow with steep sides, and the water is fast and noisy.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upper course. Number 2: explain the formation of the landforms of the upper course. Number 3: give examples of these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long profile is steep near the source. Vertical erosion is dominant in the upper course.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Ngaoundéré, the Vina River falls over a cliff of hard rock. The water is fast and noisy, and the valley sides are steep. Bouba compares it with the slow Benue at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 does not know why the river is so different in two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Vina near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noisy, with a waterfall and steep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course of the river is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waterfalls of our region for tourism and energy while respecting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cross-section of a valley in the upper course.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this valley?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 shape. The river cuts down into its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hard rock onto soft rock that wears away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waterfall moves back and makes a gorge.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waterfall over many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moves back and leaves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Upper Course. The upper course has the following characteristics. On this slide we have Slope and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Upper Course. On this slide we have Main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Upper Course. The upper course has the following landforms. On this slide we have V-shaped valley and Interlocking spurs.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Waterfall, Gorge and Rapids and potholes.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formation of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a river in its upper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cuts down (vertical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gorge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waterfall moves back and leaves a deep, narrow valley.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 number 2, waterfall; number 3,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Stand on the Benue Bridge in Garoua or look at a photo of it. Draw the river and its bends, and mark where the water seems fastest.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The Middle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THE UPPER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Upper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The Upper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V-shaped valley, waterfalls, rapids, cataracts, potholes.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upper course; landforms of the upper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Action of Rivers on the Landscape):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Vina Falls the river falls over a hard rock step into a deep pool. The valley is narrow with steep sides, and the water is 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upper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is steep near the source.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Vertical erosion is dominant in the upper course.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the Vina River falls over a cliff of hard rock. The water is fast and noisy, and the valley sides are steep. Bouba compares it with the slow Benue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 does not know why the river is so different in two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Vina near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noisy, with a waterfall and steep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course of the river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waterfalls of our region for tourism and energy while respecting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V-SHAPED VALLEY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cross-section of a valley in the upper course.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V-SHAPED VALLEY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this valley?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V-SHAPED VALLEY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 shape. The river cuts down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WATERFALL AND GORGE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WATERFALL AND GORGE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WATERFALL AND GORGE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hard rock onto soft rock that wears away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WATERFALL AND GORGE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fal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waterfall moves back and makes a gorge.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WATERFALL AND GORGE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waterfall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WATERFALL AND GORGE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back and leaves a gorge.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Upper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steep because the river is near its source in the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flows fast and is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by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V-shaped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narrow valley with steep sides.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hills around which the river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a river falls over a band of hard rock lying on soft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deep, narrow valley formed as a waterfall moves back.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where fast water flows over and swirls on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pic>
        <p:nvPicPr>
          <p:cNvPr id="4" name="Image 0" descr="/home/claude/f4/img/v2/waterfall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formation of 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a river in its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cuts down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gorge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waterfall moves back and leaves a deep, narrow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upper course, the valley is ______-shaped.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falling over a cliff forms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 valley below a waterfall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 / la cascade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marmite de géant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V-shaped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en V</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Plunge pool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de plongée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dure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upper course. Explain the formation of the landforms of the upper course. Give examples of these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the Upper Course; Landforms of the Upper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Stand on the Benue Bridge in Garoua or look at a photo of it. Draw the river and its bends, and mark where the water seems fastest.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Vina Falls near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hard rock on top of soft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2026-09-27T13:44:41Z</dcterms:created>
  <dcterms:modified xsi:type="dcterms:W3CDTF">2026-09-27T13:44:41Z</dcterms:modified>
</cp:coreProperties>
</file>