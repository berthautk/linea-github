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The Upper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v-shaped valley, waterfalls, rapids, cataracts, potholes. At the end, you should be able to do this: learners are able to recognise the landforms of the upper course, such as waterfalls and gorges, and to explain their value and dangers.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Action of Rivers on the Landscape. The question was: Find a photo or a video of the Vina Falls or the Tello Falls near Ngaoundéré, or of the Kola Gorges near Guider. Describe the river and its valley in three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at the Vina Falls the river falls over a hard rock step into a deep pool. The valley is narrow with steep sides, and the water is fast and noisy.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upper course. Number 2: explain the formation of the landforms of the upper course. Number 3: give examples of these landforms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long profile is steep near the source. Vertical erosion is dominant in the upper course. Rivers erode by hydraulic action, abrasion, attrition and solution.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Ngaoundéré, the Vina River falls over a cliff of hard rock. The water is fast and noisy, and the valley sides are steep, while the Benue at Garoua is wide and slow. Bouba asks: "Why is the valley so different near the source, and how did this waterfall form?"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Bouba does not know why the upper course of a river looks so different and how waterfalls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water of the Vina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Fast and noisy.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Describe the valley sides.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waterfalls of our region for tourism and energy while respecting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upper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valley in the upper course.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shape of this valley?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does it have this shape?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cuts down into its 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waterfall.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 waterfall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flows from hard rock onto soft rock that is worn away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waterfall moves back.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the waterfall leave behind as it moves back over many years?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Upper course and Vertical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Characteristics and Processes of the Upper Course. The upper course has the following characteristics and processes. On this slide we have Steep slope and Fast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Characteristics and Processes of the Upper Course. On this slide we have Big load and Vertical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Upper Course. The upper course has the following landforms. Copy the point on V-shaped valley on the left, then draw the diagram on the right: a V-shaped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Interlocking spurs on the left, then draw the diagram on the right: interlocking spurs.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Waterfall on the left, then draw the diagram on the right: formation of a waterfall.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Upper Course. On this slide we have Gorge and Rapids (cataracts).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Upper Course. On this slide we have Potholes.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main work of a river in its upper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cuts down (vertical erosion).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does a gorge form?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waterfall moves back and leaves a deep, narrow valley.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 number 2, waterfall; number 3, gorge.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Stand on the Benue Bridge in Garoua or look at a photo of it. Draw the river and its bends, and mark where the water seems fastest.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The Middle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19: THE UPPER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Upper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The Upper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V-shaped valley, waterfalls, rapids, cataracts, potholes.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upper course; landforms of the upper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of the upper course, such as waterfalls and gorges, and to explain their value and dangers.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Action of Rivers on the Landscape):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photo or a video of the Vina Falls or the Tello Falls near Ngaoundéré, or of the Kola Gorges near Guider. Describe the river and its valley in three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at the Vina Falls the river falls over a hard rock step into a deep pool. The valley is narrow with steep sides, and the water is fast and noisy.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upper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the landforms of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landforms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long profile is steep near the source.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Vertical erosion is dominant in the upper course.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by hydraulic action, abrasion, attrition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Ngaoundéré, the Vina River falls over a cliff of hard rock. The water is fast and noisy, and the valley sides are steep, while the Benue at Garoua is wide and slow. Bouba asks: "Why is the valley so different near the source, and how did this waterfall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Bouba does not know why the upper course of a river looks so different and how waterfalls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water of the Vina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and noisy.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valley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waterfalls of our region for tourism and energy while respecting safety.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vvall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valley in the upper course.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this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have this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down into its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aterf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waterfall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flows from hard rock onto soft rock that is worn away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terfal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waterfall moves back.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waterfall leave behind as it moves back over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The Upper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Upper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a river near its source, in the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downward cutting of a river into its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Upper Course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upper course has the following characteristics and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Steep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is near its source in the highlands, so its slope is steep.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flows fast and is noisy, but the channel is narrow and shallow.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Upper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Big 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carries large stones and boulders, mainly rolled along its bed.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down into its bed by hydraulic action and abrasion.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upper course has the following landforms: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V-shaped valley: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river cuts down while weathering wears back the sides, giving a narrow, steep-sided valley.</a:t>
            </a:r>
            <a:endParaRPr lang="en-US" sz="3400" dirty="0"/>
          </a:p>
        </p:txBody>
      </p:sp>
      <p:pic>
        <p:nvPicPr>
          <p:cNvPr id="5" name="Image 0" descr="/home/claude/f4/img/v2/vvalle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V-shaped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Interlocking spurs: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ridges of hard rock around which the river winds.</a:t>
            </a:r>
            <a:endParaRPr lang="en-US" sz="3600" dirty="0"/>
          </a:p>
        </p:txBody>
      </p:sp>
      <p:pic>
        <p:nvPicPr>
          <p:cNvPr id="5" name="Image 0" descr="/home/claude/f4/img/interlocking_spurs.png">    </p:cNvPr>
          <p:cNvPicPr>
            <a:picLocks noChangeAspect="1"/>
          </p:cNvPicPr>
          <p:nvPr/>
        </p:nvPicPr>
        <p:blipFill>
          <a:blip r:embed="rId1"/>
          <a:stretch>
            <a:fillRect/>
          </a:stretch>
        </p:blipFill>
        <p:spPr>
          <a:xfrm>
            <a:off x="5349240" y="1904679"/>
            <a:ext cx="6659575" cy="402705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interlocking spurs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Waterfall: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where a river falls over a band of hard rock lying on soft rock, as at the Vina and Tello Falls.</a:t>
            </a:r>
            <a:endParaRPr lang="en-US" sz="3600" dirty="0"/>
          </a:p>
        </p:txBody>
      </p:sp>
      <p:pic>
        <p:nvPicPr>
          <p:cNvPr id="5" name="Image 0" descr="/home/claude/f4/img/v2/waterfall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formation of a waterfall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deep, narrow, steep-sided valley left as a waterfall moves back, as at the Kola Gorges near Guider.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Rapids (cataracts):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stretches of fast, rough water where hard and soft rocks alternate on the river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Potholes: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round holes drilled in the river bed by stones swirled by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a river in its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cuts down (vertical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gorge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waterfall moves back and leaves a deep, narrow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upper course, the valley is ______-shaped.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river falling over a cliff forms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deep valley below a waterfall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Stand on the Benue Bridge in Garoua or look at a photo of it. Draw the river and its bends, and mark where the water seems fastest.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The Middle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 / la cascade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gorge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Rapids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rapides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Pothole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marmite de géant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L'éperon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V-shaped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en V</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Plunge pool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fosse de plongée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Hard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dure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The Upper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upper course. Explain the formation of the landforms of the upper course. Give examples of these landforms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of the upper course, such as waterfalls and gorges, and to explain their value and dangers.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Characteristics and Processes of the Upper Course; Landforms of the Upper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Stand on the Benue Bridge in Garoua or look at a photo of it. Draw the river and its bends, and mark where the water seems fastest.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V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Vina or Tello Falls.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waterfall at three dates.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“Ekom-Nkam waterfall” by jbdodane, CC BY-NC 2.0, via Flickr (https://www.flickr.com/photos/27998473@N02/11291226526)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2026-09-28T17:13:23Z</dcterms:created>
  <dcterms:modified xsi:type="dcterms:W3CDTF">2026-09-28T17:13:23Z</dcterms:modified>
</cp:coreProperties>
</file>