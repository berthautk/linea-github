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1: Calculation of the Demographic Indices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It belongs to Module 1: Man in his Environment.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The World's Population. The key notions we shall use today are: birth rate, death rate, natural growth rate. At the end, you should be able to do this: learners are able to calculate the birth rate, death rate and natural growth rate of a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 A Rapid Growth of the World's Population. The question was: Write the formula of the birth rate.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Birth rate = (births ÷ population) × 1,000, in ‰.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birth rate, death rate and natural growth rate. Number 2: calculate these rates from data. Number 3: interpret the results for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Births minus deaths gives natural growth. The population of Cameroon is about 28 million. A rate compares a number with the whole population.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one year, a town of 100,000 people records 3,500 births and 900 deaths. The Mayor asks the class: "How can you tell me, with numbers, how fast our town is growing?"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Mayor does not know how to measure the growth of the town with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data do we have?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population, the births and the deaths.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must we calculate?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birth rate, the death rate and the natural growth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always show the formula, the working and the unit in calculations.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measure how fast a population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newborn baby.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do we compare the births of a big town and a small town fairly?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We count the births for every 1,000 people: this is the birth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calculating indices.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A town of 100,000 people has 3,500 births. Calculate the birth rate.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(3,500 ÷ 100,000) × 1,000 = 35 ‰.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calculating indices.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same town has 900 deaths. Calculate the death rate.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(900 ÷ 100,000) × 1,000 = 9 ‰.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natural increase.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Calculate the natural growth rate in per cent.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(35 − 9) ÷ 10 = 2.6 %.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birth and death rates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rate has fallen faster in Cameroon: the birth rate or the death rate?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death rate, so the population grows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Birth rate and Death rate.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Natural growth rate.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Formulas. The demographic indices are calculated with the following formulas. Copy the point on Birth rate on the left, then draw the diagram on the right: formulas and example.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Formulas. On this slide we have Death rate and Natural growth rate.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Worked Example. For a town of 100,000 people with 3,500 births and 900 deaths. On this slide we have Birth rate and Death rate.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Worked Example. On this slide we have Natural growth rate.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Case of Cameroon. The indices of Cameroon are the following (approximate). Copy the point on Birth rate on the left, then draw the diagram on the right: birth and death rates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Case of Cameroon. On this slide we have Death rate and Natural growth rate.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A population of 50,000 has 2,000 births. Find the birth rate.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(2,000 ÷ 50,000) × 1,000 = 40 ‰.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Birth rate 38 ‰, death rate 10 ‰. Find the natural growth rate.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(38 − 10) ÷ 10 = 2.8 %.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thousand (‰); number 2, per cent (%); number 3,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Write the formula of population density.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The Uneven Distribution of the World's Population.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PRACTICAL WORK 1: CALCULATION OF THE DEMOGRAPHIC INDICES OF CAMEROON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Calculation of the Demographic Indices of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Man in his Environment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World's Population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1: Calculation of the Demographic Indices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Birth rate, death rate, natural growth rate.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Theoretical basis: recall of the definitions of birth rate, death rate and natural growth rate. Practical exercise: calculation of the indices (birth rate, death rate and natural increase) with concrete data.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the birth rate, death rate and natural growth rate of a population.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 A Rapid Growth of the World's Population):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the formula of the birth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Birth rate = (births ÷ population) × 1,000, in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birth rate, death rate and natural growth rate.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these rates from data.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Interpret the results for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Births minus deaths gives natural growth.</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population of Cameroon is about 28 million.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rate compares a number with the whole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one year, a town of 100,000 people records 3,500 births and 900 deaths. The Mayor asks the class: "How can you tell me, with numbers, how fast our town is growing?"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Mayor does not know how to measure the growth of the town with numbers.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data do we have?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population, the births and the deaths.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must we calculate?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birth rate, the death rate and the natural growth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Always show the formula, the working and the unit in calculations.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measure how fast a population grows.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THEORETICAL BASIS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newbor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newborn baby.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THEORETICAL BASIS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we compare the births of a big town and a small town fairly?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THEORETICAL BASIS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count the births for every 1,000 people: this is the birth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BIRTH RATE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w_indic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Calculating indices.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BIRTH RATE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town of 100,000 people has 3,500 births. Calculate the birth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BIRTH RATE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(3,500 ÷ 100,000) × 1,000 = 35 ‰.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DEATH RATE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pw_indic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Calculating indices.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DEATH RATE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same town has 900 deaths. Calculate the death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DEATH RATE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(900 ÷ 100,000) × 1,000 = 9 ‰.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NATURAL GROWTH RATE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pw_indic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Natural increase.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NATURAL GROWTH RATE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natural growth rate in per cent.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NATURAL GROWTH RATE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(35 − 9) ÷ 10 = 2.6 %.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CAMEROON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cmr_rate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Birth and death rates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rate has fallen faster in Cameroon: the birth rate or the death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death rate, so the population grows quickly.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 in his Environment</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 World's Population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Practical Work 1: Calculation of the Demographic Indices of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Birth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number of births per 1,000 people in one year.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Death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number of deaths per 1,000 people in one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growth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difference between the birth rate and the death rate, given in per cent.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Formulas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demographic indices are calculated with the following formulas: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Birth rate: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Birth rate = (births ÷ population) × 1,000, in ‰.</a:t>
            </a:r>
            <a:endParaRPr lang="en-US" sz="3600" dirty="0"/>
          </a:p>
        </p:txBody>
      </p:sp>
      <p:pic>
        <p:nvPicPr>
          <p:cNvPr id="5" name="Image 0" descr="/home/claude/f4/img/v2/pw_indice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formulas and example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Formulas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Death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Death rate = (deaths ÷ population) × 1,000, in ‰.</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growth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Natural growth rate = (birth rate − death rate) ÷ 10, in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Worked Example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For a town of 100,000 people with 3,500 births and 900 deaths: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Birth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(3,500 ÷ 100,000) × 1,000 = 35 ‰.</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Death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(900 ÷ 100,000) × 1,000 = 9 ‰.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Worked Example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growth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(35 − 9) ÷ 10 = 2.6 % per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Case of Cameroon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indices of Cameroon are the following (approximate):</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Birth rate: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about 35 ‰.</a:t>
            </a:r>
            <a:endParaRPr lang="en-US" sz="3600" dirty="0"/>
          </a:p>
        </p:txBody>
      </p:sp>
      <p:pic>
        <p:nvPicPr>
          <p:cNvPr id="5" name="Image 0" descr="/home/claude/f4/img/v2/cmr_rates_big.png">    </p:cNvPr>
          <p:cNvPicPr>
            <a:picLocks noChangeAspect="1"/>
          </p:cNvPicPr>
          <p:nvPr/>
        </p:nvPicPr>
        <p:blipFill>
          <a:blip r:embed="rId1"/>
          <a:stretch>
            <a:fillRect/>
          </a:stretch>
        </p:blipFill>
        <p:spPr>
          <a:xfrm>
            <a:off x="5349240" y="2461422"/>
            <a:ext cx="6659575" cy="29135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birth and death rates of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Case of Cameroon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Death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about 9 ‰.</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growth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about 2.6 %, so the population of Cameroon grows quickly.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population of 50,000 has 2,000 births. Find the birth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(2,000 ÷ 50,000) × 1,000 = 40 ‰.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Birth rate 38 ‰, death rate 10 ‰. Find the natural growth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(38 − 10) ÷ 10 = 2.8 %.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Birth and death rates are given per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Natural growth rate is given 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Birth rate minus death rate gives the natural ______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the formula of population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The Uneven Distribution of the World's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Birth 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taux de natalité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Death 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taux de mortalité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Growth 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taux d'accroissement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Calculation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calcul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Formula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formule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Per thousand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Pour mille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1: Calculation of the Demographic Indices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birth rate, death rate and natural growth rate. Calculate these rates from data. Interpret the results for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the birth rate, death rate and natural growth rate of a population.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Formulas; Worked Example; The Case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Write the formula of population density.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write the definition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work it out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work it out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work it out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read the values of 2020.</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2, Module 1: Man in his Environment.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“Newborn baby rests” by World Bank Photo Collection, CC BY-NC-ND 2.0, via Flickr (https://www.flickr.com/photos/10816734@N03/19845580540)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2026-09-28T21:32:30Z</dcterms:created>
  <dcterms:modified xsi:type="dcterms:W3CDTF">2026-09-28T21:32:30Z</dcterms:modified>
</cp:coreProperties>
</file>