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Calculation of the Demographic Indices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birth rate, death rate, natural growth rate, per thousand (‰), per cent (%). At the end, you should be able to do this: learners are able to calculate the birth rate, death rate and natural growth rate of a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A Rapid Growth of the World's Population. The question was: Ask your parents how many brothers and sisters they had and compare with families today.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Often parents had many brothers and sisters (6 to 10); many families today have fewer children, but more of them survive.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birth rate, death rate and natural growth rate. Number 2: calculate these rates from data. Number 3: interpret the results for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Births minus deaths gives natural growth. The population of Cameroon is about 28 million. A rate compares a number with the whole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one year, a town of 100,000 people records 3,500 births and 900 deaths. The Mayor wants to know how fast the population of the town is growing.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Mayor wants to know the growth of the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data do we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the births and the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we calculate?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birth rate, the death rate and the natural growth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show the formula, the working and the unit in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how fast a population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birth and death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number of births per 1,000 people in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town of 100,000 people has 3,500 births. Calculate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(3,500 ÷ 100,000) × 1,000 = 35 ‰.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calculating demographic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same town has 900 deaths. Calculate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(900 ÷ 100,000) × 1,000 = 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natural increase.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natural growth rate in per cent.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(35 − 9) ÷ 10 = 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graph show about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death rate has fallen faster than the birth rate, so the population grows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Formulas. The demographic indices are calculated as follows.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Formulas.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 For a town of 100,000 people with 3,500 births and 900 deaths.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calculating demographic indices.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population of 50,000 has 2,000 births. Find the birth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(2,000 ÷ 50,000) × 1,000 = 40 ‰.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Birth rate 38 ‰, death rate 10 ‰. Find the natural growth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(38 − 10) ÷ 10 = 2.8 %.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thousand (‰); number 2, per cent (%); number 3,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 village of 5,000 people has 200 births and 50 deaths. Calculate the three indices.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Uneven Distribution of the World's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CALCULATION OF THE DEMOGRAPHIC INDICES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the Demographic Indices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growth rate, per thousand (‰), per cent (%).</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Recall of the definitions of birth rate, death rate and natural growth rate; calculation of these indices with concrete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A Rapid Growth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how many brothers and sisters they had and compare with families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Often parents had many brothers and sisters (6 to 10); many families today have fewer children, but more of them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birth rate, death rate and natural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these rates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minus deaths gives natural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population of Cameroon is about 28 million.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rate compares a number with the whole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one year, a town of 100,000 people records 3,500 births and 900 deaths. The Mayor wants to know how fast the population of the town is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wants to know the growth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the births and the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calculate?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the death rate and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show the formula, the working and the unit in calculations.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how fast a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births per 1,000 people in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100,000 people has 3,500 births. Calculate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demographic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town has 900 deaths. Calculate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increase.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growth rate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graph show about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has fallen faster than the birth rate, so the population grows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births per 1,000 people in one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deaths per 1,000 people in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birth rate and the death rate, given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indices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 (births ÷ population) × 1,000, in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 = (deaths ÷ population) × 1,000,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growth rate = (birth rate − death rate) ÷ 10,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 a town of 100,000 people with 3,500 births and 900 deaths: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calculating demographic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population of 50,000 has 2,000 births. Find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50,000) × 1,000 = 40 ‰.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38 ‰, death rate 10 ‰. Find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(38 − 10) ÷ 10 = 2.8 %.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and death rates are given per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growth rate is given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minus death rate gives the natural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of 5,000 people has 200 births and 50 deaths. Calculate the three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d'accroissement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 thousand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Pour 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birth rate, death rate and natural growth rate. Calculate these rates from data. Interpret the results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Formulas; Worked Example.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 village of 5,000 people has 200 births and 50 deaths. Calculate the three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definition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values of 2020.</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2026-09-27T13:51:22Z</dcterms:created>
  <dcterms:modified xsi:type="dcterms:W3CDTF">2026-09-27T13:51:22Z</dcterms:modified>
</cp:coreProperties>
</file>