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Lst>
  <p:notesMasterIdLst>
    <p:notesMasterId r:id="rId5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notesMaster" Target="notesMasters/notesMaster1.xml"/><Relationship Id="rId56" Type="http://schemas.openxmlformats.org/officeDocument/2006/relationships/presProps" Target="presProps.xml"/><Relationship Id="rId57" Type="http://schemas.openxmlformats.org/officeDocument/2006/relationships/viewProps" Target="viewProps.xml"/><Relationship Id="rId58" Type="http://schemas.openxmlformats.org/officeDocument/2006/relationships/theme" Target="theme/theme1.xml"/><Relationship Id="rId5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Practical Work 1: Calculation of the Demographic Indices of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2. It belongs to Module 1: Man in his Environment.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Man in his Environment, and the sub-topic is The World's Population. The key notions we shall use today are: birth rate, death rate, natural growth rate. At the end, you should be able to do this: learners are able to calculate the birth rate, death rate and natural growth rate of a population.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1: A Rapid Growth of the World's Population. The question was: Ask your parents how many brothers and sisters they had and compare with families today.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Answers vary. Often parents had many brothers and sisters (6 to 10); many families today have fewer children, but more of them survive.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birth rate, death rate and natural growth rate. Number 2: calculate these rates from data. Number 3: interpret the results for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Births minus deaths gives natural growth. The population of Cameroon is about 28 million. A rate compares a number with the whole population.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In one year, a town of 100,000 people records 3,500 births and 900 deaths. The Mayor asks the class: "How can you tell me, with numbers, how fast our town is growing?"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Mayor does not know how to measure the growth of the town with numbers.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data do we have?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population, the births and the deaths.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must we calculate?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birth rate, the death rate and the natural growth 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always show the formula, the working and the unit in calculations.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practical work helps us to measure how fast a population grows.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a newborn baby.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How do we compare the births of a big town and a small town fairly?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We count the births for every 1,000 people: this is the birth 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calculating indices.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A town of 100,000 people has 3,500 births. Calculate the birth rate.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(3,500 ÷ 100,000) × 1,000 = 35 ‰.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calculating indices.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The same town has 900 deaths. Calculate the death rate.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(900 ÷ 100,000) × 1,000 = 9 ‰.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diagram: natural increase.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Calculate the natural growth rate in per cent.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(35 − 9) ÷ 10 = 2.6 %.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diagram: birth and death rates of Cameroon.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Which rate has fallen faster in Cameroon: the birth rate or the death rate?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death rate, so the population grows quickly.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Birth rate and Death rate.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Natural growth rate.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Formulas. The demographic indices are calculated with the following formulas. Copy the point on Birth rate on the left, then draw the diagram on the right: formulas and example.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Formulas. On this slide we have Death rate and Natural growth rate.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Worked Example. For a town of 100,000 people with 3,500 births and 900 deaths. On this slide we have Birth rate and Death rate.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Worked Example. On this slide we have Natural growth rate.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Case of Cameroon. The indices of Cameroon are the following (approximate). Copy the point on Birth rate on the left, then draw the diagram on the right: birth and death rates of Cameroon.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Case of Cameroon. On this slide we have Death rate and Natural growth rate.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A population of 50,000 has 2,000 births. Find the birth rate.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(2,000 ÷ 50,000) × 1,000 = 40 ‰.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Birth rate 38 ‰, death rate 10 ‰. Find the natural growth rate.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(38 − 10) ÷ 10 = 2.8 %.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thousand (‰); number 2, per cent (%); number 3, growth.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A village of 5,000 people has 200 births and 50 deaths. Calculate the three indices.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2: The Uneven Distribution of the World's Population.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2</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PRACTICAL WORK 1: CALCULATION OF THE DEMOGRAPHIC INDICES OF CAMEROON</a:t>
            </a:r>
            <a:endParaRPr lang="en-US" sz="12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2</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Practical Work 1</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Calculation of the Demographic Indices of Cameroon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2</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1: Man in his Environment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Man in his Environment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World's Population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Practical Work 1: Calculation of the Demographic Indices of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Birth rate, death rate, natural growth rate.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Theoretical basis: recall of the definitions of birth rate, death rate and natural growth rate. Practical exercise: calculation of the indices (birth rate, death rate and natural increase) with concrete data.</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calculate the birth rate, death rate and natural growth rate of a population.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1: A Rapid Growth of the World's Population):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Ask your parents how many brothers and sisters they had and compare with families today.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Answers vary. Often parents had many brothers and sisters (6 to 10); many families today have fewer children, but more of them survive.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birth rate, death rate and natural growth rate.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Calculate these rates from data.</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Interpret the results for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Births minus deaths gives natural growth.</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population of Cameroon is about 28 million.</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A rate compares a number with the whole population.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one year, a town of 100,000 people records 3,500 births and 900 deaths. The Mayor asks the class: "How can you tell me, with numbers, how fast our town is growing?"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Mayor does not know how to measure the growth of the town with numbers.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data do we have?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population, the births and the deaths.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must we calculate?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birth rate, the death rate and the natural growth rate.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Always show the formula, the working and the unit in calculations.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practical work helps us to measure how fast a population grows.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THEORETICAL BASIS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usa_newborn.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newborn baby.</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THEORETICAL BASIS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 we compare the births of a big town and a small town fairly?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THEORETICAL BASIS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 count the births for every 1,000 people: this is the birth rate.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BIRTH RATE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pw_indic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Calculating indices.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BIRTH RATE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town of 100,000 people has 3,500 births. Calculate the birth rate.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BIRTH RATE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(3,500 ÷ 100,000) × 1,000 = 35 ‰.</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DEATH RATE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pw_indic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Calculating indices.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DEATH RATE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same town has 900 deaths. Calculate the death rate.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DEATH RATE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(900 ÷ 100,000) × 1,000 = 9 ‰.</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NATURAL GROWTH RATE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pw_indic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Natural increase.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NATURAL GROWTH RATE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Calculate the natural growth rate in per cent.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NATURAL GROWTH RATE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(35 − 9) ÷ 10 = 2.6 %.</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CAMEROON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cmr_rates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Birth and death rates of Cameroon.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CAMEROON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rate has fallen faster in Cameroon: the birth rate or the death rate?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CAMEROON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death rate, so the population grows quickly.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Man in his Environment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The World's Population</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Practical Work 1: Calculation of the Demographic Indices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Birth rate: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number of births per 1,000 people in one year.</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Death rate: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number of deaths per 1,000 people in one year.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Natural growth rate: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difference between the birth rate and the death rate, given in per cent.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Formulas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demographic indices are calculated with the following formulas: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Birth rate: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Birth rate = (births ÷ population) × 1,000, in ‰.</a:t>
            </a:r>
            <a:endParaRPr lang="en-US" sz="3600" dirty="0"/>
          </a:p>
        </p:txBody>
      </p:sp>
      <p:pic>
        <p:nvPicPr>
          <p:cNvPr id="5" name="Image 0" descr="/home/claude/f4/img/v2/pw_indices_big.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formulas and example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Formulas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Death rate: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Death rate = (deaths ÷ population) × 1,000, in ‰.</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Natural growth rate: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Natural growth rate = (birth rate − death rate) ÷ 10, in %.</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Worked Example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For a town of 100,000 people with 3,500 births and 900 deaths: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Birth rate: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(3,500 ÷ 100,000) × 1,000 = 35 ‰.</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Death rate: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(900 ÷ 100,000) × 1,000 = 9 ‰.</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Worked Example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Natural growth rate: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(35 − 9) ÷ 10 = 2.6 % per year.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The Case of Cameroon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indices of Cameroon are the following (approximate):</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Birth rate: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It is about 35 ‰.</a:t>
            </a:r>
            <a:endParaRPr lang="en-US" sz="3600" dirty="0"/>
          </a:p>
        </p:txBody>
      </p:sp>
      <p:pic>
        <p:nvPicPr>
          <p:cNvPr id="5" name="Image 0" descr="/home/claude/f4/img/v2/cmr_rates_big.png">    </p:cNvPr>
          <p:cNvPicPr>
            <a:picLocks noChangeAspect="1"/>
          </p:cNvPicPr>
          <p:nvPr/>
        </p:nvPicPr>
        <p:blipFill>
          <a:blip r:embed="rId1"/>
          <a:stretch>
            <a:fillRect/>
          </a:stretch>
        </p:blipFill>
        <p:spPr>
          <a:xfrm>
            <a:off x="5349240" y="2461422"/>
            <a:ext cx="6659575" cy="2913564"/>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birth and death rates of Cameroon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The Case of Cameroon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Death rate: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about 9 ‰.</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Natural growth rate: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about 2.6 %, so the population of Cameroon grows quickly.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population of 50,000 has 2,000 births. Find the birth rate.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(2,000 ÷ 50,000) × 1,000 = 40 ‰.</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Birth rate 38 ‰, death rate 10 ‰. Find the natural growth rate.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(38 − 10) ÷ 10 = 2.8 %.</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Birth and death rates are given per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Natural growth rate is given in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Birth rate minus death rate gives the natural ______ rate.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village of 5,000 people has 200 births and 50 deaths. Calculate the three indices.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2: The Uneven Distribution of the World's Population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Birth rate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taux de natalité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Death rate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taux de mortalité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Growth rate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taux d'accroissement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Calculation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calcul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Formula</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formule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Per thousand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Pour mille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Man in his Environment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Practical Work 1: Calculation of the Demographic Indices of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birth rate, death rate and natural growth rate. Calculate these rates from data. Interpret the results for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calculate the birth rate, death rate and natural growth rate of a population.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Formulas; Worked Example; The Case of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A village of 5,000 people has 200 births and 50 deaths. Calculate the three indices.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write the definition on the board.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work it out on the board.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work it out on the board.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work it out on the board.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read the values of 2020.</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2, Module 1: Man in his Environment.</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“Newborn baby rests” by World Bank Photo Collection, CC BY-NC-ND 2.0, via Flickr (https://www.flickr.com/photos/10816734@N03/19845580540)</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53</Slides>
  <Notes>53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53</vt:i4>
      </vt:variant>
    </vt:vector>
  </HeadingPairs>
  <TitlesOfParts>
    <vt:vector size="5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2026-09-28T17:01:13Z</dcterms:created>
  <dcterms:modified xsi:type="dcterms:W3CDTF">2026-09-28T17:01:13Z</dcterms:modified>
</cp:coreProperties>
</file>