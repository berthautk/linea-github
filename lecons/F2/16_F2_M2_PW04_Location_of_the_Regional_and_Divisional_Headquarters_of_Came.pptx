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Location of the Regional and Divisional Headquarters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Towns and Country Sides of Africa. The key notions we shall use today are: region, division, regional headquarters, divisional headquarters, base map. At the end, you should be able to do this: learners are able to name and locate the regional headquarters of Cameroon and the divisional headquarters of their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5: Informal Sector Activities in African Cities. The question was: Interview one informal worker: his job, his income and his main problem.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 shoe repairer earns about 2,000 FCFA a day; his main problem is irregular income and no place to work when it rains.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the ten regions of Cameroon and their headquarters. Number 2: name the divisional headquarters of their region. Number 3: locate them on a base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ten regions. Yaoundé is the capital of Cameroon. Garoua is in the North Region.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new student from Bafoussam asks the class the headquarters of the North Region and of the divisions around Garoua. Nobody can show them correctly on a map.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cannot locate the headquarters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headquarters of the North Region?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need?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base map of Cameroon with regions and divisions.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neat maps with a title, a key and a north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know the administrative map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ten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ten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Adamawa, Centre, East, Far North, Littoral, North, North-West, South, South-West and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regional headquarters.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the headquarters of the Far North, Adamawa and South-West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Maroua, Ngaoundéré and Buea.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regional headquarters is on the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(Littoral); Buea is near the coast at the foot of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North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four divisions of the North Region and their headquarters.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Bénoué (Garoua), Faro (Poli), Mayo-Louti (Guider) and Mayo-Rey (Tcholliré).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elements of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we show the headquarters on the base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a star for regional and a dot for divisional headquarters, named, with a key, title and north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Regional headquarters and Divisional headquarters.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Regional Headquarters of Cameroon. The ten regions and their headquarters are the following. On this slide we have North and Far North and Adamawa and East.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Regional Headquarters of Cameroon. On this slide we have Centre and South, Littoral and South-West and West and North-West.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regions and regional headquarters.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Divisional Headquarters of the North Region. The North Region has the following divisions. On this slide we have Bénoué, Faro, Mayo-Louti and Mayo-Rey.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headquarters of the West and North-West Regions.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bafoussam and Bamenda.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headquarters of Mayo-Louti?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guider.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Bertoua; number 2, Ebolowa; number 3, Poli.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base map of Cameroon, locate and name the ten regional headquarters.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6: Urban Problems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4: LOCATION OF THE REGIONAL AND DIVISIONAL HEADQUARTERS OF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Location of the Regional and Divisional Headquarters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Towns and Country Sides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Location of the Regional and Divisional Headquarters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 division, regional headquarters, divisional headquarters, base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Naming the regional and divisional headquarters; locating them on a base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and locate the regional headquarters of Cameroon and the divisional headquarters of their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5: Informal Sector Activities in African Cities):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one informal worker: his job, his income and his main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 shoe repairer earns about 2,000 FCFA a day; his main problem is irregular income and no place to work when it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ten regions of Cameroon and their headquarters.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divisional headquarters of their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them on a base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ten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Yaoundé is the capital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in the North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new student from Bafoussam asks the class the headquarters of the North Region and of the divisions around Garoua. Nobody can show them correctly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cannot locate the headquarters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headquarters of the North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need?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base map of Cameroon with regions and divisions.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neat maps with a title, a key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know the administrative map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regions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ten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ten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Centre, East, Far North, Littoral, North, North-West, South, South-West and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HEADQUARTERS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regions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Regional headquarters.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HEADQUARTERS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headquarters of the Far North, Adamawa and South-West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HEADQUARTERS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Maroua, Ngaoundéré and Buea.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HEADQUARTERS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HEADQUARTERS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regional headquarters is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HEADQUARTERS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(Littoral); Buea is near the coast at the foot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DIVISIONAL HEADQUARTERS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regions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North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DIVISIONAL HEADQUARTERS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divisions of the North Region and their headquarters.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DIVISIONAL HEADQUARTERS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Bénoué (Garoua), Faro (Poli), Mayo-Louti (Guider) and Mayo-Rey (Tcholliré).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Elements of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show the headquarters on the base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star for regional and a dot for divisional headquarters, named, with a key, title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Towns and Country Sides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Location of the Regional and Divisional Headquarters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headquarters: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town where the administration of a region is found.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Divisional headquarters: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town where the administration of a division is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Regional Headquarters of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ten regions and their headquarters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 and Far North: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(North) and Maroua (Far North).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Adamawa and East: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Ngaoundéré (Adamawa) and Bertoua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Regional Headquarters of Cameroon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Centre and South: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(Centre) and Ebolowa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Littoral and South-West: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(Littoral) and Buea (South-West).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 and North-West: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Bafoussam (West) and Bamenda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Regional Headquarters of Cameroon</a:t>
            </a:r>
            <a:endParaRPr lang="en-US" sz="3600" dirty="0"/>
          </a:p>
        </p:txBody>
      </p:sp>
      <p:pic>
        <p:nvPicPr>
          <p:cNvPr id="4" name="Image 0" descr="/home/claude/f4/img/v2/cmr_regions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regions and regional headquarters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Divisional Headquarters of the North Region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North Region has the following divisions: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Bénoué: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headquarters is Garoua.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headquarters is Poli.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Mayo-Louti: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headquarters is Guider.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Mayo-Rey: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headquarters is Tcholliré.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headquarters of the West and North-West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Bafoussam and Bamenda.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headquarters of Mayo-Louti?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Guider.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headquarters of the East Region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headquarters of the South Region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headquarters of the Faro division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base map of Cameroon, locate and name the ten regional headquarters.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6: Urban Problems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Division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département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Headquarters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chef-lieu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Base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fond de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Administration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L'administration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Location of the Regional and Divisional Headquarters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ten regions of Cameroon and their headquarters. Name the divisional headquarters of their region. Locate them on a base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and locate the regional headquarters of Cameroon and the divisional headquarters of their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Regional Headquarters of Cameroon; Divisional Headquarters of the North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base map of Cameroon, locate and name the ten regional headquarters.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them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match regions and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North Region.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each learner a base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2026-09-27T13:51:26Z</dcterms:created>
  <dcterms:modified xsi:type="dcterms:W3CDTF">2026-09-27T13:51:26Z</dcterms:modified>
</cp:coreProperties>
</file>