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Name the headquarters of the North and Far North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(North) and Maroua (Far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urban problems of Cameroonian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headquarters of the North and Far North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(North) and Maroua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Space Occupation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of Cameroonian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urban problems of Cameroonian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2026-09-28T21:32:33Z</dcterms:created>
  <dcterms:modified xsi:type="dcterms:W3CDTF">2026-09-28T21:32:33Z</dcterms:modified>
</cp:coreProperties>
</file>