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Location of the Regional and Divisional Headquarters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region, division, regional headquarters, divisional headquarters, base map. At the end, you should be able to do this: learners are able to name and locate the regional headquarters of Cameroon and the divisional headquarters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Informal Sector Activities in African Cities. The question was: Interview one informal worker: his or her job, income and main problem.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shoe repairer earns about 2,000 FCFA a day; the main problem is irregular income and no place to work when it rains.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ten regions of Cameroon and their headquarters. Number 2: name the divisions of the North Region and their headquarters. Number 3: locate and name them on a base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ten regions. Yaoundé is the capital of Cameroon. Garoua is in the North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new student from Bafoussam asks the class the headquarters of the West Region and of the divisions around Garoua. Nobody can show them correctly on the map of Cameroon. He asks: "How can we know and locate the headquarters of our regions and divisions?"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cannot name and locate the headquarters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headquarters of the North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base map of Cameroon with regions and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places carefully on your maps and name them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the administrative map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ten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regions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regional headquarters.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headquarters of the Far North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regional headquarters is a sea 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headquarters of the Littoral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North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divisions does the North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headquarters of the Mayo-Louti division?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show the difference between a regional and a divisional headquarters on the base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two different symbols explained in the key, for example a star and a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Region and Division.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Regional headquarters and Divisional headquarters.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Regional Headquarters of Cameroon. The ten regions of Cameroon and their headquarters are the following. Copy the point on Far North on the left, then draw the diagram on the right: regions and regional headquarters.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 Adamawa, East and 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South, Littoral, South-West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Divisional Headquarters of the North Region. The North Region has the following divisions and headquarters. On this slide we have Bénoué, Faro and Mayo-Louti.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Divisional Headquarters of the North Region. On this slide we have Mayo-Rey.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On a base map of Cameroon, learners do the following. Copy the point on Locate the regional headquarters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Locate the divisional headquarters and Complete the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headquarters of the West and North-West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bafoussam and Bamenda.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headquarters of the Faro division?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poli.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Bertoua; number 2, Ebolowa; number 3, Tcholliré.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base map of Cameroon, locate and name the ten regional headquarters.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Urban Problems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LOCATION OF THE REGIONAL AND DIVISIONAL HEADQUARTERS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the Regional and Divisional Headquarters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 division, regional headquarters, divisional headquarters, base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naming the regional and divisional headquarters. Practical exercise: locating them on a base map and naming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Informal Sector Activities in African Cities):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one informal worker: his or her job, income and main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shoe repairer earns about 2,000 FCFA a day; the main problem is irregular income and no place to work when it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ten regions of Cameroon and their headquarters.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divisions of the North Region and their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and name them on a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is the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student from Bafoussam asks the class the headquarters of the West Region and of the divisions around Garoua. Nobody can show them correctly on the map of Cameroon. He asks: "How can we know and locate the headquarters of our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cannot name and locate the headquarters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base map of Cameroon with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places carefully on your maps and name them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the administrative map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ten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regions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Regional headquarters.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regional headquarters is a sea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headquarters of the Littoral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North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divisions does the North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Mayo-Louti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show the difference between a regional and a divisional headquarters on the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two different symbols explained in the key, for example a star and a dot.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Space Occupation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administrative unit of Cameroon, headed by a Governor.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administrative unit inside a region, headed by a Senior Divisional Officer (SDO).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region is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division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ten regions of Cameroon and their headquarters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 North: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headquarters is Maroua.</a:t>
            </a:r>
            <a:endParaRPr lang="en-US" sz="3600" dirty="0"/>
          </a:p>
        </p:txBody>
      </p:sp>
      <p:pic>
        <p:nvPicPr>
          <p:cNvPr id="6" name="Image 0" descr="/home/claude/f4/img/v2/cmr_regions_big.png">    </p:cNvPr>
          <p:cNvPicPr>
            <a:picLocks noChangeAspect="1"/>
          </p:cNvPicPr>
          <p:nvPr/>
        </p:nvPicPr>
        <p:blipFill>
          <a:blip r:embed="rId1"/>
          <a:stretch>
            <a:fillRect/>
          </a:stretch>
        </p:blipFill>
        <p:spPr>
          <a:xfrm>
            <a:off x="5349240" y="2097226"/>
            <a:ext cx="6659575" cy="364195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regions and regional headquarters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Bertoua.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Ebolowa.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Douala, the economic capital.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Buea.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Bafoussam.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The Divisional Headquarters of the North Region</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North Region has the following divisions and headquarters: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Bénoué: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Poli.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Mayo-Louti: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B) The Divisional Headquarters of the North Region (continued)</a:t>
            </a:r>
            <a:endParaRPr lang="en-US" sz="1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Mayo-Rey: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On a base map of Cameroon, learners do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Locate the regional headquarters: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 each of the ten towns in its region and write its name.</a:t>
            </a:r>
            <a:endParaRPr lang="en-US" sz="3600" dirty="0"/>
          </a:p>
        </p:txBody>
      </p:sp>
      <p:pic>
        <p:nvPicPr>
          <p:cNvPr id="5"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Locate the 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the North Region, place Garoua, Poli, Guider and Tcholliré and write their names.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Complete the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map a title and a key that explains the symbols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headquarters of the West and North-West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Bafoussam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Faro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East Region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South Region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Mayo-Rey division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Cameroon, locate and name the ten regional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département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Headquarters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chef-lieu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fond de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gouverneur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ten regions of Cameroon and their headquarters. Name the divisions of the North Region and their headquarters. Locate and name them on a base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Regional Headquarters of Cameroon; The Divisional Headquarters of the North Region; Practical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base map of Cameroon, locate and name the ten regional headquarters.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them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regions and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North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each learner a base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2026-09-28T17:20:26Z</dcterms:created>
  <dcterms:modified xsi:type="dcterms:W3CDTF">2026-09-28T17:20:26Z</dcterms:modified>
</cp:coreProperties>
</file>