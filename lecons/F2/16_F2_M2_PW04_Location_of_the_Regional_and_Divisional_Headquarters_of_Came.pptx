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Location of the Regional and Divisional Headquarters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region, division, regional headquarters, divisional headquarters, base map. At the end, you should be able to do this: learners are able to name and locate the regional headquarters of Cameroon and the divisional headquarters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5: Informal Sector Activities in African Cities. The question was: Name the headquarters of the North and Far North Regions.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(North) and Maroua (Far North).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ten regions of Cameroon and their headquarters. Number 2: name the divisions of the North Region and their headquarters. Number 3: locate and name them on a base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ten regions. Yaoundé is the capital of Cameroon. Garoua is in the North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new student from Bafoussam asks the class the headquarters of the West Region and of the divisions around Garoua. Nobody can show them correctly on the map of Cameroon. He asks: "How can we know and locate the headquarters of our regions and divisions?"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cannot name and locate the headquarters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headquarters of the North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base map of Cameroon with regions and divisions.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places carefully on your maps and name them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know the administrative map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ten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regions does Cameroon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regional headquarters.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headquarters of the Far North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regional headquarters is a sea 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headquarters of the Littoral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North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divisions does the North Region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divisions.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headquarters of the Mayo-Louti division?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Guider.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we show the difference between a regional and a divisional headquarters on the base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two different symbols explained in the key, for example a star and a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Region and Division.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Regional headquarters and Divisional headquarters.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Regional Headquarters of Cameroon. The ten regions of Cameroon and their headquarters are the following. Copy the point on Far North on the left, then draw the diagram on the right: regions and regional headquarters.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North, Adamawa, East and Centre.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South, Littoral, South-West and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North-West.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Divisional Headquarters of the North Region. The North Region has the following divisions and headquarters. On this slide we have Bénoué, Faro and Mayo-Louti.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Divisional Headquarters of the North Region. On this slide we have Mayo-Rey.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 On a base map of Cameroon, learners do the following. Copy the point on Locate the regional headquarters on the left, then draw the diagram on the right: the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Locate the divisional headquarters and Complete the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headquarters of the West and North-West Regions.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bafoussam and Bamenda.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headquarters of the Faro division?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poli.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Bertoua; number 2, Ebolowa; number 3, Tcholliré.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urban problems of Cameroonian towns.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6: Urban Problems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4: LOCATION OF THE REGIONAL AND DIVISIONAL HEADQUARTERS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Location of the Regional and Divisional Headquarters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Location of the Regional and Divisional Headquarters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 division, regional headquarters, divisional headquarters, base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naming the regional and divisional headquarters. Practical exercise: locating them on a base map and naming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and locate the regional headquarters of Cameroon and the divisional headquarters of their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5: Informal Sector Activities in African Cities):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headquarters of the North and Far North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(North) and Maroua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ten regions of Cameroon and their headquarters.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divisions of the North Region and their headquarters.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and name them on a base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Yaoundé is the capital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in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new student from Bafoussam asks the class the headquarters of the West Region and of the divisions around Garoua. Nobody can show them correctly on the map of Cameroon. He asks: "How can we know and locate the headquarters of our regions and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cannot name and locate the headquarters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base map of Cameroon with regions and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places carefully on your maps and name them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know the administrative map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ten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regions does Cameroon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Regional headquarters.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Far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regional headquarters is a sea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headquarters of the Littoral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North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divisions does the North Region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Mayo-Louti division?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show the difference between a regional and a divisional headquarters on the base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two different symbols explained in the key, for example a star and a dot.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Space Occupation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Location of the Regional and Divisional Headquarters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administrative unit of Cameroon, headed by a Governor.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administrative unit inside a region, headed by a Senior Divisional Officer (SDO).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town where the administration of a region is found.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Divisional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town where the administration of a division is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Regional Headquarters of Cameroon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ten regions of Cameroon and their headquarters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 North: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headquarters is Maroua.</a:t>
            </a:r>
            <a:endParaRPr lang="en-US" sz="3600" dirty="0"/>
          </a:p>
        </p:txBody>
      </p:sp>
      <p:pic>
        <p:nvPicPr>
          <p:cNvPr id="6" name="Image 0" descr="/home/claude/f4/img/v2/cmr_regions_big.png">    </p:cNvPr>
          <p:cNvPicPr>
            <a:picLocks noChangeAspect="1"/>
          </p:cNvPicPr>
          <p:nvPr/>
        </p:nvPicPr>
        <p:blipFill>
          <a:blip r:embed="rId1"/>
          <a:stretch>
            <a:fillRect/>
          </a:stretch>
        </p:blipFill>
        <p:spPr>
          <a:xfrm>
            <a:off x="5349240" y="2097226"/>
            <a:ext cx="6659575" cy="3641955"/>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regions and regional headquarters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Regional Headquarters of Cameroon</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Adamawa: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Ngaoundéré.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Bertoua.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Yaoundé, the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The Regional Headquarters of Cameroon (continued)</a:t>
            </a:r>
            <a:endParaRPr lang="en-US" sz="27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Ebolowa.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Littoral: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Douala, the economic capital.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Buea.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Bafoussam.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A) The Regional Headquarters of Cameroon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B) The Divisional Headquarters of the North Region</a:t>
            </a:r>
            <a:endParaRPr lang="en-US" sz="28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North Region has the following divisions and headquarters: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Bénoué: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Poli.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Mayo-Louti: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600" b="1" dirty="0">
                <a:solidFill>
                  <a:srgbClr val="990011"/>
                </a:solidFill>
                <a:latin typeface="Times New Roman" pitchFamily="34" charset="0"/>
                <a:ea typeface="Times New Roman" pitchFamily="34" charset="-122"/>
                <a:cs typeface="Times New Roman" pitchFamily="34" charset="-120"/>
              </a:rPr>
              <a:t>B) The Divisional Headquarters of the North Region (continued)</a:t>
            </a:r>
            <a:endParaRPr lang="en-US" sz="1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Mayo-Rey: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Tcholliré.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On a base map of Cameroon, learners do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Locate the regional headquarters: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Place each of the ten towns in its region and write its name.</a:t>
            </a:r>
            <a:endParaRPr lang="en-US" sz="3600" dirty="0"/>
          </a:p>
        </p:txBody>
      </p:sp>
      <p:pic>
        <p:nvPicPr>
          <p:cNvPr id="5" name="Image 0" descr="/home/claude/f4/img/v2/cmr_town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Locate the divisional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base map of the North Region, place Garoua, Poli, Guider and Tcholliré and write their names.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Complete the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map a title and a key that explains the symbols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headquarters of the West and North-West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Bafoussam and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Faro division?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East Region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South Region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Mayo-Rey division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urban problems of Cameroonian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Division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département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Headquarters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chef-lieu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Base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fond de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Governor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gouverneur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Location of the Regional and Divisional Headquarters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ten regions of Cameroon and their headquarters. Name the divisions of the North Region and their headquarters. Locate and name them on a base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and locate the regional headquarters of Cameroon and the divisional headquarters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Regional Headquarters of Cameroon; The Divisional Headquarters of the North Region; Practical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urban problems of Cameroonian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them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match regions and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North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give each learner a base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2026-09-29T03:11:31Z</dcterms:created>
  <dcterms:modified xsi:type="dcterms:W3CDTF">2026-09-29T03:11:31Z</dcterms:modified>
</cp:coreProperties>
</file>