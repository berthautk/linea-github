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Man in the Equatorial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Exploitation of Resources in the Natural Environment. The key notions we shall use today are: resources, dense forest, shifting cultivation, bush fallowing. At the end, you should be able to do this: learners are able to describe how people use the resources of the equatorial zone and solve its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2: Population Densities in Cameroon. The question was: Calculate the density of the North Region: about 3,000,000 people on 66,000 km².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3,000,000 ÷ 66,000 ≈ 45 people per km² (moderate density).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equatorial zone and describe its climate. Number 2: describe its resources and how they are exploited. Number 3: explain the problems faced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equatorial region is hot and wet all year. It has a thick forest. Southern Cameroon is in the equatorial zone.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Near Sangmélima, a farmer clears a piece of forest, burns it and plants cassava. After three years, the soil is poor, so he moves to a new place. A timber company also cuts big trees nearby.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soil becomes poor and the forest is being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farming method does the farmer use?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Shifting cultivation.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other activity uses the forest?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Lumbering (timber).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forest wisely and replant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people live in the equatorial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equatorial regions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Between which latitudes is the equatorial zone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Between about 5° N and 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climate of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equatorial climate.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Hot all year and rain in almost every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logs from the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three resources of the equatorial zone.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Timber, farmland for cocoa and cassava, and minerals (also water, wildlife).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cleared and burnt plot.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Describe shifting cultivation and bush fallowing.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farmer clears and burns a plot, farms it for a few years, then leaves it to rest (fallow) and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muddy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problems and two solutions.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Problems: bad roads and diseases. Solutions: tarred roads and mosquito nets (also reforestation).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and Climate. The equatorial zone is presented as follows. On this slide we have Location and Climate.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equatorial regions.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Resources and their Exploitation. The resources of the equatorial zone are exploited as follows. On this slide we have Forest and Farmland.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Resources and their Exploitation. On this slide we have Minerals and water.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and Solutions. People face the following problems and solutions. On this slide we have Problems and Solutions.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resources of the equatorial zone.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timber and farmland (cocoa).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bush fallowing?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leaving land to rest for some years so that it becomes fertile again.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forest; number 2, shifting; number 3, fallowing.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five products from the equatorial forest sold in your local market.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1: Deforestation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 MAN IN THE EQUATORIAL ZONE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Man in the Equatorial Zone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Exploitation of Resources in the Natural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Man in the Equatorial Zone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Resources, dense forest, shifting cultivation, bush fallowing.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climatic characteristics; resources; exploitation of resources; problems faced; proposed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how people use the resources of the equatorial zone and solve its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2: Population Densities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density of the North Region: about 3,000,000 people on 66,000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3,000,000 ÷ 66,000 ≈ 45 people per km² (moderate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equatorial zone and describe its climate.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resources and how they are exploited.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faced and 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equatorial region is hot and wet all year.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has a thick forest.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Southern Cameroon is in the equatorial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Sangmélima, a farmer clears a piece of forest, burns it and plants cassava. After three years, the soil is poor, so he moves to a new place. A timber company also cuts big trees nearby.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becomes poor and the forest is being cut.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farming method does the farmer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Shifting cultivation.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other activity uses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Lumbering (timber).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forest wisely and replant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people live in the equatorial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 AND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quatorial_world_big.png">    </p:cNvPr>
          <p:cNvPicPr>
            <a:picLocks noChangeAspect="1"/>
          </p:cNvPicPr>
          <p:nvPr/>
        </p:nvPicPr>
        <p:blipFill>
          <a:blip r:embed="rId1"/>
          <a:stretch>
            <a:fillRect/>
          </a:stretch>
        </p:blipFill>
        <p:spPr>
          <a:xfrm>
            <a:off x="274320" y="2508303"/>
            <a:ext cx="11643055" cy="2819802"/>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equatorial regions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 AND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is the equatorial zone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 AND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about 5° N and 5° 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 AND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yaounde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 AND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equatorial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 AND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all year and rain in almost every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Logs from the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resources of the equatorial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farmland for cocoa and cassava, and minerals (also water, wildlife).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EXPLOITATION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lear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cleared and burnt plot.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shifting cultivation and bush fallowing.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farmer clears and burns a plot, farms it for a few years, then leaves it to rest (fallow) and moves.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PROBLEMS AND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muddy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PROBLEMS AND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and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PROBLEMS AND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Problems: bad roads and diseases. Solutions: tarred roads and mosquito nets (also reforestation).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Exploitation of Resources in the Natural Environment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Man in the Equatorial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and Climate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equatorial zone is presented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between about 5° N and 5° S, in the Congo and Amazon Basins, South-East Asia and southern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hot all year with heavy rain in almost every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and Climate</a:t>
            </a:r>
            <a:endParaRPr lang="en-US" sz="3600" dirty="0"/>
          </a:p>
        </p:txBody>
      </p:sp>
      <p:pic>
        <p:nvPicPr>
          <p:cNvPr id="4" name="Image 0" descr="/home/claude/f4/img/v2/equatorial_world_big.png">    </p:cNvPr>
          <p:cNvPicPr>
            <a:picLocks noChangeAspect="1"/>
          </p:cNvPicPr>
          <p:nvPr/>
        </p:nvPicPr>
        <p:blipFill>
          <a:blip r:embed="rId1"/>
          <a:stretch>
            <a:fillRect/>
          </a:stretch>
        </p:blipFill>
        <p:spPr>
          <a:xfrm>
            <a:off x="274320" y="2508303"/>
            <a:ext cx="11643055" cy="2819802"/>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equatorial regions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Resources and their Exploitation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resources of the equatorial zone are exploited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is cut and exported, and people gather fruits and medicines.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practise shifting cultivation and bush fallowing, and plantations grow cocoa, oil palm and rubber.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Resources and their Exploitation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Minerals and 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gold and hydro-electricity are produced.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and Solutions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face the following problems and solutions: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thick forest, heavy rain, bad roads, poor soils and diseases make life difficult.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health care, fertilisers and reforestation improve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resources of the equatorial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and farmland (cocoa).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bush fallowing?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Leaving land to rest for some years so that it becomes fertile again.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equatorial zone is covered by a dense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Moving from one farm to another is ______ cultivation.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Leaving land to rest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products from the equatorial forest sold in your local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Deforestation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Timber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d'œuvre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Shifting cultivation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L'agriculture itinérante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Fallow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jachère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Cocoa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cacao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route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Man in the Equatorial Zone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equatorial zone and describe its climate. Describe its resources and how they are exploited. Explain the problems faced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how people use the resources of the equatorial zone and solve its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Location and Climate; Resources and their Exploitation; Problems and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five products from the equatorial forest sold in your local market.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data of Yaoundé.</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forest products.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the stages.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problems of the South.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“Slash and burn agriculture in the Amazon” by Matt-Zimmerman, CC BY 2.0, via Flickr (https://www.flickr.com/photos/16725630@N00/1524189000)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2026-09-27T13:51:24Z</dcterms:created>
  <dcterms:modified xsi:type="dcterms:W3CDTF">2026-09-27T13:51:24Z</dcterms:modified>
</cp:coreProperties>
</file>