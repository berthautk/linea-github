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Man in the Equatorial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resources, dense forest, shifting cultivation, bush fallowing. At the end, you should be able to do this: learners are able to describe how people use the resources of the equatorial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Densities in Cameroon. The question was: Name the natural zone that covers southern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zone (the forest zone).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zone and describe its climate. Number 2: describe its resources and how they are exploited.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It has a thick forest. Southern Cameroon is in the equatorial zone.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Sangmélima, a farmer clears a piece of forest, burns it and plants cassava. After three years the soil is poor, so he moves to a new place, while a timber company cuts big trees nearby. His son asks: "How can people live well in the forest without destroying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know how people can use the forest without destroying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farming method does the farmer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other activity uses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Lumbering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forest wisely and replant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live in the equatorial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some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is the equatorial zone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N and 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how many months does it rain in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almost every month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from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resource of the forest do you see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and burnt plot.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farmer move to a new plot after a few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becomes poor, so he leaves it to rest (fallow) and clears a new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roads a problem in the equatorial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makes earth roads muddy, so it is hard to transport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Equatorial zone and Shifting cultivation.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Bush fallowing.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equatorial zone is located as follows. Copy the point on Latitudes on the left, then draw the diagram on the right: the equatorial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Main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Climatic Characteristics. The equatorial climate has the following characteristics. Copy the point on Temperature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Climatic Characteristics. On this slide we have Rainfall and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The equatorial zone has the following resources. Copy the point on Forest on the left, then draw the diagram on the right: the equatorial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On this slide we have Farmland, Minerals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Exploitation of Resources. The resources are exploited in the following ways. Copy the point on Shifting cultivation and bush fallowing on the left, then draw the diagram on the right: a cleared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Plantations on the left, then draw the diagram on the right: cocoa.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Lumbering on the left, then draw the diagram on the right: logs.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Exploitation of Resources. On this slide we have Mining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On this slide we have Dense forest.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Heavy rain and bad roads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Poor soils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improve life. On this slide we have Roads.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Health on the left, then draw the diagram on the right: a mosquito net.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Better farming and Reforestation.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the equatorial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and farmland (cocoa).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bush fallowing?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leaving land to rest for some years so that it becomes fertile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forest; number 2, shifting; number 3, fallowing.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deforestation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Deforestation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MAN IN THE EQUATORIAL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Equatorial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Man in the Equatorial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dense forest, shifting cultivation, bush fallowing.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climatic characteristics; resources; exploitation of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Densities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natural zone that covers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zone (the forest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zone and describe its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resources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a thick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is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Sangmélima, a farmer clears a piece of forest, burns it and plants cassava. After three years the soil is poor, so he moves to a new place, while a timber company cuts big trees nearby. His son asks: "How can people live well in the forest without destroying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know how people can use the forest without destroying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farming method does the farmer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other activity uses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Lumbering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forest wisely and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live in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Some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zone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months does it rain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almost every month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forest do you see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and burnt plot.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farmer move to a new plot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becomes poor, so he leaves it to rest (fallow) and clears a new plot.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roads a problem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makes earth roads muddy, so it is hard to transport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hot and wet zone around the Equator, covered by dense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a plot for a few years and moving to a new plot when the soil becomes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fallowing: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leaving farmland to rest for some years so that it becomes fertile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zone is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5° N and 5° S of the Equator.</a:t>
            </a:r>
            <a:endParaRPr lang="en-US" sz="3600" dirty="0"/>
          </a:p>
        </p:txBody>
      </p:sp>
      <p:pic>
        <p:nvPicPr>
          <p:cNvPr id="5" name="Image 0" descr="/home/claude/f4/img/v2/equatorial_world_big.png">    </p:cNvPr>
          <p:cNvPicPr>
            <a:picLocks noChangeAspect="1"/>
          </p:cNvPicPr>
          <p:nvPr/>
        </p:nvPicPr>
        <p:blipFill>
          <a:blip r:embed="rId1"/>
          <a:stretch>
            <a:fillRect/>
          </a:stretch>
        </p:blipFill>
        <p:spPr>
          <a:xfrm>
            <a:off x="5349240" y="3111771"/>
            <a:ext cx="6659575" cy="1612866"/>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Congo Basin, the Amazon Basin, South-East Asia and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Climatic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climate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about 25 °C to 27 °C.</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Climatic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is heavy, more than 1,500 mm a year, and falls in almost every month.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always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zone has the following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gives timber, fruits, medicines and game.</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used for food crops and cash crops.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gold, iron and bauxite are found.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rivers give fish, transport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resources are exploited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Shifting cultivation and bush fallowing: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Farmers clear and burn a plot, grow cassava and plantains, then leave it to rest.</a:t>
            </a:r>
            <a:endParaRPr lang="en-US" sz="32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Cocoa, coffee, oil palm and rubber are grown for export.</a:t>
            </a:r>
            <a:endParaRPr lang="en-US" sz="3600" dirty="0"/>
          </a:p>
        </p:txBody>
      </p:sp>
      <p:pic>
        <p:nvPicPr>
          <p:cNvPr id="5" name="Image 0" descr="/home/claude/f4/img/v2/usa_coco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cocoa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Lumbering: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companies cut and export valuable trees.</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and 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extract minerals and gather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difficult to clear and to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Heavy rain and 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 roads become muddy and cut off villages.</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minerals out of the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Malaria and other diseases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improve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open up the forest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Health centres and mosquito nets fight diseases.</a:t>
            </a:r>
            <a:endParaRPr lang="en-US" sz="3600" dirty="0"/>
          </a:p>
        </p:txBody>
      </p:sp>
      <p:pic>
        <p:nvPicPr>
          <p:cNvPr id="5" name="Image 0" descr="/home/claude/f4/img/v2/f2t_mosquito_n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mosquito net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and improved seeds increase harvests.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replant trees where the forest was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farmland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bush fallowing?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Leaving land to rest for some years so that it becomes fertile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zone is covered by a dense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from one farm to another is ______ cultivation.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land to rest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Man in the Equatorial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zone and describe its climate. Describe its resources and how they are exploited.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Climatic Characteristics; Resources; Exploitation of Resources;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deforestation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forest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South.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(Forest):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(Plantations):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(Health): “On Vacation in Africa” by orkomedix, CC BY-NC-SA 2.0, via Flickr (https://www.flickr.com/photos/30717090@N06/6741038415)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2026-10-02T05:13:12Z</dcterms:created>
  <dcterms:modified xsi:type="dcterms:W3CDTF">2026-10-02T05:13:12Z</dcterms:modified>
</cp:coreProperties>
</file>