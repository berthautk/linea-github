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Man in the Equatorial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resources, dense forest, shifting cultivation, bush fallowing. At the end, you should be able to do this: learners are able to describe how people use the resources of the equatorial zone and solve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Densities in Cameroon. The question was: Calculate the density of the Far North: about 4,450,000 people on 34,263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4,450,000 ÷ 34,263 ≈ 130 people per km² (high density).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zone and describe its climate. Number 2: describe its resources and how they are exploited.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It has a thick forest. Southern Cameroon is in the equatorial zone.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Sangmélima, a farmer clears a piece of forest, burns it and plants cassava. After three years the soil is poor, so he moves to a new place, while a timber company cuts big trees nearby. His son asks: "How can people live well in the forest without destroying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how people can use the forest without destroying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farming method does the farmer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other activity uses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Lumbering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forest wisely and replant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live in the equatorial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some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is the equatorial zone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how many months does it rain in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almost every month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resource of the forest do you see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and burnt plot.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farmer move to a new plot after a few years?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becomes poor, so he leaves it to rest (fallow) and clears a new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roads a problem in the equatorial zone?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makes earth roads muddy, so it is hard to transport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zone and Shifting cultivation.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Bush fallowing.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zone is located as follows. Copy the point on Latitudes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Climatic Characteristics. The equatorial climate has the following characteristics. Copy the point on Temperature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Climatic Characteristics. On this slide we have Rainfall and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The equatorial zone has the following resources. Copy the point on Forest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On this slide we have Farmland, Minerals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of Resources. The resources are exploited in the following ways. Copy the point on Shifting cultivation and bush fallowing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Plantations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Lumbering on the left, then draw the diagram on the right: logs.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of Resources. On this slide we have Mining and gathering.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On this slide we have Dense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Heavy rain and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improve life.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Health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Better farming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the equatorial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and farmland (cocoa).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bush fallowing?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leaving land to rest for some years so that it becomes fertile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forest; number 2, shifting; number 3, fallowing.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products from the equatorial forest sold in your local market.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Deforestation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MAN IN THE EQUATORIAL ZONE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Equatorial Zone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Man in the Equatorial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dense forest, shifting cultivation, bush fallowing.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climatic characteristics; resources;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the Far North: about 4,450,000 people on 34,263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4,450,000 ÷ 34,263 ≈ 130 people per km² (high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zone and describe its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resources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thick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Sangmélima, a farmer clears a piece of forest, burns it and plants cassava. After three years the soil is poor, so he moves to a new place, while a timber company cuts big trees nearby. His son asks: "How can people live well in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how people can use the forest without destroying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farming method does the farmer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other activity uses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Lumbering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forest wisely and replant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live in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Some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zone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months does it rain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almost every month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do you see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and burnt plot.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farmer move to a new plot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becomes poor, so he leaves it to rest (fallow) and clears a new plot.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roads a problem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makes earth roads muddy, so it is hard to transport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Man in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hot and wet zone around the Equator, covered by dense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Shifting cultivation: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a plot for a few years and moving to a new plot when the soil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fallowing: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farmland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5° N and 5° S of the Equator.</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Congo Basin, the Amazon Basin, South-East Asia and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hot all year, about 25 °C to 27 °C.</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Climatic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is heavy, more than 1,500 mm a year, and falls in almost every month.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always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zone has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gives timber, fruits, medicines and game.</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for food crops and cash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gold, iron and bauxite are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rivers give fish, transport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resources are exploited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Shifting cultivation and bush fallowing: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Farmers clear and burn a plot, grow cassava and plantains, then leave it to rest.</a:t>
            </a:r>
            <a:endParaRPr lang="en-US" sz="32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Cocoa, coffee, oil palm and rubber are grown for export.</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Timber companies cut and export valuable trees.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Exploitation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and gathering: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extract minerals and gather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difficult to clear and to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Heavy rain and 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 roads become muddy and cut off villages.</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minerals out of the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 and other diseases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improve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open up the forest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Health centres and mosquito nets fight diseases.</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Better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Fertilisers and improved seeds increase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replant trees where the forest was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equatorial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farmland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bush fallowing?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Leaving land to rest for some years so that it becomes fertile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zone is covered by a dense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from one farm to another is ______ cultivation.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land to rest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Shifting cultivation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itinérante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Man in the Equatorial Zone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zone and describe its climate. Describe its resources and how they are exploited.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use the resources of the equatorial zone and solve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Climatic Characteristics; Resources; Exploitation of Resources;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products from the equatorial forest sold in your local market.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data of Yaoundé.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forest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the South.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(Forest):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(Plantations):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(Health): “On Vacation in Africa” by orkomedix, CC BY-NC-SA 2.0, via Flickr (https://www.flickr.com/photos/30717090@N06/6741038415)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2026-09-28T17:20:24Z</dcterms:created>
  <dcterms:modified xsi:type="dcterms:W3CDTF">2026-09-28T17:20:24Z</dcterms:modified>
</cp:coreProperties>
</file>