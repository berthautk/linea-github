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Lst>
  <p:notesMasterIdLst>
    <p:notesMasterId r:id="rId6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notesMaster" Target="notesMasters/notesMaster1.xml"/><Relationship Id="rId68" Type="http://schemas.openxmlformats.org/officeDocument/2006/relationships/presProps" Target="presProps.xml"/><Relationship Id="rId69" Type="http://schemas.openxmlformats.org/officeDocument/2006/relationships/viewProps" Target="viewProps.xml"/><Relationship Id="rId70" Type="http://schemas.openxmlformats.org/officeDocument/2006/relationships/theme" Target="theme/theme1.xml"/><Relationship Id="rId7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 Man in the Equatorial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1: Man in his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Exploitation of Resources in the Natural Environment. The key notions we shall use today are: resources, dense forest, shifting cultivation, bush fallowing. At the end, you should be able to do this: learners are able to describe how people use the resources of the equatorial zone and solve its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2: Population Densities in Cameroon. The question was: Calculate the density of the Far North: about 4,450,000 people on 34,263 km².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4,450,000 ÷ 34,263 ≈ 130 people per km² (high density).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locate the equatorial zone and describe its climate. Number 2: describe its resources and how they are exploited. Number 3: explain the problems faced and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equatorial region is hot and wet all year. It has a thick forest. Southern Cameroon is in the equatorial zone.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Near Sangmélima, a farmer clears a piece of forest, burns it and plants cassava. After three years the soil is poor, so he moves to a new place, while a timber company cuts big trees nearby. His son asks: "How can people live well in the forest without destroying it?"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son does not know how people can use the forest without destroying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farming method does the farmer use?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Shifting cultivation.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other activity uses the forest?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Lumbering (timber).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the forest wisely and replant 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people live in the equatorial forest.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some regions of the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Between which latitudes is the equatorial zone found?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Between about 5° N and 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climate of Yaoundé.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In how many months does it rain in Yaoundé?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almost every month of the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logs from the 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resource of the forest do you see here?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Timber.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cleared and burnt plot.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does the farmer move to a new plot after a few years?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soil becomes poor, so he leaves it to rest (fallow) and clears a new plot.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muddy road.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are roads a problem in the equatorial zone?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Heavy rain makes earth roads muddy, so it is hard to transport goods.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Equatorial zone and Shifting cultivation.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Bush fallowing.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Location. The equatorial zone is located as follows. Copy the point on Latitudes on the left, then draw the diagram on the right: the equatorial regions of the world.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Location. On this slide we have Main areas.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Climatic Characteristics. The equatorial climate has the following characteristics. Copy the point on Temperature on the left, then draw the diagram on the right: the climate of Yaoundé.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Climatic Characteristics. On this slide we have Rainfall and Humidity.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Resources. The equatorial zone has the following resources. Copy the point on Forest on the left, then draw the diagram on the right: the equatorial forest.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Resources. On this slide we have Farmland, Minerals and Water.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Exploitation of Resources. The resources are exploited in the following ways. Copy the point on Shifting cultivation and bush fallowing on the left, then draw the diagram on the right: a cleared plot.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Plantations on the left, then draw the diagram on the right: cocoa.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Lumbering on the left, then draw the diagram on the right: logs.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Exploitation of Resources. On this slide we have Mining and gathering.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Faced. People face the following problems. On this slide we have Dense forest.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Heavy rain and bad roads on the left, then draw the diagram on the right: a muddy road.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Faced. On this slide we have Poor soils and Diseases.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Proposed Solutions. The following solutions improve life. On this slide we have Roads.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Health on the left, then draw the diagram on the right: a mosquito net.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Proposed Solutions. On this slide we have Better farming and Reforestation.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resources of the equatorial zone.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timber and farmland (cocoa).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bush fallowing?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leaving land to rest for some years so that it becomes fertile again.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forest; number 2, shifting; number 3, fallowing.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five products from the equatorial forest sold in your local market.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1: Deforestation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 MAN IN THE EQUATORIAL ZONE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Man in the Equatorial Zone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Man in his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Exploitation of Resources in the Natural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 Man in the Equatorial Zone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Resources, dense forest, shifting cultivation, bush fallowing.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climatic characteristics; resources; exploitation of resources; problems faced; proposed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how people use the resources of the equatorial zone and solve its problems.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2: Population Densities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density of the Far North: about 4,450,000 people on 34,263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4,450,000 ÷ 34,263 ≈ 130 people per km² (high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the equatorial zone and describe its climate.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its resources and how they are exploited.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problems faced and propose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equatorial region is hot and wet all year.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has a thick forest.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Southern Cameroon is in the equatorial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Sangmélima, a farmer clears a piece of forest, burns it and plants cassava. After three years the soil is poor, so he moves to a new place, while a timber company cuts big trees nearby. His son asks: "How can people live well in the forest without destroying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son does not know how people can use the forest without destroying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farming method does the farmer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Shifting cultivation.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other activity uses the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Lumbering (timber).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the forest wisely and replant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people live in the equatorial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equatorial_world_big.png">    </p:cNvPr>
          <p:cNvPicPr>
            <a:picLocks noChangeAspect="1"/>
          </p:cNvPicPr>
          <p:nvPr/>
        </p:nvPicPr>
        <p:blipFill>
          <a:blip r:embed="rId1"/>
          <a:stretch>
            <a:fillRect/>
          </a:stretch>
        </p:blipFill>
        <p:spPr>
          <a:xfrm>
            <a:off x="274320" y="2508303"/>
            <a:ext cx="11643055" cy="2819802"/>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Some regions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which latitudes is the equatorial zone found?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about 5° N and 5° 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yaounde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climate of Yaoundé.</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how many months does it rain in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almost every month of the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logging_truck.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Logs from the 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resource of the forest do you see 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Timber.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EXPLOITATION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clear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cleared and burnt plot.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EXPLOITATION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farmer move to a new plot after a few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EXPLOITATION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soil becomes poor, so he leaves it to rest (fallow) and clears a new plot.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muddy_roa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muddy road.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roads a problem in the equatorial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rain makes earth roads muddy, so it is hard to transport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 in his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Exploitation of Resources in the Natural Environment</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Man in the Equatorial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Equatorial zone: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hot and wet zone around the Equator, covered by dense forest.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Shifting cultivation: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farming a plot for a few years and moving to a new plot when the soil becomes poor.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Bush fallowing: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leaving farmland to rest for some years so that it becomes fertile again.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equatorial zone is located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Latitudes: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lies between about 5° N and 5° S of the Equator.</a:t>
            </a:r>
            <a:endParaRPr lang="en-US" sz="3600" dirty="0"/>
          </a:p>
        </p:txBody>
      </p:sp>
      <p:pic>
        <p:nvPicPr>
          <p:cNvPr id="5" name="Image 0" descr="/home/claude/f4/img/v2/equatorial_world_big.png">    </p:cNvPr>
          <p:cNvPicPr>
            <a:picLocks noChangeAspect="1"/>
          </p:cNvPicPr>
          <p:nvPr/>
        </p:nvPicPr>
        <p:blipFill>
          <a:blip r:embed="rId1"/>
          <a:stretch>
            <a:fillRect/>
          </a:stretch>
        </p:blipFill>
        <p:spPr>
          <a:xfrm>
            <a:off x="5349240" y="3111771"/>
            <a:ext cx="6659575" cy="1612866"/>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equatorial regions of the world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Main areas: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covers the Congo Basin, the Amazon Basin, South-East Asia and southern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Climatic Characteristics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equatorial climate has the following characteristics: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Temperature: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hot all year, about 25 °C to 27 °C.</a:t>
            </a:r>
            <a:endParaRPr lang="en-US" sz="3600" dirty="0"/>
          </a:p>
        </p:txBody>
      </p:sp>
      <p:pic>
        <p:nvPicPr>
          <p:cNvPr id="5" name="Image 0" descr="/home/claude/f4/img/v2/yaounde_climate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climate of Yaoundé</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Climatic Characteristics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Rainfall: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 is heavy, more than 1,500 mm a year, and falls in almost every month.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Humidity: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air is always humid.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Resources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equatorial zone has the following resources: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Forest: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gives timber, fruits, medicines and game.</a:t>
            </a:r>
            <a:endParaRPr lang="en-US" sz="3600" dirty="0"/>
          </a:p>
        </p:txBody>
      </p:sp>
      <p:pic>
        <p:nvPicPr>
          <p:cNvPr id="5" name="Image 0" descr="/home/claude/f4/img/v2/f2t_rainfores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equatorial forest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Resources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Farmland: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used for food crops and cash crops.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Minerals: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Oil, gold, iron and bauxite are found.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Big rivers give fish, transport and hydro-electricity.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Exploitation of Resources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resources are exploited in the following ways: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Shifting cultivation and bush fallowing: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Farmers clear and burn a plot, grow cassava and plantains, then leave it to rest.</a:t>
            </a:r>
            <a:endParaRPr lang="en-US" sz="3200" dirty="0"/>
          </a:p>
        </p:txBody>
      </p:sp>
      <p:pic>
        <p:nvPicPr>
          <p:cNvPr id="5" name="Image 0" descr="/home/claude/f4/img/v2/f2t_clearing.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cleared plot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Exploitation of Resources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Plantations: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Cocoa, coffee, oil palm and rubber are grown for export.</a:t>
            </a:r>
            <a:endParaRPr lang="en-US" sz="3600" dirty="0"/>
          </a:p>
        </p:txBody>
      </p:sp>
      <p:pic>
        <p:nvPicPr>
          <p:cNvPr id="5" name="Image 0" descr="/home/claude/f4/img/v2/usa_cocoa.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cocoa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Exploitation of Resources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Lumbering: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Timber companies cut and export valuable trees.</a:t>
            </a:r>
            <a:endParaRPr lang="en-US" sz="3600" dirty="0"/>
          </a:p>
        </p:txBody>
      </p:sp>
      <p:pic>
        <p:nvPicPr>
          <p:cNvPr id="5" name="Image 0" descr="/home/claude/f4/img/v2/f2t_logging_truck.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logs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Exploitation of Resources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Mining and gathering: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extract minerals and gather forest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Problems Faced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People face the following problems: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Dense forest: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difficult to clear and to cross.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Problems Faced</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Heavy rain and bad roads: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Earth roads become muddy and cut off villages.</a:t>
            </a:r>
            <a:endParaRPr lang="en-US" sz="3600" dirty="0"/>
          </a:p>
        </p:txBody>
      </p:sp>
      <p:pic>
        <p:nvPicPr>
          <p:cNvPr id="5" name="Image 0" descr="/home/claude/f4/img/v2/f2t_muddy_road.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muddy road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Problems Faced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Poor 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rain washes the minerals out of the soils.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Diseases: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Malaria and other diseases are common.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Proposed Solutions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following solutions improve life: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Roads: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Tarred roads open up the forest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Proposed Solutions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Health: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Health centres and mosquito nets fight diseases.</a:t>
            </a:r>
            <a:endParaRPr lang="en-US" sz="3600" dirty="0"/>
          </a:p>
        </p:txBody>
      </p:sp>
      <p:pic>
        <p:nvPicPr>
          <p:cNvPr id="5" name="Image 0" descr="/home/claude/f4/img/v2/f2t_mosquito_ne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mosquito net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Proposed Solutions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Better 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Fertilisers and improved seeds increase harvests.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Reforestation: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replant trees where the forest was cut.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resources of the equatorial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Timber and farmland (cocoa).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bush fallowing?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Leaving land to rest for some years so that it becomes fertile again.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equatorial zone is covered by a dense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Moving from one farm to another is ______ cultivation.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Leaving land to rest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five products from the equatorial forest sold in your local market.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1: Deforestation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Forest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forêt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Timber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bois d'œuvre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Shifting cultivation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L'agriculture itinérante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Fallow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jachère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Cocoa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cacao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Road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route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 Man in the Equatorial Zone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Locate the equatorial zone and describe its climate. Describe its resources and how they are exploited. Explain the problems faced and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how people use the resources of the equatorial zone and solve its problems.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Location; Climatic Characteristics; Resources; Exploitation of Resources; Problems Faced; Proposed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five products from the equatorial forest sold in your local market.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use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write the data of Yaoundé.</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forest products.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the stages.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problems of the South.</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1: Man in his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“Logging truck, Cameroon” by World Resources, CC BY-NC-SA 2.0, via Flickr (https://www.flickr.com/photos/26107309@N05/4764354366)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“Slash and burn agriculture in the Amazon” by Matt-Zimmerman, CC BY 2.0, via Flickr (https://www.flickr.com/photos/16725630@N00/1524189000)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“Cameroon - UN Women's Gender Road Project” by UN Women Gallery, CC BY-NC-ND 2.0, via Flickr (https://www.flickr.com/photos/51431730@N04/40672356003)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(Forest): “Amazon 11” by CIAT International Center for Tropical Agriculture, CC BY-SA 2.0, via Flickr (https://www.flickr.com/photos/38476503@N08/5641587148)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(Plantations): “Farmer sun drying cocoa beans” by IITA Image Library, CC BY-NC 2.0, via Flickr (https://www.flickr.com/photos/45796762@N03/4598613756)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(Health): “On Vacation in Africa” by orkomedix, CC BY-NC-SA 2.0, via Flickr (https://www.flickr.com/photos/30717090@N06/6741038415)</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65</Slides>
  <Notes>65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65</vt:i4>
      </vt:variant>
    </vt:vector>
  </HeadingPairs>
  <TitlesOfParts>
    <vt:vector size="6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2026-09-28T21:14:02Z</dcterms:created>
  <dcterms:modified xsi:type="dcterms:W3CDTF">2026-09-28T21:14:02Z</dcterms:modified>
</cp:coreProperties>
</file>