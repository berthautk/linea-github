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water scarcity, quantity, quality, water management, uses of water. At the end, you should be able to do this: learners are able to investigate water scarcity in their area and propose ways to manage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Man in the Hot Desert Milieu. The question was: Write three ways people in the Far North of Cameroon save water.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They store rainwater in jars, dig wells and use water carefully for cooking, washing and animals.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water scarcity. Number 2: describe the problems of quantity and quality of water. Number 3: propose ways to manage and use water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need water every day. The dry season is long in the north. Dirty water causes diseases.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tap in Ali's quarter of Garoua runs only two days a week. His family buys water from sellers and sometimes drinks water from a well that is not clean.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not enough clean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does the family get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sellers and a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danger does the well water bring?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Diseases like cholera and typhoid.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close taps, repair leaks, store rainwater and treat drinking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water problems and use water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women fetching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water scarcity?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lack of enough clean water for people's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water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part of the Earth's water is fresh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about 2.5 %; most is salty sea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borehole water safer than water from an open well?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comes from deep underground and is protected from dirt.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leaking tap.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uses of water and one way we waste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Drinking, cooking and washing (also farming); leaking taps waste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collecting rainwater.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ways to manage water well.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Store rainwater, repair leaks and treat drinking water (also build boreholes).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scarcity.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Quantity and Quality. Water scarcity is a problem of quantity and quality. On this slide we have Quantity and Quality.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Uses of Water. Water has the following uses. On this slide we have Domestic uses and Economic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Management. Water can be managed with the following measures. On this slide we have Saving water and Storing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Management. On this slide we have Clean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collecting rainwater.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water scarcity?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lack of enough clean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manage water.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store rainwater and repair leaks.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2, 5; number 2, borehole; number 3, cholera (or typhoid).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Carry out a small enquiry: ask three families where they get water and what problems they have.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Country Sides in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4: WATER SCARCITY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Water Scarcity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Water Scarcity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scarcity, quantity, quality, water management, uses of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Enquiry on the problem of water scarcity: quantity, quality, management and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investigate water scarcity in their area and propose ways to manage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Man in the Hot Desert Milieu):</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ways people in the Far North of Cameroon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rainwater in jars, dig wells and use water carefully for cooking, washing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water scarcity.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problems of quantity and quality of water.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manage and use water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water every day.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dry season is long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Dirty water causes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tap in Ali's quarter of Garoua runs only two days a week. His family buys water from sellers and sometimes drinks water from a well that is not clean.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family get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sellers and a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danger does the well water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like cholera and typhoid.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taps, repair leaks, store rainwater and treat drinking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water problems and use water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fetching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lack of enough clean water for people's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part of the Earth's water is fresh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about 2.5 %; most is salty sea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borehole water safer than water from an open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deep underground and is protected from dirt.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eakingt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leaking tap.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water and one way we waste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Drinking, cooking and washing (also farming); leaking taps waste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in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Collecting rainwater.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manage water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Store rainwater, repair leaks and treat drinking water (also build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scarcity: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lack of enough clean water to meet people's needs.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Quantity and Quality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scarcity is a problem of quantity and quality: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Quantity: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dry seasons, droughts and population growth reduce the water available.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from open wells and rivers causes cholera and typhoid.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Uses of Water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has the following 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water for drinking, cooking and washing.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herders and factories need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Management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can be managed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close taps and repair leaks.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Storing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collect rainwater in tanks and build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Management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boil or filter water and build boreholes.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Management</a:t>
            </a:r>
            <a:endParaRPr lang="en-US" sz="3600" dirty="0"/>
          </a:p>
        </p:txBody>
      </p:sp>
      <p:pic>
        <p:nvPicPr>
          <p:cNvPr id="4" name="Image 0" descr="/home/claude/f4/img/v2/rain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collecting rainwater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lack of enough clean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manage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Store rainwater and repair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Only about ______ % of the Earth's water is fresh.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deep well dug with machines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Dirty water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 out a small enquiry: ask three families where they get water and what problems they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Country Sides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Scarcity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robinet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Enquiry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water scarcity. Describe the problems of quantity and quality of water. Propose ways to manage and use water well.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investigate water scarcity in their area and propose ways to manage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Quantity and Quality; Uses of Water;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Carry out a small enquiry: ask three families where they get water and what problems they have.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where families get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bar of 100 %.</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water sources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uses at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design a water plan for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“Drip” by jronaldlee, CC BY 2.0, via Flickr (https://www.flickr.com/photos/37176760@N06/5996590138)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2026-09-27T13:51:25Z</dcterms:created>
  <dcterms:modified xsi:type="dcterms:W3CDTF">2026-09-27T13:51:25Z</dcterms:modified>
</cp:coreProperties>
</file>