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4: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water scarcity, quantity, quality, water management, uses of water. At the end, you should be able to do this: learners are able to investigate water scarcity in their area and propose ways to manage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Man in the Hot Desert Milieu. The question was: Write three ways people in the Far North of Cameroon save water.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They store rainwater in jars, dig wells and use water carefully for cooking, washing and animals.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water scarcity. Number 2: describe the problems of quantity and quality of water and its uses. Number 3: propose ways to manage water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need water every day. The dry season is long in the north. Dirty water causes diseases.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the tap in Ali's quarter of Garoua runs only two days a week. His family buys water from sellers and sometimes drinks water from a well that is not clean. Ali asks: "Why is there not enough clean water, and what can we do?"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is not enough clean water, and Ali does not know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does the family get water?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sellers and a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danger does the well water bring?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Diseases like cholera and typhoid.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close taps, repair leaks, store rainwater and treat drinking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water problems and use water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women fetching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these women carry water from far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not enough clean water near their homes: this is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water on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part of the Earth's water is fresh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about 2.5 %; most water is salty sea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borehole water safer than water from an open well?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comes from deep underground and is protected from dirt.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leaking tap.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water wasted in this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tap leaks, so clean water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collecting rainwater.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a family keep water for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collecting rainwater from the roof in a tank.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Water scarcity and Water management.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Quantity of Water. The quantity of water is limited for the following reasons. Copy the point on Little fresh water on the left, then draw the diagram on the right: water on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Quantity of Water. On this slide we have Long dry seasons and droughts and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Quality of Water. The quality of water is explained as follows. On this slide we have Open wells and rivers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Safe sources on the left, then draw the diagram on the right: a borehole.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Uses of Water. The uses of water and its waste are the following. On this slide we have Domestic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Farming and livestock on the left, then draw the diagram on the right: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Uses of Water. On this slide we have Industry and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on the left, then draw the diagram on the right: a leaking tap.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Management of Water. Water can be managed with the following measures. On this slide we have Saving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Storing water on the left, then draw the diagram on the right: collecting rainwater.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Management of Water. On this slide we have Clean water and Protecting 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water scarcity?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lack of enough clean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manage water.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store rainwater and repair leaks.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2, 5; number 2, borehole; number 3, cholera (or typhoid).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Carry out a small enquiry: ask three families where they get water and what problems they have.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Country Sides in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4: WATER SCARCITY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Water Scarcity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4: Water Scarcity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Water scarcity, quantity, quality, water management, uses of water.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Enquiry on the problem of water scarcity (quantity, quality, management and 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investigate water scarcity in their area and propose ways to manage water.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Man in the Hot Desert Milieu):</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ways people in the Far North of Cameroon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store rainwater in jars, dig wells and use water carefully for cooking, washing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water scarcity.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problems of quantity and quality of water and its 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ways to manage water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need water every day.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dry season is long in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Dirty water causes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tap in Ali's quarter of Garoua runs only two days a week. His family buys water from sellers and sometimes drinks water from a well that is not clean. Ali asks: "Why is there not enough clean water, and what can we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not enough clean water, and Ali does not know what to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family get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sellers and a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danger does the well water bring?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like cholera and typhoid.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taps, repair leaks, store rainwater and treat drinking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water problems and use water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fetching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women carry water from far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not enough clean water near their homes: this is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QUANTITY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on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QUANTITY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part of the Earth's water is fresh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QUANTITY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about 2.5 %; most water is salty sea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borehole water safer than water from an open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deep underground and is protected from dirt.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leakingt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leaking tap.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water wasted in this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tap leaks, so clean water is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MANAGEMENT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ain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Collecting rainwater.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family keep water for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collecting rainwater from the roof in a tank.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scarcity: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lack of enough clean water to meet people's needs.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good use, storage and protection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Quantity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quantity of water is limited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Little fresh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Only about 2.5 % of the water on the Earth is fresh.</a:t>
            </a:r>
            <a:endParaRPr lang="en-US" sz="3600" dirty="0"/>
          </a:p>
        </p:txBody>
      </p:sp>
      <p:pic>
        <p:nvPicPr>
          <p:cNvPr id="5" name="Image 0" descr="/home/claude/f4/img/v2/world_wat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water on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Quantity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dry seasons and droughts: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wells dry up in the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Quality of Water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quality of water is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wells and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water is often dirty and carries germs.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Dirty water causes cholera, typhoid and diarrhoea.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Quality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Safe sources: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Boreholes and treated tap water are safer.</a:t>
            </a:r>
            <a:endParaRPr lang="en-US" sz="3600" dirty="0"/>
          </a:p>
        </p:txBody>
      </p:sp>
      <p:pic>
        <p:nvPicPr>
          <p:cNvPr id="5" name="Image 0" descr="/home/claude/f4/img/v2/f4_bor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borehole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uses of water and its waste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Domestic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use water for drinking, cooking and washing.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and livestock: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irrigate crops and herders water their animals.</a:t>
            </a:r>
            <a:endParaRPr lang="en-US" sz="3600" dirty="0"/>
          </a:p>
        </p:txBody>
      </p:sp>
      <p:pic>
        <p:nvPicPr>
          <p:cNvPr id="5" name="Image 0" descr="/home/claude/f4/img/v2/usa_irrig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and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use water, and dams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Leaking taps and careless use waste water.</a:t>
            </a:r>
            <a:endParaRPr lang="en-US" sz="3600" dirty="0"/>
          </a:p>
        </p:txBody>
      </p:sp>
      <p:pic>
        <p:nvPicPr>
          <p:cNvPr id="5" name="Image 0" descr="/home/claude/f4/img/v2/f4_leakingtap.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leaking tap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Management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can be managed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close taps and repair leaks.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Management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Storing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collect rainwater in tanks and build dams.</a:t>
            </a:r>
            <a:endParaRPr lang="en-US" sz="3600" dirty="0"/>
          </a:p>
        </p:txBody>
      </p:sp>
      <p:pic>
        <p:nvPicPr>
          <p:cNvPr id="5" name="Image 0" descr="/home/claude/f4/img/v2/rainwat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collecting rainwater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Management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Clean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boil or filter water and build boreholes.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Protecting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keep wells covered and do not throw rubbish in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lack of enough clean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manage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Store rainwater and repair leaks.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Only about ______ % of the Earth's water is fresh.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deep well dug with machines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Dirty water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Carry out a small enquiry: ask three families where they get water and what problems they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Country Sides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Scarcity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pénurie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puits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robinet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Propre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Enquiry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4: Water Scarcity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water scarcity. Describe the problems of quantity and quality of water and its uses. Propose ways to manage water well.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investigate water scarcity in their area and propose ways to manage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Quantity of Water; Quality of Water; Uses of Water; Management of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Carry out a small enquiry: ask three families where they get water and what problems they have.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where families get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bar of 100 %.</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water sources of the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uses at home.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design a water plan for the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“Drip” by jronaldlee, CC BY 2.0, via Flickr (https://www.flickr.com/photos/37176760@N06/5996590138)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(Farming and livestock):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2026-09-28T21:14:05Z</dcterms:created>
  <dcterms:modified xsi:type="dcterms:W3CDTF">2026-09-28T21:14:05Z</dcterms:modified>
</cp:coreProperties>
</file>