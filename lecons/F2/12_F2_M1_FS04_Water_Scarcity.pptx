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Write three ways people in the Far North of Cameroon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store rainwater in jars, dig wells and use water carefully for cooking, washing and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and its uses. Number 3: propose ways to manage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Ali asks: "Why is there not enough clean water, and what can we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 and Ali does not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women carry water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not enough clean water near their homes: this is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water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water wasted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tap leaks, so clean water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of Water. The quantity of water is limited for the following reasons. Copy the point on Little fresh water on the left, then draw the diagram on the right: water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Quantity of Water. On this slide we have Long dry seasons and droughts and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Quality of Water. The quality of water is a problem for the following reasons. On this slide we have Open wells and rivers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Safe sources on the left, then draw the diagram on the right: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Water has the following uses. On this slide we have Domestic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Water. On this slide we have Industry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of Water. Water can be managed with the following measures. On this slide we have Saving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Storing water on the left, then draw the diagram on the right: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of Water. On this slide we have Clean water and Protecting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Carry out a small enquiry: ask three families where they get water and what problems they have.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rainwater in jars, dig wells and use water carefully for cooking, washing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 and its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 Ali asks: "Why is there not enough clean water, and what can we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and Ali does not know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women carry water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near their homes: this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water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water wasted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tap leaks, so clean water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good use, storage and protection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quantity of water is limited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Little fresh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Only about 2.5 % of the water on the Earth is fresh.</a:t>
            </a:r>
            <a:endParaRPr lang="en-US" sz="3600" dirty="0"/>
          </a:p>
        </p:txBody>
      </p:sp>
      <p:pic>
        <p:nvPicPr>
          <p:cNvPr id="5" name="Image 0" descr="/home/claude/f4/img/v2/world_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seasons and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wells dry up in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quality of water is a problem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wells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water is often dirty and carries germs.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Safe 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Boreholes and treated tap water are safer.</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has the following 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irrigate crops and herders water their animals.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water, and dams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taps and careless use waste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keep wells covered and do not throw rubbish 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and its uses. Propose ways to manage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of Water; Quality of Water; Uses of Water; Management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small enquiry: ask three families where they get water and what problems they have.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2026-09-28T17:01:15Z</dcterms:created>
  <dcterms:modified xsi:type="dcterms:W3CDTF">2026-09-28T17:01:15Z</dcterms:modified>
</cp:coreProperties>
</file>