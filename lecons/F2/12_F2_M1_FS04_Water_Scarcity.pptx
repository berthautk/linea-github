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water scarcity, quantity, quality, water management, uses of water. At the end, you should be able to do this: learners are able to investigate water scarcity in their area and propose ways to manage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Man in the Hot Desert Milieu. The question was: Write three ways people in the Far North of Cameroon save water.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They store rainwater in jars, dig wells and use water carefully for cooking, washing and animals.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water scarcity. Number 2: describe the problems of quantity and quality of water and its uses. Number 3: propose ways to manage water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every day. The dry season is long in the north.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tap in Ali's quarter of Garoua runs only two days a week. His family buys water from sellers and sometimes drinks water from a well that is not clean. Ali asks: "Why is there not enough clean water, and what can we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not enough clean water, and Ali does not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family get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sellers and a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does the well water bring?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Diseases like cholera and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store rainwater and treat drinking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water problems and use water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women carry water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not enough clean water near their homes: this is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water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part of the Earth's water is fresh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2.5 %; most water is salty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borehole water safer than water from an open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deep underground and is protected from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water wasted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tap leaks, so clean water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collecting rainwater.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Quantity of Water. The quantity of water is limited for the following reasons. Copy the point on Little fresh water on the left, then draw the diagram on the right: water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Quantity of Water. On this slide we have Long dry seasons and droughts and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Quality of Water. The quality of water is a problem for the following reasons. On this slide we have Open wells and rivers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Safe sources on the left, then draw the diagram on the right: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Water. Water has the following uses. On this slide we have Domestic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Water. On this slide we have Industry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Management of Water. Water can be managed with the following measures. On this slide we have Saving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Storing water on the left, then draw the diagram on the right: collecting rainwater.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Management of Water. On this slide we have Clean water and Protecting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lack of enough clean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 rainwater and repair leaks.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2, 5; number 2, borehole; number 3, cholera (or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Carry out a small enquiry: ask three families where they get water and what problems they have.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Country Sides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scarcity, quantity, quality, water management, uses of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Enquiry on the problem of water scarcity (quantity, quality, management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Man in the Hot Desert Milieu):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ways people in the Far North of Cameroon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rainwater in jars, dig wells and use water carefully for cooking, washing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quantity and quality of water and its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manage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dry season is long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tap in Ali's quarter of Garoua runs only two days a week. His family buys water from sellers and sometimes drinks water from a well that is not clean. Ali asks: "Why is there not enough clean water, and what can we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and Ali does not know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family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sellers and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does the well water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like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store rainwater and treat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water problems and use water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women carry water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near their homes: this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part of the Earth's water is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2.5 %; most water is salty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borehole water safer than water from an open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deep underground and is protected from dirt.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water wasted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tap leaks, so clean water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lack of enough clean water to meet people's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good use, storage and protection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quantity of water is limited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Little fresh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Only about 2.5 % of the water on the Earth is fresh.</a:t>
            </a:r>
            <a:endParaRPr lang="en-US" sz="3600" dirty="0"/>
          </a:p>
        </p:txBody>
      </p:sp>
      <p:pic>
        <p:nvPicPr>
          <p:cNvPr id="5" name="Image 0" descr="/home/claude/f4/img/v2/world_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seasons and droughts: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wells dry up in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quality of water is a problem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wells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water is often dirty and carries germs.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Safe 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Boreholes and treated tap water are safer.</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has the following 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water for drinking, cooking and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irrigate crops and herders water their animals.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water, and dams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taps and careless use waste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close taps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Storing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rainwater in tanks and build dams.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collecting rainwater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boil or filter water and build boreholes.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keep wells covered and do not throw rubbish 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Only about ______ % of the Earth's water is fresh.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well dug with machines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Dirty water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Carry out a small enquiry: ask three families where they get water and what problems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Enquiry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Describe the problems of quantity and quality of water and its uses. Propose ways to manage water well.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Quantity of Water; Quality of Water; Uses of Water; Management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Carry out a small enquiry: ask three families where they get water and what problems they have.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families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bar of 100 %.</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sources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uses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design a water plan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2026-09-28T17:20:25Z</dcterms:created>
  <dcterms:modified xsi:type="dcterms:W3CDTF">2026-09-28T17:20:25Z</dcterms:modified>
</cp:coreProperties>
</file>