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Country Sides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Country Sides and Towns of Africa. The key notions we shall use today are: rural landscape, agricultural landscape, rural settlement, land. At the end, you should be able to do this: learners are able to describe rural areas of Africa and appreciate their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Water Scarcity. The question was: Carry out a small enquiry: ask three families where they get water and what problems they have.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Typical results: tap water that runs irregularly, buying water from sellers, wells that dry up in the dry season, and fear of dirty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agricultural landscape of African country sides. Number 2: describe the forms and patterns of rural settlements. Number 3: identify the attractive and repulsive aspects of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Africans live in villages. Villagers are mostly farmers. Villages have fewer services than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cousin in Yaoundé says that village life is boring and poor. Awa, who lives in a village near Guider, says that the village has fresh food, clean air and solidarity between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girls disagree about village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view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boring and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attractive aspects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Fresh food and solidarity (also clean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village life and contribute to the development of your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appreciate the country sides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activities shape the landscape of the country 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herding, fishing and gathering.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village of round huts.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houses of this village and their building materials.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Round huts made of mud walls and grass (thatched)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patterns of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three patterns of rural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Nucleated (grouped), linear (along a road) and dispersed (scattered).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chiefdom in the West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attractive aspects of rural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Fresh and cheap food, clean air and quiet life, solidarity and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repulsive aspects of rural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and lack of services such as hospitals and electricity (also few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Country side and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The country side is shaped by the following activities. On this slide we have Farming and Herding and other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 Settlements. Rural settlements have the following characteristics. On this slide we have Houses and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patterns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Attractive and Repulsive Aspects. Rural areas have the following aspects. On this slide we have Attractive aspects and Repulsive aspects.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patterns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linear and dispersed.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attractive aspects of rural areas.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fresh food and solidarity.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linear; number 3,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your village or a village you know: houses, activities and one attractive aspect.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Towns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COUNTRY SIDES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Country Sides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Country Sides and Towns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Country Sides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landscape, agricultural landscape, rural settlement,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landscape; rural settlements; attractive and repulsive aspects of rural areas (emphasis on the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Water Scarcity):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a small enquiry: ask three families where they get water and what problems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Typical results: tap water that runs irregularly, buying water from sellers, wells that dry up in the dry season, and fear of dirty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of African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and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attractive and repulsive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live in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fewer services than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cousin in Yaoundé says that village life is boring and poor. Awa, who lives in a village near Guider, says that the village has fresh food, clean air and solidarity between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girls disagree about village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view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boring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 (also clean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village life and contribute to the development of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appreciate the country sides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activities shape the landscape of the country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herding, fishing and gathering.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of round huts.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houses of this village and their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Round huts made of mud walls and grass (thatched)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Patterns of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(grouped), linear (along a road) and dispersed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chiefdom in the West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attractive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and cheap food, clean air and quiet life, solidarity and traditions.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repulsive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lack of services such as hospitals and electricity (also few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Country Sides and Towns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Country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rural area outside towns, where most people are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village or hamlet where people live mainly from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country side is shaped by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of food crops and cash crops cover much of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Herding and other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Pastures, fishing and gathering also shape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with local materials such as mud, wood, stone and grass.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can be nucleated, linear or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patterns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areas have the following aspects: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Attractive aspects: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clean air, calm life, solidarity and rich traditions attract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Repulsive aspects: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few jobs and a lack of hospitals, electricity and schools push people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linear and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grouped together form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activity in villages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your village or a village you know: houses, activities and one attractive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Solidarity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solidarité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Country Sides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of African country sides. Describe the forms and patterns of rural settlements. Identify the attractive and repulsive aspects of rural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Agricultural Landscape; Rural Settlements; Attractive and Repulsive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your village or a village you know: houses, activities and one attractive aspect.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farms around the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houses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three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what learners like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2026-09-27T13:51:25Z</dcterms:created>
  <dcterms:modified xsi:type="dcterms:W3CDTF">2026-09-27T13:51:25Z</dcterms:modified>
</cp:coreProperties>
</file>