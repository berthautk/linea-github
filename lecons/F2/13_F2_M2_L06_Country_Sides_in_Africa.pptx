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Country Sides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Country Sides and Towns of Africa. The key notions we shall use today are: rural landscape, agricultural landscape, rural settlement, land. At the end, you should be able to do this: learners are able to describe rural areas of Africa and appreciate their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Water Scarcity. The question was: Name three patterns of rural settlements.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Nucleated, dispersed and linear (also regular).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agricultural landscape of African country sides. Number 2: describe the building materials, types, forms and patterns of rural settlements. Number 3: identify the attractive and repulsive aspects of rural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Africans live in villages. Villagers are mostly farmers. Villages have fewer services than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Awa's cousin in Yaoundé says that village life is boring and poor. Awa, who lives in a village near Guider, answers that the village has fresh food, clean air and solidarity. Their teacher asks the class: "Who is right: is the country side only a place of problems, or does it also have good sides?"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girls disagree: we must find out whether the country side has only problems or also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negative view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boring and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attractive aspects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Fresh food and solidarity (also clean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village life and contribute to the development of your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appreciate the country sides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cotton field near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covers most of the land in this rural landscape?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Fields of crops: here,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village of round huts.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shape are the houses of this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round huts.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With what materials are they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Mud walls and grass (thatched) 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patterns of rural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pattern are the houses grouped closely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nucleated (grouped)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chiefdom in the West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can attract a town dweller to a village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traditions and culture, its calm life, fresh food and solidarity.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road push young people away from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travel and trade difficult; villages also lack jobs, hospitals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Country side.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Rural landscape and Rural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Agricultural Landscape. The agricultural landscape of African country sides is made of the following elements. Copy the point on Food crop fields on the left, then draw the diagram on the right: a cassava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Cash crop fields and plantations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Pastures on the left, then draw the diagram on the right: herders and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Agricultural Landscape. On this slide we have Fallow land and bush and Open and enclosed fields.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Building Materials. Rural houses are built with the following local materials. Copy the point on Mud (earth) on the left, then draw the diagram on the right: mud huts with grass roofs.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Grass (thatch), Wood, bamboo and raffia and Stone.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Modern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Rural Dwellings. The main types of rural dwellings are the following. On this slide we have Round huts.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Rural Dwellings. On this slide we have Rectangular houses and Compounds (saré).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Square houses with high roofs on the left, then draw the diagram on the right: a chiefdom of the West.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Patterns of Rural Settlements. Rural settlements are spread over the land in the following patterns. Copy the point on Nucleated (grouped) pattern on the left, then draw the diagram on the right: patterns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Dispersed (scattered) pattern and Linear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Regular (planned)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Rural Settlements. The main forms of rural settlements are the following. Copy the point on Star form on the left, then draw the diagram on the right: forms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Forms of Rural Settlements. On this slide we have Linear form, Rectangular form and Cruciform 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Attractive Aspects. Rural areas attract people for the following reasons. Copy the point on Fresh and cheap food on the left, then draw the diagram on the right: a rural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Clean air and a calm life and Solidarity.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Traditions and culture on the left, then draw the diagram on the right: a traditional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Available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Repulsive Aspects. Rural areas push people away for the following reasons. Copy the point on Bad roads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Lack of social amenities and Unemployment and poverty.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Hard work.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patterns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nucleated, dispersed and linear (also regular).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attractive aspects of rural areas.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fresh food and solidarity.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nucleated; number 2, linear; number 3, grass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largest towns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Towns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COUNTRY SIDES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Country Sides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Country Sides and Towns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Country Sides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landscape, agricultural landscape, rural settlement,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landscape; rural settlements; attractive and repulsive aspects of rural areas (emphasis on the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Water Scarcity):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 (also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of African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building materials, types, forms and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attractive and repulsive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live in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fewer services than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Awa's cousin in Yaoundé says that village life is boring and poor.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 who lives in a village near Guider, answers that the village has fresh food, clean air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teacher asks the class: "Who is right: is the country side only a place of problems, or does it also have good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girls disagree: we must find out whether the country side has only problems or also attractive aspects.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view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boring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 (also clean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village life and contribute to the development of your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appreciate the country sides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 near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land in this rural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of crops: here,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of round huts.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are the houses of this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what materials are they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walls and grass (thatched)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Patterns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pattern are the houses grouped closely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nucleated (grouped)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chiefdom in the West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attract a town dweller to a village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traditions and culture, its calm life, 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road push young people away from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travel and trade difficult; villages also lack jobs, hospitals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Country Sides and Towns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Country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rural area outside towns, where most people live from farming, herding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appearance of the country side, made of fields, pastures, bush and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dwellings in the country side, such as a village or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agricultural landscape of African country sides is made of the following elements: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Food crop fields: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Fields of maize, millet, sorghum, cassava and groundnuts surround the villages.</a:t>
            </a:r>
            <a:endParaRPr lang="en-US" sz="3200" dirty="0"/>
          </a:p>
        </p:txBody>
      </p:sp>
      <p:pic>
        <p:nvPicPr>
          <p:cNvPr id="5" name="Image 0" descr="/home/claude/f4/img/v2/f2t_cassava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cassava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Cash crop fields and 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Cotton, cocoa, coffee and oil palm are grown for sale, on small farms or on large plantations.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graze cattle, sheep and goats on grassland, especially in the savanna.</a:t>
            </a:r>
            <a:endParaRPr lang="en-US" sz="3600" dirty="0"/>
          </a:p>
        </p:txBody>
      </p:sp>
      <p:pic>
        <p:nvPicPr>
          <p:cNvPr id="5" name="Image 0" descr="/home/claude/f4/img/v2/usa_herder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and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Fallow land and bush: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land is left to rest to recover its fertility, and bush and forest remain between the fields.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and enclosed fields: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fields are usually open, while in the Western Highlands they are often enclosed by hedges.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Building Materials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houses are built with the following local materials: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Mud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Mud or mud bricks are used for the walls of most rural houses.</a:t>
            </a:r>
            <a:endParaRPr lang="en-US" sz="3600" dirty="0"/>
          </a:p>
        </p:txBody>
      </p:sp>
      <p:pic>
        <p:nvPicPr>
          <p:cNvPr id="6" name="Image 0" descr="/home/claude/f4/img/v2/usa_hillvillage.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mud huts with grass roofs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Building Materials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 (thatch):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grass is used for roofs, especially in the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Wood, bamboo and raffia: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used for walls and roofs in forest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are used for walls in mountain areas such as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Building Materials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blocks and zinc sheets are more and more used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rural dwellings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Round huts: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circular mud wall and a conical grass roof, as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straight walls and a roof of thatch or zinc, as in the forest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Compounds (saré):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huts of one family are grouped inside a fence or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 of Rural Dwellings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Square houses with high roofs: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typical of the chiefdoms of the Western Highlands.</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chiefdom of the West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Rural settlements are spread over the land in the following patterns: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Nucleated (grouped) pattern: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houses are grouped closely together, often around a chief's compound, a water point or a market.</a:t>
            </a:r>
            <a:endParaRPr lang="en-US" sz="3000" dirty="0"/>
          </a:p>
        </p:txBody>
      </p:sp>
      <p:pic>
        <p:nvPicPr>
          <p:cNvPr id="6" name="Image 0" descr="/home/claude/f4/img/v2/patter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patterns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(scattered)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far from one another, each one on its farm.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in a line along a road, a river or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C) Patterns of Rural Settlements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(planned)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placed at equal distances, as in planned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Forms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forms of rural settlements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Star form: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houses spread along several roads that meet at one point.</a:t>
            </a:r>
            <a:endParaRPr lang="en-US" sz="3600" dirty="0"/>
          </a:p>
        </p:txBody>
      </p:sp>
      <p:pic>
        <p:nvPicPr>
          <p:cNvPr id="6" name="Image 0" descr="/home/claude/f4/img/v2/rural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Forms of Rural Settlements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form one line along a single road.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around a square or an open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Cruciform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along two roads that cross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attract people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Fresh and cheap 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Food comes directly from the farms and costs little.</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rural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air and a calm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noise, pollution and traffic.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know one another and help one another at work, in sickness and at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Traditions and culture: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Chiefdoms, festivals, dances and crafts keep culture alive.</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traditional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Available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available for farming, herding and building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Repulsive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push people away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roads are muddy in the rainy season, so travel and trade are difficult.</a:t>
            </a:r>
            <a:endParaRPr lang="en-US" sz="36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Hospitals, schools, electricity and pipe-borne water are scarce.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and 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 paid jobs apart from farming, and incomes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with hoes and cutlasses is tiring and gives low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 (also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grouped together form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along a road form a ______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roof of a round hut is often made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Countryside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campagne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Solidarity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solidarité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Country Sides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agricultural landscape of African country sides. Describe the building materials, types, forms and patterns of rural settlements. Identify the attractive and repulsive aspects of rural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Agricultural Landscape; Building Materials; Types of Rural Dwellings; Patterns of Rural Settlements; Forms of Rural Settlements; Attractive Aspects; Repulsive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largest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farms around the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houses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patterns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what learners like in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villages.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crop fields):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(Pastures): “Young cattle herders in Sénégal (West Africa)” by gbaku, CC BY-SA 2.0, via Flickr (https://www.flickr.com/photos/72105154@N00/525185172)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(Fresh and cheap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2026-10-02T05:13:16Z</dcterms:created>
  <dcterms:modified xsi:type="dcterms:W3CDTF">2026-10-02T05:13:16Z</dcterms:modified>
</cp:coreProperties>
</file>