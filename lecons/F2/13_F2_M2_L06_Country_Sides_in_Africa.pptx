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Country Sides in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Country Sides and Towns of Africa. The key notions we shall use today are: rural landscape, agricultural landscape, rural settlement, land. At the end, you should be able to do this: learners are able to describe rural areas of Africa and appreciate their attractive aspects.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Water Scarcity. The question was: Name three patterns of rural settlements.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Nucleated, dispersed and linear (also regular).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agricultural landscape of African country sides. Number 2: describe the building materials, types, forms and patterns of rural settlements. Number 3: identify the attractive and repulsive aspects of rural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Africans live in villages. Villagers are mostly farmers. Villages have fewer services than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Awa's cousin in Yaoundé says that village life is boring and poor. Awa, who lives in a village near Guider, answers that the village has fresh food, clean air and solidarity. Their teacher asks the class: "Who is right: is the country side only a place of problems, or does it also have good sides?"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girls disagree: we must find out whether the country side has only problems or also attractive aspects.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negative view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boring and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attractive aspects of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Fresh food and solidarity (also clean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village life and contribute to the development of your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and appreciate the country sides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cotton field near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covers most of the land in this rural landscape?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Fields of crops: here,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village of round huts.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shape are the houses of this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round huts.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With what materials are they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Mud walls and grass (thatched) 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patterns of rural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pattern are the houses grouped closely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nucleated (grouped)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chiefdom in the West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can attract a town dweller to a village like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traditions and culture, its calm life, fresh food and solidarity.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bad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this road push young people away from the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makes travel and trade difficult; villages also lack jobs, hospitals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Country side.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Rural landscape and Rural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Agricultural Landscape. The agricultural landscape of African country sides is made of the following elements. Copy the point on Food crop fields on the left, then draw the diagram on the right: a cassava farm.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Cash crop fields and plantations on the left, then draw the diagram on the right: a cotton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Pastures on the left, then draw the diagram on the right: herders and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Agricultural Landscape. On this slide we have Fallow land and bush and Open and enclosed fields.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Building Materials. Rural houses are built with the following local materials. Copy the point on Mud (earth) on the left, then draw the diagram on the right: mud huts with grass roofs.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Building Materials. On this slide we have Grass (thatch), Wood, bamboo and raffia and Stone.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Building Materials. On this slide we have Modern materials.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Rural Dwellings. The main types of rural dwellings are the following. On this slide we have Round huts.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Rural Dwellings. On this slide we have Rectangular houses and Compounds (saré).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Square houses with high roofs on the left, then draw the diagram on the right: a chiefdom of the West.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Patterns of Rural Settlements. Rural settlements are spread over the land in the following patterns. Copy the point on Nucleated (grouped) pattern on the left, then draw the diagram on the right: patterns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Patterns of Rural Settlements. On this slide we have Dispersed (scattered) pattern and Linear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Patterns of Rural Settlements. On this slide we have Regular (planned)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Rural Settlements. The main forms of rural settlements are the following. Copy the point on Star form on the left, then draw the diagram on the right: forms of rural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Forms of Rural Settlements. On this slide we have Linear form, Rectangular form and Cruciform form.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Attractive Aspects. Rural areas attract people for the following reasons. Copy the point on Fresh and cheap food on the left, then draw the diagram on the right: a rural market.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Attractive Aspects. On this slide we have Clean air and a calm life and Solidarity.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Traditions and culture on the left, then draw the diagram on the right: a traditional chiefdom.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Attractive Aspects. On this slide we have Available 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Repulsive Aspects. Rural areas push people away for the following reasons. Copy the point on Bad roads on the left, then draw the diagram on the right: a bad rural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Repulsive Aspects. On this slide we have Lack of social amenities and Unemployment and poverty.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Repulsive Aspects. On this slide we have Hard work.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patterns of rural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nucleated, dispersed and linear (also regular).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attractive aspects of rural areas.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fresh food and solidarity.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nucleated; number 2, linear; number 3, grass (thatch).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largest towns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Towns in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COUNTRY SIDES IN AFRICA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Country Sides in Africa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Country Sides and Towns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Country Sides in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landscape, agricultural landscape, rural settlement, 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landscape; rural settlements; attractive and repulsive aspects of rural areas (emphasis on the attractive aspects).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rural areas of Africa and appreciate their attractive aspects.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Water Scarcity):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dispersed and linear (also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landscape of African country sides.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building materials, types, forms and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attractive and repulsive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Africans live in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Villagers are mostly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fewer services than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Awa's cousin in Yaoundé says that village life is boring and poor.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Awa, who lives in a village near Guider, answers that the village has fresh food, clean air and solidarity.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girls disagree: we must find out whether the country side has only problems or also attractive aspects.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negative view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boring and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attractive aspects of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and solidarity (also clean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village life and contribute to the development of your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and appreciate the country sides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field near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land in this rural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AGRICULTURAL LANDSCAPE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Fields of crops: here,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of round huts.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shape are the houses of this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round huts.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what materials are they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 walls and grass (thatched)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Patterns of rural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pattern are the houses grouped closely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RURAL SETTLEMENTS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nucleated (grouped)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chiefdom in the West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attract a town dweller to a village like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ATTRACTIVE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traditions and culture, its calm life, fresh food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road push young people away from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REPULSIVE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makes travel and trade difficult; villages also lack jobs, hospitals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Country Sides and Towns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Country Sides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Country 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rural area outside towns, where most people live from farming, herding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appearance of the country side, made of fields, pastures, bush and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dwellings in the country side, such as a village or a hamlet.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agricultural landscape of African country sides is made of the following elements: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Food crop fields: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Fields of maize, millet, sorghum, cassava and groundnuts surround the villages.</a:t>
            </a:r>
            <a:endParaRPr lang="en-US" sz="3200" dirty="0"/>
          </a:p>
        </p:txBody>
      </p:sp>
      <p:pic>
        <p:nvPicPr>
          <p:cNvPr id="5" name="Image 0" descr="/home/claude/f4/img/v2/f2t_cassava_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cassava farm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Cash crop fields and plantations: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Cotton, cocoa, coffee and oil palm are grown for sale, on small farms or on large plantations.</a:t>
            </a:r>
            <a:endParaRPr lang="en-US" sz="3600" dirty="0"/>
          </a:p>
        </p:txBody>
      </p:sp>
      <p:pic>
        <p:nvPicPr>
          <p:cNvPr id="5" name="Image 0" descr="/home/claude/f4/img/v2/f2t_cotton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cotton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Herders graze cattle, sheep and goats on grassland, especially in the savanna.</a:t>
            </a:r>
            <a:endParaRPr lang="en-US" sz="3600" dirty="0"/>
          </a:p>
        </p:txBody>
      </p:sp>
      <p:pic>
        <p:nvPicPr>
          <p:cNvPr id="5" name="Image 0" descr="/home/claude/f4/img/v2/usa_herder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 and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Agricultural Landscape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Fallow land and bush: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land is left to rest to recover its fertility, and bush and forest remain between the fields.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and enclosed fields: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savanna, fields are usually open, while in the Western Highlands they are often enclosed by hedges.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Building Materials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houses are built with the following local materials: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Mud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Mud or mud bricks are used for the walls of most rural houses.</a:t>
            </a:r>
            <a:endParaRPr lang="en-US" sz="3600" dirty="0"/>
          </a:p>
        </p:txBody>
      </p:sp>
      <p:pic>
        <p:nvPicPr>
          <p:cNvPr id="6" name="Image 0" descr="/home/claude/f4/img/v2/usa_hillvillage.jpg">    </p:cNvPr>
          <p:cNvPicPr>
            <a:picLocks noChangeAspect="1"/>
          </p:cNvPicPr>
          <p:nvPr/>
        </p:nvPicPr>
        <p:blipFill>
          <a:blip r:embed="rId1"/>
          <a:stretch>
            <a:fillRect/>
          </a:stretch>
        </p:blipFill>
        <p:spPr>
          <a:xfrm>
            <a:off x="5349240" y="2069407"/>
            <a:ext cx="6659575" cy="369759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mud huts with grass roofs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Building Materials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 (thatch):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grass is used for roofs, especially in the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Wood, bamboo and raffia: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used for walls and roofs in forest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are used for walls in mountain areas such as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Building Materials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blocks and zinc sheets are more and more used in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Rural Dwellings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rural dwellings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Round huts: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a circular mud wall and a conical grass roof, as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Types of Rural Dwellings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houses: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straight walls and a roof of thatch or zinc, as in the forest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Compounds (saré):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huts of one family are grouped inside a fence or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Types of Rural Dwellings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Square houses with high roofs: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typical of the chiefdoms of the Western Highlands.</a:t>
            </a:r>
            <a:endParaRPr lang="en-US" sz="3600" dirty="0"/>
          </a:p>
        </p:txBody>
      </p:sp>
      <p:pic>
        <p:nvPicPr>
          <p:cNvPr id="6"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chiefdom of the West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Patterns of Rural Settlements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Rural settlements are spread over the land in the following patterns: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Nucleated (grouped) pattern: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 houses are grouped closely together, often around a chief's compound, a water point or a market.</a:t>
            </a:r>
            <a:endParaRPr lang="en-US" sz="3000" dirty="0"/>
          </a:p>
        </p:txBody>
      </p:sp>
      <p:pic>
        <p:nvPicPr>
          <p:cNvPr id="6" name="Image 0" descr="/home/claude/f4/img/v2/pattern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patterns of rural settlements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Patterns of Rural Settlements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Dispersed (scattered)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far from one another, each one on its farm.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in a line along a road, a river or a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C) Patterns of Rural Settlements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Regular (planned)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placed at equal distances, as in planned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Forms of Rural Settlements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forms of rural settlements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Star form: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houses spread along several roads that meet at one point.</a:t>
            </a:r>
            <a:endParaRPr lang="en-US" sz="3600" dirty="0"/>
          </a:p>
        </p:txBody>
      </p:sp>
      <p:pic>
        <p:nvPicPr>
          <p:cNvPr id="6" name="Image 0" descr="/home/claude/f4/img/v2/rural_form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forms of rural settlements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Rural Settlements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Forms of Rural Settlements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form one line along a single road.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Rectangular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around a square or an open space.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Cruciform 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houses are built along two roads that cross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Attractive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areas attract people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Fresh and cheap food: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Food comes directly from the farms and costs little.</a:t>
            </a:r>
            <a:endParaRPr lang="en-US" sz="3600" dirty="0"/>
          </a:p>
        </p:txBody>
      </p:sp>
      <p:pic>
        <p:nvPicPr>
          <p:cNvPr id="6"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rural market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Attractive Aspects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air and a calm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noise, pollution and traffic.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Solidarity: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know one another and help one another at work, in sickness and at funerals.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Attractive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Traditions and culture: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Chiefdoms, festivals, dances and crafts keep culture alive.</a:t>
            </a:r>
            <a:endParaRPr lang="en-US" sz="3600" dirty="0"/>
          </a:p>
        </p:txBody>
      </p:sp>
      <p:pic>
        <p:nvPicPr>
          <p:cNvPr id="6" name="Image 0" descr="/home/claude/f4/img/v2/usa_bandjou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traditional chiefdom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Attractive Aspects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Available 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available for farming, herding and building a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Repulsive Aspects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Rural areas push people away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Bad roads: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Many roads are muddy in the rainy season, so travel and trade are difficult.</a:t>
            </a:r>
            <a:endParaRPr lang="en-US" sz="3600" dirty="0"/>
          </a:p>
        </p:txBody>
      </p:sp>
      <p:pic>
        <p:nvPicPr>
          <p:cNvPr id="6" name="Image 0" descr="/home/claude/f4/img/v2/f2t_muddy_road.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bad rural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Repulsive Aspects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social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Hospitals, schools, electricity and pipe-borne water are scarce.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Unemployment and 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 paid jobs apart from farming, and incomes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Attractive and Repulsive Aspects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Repulsive Aspects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 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with hoes and cutlasses is tiring and gives low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Nucleated, dispersed and linear (also 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attractive aspects of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Fresh food and solidarity.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grouped together form a ______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along a road form a ______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roof of a round hut is often made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Towns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Countryside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campagne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Solidarity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solidarité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Country Sides in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agricultural landscape of African country sides. Describe the building materials, types, forms and patterns of rural settlements. Identify the attractive and repulsive aspects of rural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rural areas of Africa and appreciate their attractive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Agricultural Landscape; Building Materials; Types of Rural Dwellings; Patterns of Rural Settlements; Forms of Rural Settlements; Attractive Aspects; Repulsive Aspects.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largest towns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farms around the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houses in your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patterns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what learners like in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 of villages.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(Food crop fields):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(Pastures): “Young cattle herders in Sénégal (West Africa)” by gbaku, CC BY-SA 2.0, via Flickr (https://www.flickr.com/photos/72105154@N00/525185172)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(Fresh and cheap food):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2026-09-28T21:32:32Z</dcterms:created>
  <dcterms:modified xsi:type="dcterms:W3CDTF">2026-09-28T21:32:32Z</dcterms:modified>
</cp:coreProperties>
</file>