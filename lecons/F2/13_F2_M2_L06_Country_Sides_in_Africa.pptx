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notesMasterIdLst>
    <p:notesMasterId r:id="rId7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Country Sides in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2: Space Occupation.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Space Occupation, and the sub-topic is Country Sides and Towns of Africa. The key notions we shall use today are: rural landscape, agricultural landscape, rural settlement, land. At the end, you should be able to do this: learners are able to describe rural areas of Africa and appreciate their attractive aspects.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4: Water Scarcity. The question was: Carry out a small enquiry: ask three families where they get water and what problems they have.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Typical results: tap water that runs irregularly, buying water from sellers, wells that dry up in the dry season, and fear of dirty water.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agricultural landscape of African country sides. Number 2: describe the building materials, types, forms and patterns of rural settlements. Number 3: identify the attractive and repulsive aspects of rural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Most Africans live in villages. Villagers are mostly farmers. Villages have fewer services than towns.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Awa's cousin in Yaoundé says that village life is boring and poor. Awa, who lives in a village near Guider, answers that the village has fresh food, clean air and solidarity. Their teacher asks the class: "Who is right: is the country side only a place of problems, or does it also have good sides?"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two girls disagree: we must find out whether the country side has only problems or also attractive aspects.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one negative view of the village.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boring and poor.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two attractive aspects of the village.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Fresh food and solidarity (also clean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value village life and contribute to the development of your village.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and appreciate the country sides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cotton field near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covers most of the land in this rural landscape?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Fields of crops: here, cotton.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village of round huts.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shape are the houses of this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round huts.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With what materials are they built?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Mud walls and grass (thatched) roofs.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patterns of rural settlements.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In which pattern are the houses grouped closely together?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nucleated (grouped)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chiefdom in the West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can attract a town dweller to a village like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Its traditions and culture, its calm life, fresh food and solidarity.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bad rural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this road push young people away from the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makes travel and trade difficult; villages also lack jobs, hospitals and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Country side.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Rural landscape and Rural settlement.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Agricultural Landscape. The agricultural landscape of African country sides is made of the following elements. Copy the point on Food crop fields on the left, then draw the diagram on the right: a cassava farm.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Cash crop fields and plantations on the left, then draw the diagram on the right: a cotton field.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Pastures on the left, then draw the diagram on the right: herders and cattle.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Agricultural Landscape. On this slide we have Fallow land and bush and Open and enclosed fields.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Building Materials. Rural houses are built with the following local materials. Copy the point on Mud (earth) on the left, then draw the diagram on the right: mud huts with grass roofs.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Building Materials. On this slide we have Grass (thatch), Wood, bamboo and raffia and Stone.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Building Materials. On this slide we have Modern materials.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Rural Dwellings. The main types of rural dwellings are the following. On this slide we have Round huts.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Rural Dwellings. On this slide we have Rectangular houses and Compounds (saré).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Square houses with high roofs on the left, then draw the diagram on the right: a chiefdom of the West.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Patterns of Rural Settlements. Rural settlements are spread over the land in the following patterns. Copy the point on Nucleated (grouped) pattern on the left, then draw the diagram on the right: patterns of rural settlements.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Patterns of Rural Settlements. On this slide we have Dispersed (scattered) pattern and Linear pattern.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Patterns of Rural Settlements. On this slide we have Regular (planned) pattern.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Forms of Rural Settlements. The main forms of rural settlements are the following. Copy the point on Star form on the left, then draw the diagram on the right: forms of rural settlements.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Forms of Rural Settlements. On this slide we have Linear form, Rectangular form and Cruciform form.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Attractive Aspects. Rural areas attract people for the following reasons. Copy the point on Fresh and cheap food on the left, then draw the diagram on the right: a rural market.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Attractive Aspects. On this slide we have Clean air and a calm life and Solidarity.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Traditions and culture on the left, then draw the diagram on the right: a traditional chiefdom.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Attractive Aspects. On this slide we have Available land.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Repulsive Aspects. Rural areas push people away for the following reasons. Copy the point on Bad roads on the left, then draw the diagram on the right: a bad rural road.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Repulsive Aspects. On this slide we have Lack of social amenities and Unemployment and poverty.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Repulsive Aspects. On this slide we have Hard work.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three patterns of rural settlements.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nucleated, dispersed and linear (also regular).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attractive aspects of rural areas.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fresh food and solidarity.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nucleated; number 2, linear; number 3, grass (thatch).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your village or a village you know: its fields, its houses and two attractive aspects.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Towns in Africa.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6: COUNTRY SIDES IN AFRICA</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Country Sides in Africa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Space Occupation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Space Occupation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Country Sides and Towns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Country Sides in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landscape, agricultural landscape, rural settlement, 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Agricultural landscape; rural settlements; attractive and repulsive aspects of rural areas (emphasis on the attractive aspects).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rural areas of Africa and appreciate their attractive aspects.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4: Water Scarcity):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Carry out a small enquiry: ask three families where they get water and what problems they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Typical results: tap water that runs irregularly, buying water from sellers, wells that dry up in the dry season, and fear of dirty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agricultural landscape of African country sides.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building materials, types, forms and patterns of rural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attractive and repulsive aspects of rural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Africans live in villages.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Villagers are mostly farmers.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Villages have fewer services than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Awa's cousin in Yaoundé says that village life is boring and poor.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Awa, who lives in a village near Guider, answers that the village has fresh food, clean air and solidarity.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girls disagree: we must find out whether the country side has only problems or also attractive aspects.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negative view of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boring and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attractive aspects of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Fresh food and solidarity (also clean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 village life and contribute to the development of your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and appreciate the country sides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AGRICULTURAL LANDSCAPE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otton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cotton field near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AGRICULTURAL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covers most of the land in this rural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AGRICULTURAL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Fields of crops: here,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RURAL SETTLEMENTS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hillvill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 of round huts.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RURAL SETTLEMENTS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shape are the houses of this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RURAL SETTLEMENTS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round huts.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RURAL SETTLEMENTS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what materials are they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RURAL SETTLEMENTS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Mud walls and grass (thatched) roofs.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RURAL SETTLEMENTS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Patterns of rural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RURAL SETTLEMENTS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pattern are the houses grouped closely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RURAL SETTLEMENTS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nucleated (grouped)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ATTRACTIVE ASPECTS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bandjo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chiefdom in the West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ATTRACTIVE ASPECTS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attract a town dweller to a village like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ATTRACTIVE ASPECTS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traditions and culture, its calm life, fresh food and solidarity.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REPULSIVE ASPECTS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bad rural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REPULSIVE ASPECTS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this road push young people away from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REPULSIVE ASPECTS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makes travel and trade difficult; villages also lack jobs, hospitals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Space Occupation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Country Sides and Towns of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Country Sides in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Country side: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rural area outside towns, where most people live from farming, herding or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landscape: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appearance of the country side, made of fields, pastures, bush and villages.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settlement: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group of dwellings in the country side, such as a village or a hamlet.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Agricultural Landscape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agricultural landscape of African country sides is made of the following elements: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Food crop fields: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Fields of maize, millet, sorghum, cassava and groundnuts surround the villages.</a:t>
            </a:r>
            <a:endParaRPr lang="en-US" sz="3200" dirty="0"/>
          </a:p>
        </p:txBody>
      </p:sp>
      <p:pic>
        <p:nvPicPr>
          <p:cNvPr id="5" name="Image 0" descr="/home/claude/f4/img/v2/f2t_cassava_farm.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cassava farm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Agricultural Landscape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Cash crop fields and plantations: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Cotton, cocoa, coffee and oil palm are grown for sale, on small farms or on large plantations.</a:t>
            </a:r>
            <a:endParaRPr lang="en-US" sz="3600" dirty="0"/>
          </a:p>
        </p:txBody>
      </p:sp>
      <p:pic>
        <p:nvPicPr>
          <p:cNvPr id="5" name="Image 0" descr="/home/claude/f4/img/v2/f2t_cotton_fiel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cotton field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Agricultural Landscape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Pastures: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Herders graze cattle, sheep and goats on grassland, especially in the savanna.</a:t>
            </a:r>
            <a:endParaRPr lang="en-US" sz="3600" dirty="0"/>
          </a:p>
        </p:txBody>
      </p:sp>
      <p:pic>
        <p:nvPicPr>
          <p:cNvPr id="5" name="Image 0" descr="/home/claude/f4/img/v2/usa_herder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herders and cattle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Agricultural Landscape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Fallow land and bush: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land is left to rest to recover its fertility, and bush and forest remain between the fields.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Open and enclosed fields: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savanna, fields are usually open, while in the Western Highlands they are often enclosed by hedges.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Building Materials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Rural houses are built with the following local materials: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Mud (earth):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Mud or mud bricks are used for the walls of most rural houses.</a:t>
            </a:r>
            <a:endParaRPr lang="en-US" sz="3600" dirty="0"/>
          </a:p>
        </p:txBody>
      </p:sp>
      <p:pic>
        <p:nvPicPr>
          <p:cNvPr id="6" name="Image 0" descr="/home/claude/f4/img/v2/usa_hillvillage.jpg">    </p:cNvPr>
          <p:cNvPicPr>
            <a:picLocks noChangeAspect="1"/>
          </p:cNvPicPr>
          <p:nvPr/>
        </p:nvPicPr>
        <p:blipFill>
          <a:blip r:embed="rId1"/>
          <a:stretch>
            <a:fillRect/>
          </a:stretch>
        </p:blipFill>
        <p:spPr>
          <a:xfrm>
            <a:off x="5349240" y="2069407"/>
            <a:ext cx="6659575" cy="369759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mud huts with grass roofs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Building Materials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Grass (thatch):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grass is used for roofs, especially in the savanna.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Wood, bamboo and raffia: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used for walls and roofs in forest areas.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are used for walls in mountain areas such as the Mandara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A) Building Materials (continued)</a:t>
            </a:r>
            <a:endParaRPr lang="en-US" sz="31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Modern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Cement blocks and zinc sheets are more and more used in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Types of Rural Dwellings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types of rural dwellings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Round huts: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a circular mud wall and a conical grass roof, as in the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Types of Rural Dwellings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Rectangular houses: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straight walls and a roof of thatch or zinc, as in the forest South.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Compounds (saré):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Several huts of one family are grouped inside a fence or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Types of Rural Dwellings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Square houses with high roofs: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typical of the chiefdoms of the Western Highlands.</a:t>
            </a:r>
            <a:endParaRPr lang="en-US" sz="3600" dirty="0"/>
          </a:p>
        </p:txBody>
      </p:sp>
      <p:pic>
        <p:nvPicPr>
          <p:cNvPr id="6" name="Image 0" descr="/home/claude/f4/img/v2/usa_bandjoun.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chiefdom of the West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Patterns of Rural Settlements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Rural settlements are spread over the land in the following patterns: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Nucleated (grouped) pattern: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The houses are grouped closely together, often around a chief's compound, a water point or a market.</a:t>
            </a:r>
            <a:endParaRPr lang="en-US" sz="3000" dirty="0"/>
          </a:p>
        </p:txBody>
      </p:sp>
      <p:pic>
        <p:nvPicPr>
          <p:cNvPr id="6" name="Image 0" descr="/home/claude/f4/img/v2/patterns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patterns of rural settlements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Patterns of Rural Settlements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Dispersed (scattered)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houses are far from one another, each one on its farm.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Linear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houses are built in a line along a road, a river or a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300" b="1" dirty="0">
                <a:solidFill>
                  <a:srgbClr val="990011"/>
                </a:solidFill>
                <a:latin typeface="Times New Roman" pitchFamily="34" charset="0"/>
                <a:ea typeface="Times New Roman" pitchFamily="34" charset="-122"/>
                <a:cs typeface="Times New Roman" pitchFamily="34" charset="-120"/>
              </a:rPr>
              <a:t>C) Patterns of Rural Settlements (continued)</a:t>
            </a:r>
            <a:endParaRPr lang="en-US" sz="23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Regular (planned)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houses are placed at equal distances, as in planned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D) Forms of Rural Settlements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main forms of rural settlements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Star form: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houses spread along several roads that meet at one point.</a:t>
            </a:r>
            <a:endParaRPr lang="en-US" sz="3600" dirty="0"/>
          </a:p>
        </p:txBody>
      </p:sp>
      <p:pic>
        <p:nvPicPr>
          <p:cNvPr id="6" name="Image 0" descr="/home/claude/f4/img/v2/rural_forms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forms of rural settlements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Rural Settlements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Forms of Rural Settlements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Linear 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houses form one line along a single road.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Rectangular 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houses are built around a square or an open space.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Cruciform 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houses are built along two roads that cross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Attractive and Repulsive Aspects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Attractive Aspects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Rural areas attract people for the following reasons: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Fresh and cheap food: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Food comes directly from the farms and costs little.</a:t>
            </a:r>
            <a:endParaRPr lang="en-US" sz="3600" dirty="0"/>
          </a:p>
        </p:txBody>
      </p:sp>
      <p:pic>
        <p:nvPicPr>
          <p:cNvPr id="6" name="Image 0" descr="/home/claude/f4/img/v2/f2t_market.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rural market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Attractive and Repulsive Aspects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Attractive Aspects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Clean air and a calm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little noise, pollution and traffic.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Solidarity: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know one another and help one another at work, in sickness and at funerals.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Attractive and Repulsive Aspects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Attractive Aspects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Traditions and culture: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Chiefdoms, festivals, dances and crafts keep culture alive.</a:t>
            </a:r>
            <a:endParaRPr lang="en-US" sz="3600" dirty="0"/>
          </a:p>
        </p:txBody>
      </p:sp>
      <p:pic>
        <p:nvPicPr>
          <p:cNvPr id="6" name="Image 0" descr="/home/claude/f4/img/v2/usa_bandjoun.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traditional chiefdom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Attractive and Repulsive Aspects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Attractive Aspects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Available 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is available for farming, herding and building a house.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Attractive and Repulsive Aspects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Repulsive Aspects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Rural areas push people away for the following reasons: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Bad roads: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Many roads are muddy in the rainy season, so travel and trade are difficult.</a:t>
            </a:r>
            <a:endParaRPr lang="en-US" sz="3600" dirty="0"/>
          </a:p>
        </p:txBody>
      </p:sp>
      <p:pic>
        <p:nvPicPr>
          <p:cNvPr id="6" name="Image 0" descr="/home/claude/f4/img/v2/f2t_muddy_road.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bad rural road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Attractive and Repulsive Aspects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Repulsive Aspects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social amenities: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Hospitals, schools, electricity and pipe-borne water are scarce.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Unemployment and poverty: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few paid jobs apart from farming, and incomes are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Attractive and Repulsive Aspects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Repulsive Aspects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Hard 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with hoes and cutlasses is tiring and gives low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patterns of rural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Nucleated, dispersed and linear (also regular).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attractive aspects of rural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Fresh food and solidarity.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Houses grouped together form a ______ settlement.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Houses along a road form a ______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roof of a round hut is often made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your village or a village you know: its fields, its houses and two attractive aspects.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Towns in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Countryside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campagne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Farmer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Solidarity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solidarité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Space Occupation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Country Sides in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agricultural landscape of African country sides. Describe the building materials, types, forms and patterns of rural settlements. Identify the attractive and repulsive aspects of rural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rural areas of Africa and appreciate their attractive aspects.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Agricultural Landscape; Building Materials; Types of Rural Dwellings; Patterns of Rural Settlements; Forms of Rural Settlements; Attractive Aspects; Repulsive Aspects.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your village or a village you know: its fields, its houses and two attractive aspects.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farms around the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houses in your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patterns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what learners like in villages.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problems of villages.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2: Space Occupation.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“Cotton Fields, U.S. 65, Tensas Parish, Louisiana (4)” by Ken Lund, CC BY-SA 2.0, via Flickr (https://www.flickr.com/photos/75683070@N00/3934873451)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“Village built into the hillside” by 10b travelling / Carsten ten Brink, CC BY-NC-ND 2.0, via Flickr (https://www.flickr.com/photos/77334245@N00/5677301357)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“Bandjoun's chefferie: I - the approach past the royal quarters” by 10b travelling / Carsten ten Brink, CC BY-NC-ND 2.0, via Flickr (https://www.flickr.com/photos/77334245@N00/7326237514)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(Food crop fields): “Workshop in Lushoto, Tanzania” by CGIAR Climate, CC BY-NC-SA 2.0, via Flickr (https://www.flickr.com/photos/55227776@N04/8551480688)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(Pastures): “Young cattle herders in Sénégal (West Africa)” by gbaku, CC BY-SA 2.0, via Flickr (https://www.flickr.com/photos/72105154@N00/525185172)</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(Fresh and cheap food):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74</Slides>
  <Notes>74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2026-09-28T17:01:15Z</dcterms:created>
  <dcterms:modified xsi:type="dcterms:W3CDTF">2026-09-28T17:01:15Z</dcterms:modified>
</cp:coreProperties>
</file>