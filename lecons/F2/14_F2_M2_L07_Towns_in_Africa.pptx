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Towns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town, urban landscape, city, informal sector, megalopolis. At the end, you should be able to do this: learners are able to identify, classify and describe African towns, their activities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Country Sides in Africa. The question was: Describe your village or a village you know: its fields, its houses and two attractive aspects.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fields of maize and cotton around the village; round mud houses with grass roofs grouped around the chief's compound; fresh food and solidarity at harvest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urban landscape of African towns and classify towns. Number 2: identify informal activities in towns. Number 3: explain the problems of African towns and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many people and buildings. Douala and Yaoundé are big cities.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visits Douala for the first time. He admires the tall buildings and the busy port, but he also sees street sellers everywhere, traffic jams and quarters with poor houses and dirty gutters. He asks his uncle: "Why does such a rich town also have so many problems?"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why a big, rich town also has many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things he admires.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Tall buildings and the busy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problems of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poor quarters with dirty gutters.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town clean and respect traffic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problems in African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shows that this place is a town and not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many roads and cars, and dense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are the two largest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Garoua bigger or smaller than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Smaller: it is a medium-sized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roasting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Does this seller have a shop, a contract or a registered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he works on the street without registration; this is an informal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traffic jams in big African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too many vehicles for narrow and badly maintained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 of African towns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 crowded and without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Town and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Megalopolis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the Urban Landscape. An African town has the following parts. Copy the point on The centre (Central Business District) on the left, then draw the diagram on the right: the centre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Rich residential quarters on the left, then draw the diagram on the right: a rich residential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quarters (slums) on the left, then draw the diagram on the right: a poor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the Urban Landscape. On this slide we have Industrial zones and 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Markets and transport areas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Size. Towns can be classified by their size as follows. On this slide we have Small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Size. On this slide we have Medium-sized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Millionaire cities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Megalopolises on the left, then draw the diagram on the right: city, conurbation and megalopolis.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Function. Towns can also be classified by their main function. Copy the point on Administrative towns on the left, then draw the diagram on the right: urban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Commercial and port towns and Industrial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Educational and religious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Informal Activities. Many town dwellers work in the following informal activities. Copy the point on Street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Informal Activities. On this slide we have Repairs and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African Towns and Cities. African towns and cities face the following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and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African Towns and Cities. On this slide we have Insecurity and Lack of social amenities.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street selling and moto-taxi driving.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African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traffic jams, unemployment and slums.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informal; number 2, slum; number 3, millionaire.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informal activities you see on your way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Informal Sector Activities in African Cities.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TOWNS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Towns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Towns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urban landscape, city, informal sector,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landscapes; informal activities; problems of African towns and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Country Sides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your village or a village you know: its fields, its houses and two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fields of maize and cotton around the village; round mud houses with grass roofs grouped around the chief's compound; fresh food and solidarity at harvest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urban landscape of African towns and classify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African towns and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people and buildings.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visits Douala for the first time. He admires the tall buildings and the busy port, but he also sees street sellers everywhere, traffic jams and quarters with poor houses and dirty gutters. He asks his uncle: "Why does such a rich town also have so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why a big, rich town also has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things he admires.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the busy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quarters with dirty gutters.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town clean and respect traffic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problems in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that this place is a town and not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many roads and cars, and dense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are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bigger or smaller than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it is a medium-sized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 roasting 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this seller have a shop, a contract or a registered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he works on the street without registration; this is an informal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traffic jams in big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too many vehicles for narrow and badly maintained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of African towns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 crowded and without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dense settlement where most people work in trade,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and important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urban region formed when several big cities grow and join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An African town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centre (Central Business District):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offices, banks, big shops and tall buildings.</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Rich residential 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large houses, gardens, tarred roads and all services.</a:t>
            </a:r>
            <a:endParaRPr lang="en-US" sz="3600" dirty="0"/>
          </a:p>
        </p:txBody>
      </p:sp>
      <p:pic>
        <p:nvPicPr>
          <p:cNvPr id="6" name="Image 0" descr="/home/claude/f4/img/v2/usa_suburb.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rich residential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quarters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crowded, with poor houses and few roads, drains or water points.</a:t>
            </a:r>
            <a:endParaRPr lang="en-US" sz="36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poor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zones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warehouses and ports are found near railways, rivers or the sea, as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Markets and transport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Big markets, bus stations and motor parks are crowded at all times.</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can be classified by their size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few thousand to about 50,000 people, such as Poli and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Classification of Towns by Size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Medium-sized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about 50,000 to 1 million people, such as Garoua, Maroua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Millionaire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more than 1 million people, such as Douala, Yaoundé and Kinshasa.</a:t>
            </a:r>
            <a:endParaRPr lang="en-US" sz="3600" dirty="0"/>
          </a:p>
        </p:txBody>
      </p:sp>
      <p:pic>
        <p:nvPicPr>
          <p:cNvPr id="6"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Megalopolises: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chains of big cities joined together, such as the Lagos–Ibadan area in Nigeria.</a:t>
            </a:r>
            <a:endParaRPr lang="en-US" sz="3600" dirty="0"/>
          </a:p>
        </p:txBody>
      </p:sp>
      <p:pic>
        <p:nvPicPr>
          <p:cNvPr id="6" name="Image 0" descr="/home/claude/f4/img/v2/urban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city, conurbation and megalopolis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Towns can also be classified by their main function: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Administrative towns: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seats of government, such as Yaoundé, the political capital.</a:t>
            </a:r>
            <a:endParaRPr lang="en-US" sz="3200" dirty="0"/>
          </a:p>
        </p:txBody>
      </p:sp>
      <p:pic>
        <p:nvPicPr>
          <p:cNvPr id="6" name="Image 0" descr="/home/claude/f4/img/v2/urban_functio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urban functions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Commercial and port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live from trade and ports, such as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factories, such as Edéa with its aluminium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C) Classification of Towns by Function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Educational and religious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universities or religious centres, such as Buea, Dschang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Many town dwellers work in the following informal activities: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Street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Sellers of food, fruits, clothes and phone credit work on the streets and in markets.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and clandestine taxis carry people across the town.</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Tailors, carpenters, blacksmiths and hairdressers work in small workshops.</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Mechanics, shoe repairers, phone repairers and mobile money agents serve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African towns and cities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for the many young people who arrive from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people live in crowded quarters without water, drains or electricity.</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for the growing number of vehicles.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blocks the gutters, and quarters are flooded after heavy rain.</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aggression.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electricity are not enough for everybody.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unemployment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 unregistered jobs form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of more than one million people is a ______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informal activities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Towns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urban landscape of African towns and classify towns. Identify informal activities in towns. Explain the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Elements of the Urban Landscape; Classification of Towns by Size; Classification of Towns by Function; Informal Activities;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informal activities you see on your way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centre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small jobs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poor quarters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(Rich residential quarters):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(Markets and transport areas): “Wadi Halfa Bus Station” by D-Stanley, CC BY 2.0, via Flickr (https://www.flickr.com/photos/79721788@N00/8651154444)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(Transport):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(Crafts):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(Waste and floods):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2026-09-28T17:01:16Z</dcterms:created>
  <dcterms:modified xsi:type="dcterms:W3CDTF">2026-09-28T17:01:16Z</dcterms:modified>
</cp:coreProperties>
</file>