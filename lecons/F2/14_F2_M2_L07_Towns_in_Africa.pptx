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Towns in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town, urban landscape, city, informal sector, megalopolis. At the end, you should be able to do this: learners are able to identify, classify and describe African towns, their activities and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Country Sides in Africa. The question was: Describe your village or a village you know: its fields, its houses and two attractive aspects.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fields of maize and cotton around the village; round mud houses with grass roofs grouped around the chief's compound; fresh food and solidarity at harvest time.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urban landscape of African towns and classify towns. Number 2: identify informal activities in towns. Number 3: explain the problems of African towns and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many people and buildings. Douala and Yaoundé are big cities. Many young people move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visits Douala for the first time. He admires the tall buildings and the busy port, but he also sees street sellers everywhere, traffic jams and quarters with poor houses and dirty gutters. He asks his uncle: "Why does such a rich town also have so many problems?"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why a big, rich town also has many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things he admires.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Tall buildings and the busy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problems of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Traffic jams and poor quarters with dirty gutters.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your town clean and respect traffic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life and problems in African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shows that this place is a town and not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buildings, many roads and cars, and dense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are the two largest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Is Garoua bigger or smaller than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Smaller: it is a medium-sized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seller roasting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Does this seller have a shop, a contract or a registered business?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he works on the street without registration; this is an informal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traffic jams in big African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too many vehicles for narrow and badly maintained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 of African towns does this picture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housing: a slum, crowded and without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Town and 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Megalopolis and Informal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Elements of the Urban Landscape. An African town has the following parts. Copy the point on The centre (Central Business District) on the left, then draw the diagram on the right: the centre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Rich residential quarters on the left, then draw the diagram on the right: a rich residential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Poor quarters (slums) on the left, then draw the diagram on the right: a poor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the Urban Landscape. On this slide we have Industrial zones and 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Markets and transport areas on the left, then draw the diagram on the right: a bus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Towns by Size. Towns can be classified by their size as follows. On this slide we have Small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Size. On this slide we have Medium-sized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Millionaire cities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Megalopolises on the left, then draw the diagram on the right: city, conurbation and megalopolis.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Towns by Function. Towns can also be classified by their main function. Copy the point on Administrative towns on the left, then draw the diagram on the right: urban functions.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Function. On this slide we have Commercial and port towns and Industrial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Function. On this slide we have Educational and religious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Informal Activities. Many town dwellers work in the following informal activities. Copy the point on Street trade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tailor.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Informal Activities. On this slide we have Repairs and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African Towns and Cities. African towns and cities face the following problems. On this slide we have Unemployment.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Poor housing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jams on the left, then draw the diagram on the right: a traffic jam.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and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African Towns and Cities. On this slide we have Insecurity and Lack of social amenities.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informal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street selling and moto-taxi driving.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problems of African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traffic jams, unemployment and slums.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informal; number 2, slum; number 3, millionaire.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informal activities you see on your way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5: Informal Sector Activities in African Cities.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TOWNS IN AFRICA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Towns in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Towns in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 urban landscape, city, informal sector,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landscapes; informal activities; problems of African towns and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classify and describe African towns, their activities and their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Country Sides in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your village or a village you know: its fields, its houses and two attractive aspects.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fields of maize and cotton around the village; round mud houses with grass roofs grouped around the chief's compound; fresh food and solidarity at harvest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urban landscape of African towns and classify towns.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informal activities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African towns and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people and buildings.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big cities.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visits Douala for the first time. He admires the tall buildings and the busy port, but he also sees street sellers everywhere, traffic jams and quarters with poor houses and dirty gutters. He asks his uncle: "Why does such a rich town also have so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why a big, rich town also has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things he admires.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and the busy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problems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poor quarters with dirty gutters.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your town clean and respect traffic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life and problems in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that this place is a town and not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many roads and cars, and dense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are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Garoua bigger or smaller than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Smaller: it is a medium-sized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 roasting 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this seller have a shop, a contract or a registered business?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he works on the street without registration; this is an informal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traffic jams in big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too many vehicles for narrow and badly maintained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of African towns does this picture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housing: a slum, crowded and without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dense settlement where most people work in trade, industry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and important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Megalopolis: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urban region formed when several big cities grow and join together.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small economic activities that are not registered and do not pay taxes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An African town has the following parts: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centre (Central Business District):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offices, banks, big shops and tall buildings.</a:t>
            </a:r>
            <a:endParaRPr lang="en-US" sz="3600" dirty="0"/>
          </a:p>
        </p:txBody>
      </p:sp>
      <p:pic>
        <p:nvPicPr>
          <p:cNvPr id="6" name="Image 0" descr="/home/claude/f4/img/v2/lsa_yaoun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centre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Rich residential quarters: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have large houses, gardens, tarred roads and all services.</a:t>
            </a:r>
            <a:endParaRPr lang="en-US" sz="3600" dirty="0"/>
          </a:p>
        </p:txBody>
      </p:sp>
      <p:pic>
        <p:nvPicPr>
          <p:cNvPr id="6" name="Image 0" descr="/home/claude/f4/img/v2/usa_suburb.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rich residential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quarters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crowded, with poor houses and few roads, drains or water points.</a:t>
            </a:r>
            <a:endParaRPr lang="en-US" sz="3600" dirty="0"/>
          </a:p>
        </p:txBody>
      </p:sp>
      <p:pic>
        <p:nvPicPr>
          <p:cNvPr id="6"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poor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zones and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warehouses and ports are found near railways, rivers or the sea, as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Markets and transport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Big markets, bus stations and motor parks are crowded at all times.</a:t>
            </a:r>
            <a:endParaRPr lang="en-US" sz="3600" dirty="0"/>
          </a:p>
        </p:txBody>
      </p:sp>
      <p:pic>
        <p:nvPicPr>
          <p:cNvPr id="6" name="Image 0" descr="/home/claude/f4/img/v2/usa_busstati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can be classified by their size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 few thousand to about 50,000 people, such as Poli and Tcholliré.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Classification of Towns by Size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Medium-sized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about 50,000 to 1 million people, such as Garoua, Maroua and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Millionaire cities: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have more than 1 million people, such as Douala, Yaoundé and Kinshasa.</a:t>
            </a:r>
            <a:endParaRPr lang="en-US" sz="3600" dirty="0"/>
          </a:p>
        </p:txBody>
      </p:sp>
      <p:pic>
        <p:nvPicPr>
          <p:cNvPr id="6"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Megalopolises: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chains of big cities joined together, such as the Lagos–Ibadan area in Nigeria.</a:t>
            </a:r>
            <a:endParaRPr lang="en-US" sz="3600" dirty="0"/>
          </a:p>
        </p:txBody>
      </p:sp>
      <p:pic>
        <p:nvPicPr>
          <p:cNvPr id="6" name="Image 0" descr="/home/claude/f4/img/v2/urban_form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city, conurbation and megalopolis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Classification of Towns by Function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Towns can also be classified by their main function: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Administrative towns: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seats of government, such as Yaoundé, the political capital.</a:t>
            </a:r>
            <a:endParaRPr lang="en-US" sz="3200" dirty="0"/>
          </a:p>
        </p:txBody>
      </p:sp>
      <p:pic>
        <p:nvPicPr>
          <p:cNvPr id="6" name="Image 0" descr="/home/claude/f4/img/v2/urban_function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urban functions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Classification of Towns by Function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Commercial and port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live from trade and ports, such as Douala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many factories, such as Edéa with its aluminium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C) Classification of Towns by Function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Educational and religious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universities or religious centres, such as Buea, Dschang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Many town dwellers work in the following informal activities: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Street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Sellers of food, fruits, clothes and phone credit work on the streets and in markets.</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Moto-taxis and clandestine taxis carry people across the town.</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Crafts: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Tailors, carpenters, blacksmiths and hairdressers work in small workshops.</a:t>
            </a:r>
            <a:endParaRPr lang="en-US" sz="3600" dirty="0"/>
          </a:p>
        </p:txBody>
      </p:sp>
      <p:pic>
        <p:nvPicPr>
          <p:cNvPr id="5" name="Image 0" descr="/home/claude/f4/img/v2/f2t_tail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tailor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Repairs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Mechanics, shoe repairers, phone repairers and mobile money agents serve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African towns and cities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not enough jobs for the many young people who arrive from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housing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people live in crowded quarters without water, drains or electricity.</a:t>
            </a:r>
            <a:endParaRPr lang="en-US" sz="36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jams: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Roads are too narrow for the growing number of vehicles.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traffic jam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and 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blocks the gutters, and quarters are flooded after heavy rain.</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theft and aggression.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water and electricity are not enough for everybody.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 selling and moto-taxi driving.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unemployment and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 unregistered jobs form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poor quarter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of more than one million people is a ______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informal activities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Informal Sector Activities in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grande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 seller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vendeur ambulant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Towns in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urban landscape of African towns and classify towns. Identify informal activities in towns. Explain the problems of African towns and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classify and describe African towns, their activities and their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Elements of the Urban Landscape; Classification of Towns by Size; Classification of Towns by Function; Informal Activities; Problems of African Towns and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informal activities you see on your way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centre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small jobs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rush hour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poor quarters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(Rich residential quarters):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(Markets and transport areas): “Wadi Halfa Bus Station” by D-Stanley, CC BY 2.0, via Flickr (https://www.flickr.com/photos/79721788@N00/8651154444)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(Transport):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(Crafts):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(Waste and floods):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2026-09-28T21:14:06Z</dcterms:created>
  <dcterms:modified xsi:type="dcterms:W3CDTF">2026-09-28T21:14:06Z</dcterms:modified>
</cp:coreProperties>
</file>