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Towns in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town, urban landscape, city, informal sector, megalopolis. At the end, you should be able to do this: learners are able to describe African towns, their activities and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Country Sides in Africa. The question was: Describe your village or a village you know: houses, activities and one attractive aspect.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round mud houses with grass roofs grouped around the chief's compound; farming of maize and cotton; people help each other at harvest.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urban landscape of African towns. Number 2: identify informal activities in towns. Number 3: explain the problems of African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many people and buildings. Douala and Yaoundé are big cities. Many young people move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visits Douala for the first time. He sees tall buildings, many cars, traffic jams, street sellers everywhere and also quarters with poor houses and dirty gutters.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discovers both the good and bad sides of a big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things he sees in the urban landscape.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Tall buildings and many cars.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problems of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Traffic jams and poor quarters with dirty gutters.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your town clean and respect traffic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life and problems in African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urban landscape of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buildings, many roads, offices, shops and dense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two largest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seller roasting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an informal activity?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small job that is not registered; for example street selling and moto-taxi driving.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African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Traffic jams, unemployment and poor housing (also waste, floods,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urban problems.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Classify the problems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Economic (unemployment), social (slums, crime), transport (traffic) and environmental (waste,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Town and Informal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Landscapes. African towns have the following landscape. On this slide we have Centre and Quarters.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Landscapes.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Informal Activities. Many town dwellers work in the informal sector. On this slide we have Examples and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African Towns. African towns face the following problems. On this slide we have Economic problems and Social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African Towns. On this slide we have Transport and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problems of towns.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informal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street selling and moto-taxi driving.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problems of African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traffic jams, unemployment and slums.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informal; number 2, slum; number 3,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informal activities you see on your way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5: Informal Sector Activities in African Cities.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TOWNS IN AFRICA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Towns in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Towns in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 urban landscape, city, informal sector,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landscapes; informal activities; problems of African towns and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African towns, their activities and their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Country Sides in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your village or a village you know: houses, activities and one attractive aspect.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round mud houses with grass roofs grouped around the chief's compound; farming of maize and cotton; people help each other at harvest.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urban landscape of African towns.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informal activities in towns.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people and buildings.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big cities.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visits Douala for the first time. He sees tall buildings, many cars, traffic jams, street sellers everywhere and also quarters with poor houses and dirty gutters.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discovers both the good and bad sides of a big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things he sees in the urban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and many cars.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problems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poor quarters with dirty gutters.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your town clean and respect traffic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life and problems in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urban landscape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many roads, offices, shops and dense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 roasting 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informal activity?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job that is not registered; for example street selling and moto-taxi driving.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unemployment and poor housing (also waste, floods,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the problems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(unemployment), social (slums, crime), transport (traffic) and environmental (waste,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settlement where most people work in trade, industry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small, unregistered work such as street selling and moto-taxi driving.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African towns have the following landscape: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has offices, banks, shops and tall buildings.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quarters have large houses while poor quarters are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Lagos and Kinshasa are big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Many town dwellers work in the informal sector: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 selling, moto-taxi driving, tailoring and repairing are informal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jobs and income to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African towns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low incomes affect many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crime and a lack of services affect the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and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waste and floods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problems of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 selling and moto-taxi driving.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unemployment and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 unregistered jobs form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poor quarter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economic capital of Cameroon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informal activities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Informal Sector Activities in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grande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 seller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vendeur ambulant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Towns in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urban landscape of African towns. Identify informal activities in towns. Explain the problems of African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African towns, their activities and their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Urban Landscapes; Informal Activities; Problems of African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informal activities you see on your way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centre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small jobs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problems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four boxes.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2026-09-27T13:51:26Z</dcterms:created>
  <dcterms:modified xsi:type="dcterms:W3CDTF">2026-09-27T13:51:26Z</dcterms:modified>
</cp:coreProperties>
</file>