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Deforestation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deforestation, logging, reforestation, protected area. At the end, you should be able to do this: learners are able to explain deforestation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Man in the Equatorial Zone. The question was: List five products from the equatorial forest sold in your local market.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Plantains, cassava, cocoa (chocolate), timber (planks), bush mango or palm 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deforestation in Cameroon.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Southern Cameroon has a dense forest. Timber is exported. Farmers clear forest for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Satellite images show that large areas of forest in the East and South of Cameroon have disappeared in the last thirty years, and some animals are becoming rare. A forest guard asks the villagers: "Who is destroying our forest, and how can we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forests of Cameroon are disappearing, and people do not know how to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regions are affected?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East and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animals?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become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that need less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fight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logging truck in the East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these logs going?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sawmills and ports, to be sold as timber: logging is a cause of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forest after cutting.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you see where the forest was?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land, stumps and roads: the forest has been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soil when the trees are removed?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washes it away: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forests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protected area of the forest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Dja reserve (also Lobéké, Korup, Campo-Ma'an).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replace the trees that were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planting new trees: this is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Deforestation in Cameroon has the following causes. Copy the point on Logging on the left, then draw the diagram on the right: logging.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Firewood and charcoal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Roads, mining and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Deforestation appears in the following ways. Copy the point on Bare areas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Stumps and logging roads and Rare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Deforestation has the following consequences. Copy the point on Soil erosion on the left, then draw the diagram on the right: soil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biodiversity, Climate change and Loss for forest peoples.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Deforestation can be reduced by the following solutions.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and Improved stoves and cooking gas.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deforestation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reforestation; number 3,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things your family can do to reduce the use of firewood.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Man in the Tropical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DEFORESTATION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Deforestation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logging, reforestation, protected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Man in the Equatorial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products from the equatorial forest sold in your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Plantains, cassava, cocoa (chocolate), timber (planks), bush mango or palm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deforestation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clear forest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Satellite images show that large areas of forest in the East and South of Cameroon have disappeared in the last thirty years, and some animals are becoming rare. A forest guard asks the villagers: "Who is destroying our forest, and how can we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forests of Cameroon are disappearing, and people do not know how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and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that need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fight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 in the East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logs going?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sawmills and ports, to be sold as timber: logging is a cause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after cutting.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you see where the forest 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and roads: the forest has been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soil when the trees are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washes it away: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protected area of the forest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(also Lobéké, Korup, Campo-Ma'an).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planting new trees: this is reforestation.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destruction of forests by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planting trees where forests have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in Cameroon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Logging: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Companies cut valuable trees for timber and export.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logging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clear forest for shifting cultivation and plantations.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cut trees for cooking fuel.</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mining and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cleared to build roads, mines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appears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Bare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Stumps and logging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Stumps and new roads appear in the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Rare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such as gorillas and elephants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soils are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disappear.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trees mean more carbon dioxide and a warmer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for forest peoples: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peoples lose food, medicines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can be reduced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were cut.</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Parks such as the Dja, Lobéké and Korup protect forests.</a:t>
            </a:r>
            <a:endParaRPr lang="en-US" sz="3600" dirty="0"/>
          </a:p>
        </p:txBody>
      </p:sp>
      <p:pic>
        <p:nvPicPr>
          <p:cNvPr id="5" name="Image 0" descr="/home/claude/f4/img/v2/cmr_fore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Forestry Law controls logging and punishes illegal cutting.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and cooking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destruction of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new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is a ______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family can do to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Deforestation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deforestation in Cameroon.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things your family can do to reduce the use of firewood.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uses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cleared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“Slash and burn agriculture in the Amazon” by Matt-Zimmerman, CC BY 2.0, via Flickr (https://www.flickr.com/photos/16725630@N00/1524189000)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(Firewood and charcoal):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2026-09-28T17:20:24Z</dcterms:created>
  <dcterms:modified xsi:type="dcterms:W3CDTF">2026-09-28T17:20:24Z</dcterms:modified>
</cp:coreProperties>
</file>