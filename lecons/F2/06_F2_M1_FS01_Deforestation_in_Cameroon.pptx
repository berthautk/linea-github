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Deforestation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Exploitation of Resources in the Natural Environment. The key notions we shall use today are: deforestation, logging, reforestation, protected area. At the end, you should be able to do this: learners are able to explain deforestation in Cameroon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Man in the Equatorial Zone. The question was: Give two causes of deforestation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Logging and farming (also firewood and roads).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the causes of deforestation in Cameroon. Number 2: describe its manifestations and consequences.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Southern Cameroon has a dense forest. Timber is exported. Farmers clear forest for farms.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Satellite images show that large areas of forest in the East and South of Cameroon have disappeared in the last thirty years, and some animals are becoming rare. A forest guard asks the villagers: "Who is destroying our forest, and how can we stop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forests of Cameroon are disappearing, and people do not know how to stop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regions are affected?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East and the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the animals?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become 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use improved stoves that need less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and fight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logging truck in the East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these logs going?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sawmills and ports, to be sold as timber: logging is a cause of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forest after cutting.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you see where the forest was?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Bare land, stumps and roads: the forest has been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gully.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soil when the trees are removed?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washes it away: this is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forests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protected area of the forest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Dja reserve (also Lobéké, Korup, Campo-Ma'an).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a young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we replace the trees that were cut?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planting new trees: this is reforestation.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Deforestation and Reforestation.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Deforestation in Cameroon has the following causes. Copy the point on Logging on the left, then draw the diagram on the right: logging.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Farming on the left, then draw the diagram on the right: a cleared plot.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Firewood and charcoal on the left, then draw the diagram on the right: charcoal.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On this slide we have Roads, mining and settlements.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Manifestations. Deforestation appears in the following ways. Copy the point on Bare areas on the left, then draw the diagram on the right: a cleared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Manifestations. On this slide we have Stumps and logging roads and Rare animals.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Deforestation has the following consequences. Copy the point on Soil erosion on the left, then draw the diagram on the right: soil erosion.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On this slide we have Loss of biodiversity, Climate change and Loss for forest peoples.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Deforestation can be reduced by the following solutions. Copy the point on Reforestation on the left, then draw the diagram on the right: planting a tree.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Protected areas on the left, then draw the diagram on the right: forests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Laws and control and Improved stoves and cooking gas.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deforestation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logging and farming.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reforestation and protected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deforestation; number 2, reforestation; number 3,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resources of the tropical zone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Man in the Tropical Zone.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1: DEFORESTATION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Deforestation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Exploitation of Resources in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Deforestation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Deforestation, logging, reforestation, protected area.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Causes; manifestations; consequences;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deforestation in Cameroon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Man in the Equatorial Zone):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deforestation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and farming (also firewood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causes of deforestation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manifestations and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Southern Cameroon has a dense forest.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Timber is exported.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clear forest for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Satellite images show that large areas of forest in the East and South of Cameroon have disappeared in the last thirty years, and some animals are becoming rare. A forest guard asks the villagers: "Who is destroying our forest, and how can we stop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forests of Cameroon are disappearing, and people do not know how to stop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regions are affected?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and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become rare.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use improved stoves that need less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and fight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logging truck in the East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these logs going?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sawmills and ports, to be sold as timber: logging is a cause of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learcu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after cutting.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you see where the forest was?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Bare land, stumps and roads: the forest has been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soil when the trees are removed?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washes it away: this is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Forests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protected area of the forest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Dja reserve (also Lobéké, Korup, Campo-Ma'an).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a young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replace the trees that were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planting new trees: this is reforestation.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Exploitation of Resources in the Natural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1: Deforestation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destruction of forests by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planting trees where forests have been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Deforestation in Cameroon has the following causes: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Logging: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Companies cut valuable trees for timber and export.</a:t>
            </a:r>
            <a:endParaRPr lang="en-US" sz="3600" dirty="0"/>
          </a:p>
        </p:txBody>
      </p:sp>
      <p:pic>
        <p:nvPicPr>
          <p:cNvPr id="5" name="Image 0" descr="/home/claude/f4/img/v2/f2t_logging_truck.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logging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Farmers clear forest for shifting cultivation and plantations.</a:t>
            </a:r>
            <a:endParaRPr lang="en-US" sz="3600" dirty="0"/>
          </a:p>
        </p:txBody>
      </p:sp>
      <p:pic>
        <p:nvPicPr>
          <p:cNvPr id="5" name="Image 0" descr="/home/claude/f4/img/v2/f2t_clear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cleared plot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Firewood and charcoal: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cut trees for cooking fuel.</a:t>
            </a:r>
            <a:endParaRPr lang="en-US" sz="3600" dirty="0"/>
          </a:p>
        </p:txBody>
      </p:sp>
      <p:pic>
        <p:nvPicPr>
          <p:cNvPr id="5" name="Image 0" descr="/home/claude/f4/img/v2/f2t_charcoa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charcoal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Roads, mining and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is cleared to build roads, mines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Deforestation appears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Bare areas: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Large areas of forest disappear.</a:t>
            </a:r>
            <a:endParaRPr lang="en-US" sz="3600" dirty="0"/>
          </a:p>
        </p:txBody>
      </p:sp>
      <p:pic>
        <p:nvPicPr>
          <p:cNvPr id="5" name="Image 0" descr="/home/claude/f4/img/v2/usa_clearcu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cleared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Stumps and logging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Stumps and new roads appear in the forest.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Rare animals: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such as gorillas and elephants become rare.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Deforestation has the following consequences: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Bare soils are washed away by rain.</a:t>
            </a:r>
            <a:endParaRPr lang="en-US" sz="3600" dirty="0"/>
          </a:p>
        </p:txBody>
      </p:sp>
      <p:pic>
        <p:nvPicPr>
          <p:cNvPr id="5" name="Image 0" descr="/home/claude/f4/img/v2/f4_gull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soil erosion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biodiversity: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and animals disappear.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trees mean more carbon dioxide and a warmer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for forest peoples: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peoples lose food, medicines and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Deforestation can be reduced by the following solutions: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plant trees where forests were cut.</a:t>
            </a:r>
            <a:endParaRPr lang="en-US" sz="3600" dirty="0"/>
          </a:p>
        </p:txBody>
      </p:sp>
      <p:pic>
        <p:nvPicPr>
          <p:cNvPr id="5" name="Image 0" descr="/home/claude/f4/img/v2/f2t_tree_plant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planting a tree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Parks such as the Dja, Lobéké and Korup protect forests.</a:t>
            </a:r>
            <a:endParaRPr lang="en-US" sz="3600" dirty="0"/>
          </a:p>
        </p:txBody>
      </p:sp>
      <p:pic>
        <p:nvPicPr>
          <p:cNvPr id="5" name="Image 0" descr="/home/claude/f4/img/v2/cmr_forest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forests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Laws and control: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Forestry Law controls logging and punishes illegal cutting.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Improved stoves and cooking 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reduce the use of firewood.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deforestation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and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and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destruction of forests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new trees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Dja is a ______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resources of the tropical zone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Man in the Tropical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Logging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Deforestation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causes of deforestation in Cameroon. Describe its manifestations and consequences.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deforestation in Cameroon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Manifestations; Consequences;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resources of the tropical zone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uses of wood.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cleared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effects on villages.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plan a tree-planting 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“Managed Destruction” by Harlz_, CC BY-NC 2.0, via Flickr (https://www.flickr.com/photos/35169553@N06/4295797661)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(Farming): “Slash and burn agriculture in the Amazon” by Matt-Zimmerman, CC BY 2.0, via Flickr (https://www.flickr.com/photos/16725630@N00/1524189000)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(Firewood and charcoal): “Charcoal, made from tree branches” by World Bank Photo Collection, CC BY-NC-ND 2.0, via Flickr (https://www.flickr.com/photos/10816734@N03/25644159775)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2026-10-02T05:13:13Z</dcterms:created>
  <dcterms:modified xsi:type="dcterms:W3CDTF">2026-10-02T05:13:13Z</dcterms:modified>
</cp:coreProperties>
</file>