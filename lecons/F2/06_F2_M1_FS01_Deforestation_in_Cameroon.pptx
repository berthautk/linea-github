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List five products from the equatorial forest sold in your local market.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Plantains, cassava, cocoa (chocolate), timber (planks), bush mango (ndo'o) or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Some animals are becoming rare.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causes of deforestation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Logging for timber and clearing for farms (also firewood, mining,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cleared by logging.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we see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bare areas, stumps and roads cut through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consequences of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and loss of animals and plants (also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protected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protected areas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and the Lobéké park (also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controlled logging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Manifestations. Deforestation in Cameroon has the following causes. On this slide we have Logging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Manifestations. On this slide we have Firewood and settlements and Manifestations.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On this slide we have Environment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On this slide we have Reforestation and Protected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and protected areas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family can do to reduce the use of firewood.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and solutions of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Plantains, cassava, cocoa (chocolate), timber (planks), bush mango (ndo'o) or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Some animals are becoming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for timber and clearing for farms (also firewood, mining,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by logging.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see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bare areas, stumps and roads cut through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and loss of animals and plants (also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areas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and the Lobéké park (also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controlled logging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trees for firewood, charcoal, roads and houses.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Manifestations: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areas, stumps and new roads appear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eroded, rivers dry up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forest means more carbon dioxide and a warmer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of 1994 controls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and protected areas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family can do to reduce the use of firewood.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2026-09-27T13:51:24Z</dcterms:created>
  <dcterms:modified xsi:type="dcterms:W3CDTF">2026-09-27T13:51:24Z</dcterms:modified>
</cp:coreProperties>
</file>