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Lst>
  <p:notesMasterIdLst>
    <p:notesMasterId r:id="rId6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notesMaster" Target="notesMasters/notesMaster1.xml"/><Relationship Id="rId62" Type="http://schemas.openxmlformats.org/officeDocument/2006/relationships/presProps" Target="presProps.xml"/><Relationship Id="rId63" Type="http://schemas.openxmlformats.org/officeDocument/2006/relationships/viewProps" Target="viewProps.xml"/><Relationship Id="rId64" Type="http://schemas.openxmlformats.org/officeDocument/2006/relationships/theme" Target="theme/theme1.xml"/><Relationship Id="rId6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Further Study 1: Deforestation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It belongs to Module 1: Man in his Environment.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Exploitation of Resources in the Natural Environment. The key notions we shall use today are: deforestation, logging, reforestation, protected area. At the end, you should be able to do this: learners are able to explain deforestation in Cameroon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Man in the Equatorial Zone. The question was: List five products from the equatorial forest sold in your local market.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Plantains, cassava, cocoa (chocolate), timber (planks), bush mango or palm oil.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give the causes of deforestation in Cameroon. Number 2: describe its manifestations and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Southern Cameroon has a dense forest. Timber is exported. Farmers clear forest for farms.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Satellite images show that large areas of forest in the East and South of Cameroon have disappeared in the last thirty years, and some animals are becoming rare. A forest guard asks the villagers: "Who is destroying our forest, and how can we stop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forests of Cameroon are disappearing, and people do not know how to stop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regions are affected?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East and the South.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happens to the animals?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become rare.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plant trees and use improved stoves that need less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further study helps us to understand and fight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logging truck in the East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are these logs going?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sawmills and ports, to be sold as timber: logging is a cause of deforestation.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forest after cutting.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you see where the forest was?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Bare land, stumps and roads: the forest has been destroyed.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gully.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soil when the trees are removed?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Rain washes it away: this is soil erosion.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forests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Name one protected area of the forest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Dja reserve (also Lobéké, Korup, Campo-Ma'an).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planting a young tree.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we replace the trees that were cut?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planting new trees: this is reforestation.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Deforestation and Reforestation.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Deforestation in Cameroon has the following causes. Copy the point on Logging on the left, then draw the diagram on the right: logging.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Farming on the left, then draw the diagram on the right: a cleared plot.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Firewood and charcoal on the left, then draw the diagram on the right: charcoal.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On this slide we have Roads, mining and settlements.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Manifestations. Deforestation appears in the following ways. Copy the point on Bare areas on the left, then draw the diagram on the right: a cleared forest.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Manifestations. On this slide we have Stumps and logging roads and Rare animals.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Consequences. Deforestation has the following consequences. Copy the point on Soil erosion on the left, then draw the diagram on the right: soil erosion.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Consequences. On this slide we have Loss of biodiversity, Climate change and Loss for forest peoples.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Deforestation can be reduced by the following solutions. Copy the point on Reforestation on the left, then draw the diagram on the right: planting a tree.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Protected areas on the left, then draw the diagram on the right: forests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Laws and control and Improved stoves and cooking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causes of deforestation in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logging and farming.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reforestation and protected areas.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deforestation; number 2, reforestation; number 3,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Write three things your family can do to reduce the use of firewood.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 Man in the Tropical Zone.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FURTHER STUDY 1: DEFORESTATION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jp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jp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jp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jp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Further Study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Deforestation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Man in his Environment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Exploitation of Resources in the Natural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Further Study 1: Deforestation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Deforestation, logging, reforestation, protected area.</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Causes; manifestations;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Man in the Equatorial Zone):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five products from the equatorial forest sold in your local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Plantains, cassava, cocoa (chocolate), timber (planks), bush mango or palm 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causes of deforestation in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manifestations and consequences.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Southern Cameroon has a dense forest.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Timber is exported.</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Farmers clear forest for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Satellite images show that large areas of forest in the East and South of Cameroon have disappeared in the last thirty years, and some animals are becoming rare. A forest guard asks the villagers: "Who is destroying our forest, and how can we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forests of Cameroon are disappearing, and people do not know how to stop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regions are affected?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and the South.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 trees and use improved stoves that need less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further study helps us to understand and fight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 in the East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these logs going?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CAUSES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sawmills and ports, to be sold as timber: logging is a cause of deforestation.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clearcu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forest after cutting.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you see where the forest was?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MANIFESTATIONS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Bare land, stumps and roads: the forest has been destroyed.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ully.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gully.</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soil when the trees are removed?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Rain washes it away: this is soil erosion.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fores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Forests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one protected area of the forest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Dja reserve (also Lobéké, Korup, Campo-Ma'an).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ee_plant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Planting a young tree.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we replace the trees that were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planting new trees: this is reforestation.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Exploitation of Resources in the Natural Environment</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1: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destruction of forests by people.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planting trees where forests have been cut.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in Cameroon has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Logging: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Companies cut valuable trees for timber and export.</a:t>
            </a:r>
            <a:endParaRPr lang="en-US" sz="3600" dirty="0"/>
          </a:p>
        </p:txBody>
      </p:sp>
      <p:pic>
        <p:nvPicPr>
          <p:cNvPr id="5" name="Image 0" descr="/home/claude/f4/img/v2/f2t_logging_truck.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logging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Farmers clear forest for shifting cultivation and plantations.</a:t>
            </a:r>
            <a:endParaRPr lang="en-US" sz="3600" dirty="0"/>
          </a:p>
        </p:txBody>
      </p:sp>
      <p:pic>
        <p:nvPicPr>
          <p:cNvPr id="5" name="Image 0" descr="/home/claude/f4/img/v2/f2t_clear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plot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Firewood and charcoal: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cut trees for cooking fuel.</a:t>
            </a:r>
            <a:endParaRPr lang="en-US" sz="3600" dirty="0"/>
          </a:p>
        </p:txBody>
      </p:sp>
      <p:pic>
        <p:nvPicPr>
          <p:cNvPr id="5" name="Image 0" descr="/home/claude/f4/img/v2/f2t_charcoa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charcoal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Causes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Roads, mining and settlements: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is cleared to build roads, mines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appears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Bare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Large areas of forest disappear.</a:t>
            </a:r>
            <a:endParaRPr lang="en-US" sz="3600" dirty="0"/>
          </a:p>
        </p:txBody>
      </p:sp>
      <p:pic>
        <p:nvPicPr>
          <p:cNvPr id="5" name="Image 0" descr="/home/claude/f4/img/v2/usa_clearcu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cleared forest</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Manifestations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Stumps and logging roads: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Stumps and new roads appear in the forest.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Rare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Animals such as gorillas and elephants become rare.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has the following consequences: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Soil erosion: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Bare soils are washed away by rain.</a:t>
            </a:r>
            <a:endParaRPr lang="en-US" sz="3600" dirty="0"/>
          </a:p>
        </p:txBody>
      </p:sp>
      <p:pic>
        <p:nvPicPr>
          <p:cNvPr id="5" name="Image 0" descr="/home/claude/f4/img/v2/f4_gully.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soil erosion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Consequences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biodiversity: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and animals disappear.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Climate change: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trees mean more carbon dioxide and a warmer climate.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for forest peoples: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Forest peoples lose food, medicines and income.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Deforestation can be reduced by the following solutions: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Reforestation: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People plant trees where forests were cut.</a:t>
            </a:r>
            <a:endParaRPr lang="en-US" sz="3600" dirty="0"/>
          </a:p>
        </p:txBody>
      </p:sp>
      <p:pic>
        <p:nvPicPr>
          <p:cNvPr id="5" name="Image 0" descr="/home/claude/f4/img/v2/f2t_tree_plant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planting a tree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Protected areas: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Parks such as the Dja, Lobéké and Korup protect forests.</a:t>
            </a:r>
            <a:endParaRPr lang="en-US" sz="3600" dirty="0"/>
          </a:p>
        </p:txBody>
      </p:sp>
      <p:pic>
        <p:nvPicPr>
          <p:cNvPr id="5" name="Image 0" descr="/home/claude/f4/img/v2/cmr_forest_big.png">    </p:cNvPr>
          <p:cNvPicPr>
            <a:picLocks noChangeAspect="1"/>
          </p:cNvPicPr>
          <p:nvPr/>
        </p:nvPicPr>
        <p:blipFill>
          <a:blip r:embed="rId1"/>
          <a:stretch>
            <a:fillRect/>
          </a:stretch>
        </p:blipFill>
        <p:spPr>
          <a:xfrm>
            <a:off x="5349240" y="2253310"/>
            <a:ext cx="6659575" cy="332978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forests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Solutions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Laws and control: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Forestry Law controls logging and punishes illegal cutting.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Improved stoves and cooking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causes of deforestation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Logging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Reforestation and protected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destruction of forests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Planting new trees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Dja is a ______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Write three things your family can do to reduce the use of firewood.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Man in the Tropical Zone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déforestation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Logging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L'exploitation forestière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réserve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L'arbre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Further Study 1: Deforestation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the causes of deforestation in Cameroon. Describe its manifestations and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deforestation in Cameroon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Causes; Manifestations;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Write three things your family can do to reduce the use of firewood.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uses of wood.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a cleared forest.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effects on villages.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plan a tree-planting day.</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2, Module 1: Man in his Environment.</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“Managed Destruction” by Harlz_, CC BY-NC 2.0, via Flickr (https://www.flickr.com/photos/35169553@N06/4295797661)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“Soil erosion in the central Mexican Highlands” by CIMMYT, CC BY-NC-SA 2.0, via Flickr (https://www.flickr.com/photos/44760652@N05/6244930288)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“Haitian Students Breathe New Life into Depleted Pine Forest” by United Nations Photo, CC BY-NC-ND 2.0, via Flickr (https://www.flickr.com/photos/35483578@N03/5860275159)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(Farming): “Slash and burn agriculture in the Amazon” by Matt-Zimmerman, CC BY 2.0, via Flickr (https://www.flickr.com/photos/16725630@N00/1524189000)</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(Firewood and charcoal): “Charcoal, made from tree branches” by World Bank Photo Collection, CC BY-NC-ND 2.0, via Flickr (https://www.flickr.com/photos/10816734@N03/25644159775)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59</Slides>
  <Notes>59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59</vt:i4>
      </vt:variant>
    </vt:vector>
  </HeadingPairs>
  <TitlesOfParts>
    <vt:vector size="6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2026-09-28T17:01:14Z</dcterms:created>
  <dcterms:modified xsi:type="dcterms:W3CDTF">2026-09-28T17:01:14Z</dcterms:modified>
</cp:coreProperties>
</file>