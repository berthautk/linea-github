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List five products from the equatorial forest sold in your local market.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Plantains, cassava, cocoa (chocolate), timber (planks), bush mango or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and some animals are becoming rare. A forest guard asks the villagers: "Who is destroying our forest, and how can we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 and people do not know how to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these logs going?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sawmills and ports, to be sold as timber: logging is a cause of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after cutting.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you see where the forest was?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and roads: the forest has been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soil when the trees are removed?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it away: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protected area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(also Lobéké,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replace the trees that were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planting new trees: this is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Copy the point on Logging on the left, then draw the diagram on the right: logging.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Firewood and charcoal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Roads, mining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appears in the following ways. Copy the point on Bare areas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Stumps and logging roads and Rare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Copy the point on Soil erosion on the left, then draw the diagram on the right: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biodiversity, Climate change and Loss for forest peoples.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and Improved stoves and cooking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family can do to reduce the use of firewood.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Plantains, cassava, cocoa (chocolate), timber (planks), bush mango or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and some animals are becoming rare. A forest guard asks the villagers: "Who is destroying our forest, and how can we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 and people do not know how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logs going?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sawmills and ports, to be sold as timber: logging is a cause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after cutting.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you see where the forest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and roads: the forest has been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when the trees are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it away: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protected area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(also Lobéké,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planting new trees: this is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planting trees where forests have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logging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cut trees for cooking fuel.</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mining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cleared to build roads, mines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appears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Bare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Stumps and logging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Stumps and new roads appear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such as gorillas and elephants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soils are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mean more carbon dioxide and a warmer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forest peoples: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36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controls logging and punishes illegal cutting.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and cooking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family can do to reduce the use of firewood.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“Slash and burn agriculture in the Amazon” by Matt-Zimmerman, CC BY 2.0, via Flickr (https://www.flickr.com/photos/16725630@N00/1524189000)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(Firewood and charcoal):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2026-09-28T21:14:02Z</dcterms:created>
  <dcterms:modified xsi:type="dcterms:W3CDTF">2026-09-28T21:14:02Z</dcterms:modified>
</cp:coreProperties>
</file>