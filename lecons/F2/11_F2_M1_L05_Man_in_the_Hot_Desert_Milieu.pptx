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Man in the Hot Desert Milieu.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oasis, irrigation, pastoral nomadism. At the end, you should be able to do this: learners are able to describe how people live in hot deserts and solve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Identification of the Biological Resources of Cameroon. The question was: List three plants and three animals of your region and one use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Plants: shea tree (butter), baobab (leaves), acacia (gum). Animals: cattle (meat, milk), goats (meat), bees (honey).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hot deserts and describe their climate and resources. Number 2: describe the traditional methods of exploitation.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Sahara is north of Cameroon. Deserts receive very little rain. The Harmattan comes from the Sahara.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Tuareg family moves with its camels across the Sahara from one well to another. At an oasis, farmers grow dates under palm trees with water from a well. A pupil asks: "How can people live and farm in a place with almost no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know how people survive and farm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animal carries the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farmers grow dates?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every day, as desert peoples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survive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dry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is the largest hot desert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Sahara,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there no trees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very little rain (less than 250 mm a year) and it is very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green place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people farm at this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water from a spring or a well: it is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camels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camel useful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walk for days without water and carries people and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sandstorm.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problems do sandstorms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bury wells and fields and make breathing difficult.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Hot desert and Oasis.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Presentation of Hot Deserts. Hot deserts are presented as follows. Copy the point on Location on the left, then draw the diagram on the right: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a sandy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Brief Presentation of Hot Deserts.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Traditional Methods of Exploitation. People use the desert in the following traditional ways. Copy the point on Pastoral nomadism on the left, then draw the diagram on the right: camels.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Oasis farming on the left, then draw the diagram on the right: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Traditional irrigation on the left, then draw the diagram on the right: a shaduf.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Traditional Methods of Exploitation. On this slide we have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Copy the point on Lack of water on the left, then draw the diagram on the right: a desert well.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Heat and cold, Sandstorms and Poor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help people. On this slide we have Deep wells and boreholes.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Modern irrigation on the left, then draw the diagram on the right: modern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Tree planting and Solar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at oases and 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sandstorms.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oasis; number 2, camel;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ways people in the Far North of Cameroon save water.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Water Scarcity.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MAN IN THE HOT DESERT MILIEU</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Hot Desert Milieu</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Man in the Hot Desert Milieu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Oasis, irrigation, pastoral nomadism.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brief presentation of the climatic characteristics and resources; traditional methods of exploitation of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live in hot deserts and solve their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Identification of the Biological Resources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plants and three animals of your region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shea tree (butter), baobab (leaves), acacia (gum). Animals: cattle (meat, milk), goats (meat), bees (honey).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hot deserts and describe their climate and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traditional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is north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receive very little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Tuareg family moves with its camels across the Sahara from one well to another. At an oasis, farmers grow dates under palm trees with water from a well. A pupil asks: "How can people live and farm in a place with almost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know how people survive and farm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animal carries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camel.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farmers grow dates?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every day, as desert peoples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survive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largest hot desert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trees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very little rain (less than 250 mm a year) and it is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 place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people farm at this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water from a spring or a well: it is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useful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walk for days without water and carries people and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 sandstorms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bury wells and fields and make breathing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Man in the Hot Desert Milieu</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desert: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dry and hot area that receives less than 250 mm of rain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Oasis: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green place in the desert with water from a spring or a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bringing water to fields to grow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Hot deserts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Hot deserts lie near the tropics, like the Sahara, the Kalahari and the Arabian Desert.</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deserts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receive less than 250 mm of rain, with very hot days and cold nights.</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oases, underground water, oil, gas, minerals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use the desert in the following traditional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Nomads such as the Tuareg move with camels, goats and sheep from well to well.</a:t>
            </a:r>
            <a:endParaRPr lang="en-US" sz="3600" dirty="0"/>
          </a:p>
        </p:txBody>
      </p:sp>
      <p:pic>
        <p:nvPicPr>
          <p:cNvPr id="5" name="Image 0" descr="/home/claude/f4/img/v2/f2t_camel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Oasis 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grow dates, vegetables and cereals under palm trees.</a:t>
            </a:r>
            <a:endParaRPr lang="en-US" sz="3600" dirty="0"/>
          </a:p>
        </p:txBody>
      </p:sp>
      <p:pic>
        <p:nvPicPr>
          <p:cNvPr id="5" name="Image 0" descr="/home/claude/f4/img/v2/f2t_oasi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Traditional 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lift water from wells with tools such as the shaduf.</a:t>
            </a:r>
            <a:endParaRPr lang="en-US" sz="3600" dirty="0"/>
          </a:p>
        </p:txBody>
      </p:sp>
      <p:pic>
        <p:nvPicPr>
          <p:cNvPr id="5" name="Image 0" descr="/home/claude/f4/img/v2/f2t_shaduf.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shaduf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Camel caravans carry salt and goods across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Lack of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Wells dry up and water is scarce.</a:t>
            </a:r>
            <a:endParaRPr lang="en-US" sz="3600" dirty="0"/>
          </a:p>
        </p:txBody>
      </p:sp>
      <p:pic>
        <p:nvPicPr>
          <p:cNvPr id="5" name="Image 0" descr="/home/claude/f4/img/v2/f2t_desert_we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 well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and cold: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very hot and nights are cold.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buries wells, fields and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salt make farming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help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Deep wells and boreholes: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underground water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Modern 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Pumps and sprinklers water large fields.</a:t>
            </a:r>
            <a:endParaRPr lang="en-US" sz="3600" dirty="0"/>
          </a:p>
        </p:txBody>
      </p:sp>
      <p:pic>
        <p:nvPicPr>
          <p:cNvPr id="5" name="Image 0" descr="/home/claude/f4/img/v2/f2t_pivo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modern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stop moving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Sunshine gives electricity for pumps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at oases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in the desert with water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animal of the desert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fields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ways people in the Far North of Cameroon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Man in the Hot Desert Milieu</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hot deserts and describe their climate and resources. Describe the traditional methods of exploitation.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live in hot deserts and solve their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Brief Presentation of Hot Deserts; Traditional Methods of Exploitation;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ways people in the Far North of Cameroon save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desert resources.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nomads of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water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(Traditional irrigation): “A Shadoof” by 10b travelling / Carsten ten Brink, CC BY-NC-ND 2.0, via Flickr (https://www.flickr.com/photos/77334245@N00/5908489998)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(Lack of water): “Well in the desert” by Focx Photography, CC BY-SA 2.0, via Flickr (https://www.flickr.com/photos/30780900@N02/4117141154)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(Modern irrigation):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2026-09-28T21:14:04Z</dcterms:created>
  <dcterms:modified xsi:type="dcterms:W3CDTF">2026-09-28T21:14:04Z</dcterms:modified>
</cp:coreProperties>
</file>