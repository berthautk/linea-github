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and resources. Number 2: describe the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A pupil asks: "How can people live and farm in a place with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how people survive and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dry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there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rain (less than 250 mm a year) and it is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farm at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water from a spring or a well: it is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useful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carries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 sandstorms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bury wells and fields and make breathing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Oasis.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Hot Deserts. Hot deserts are presented as follows. Copy the point on Location on the left, then draw the diagram on the right: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Presentation of Hot Deserts.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Methods of Exploitation. People use the desert in the following traditional ways. Copy the point on Pastoral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Oasis farming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irrigation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Methods of Exploitation.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Heat and cold,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help people. On this slide we have Deep wells and boreholes.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irrigation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Tree planting and Solar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traditional methods of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 A pupil asks: "How can people live and farm in a place with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how people survive and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rain (less than 250 mm a year) and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farm at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water from a spring or a well: it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carries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sandstorms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bury wells and fields and make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dry and hot area that receives less than 250 mm of rain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with water from a spring or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bringing water to fields to grow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oases, underground water, oil, gas, minerals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use the desert in the following traditional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camels, goats and sheep from well to well.</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grow dates, vegetables and cereals under palm trees.</a:t>
            </a:r>
            <a:endParaRPr lang="en-US" sz="3600" dirty="0"/>
          </a:p>
        </p:txBody>
      </p:sp>
      <p:pic>
        <p:nvPicPr>
          <p:cNvPr id="5" name="Image 0" descr="/home/claude/f4/img/v2/f2t_oasi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lift water from wells with tools such as the shaduf.</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 caravans carry salt and goods across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Wells dry up and water is scarce.</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cold: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buries wells,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salt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help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wells and boreholes: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underground water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Modern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Pumps and sprinklers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stop moving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gives electricity for pumps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and resources. Describe the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Hot Deserts; Traditional Methods of Exploitation;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(Traditional irrigation):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(Lack of water): “Well in the desert” by Focx Photography, CC BY-SA 2.0, via Flickr (https://www.flickr.com/photos/30780900@N02/4117141154)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irrigation):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2026-10-02T05:13:15Z</dcterms:created>
  <dcterms:modified xsi:type="dcterms:W3CDTF">2026-10-02T05:13:15Z</dcterms:modified>
</cp:coreProperties>
</file>