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Man in the Hot Desert Milieu.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1: Man in his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Exploitation of Resources in the Natural Environment. The key notions we shall use today are: oasis, irrigation, pastoral nomadism, hot desert. At the end, you should be able to do this: learners are able to describe how people live in hot deserts and solve their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3: Identification of the Biological Resources of Cameroon. The question was: List three plants and three animals of your region and one use of each.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Plants: shea tree (butter), baobab (leaves), acacia (gum). Animals: cattle (meat, milk), goats (meat), bees (honey).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locate the hot deserts and describe their climate. Number 2: describe their resources and traditional methods of exploitation. Number 3: explain the problems faced and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Sahara is north of Cameroon. Deserts receive very little rain. The Harmattan comes from the Sahara.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Tuareg family moves with its camels across the Sahara from one well to another. At an oasis, farmers grow dates under palm trees with water from a well.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People must find water to live in the desert.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animal carries the family?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camel.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do farmers grow dates?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At an oasis.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save water every day, as desert peoples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people survive in hot deserts.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hot deserts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three hot deserts.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Sahara, the Kalahari and the Arabian Desert.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sandy desert.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Describe the climate of hot deserts.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Less than 250 mm of rain, very hot days and cold nights.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an oasis.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three resources of hot deserts.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Water at oases, oil and minerals, and sunshine (also dates).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camels in the desert.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 nomads use the desert?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move with camels, goats and sheep from well to well to find water and pasture.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people at a desert well.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problems and two solutions.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Problems: lack of water, sandstorms. Solutions: wells and irrigation, tree planting.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Location and Climate. Hot deserts are presented as follows. On this slide we have Location and Climate.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hot deserts of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Resources and Traditional Exploitation. People use the desert in the following ways. On this slide we have Pastoral nomadism and Oasis farming.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Resources and Traditional Exploitation. On this slide we have Other resources.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and Solutions. People face the following problems and solutions. On this slide we have Problems and Solutions.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resources of hot deserts.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water at oases and oil.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problems of the desert.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lack of water and sandstorms.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oasis; number 2, camel; number 3, irrigation.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Write three ways people in the Far North of Cameroon save water.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4: Water Scarcity.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5: MAN IN THE HOT DESERT MILIEU</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Man in the Hot Desert Milieu</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Man in his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Exploitation of Resources in the Natural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Man in the Hot Desert Milieu</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Oasis, irrigation, pastoral nomadism, hot desert.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climatic characteristics; resources; traditional methods of exploitation; problems faced; proposed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how people live in hot deserts and solve their problems.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3: Identification of the Biological Resources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three plants and three animals of your region and one use of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Plants: shea tree (butter), baobab (leaves), acacia (gum). Animals: cattle (meat, milk), goats (meat), bees (honey).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hot deserts and describe their climate.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their resources and traditional methods of exploitation.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problems faced and propose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Sahara is north of Cameroon.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Deserts receive very little rain.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Harmattan comes from the Sahara.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Tuareg family moves with its camels across the Sahara from one well to another. At an oasis, farmers grow dates under palm trees with water from a well.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must find water to live in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animal carries the family?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camel.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farmers grow dates?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an oasis.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Save water every day, as desert peoples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people survive in hot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eserts_world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Hot deserts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hot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Sahara, the Kalahari and the Arabian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er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sandy desert.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climate of hot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Less than 250 mm of rain, very hot days and cold nights.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oasi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oasis.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resources of hot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at oases, oil and minerals, and sunshine (also dates).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TRADITIONAL EXPLOITATION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amel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Camels in the desert.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TRADITIONAL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nomads use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TRADITIONAL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move with camels, goats and sheep from well to well to find water and pasture.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PROBLEMS AND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desert_wel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People at a desert well.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PROBLEMS AND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and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PROBLEMS AND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Problems: lack of water, sandstorms. Solutions: wells and irrigation, tree planting.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Exploitation of Resources in the Natural Environment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Man in the Hot Desert Milieu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 and Climate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Hot deserts are presented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deserts lie near the tropics, like the Sahara, the Kalahari and the Arabian Desert.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receive less than 250 mm of rain, with very hot days and cold nights.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 and Climate</a:t>
            </a:r>
            <a:endParaRPr lang="en-US" sz="3600" dirty="0"/>
          </a:p>
        </p:txBody>
      </p:sp>
      <p:pic>
        <p:nvPicPr>
          <p:cNvPr id="4" name="Image 0" descr="/home/claude/f4/img/v2/deserts_world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hot deserts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Resources and Traditional Exploitation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People use the desert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Pastoral nomadism: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Nomads such as the Tuareg move with camels, goats and sheep.</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Oasis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grow dates, vegetables and cereals with irrigation from wells.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Resources and Traditional Exploitation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Other resources: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Oil, gas, uranium and sunshine are exploited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and Solutions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People face the following problems and solutions: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water, heat, sandstorms and poor soils make life hard.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Solutions: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Deep wells, irrigation, tree planting and solar energy help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resources of hot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at oases and 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water and sandstorms.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green place in the desert with water is 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animal of the desert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Bringing water to fields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three ways people in the Far North of Cameroon save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4: Water Scarcity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Oasis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L'oasis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Camel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chameau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puits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Nomad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nomade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Man in the Hot Desert Milieu</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Locate the hot deserts and describe their climate. Describe their resources and traditional methods of exploitation. Explain the problems faced and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how people live in hot deserts and solve their problems.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Location and Climate; Resources and Traditional Exploitation; Problems and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Write three ways people in the Far North of Cameroon save water.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with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desert resources.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nomads of the Far North.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water problems.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1: Man in his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“Desert trekking in Merzouga” by Antonio Cinotti , CC BY-NC-ND 2.0, via Flickr (https://www.flickr.com/photos/46378751@N02/15331399979)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“49 Palms Oasis; Twentynine Palms, CA” by Joshua Tree National Park, Public domain 1.0, via Flickr (https://www.flickr.com/photos/115357548@N08/12525367563)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“Merzouga desert, Morocco” by Mycroyance, CC BY-ND 2.0, via Flickr (https://www.flickr.com/photos/91155980@N07/13157027505)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“Well in the desert” by Focx Photography, CC BY-SA 2.0, via Flickr (https://www.flickr.com/photos/30780900@N02/4117141154)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2026-09-27T13:51:25Z</dcterms:created>
  <dcterms:modified xsi:type="dcterms:W3CDTF">2026-09-27T13:51:25Z</dcterms:modified>
</cp:coreProperties>
</file>