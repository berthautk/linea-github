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Lst>
  <p:notesMasterIdLst>
    <p:notesMasterId r:id="rId6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notesMaster" Target="notesMasters/notesMaster1.xml"/><Relationship Id="rId61" Type="http://schemas.openxmlformats.org/officeDocument/2006/relationships/presProps" Target="presProps.xml"/><Relationship Id="rId62" Type="http://schemas.openxmlformats.org/officeDocument/2006/relationships/viewProps" Target="viewProps.xml"/><Relationship Id="rId63" Type="http://schemas.openxmlformats.org/officeDocument/2006/relationships/theme" Target="theme/theme1.xml"/><Relationship Id="rId6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Practical Work 3: Identification of the Biological Resources of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2. It belongs to Module 1: Man in his Environment.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 in his Environment, and the sub-topic is Exploitation of Resources in the Natural Environment. The key notions we shall use today are: biological resources, biodiversity, flora, fauna, protected species, natural region. At the end, you should be able to do this: learners are able to identify plant and animal resources of Cameroon, state their uses and name protected species.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Further Study 3: Products Gathered from the Wild in Cameroon. The question was: Name two plant resources and two animal resources of Cameroon.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Timber trees and oil palms; elephants and fish.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recall the notions of resource, biodiversity and natural region. Number 2: identify plant and animal resources and their uses. Number 3: identify protected species of their region.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Cameroon has forest and savanna regions. People use plants and animals. National parks protect animals.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Cameroon is called "Africa in miniature" because it has many plants and animals. The teacher shows the class photos and samples and asks: "What is each plant or animal, where does it live, how is it used, and which ones must be protected?"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class must identify the plants and animals, their uses and the protected species.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Why is Cameroon called "Africa in miniature"?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has almost all the landscapes, plants and animals of Africa.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must be protected?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Rare plants and animals (protected species).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protect rare plants and animals and denounce poaching.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practical work helps us to know and protect the living riches of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natural regions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Why do Cameroon's forest and savanna have different plants and animals?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have different climates and soils: each natural region has its own biodiversity.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big tree of the savanna.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Which tree is this, and how do people use it?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baobab: its leaves and fruits are eaten.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tree of the forest region.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do people get from this tree?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Palm oil (also palm wine and brooms): it is the oil palm.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elephants.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is it forbidden to kill elephants?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are rare and protected by law, and they attract tourists.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lion.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What would happen if all the lions of Waza were killed?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would disappear forever, and tourists would no longer come.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Biological resources and Biodiversity.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Natural region.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Plant Resources and their Uses. Cameroon has the following plant resources. Copy the point on Timber trees on the left, then draw the diagram on the right: the forest.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Oil palm on the left, then draw the diagram on the right: an oil palm.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Baobab on the left, then draw the diagram on the right: a baobab.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Shea tree and acacia on the left, then draw the diagram on the right: a shea tree.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Animal Resources and their Uses. The animal resources of Cameroon and their uses are the following. On this slide we have Forest animals.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Savanna animals on the left, then draw the diagram on the right: a lion.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Animal Resources and their Uses. On this slide we have Fish and bees and Uses.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Protected Species. The protected species of the region and the reasons for protecting them are the following. Copy the point on Protected animals on the left, then draw the diagram on the right: elephants.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Protected Species. On this slide we have Protected plants and Reasons for protection.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Name two plant resources and their uses.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shea tree (butter) and sapele (timber).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Name two protected animals.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elephant and gorilla.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biodiversity; number 2, gorilla; number 3, park.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the largest hot desert of Africa.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5: Man in the Hot Desert Milieu.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2</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PRACTICAL WORK 3: IDENTIFICATION OF THE BIOLOGICAL RESOURCES OF CAMEROON</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jp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jp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jp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jp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jp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2</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Practical Work 3</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Identification of the Biological Resources of Cameroon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2</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Man in his Environment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 in his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Exploitation of Resources in the Natural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Practical Work 3: Identification of the Biological Resources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Biological resources, biodiversity, flora, fauna, protected species, natural region.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Theoretical basis: recall of the notion of resources, biodiversity and natural region. Practical exercises: identify natural resources from samples and photographs in their natural region; state their uses. Contextualisation: identify protected species (plants and animals) of the locality or region. NB: debate on the protection of species.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identify plant and animal resources of Cameroon, state their uses and name protected species.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(Further Study 3: Products Gathered from the Wild in Cameroon):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plant resources and two animal resources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Timber trees and oil palms; elephants and fish.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Recall the notions of resource, biodiversity and natural region.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plant and animal resources and their uses.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protected species of their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Cameroon has forest and savanna regions.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People use plants and animals.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National parks protect animals.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Cameroon is called "Africa in miniature" because it has many plants and animals. The teacher shows the class photos and samples and asks: "What is each plant or animal, where does it live, how is it used, and which ones must be protected?"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class must identify the plants and animals, their uses and the protected species.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Cameroon called "Africa in miniature"?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has almost all the landscapes, plants and animals of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must be protected?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Rare plants and animals (protected species).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Protect rare plants and animals and denounce poaching.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practical work helps us to know and protect the living riches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THEORETICAL BASIS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cameroon_veg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natural regions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THEORETICAL BASIS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Cameroon's forest and savanna have different plants and animals?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THEORETICAL BASIS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have different climates and soils: each natural region has its own biodiversity.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PLANT RESOURCES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baobab.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big tree of the savanna.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PLANT RESOURCES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tree is this, and how do people use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PLANT RESOURCES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baobab: its leaves and fruits are eaten.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PLANT RESOURCES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lsa_oilpalm.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tree of the forest region.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PLANT RESOURCES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people get from this tree?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PLANT RESOURCES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Palm oil (also palm wine and brooms): it is the oil palm.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PROTECTED SPECIES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elephants.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Elephants.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PROTECTED SPECIES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it forbidden to kill elephants?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PROTECTED SPECIES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rare and protected by law, and they attract tourists.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DEBATE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lsa_lion.jpg">    </p:cNvPr>
          <p:cNvPicPr>
            <a:picLocks noChangeAspect="1"/>
          </p:cNvPicPr>
          <p:nvPr/>
        </p:nvPicPr>
        <p:blipFill>
          <a:blip r:embed="rId1"/>
          <a:stretch>
            <a:fillRect/>
          </a:stretch>
        </p:blipFill>
        <p:spPr>
          <a:xfrm>
            <a:off x="2248777" y="1783080"/>
            <a:ext cx="7694141"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lion.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DEBATE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would happen if all the lions of Waza were killed?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DEBATE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would disappear forever, and tourists would no longer come.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Man in his Environment</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Exploitation of Resources in the Natural Environment</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Practical Work 3: Identification of the Biological Resources of Cameroon</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Biological resources: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the plants and animals that people can use.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Biodiversity: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variety of plants and animals in a place.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Natural region: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an area with the same climate, vegetation and soils.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Plant Resources and their Uses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Cameroon has the following plant resources: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Timber trees: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Sapele, iroko and ebony of the forest give wood for furniture and building.</a:t>
            </a:r>
            <a:endParaRPr lang="en-US" sz="3600" dirty="0"/>
          </a:p>
        </p:txBody>
      </p:sp>
      <p:pic>
        <p:nvPicPr>
          <p:cNvPr id="5" name="Image 0" descr="/home/claude/f4/img/v2/f2t_rainforest.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forest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Plant Resources and their Uses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Oil palm: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gives palm oil, palm wine and brooms.</a:t>
            </a:r>
            <a:endParaRPr lang="en-US" sz="3600" dirty="0"/>
          </a:p>
        </p:txBody>
      </p:sp>
      <p:pic>
        <p:nvPicPr>
          <p:cNvPr id="5" name="Image 0" descr="/home/claude/f4/img/v2/lsa_oilpalm.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an oil palm</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Plant Resources and their Uses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Baobab: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Its leaves and fruits are eaten in the savanna.</a:t>
            </a:r>
            <a:endParaRPr lang="en-US" sz="3600" dirty="0"/>
          </a:p>
        </p:txBody>
      </p:sp>
      <p:pic>
        <p:nvPicPr>
          <p:cNvPr id="5" name="Image 0" descr="/home/claude/f4/img/v2/f2t_baobab.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baobab</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Plant Resources and their Uses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Shea tree and acacia: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They give shea butter and gum arabic.</a:t>
            </a:r>
            <a:endParaRPr lang="en-US" sz="3600" dirty="0"/>
          </a:p>
        </p:txBody>
      </p:sp>
      <p:pic>
        <p:nvPicPr>
          <p:cNvPr id="5" name="Image 0" descr="/home/claude/f4/img/v2/f2t_shea_tree.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shea tree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Animal Resources and their Uses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animal resources of Cameroon and their uses are the following: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Forest animals: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Gorillas, chimpanzees, forest elephants and antelopes live in the forest.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Animal Resources and their Uses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Savanna animals: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Lions, giraffes, elephants and antelopes live in parks such as Waza and Bénoué.</a:t>
            </a:r>
            <a:endParaRPr lang="en-US" sz="3600" dirty="0"/>
          </a:p>
        </p:txBody>
      </p:sp>
      <p:pic>
        <p:nvPicPr>
          <p:cNvPr id="5" name="Image 0" descr="/home/claude/f4/img/v2/lsa_lion.jpg">    </p:cNvPr>
          <p:cNvPicPr>
            <a:picLocks noChangeAspect="1"/>
          </p:cNvPicPr>
          <p:nvPr/>
        </p:nvPicPr>
        <p:blipFill>
          <a:blip r:embed="rId1"/>
          <a:stretch>
            <a:fillRect/>
          </a:stretch>
        </p:blipFill>
        <p:spPr>
          <a:xfrm>
            <a:off x="5349240" y="2070172"/>
            <a:ext cx="6659575" cy="369606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lion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Animal Resources and their Uses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Fish and bees: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Rivers and lakes give fish, and bees give honey.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Animals give meat, skins and income from tourism.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Protected Species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The protected species of the region and the reasons for protecting them are the following:</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Protected animals: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Elephants, gorillas, lions, giraffes and chimpanzees are protected by law.</a:t>
            </a:r>
            <a:endParaRPr lang="en-US" sz="3200" dirty="0"/>
          </a:p>
        </p:txBody>
      </p:sp>
      <p:pic>
        <p:nvPicPr>
          <p:cNvPr id="5" name="Image 0" descr="/home/claude/f4/img/v2/f2t_elephants.jpg">    </p:cNvPr>
          <p:cNvPicPr>
            <a:picLocks noChangeAspect="1"/>
          </p:cNvPicPr>
          <p:nvPr/>
        </p:nvPicPr>
        <p:blipFill>
          <a:blip r:embed="rId1"/>
          <a:stretch>
            <a:fillRect/>
          </a:stretch>
        </p:blipFill>
        <p:spPr>
          <a:xfrm>
            <a:off x="5349240" y="2069407"/>
            <a:ext cx="6659575" cy="369759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elephants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Protected Species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Protected plants: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Some trees such as ebony and moabi are protected.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Reasons for protection: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Protection keeps biodiversity, attracts tourists and preserves our heritage.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plant resources and their uses.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Shea tree (butter) and sapele (timber).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protected animals.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Elephant and gorilla.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variety of living things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protected ape of the forest is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Waza is a national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largest hot desert of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5: Man in the Hot Desert Milieu</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Biodiversity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biodiversité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Species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L'espèce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Protected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Protégé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Wildlife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faune sauvage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Tree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L'arbre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Park</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parc</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 in his Environment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Practical Work 3: Identification of the Biological Resources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Recall the notions of resource, biodiversity and natural region. Identify plant and animal resources and their uses. Identify protected species of their region.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identify plant and animal resources of Cameroon, state their uses and name protected species.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Plant Resources and their Uses; Animal Resources and their Uses; Protected Species.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the largest hot desert of Africa.</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list plants and animals known.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bring leaves or samples.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list uses of the oil palm.</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list animals of the parks.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hold a short debate.</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2, Module 1: Man in his Environment.</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“What happens if you let weeds grow in centre of road, Dakar, Senegal” by ambabheg, CC BY 2.0, via Flickr (https://www.flickr.com/photos/31518985@N04/5627872663)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“Aerial view of oil palm plantation” by CIFOR, CC BY-NC-ND 2.0, via Flickr (https://www.flickr.com/photos/45423546@N07/38802487905)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“African Bush Elephants, Maasai Mara” by Ray in Manila, CC BY 2.0, via Flickr (https://www.flickr.com/photos/21186555@N07/50627864261)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“hunt is on” by @Doug88888, CC BY-NC-SA 2.0, via Flickr (https://www.flickr.com/photos/29468339@N02/2930690305)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(Timber trees): “Amazon 11” by CIAT International Center for Tropical Agriculture, CC BY-SA 2.0, via Flickr (https://www.flickr.com/photos/38476503@N08/5641587148)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(Shea tree and acacia): “Female shea tree (Vitellaria paradoxa) in full flower” by Joel Abroad, CC BY-NC-SA 2.0, via Flickr (https://www.flickr.com/photos/40295335@N00/5603751456)</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58</Slides>
  <Notes>58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58</vt:i4>
      </vt:variant>
    </vt:vector>
  </HeadingPairs>
  <TitlesOfParts>
    <vt:vector size="6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2026-09-29T03:11:25Z</dcterms:created>
  <dcterms:modified xsi:type="dcterms:W3CDTF">2026-09-29T03:11:25Z</dcterms:modified>
</cp:coreProperties>
</file>