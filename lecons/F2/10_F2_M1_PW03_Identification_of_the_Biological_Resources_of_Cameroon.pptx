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Identification of the Biological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biological resources, biodiversity, flora, fauna, protected species, natural region. At the end, you should be able to do this: learners are able to identify plant and animal resources of Cameroon, state their uses and name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Products Gathered from the Wild in Cameroon. The question was: Name two plant resources and two animal resources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Timber trees and oil palms; elephants and fish.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notions of resource, biodiversity and natural region. Number 2: identify plant and animal resources and their uses. Number 3: identify protected species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People use plants and animals. National parks protect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many plants and animals. The teacher shows the class photos and samples and asks: "What is each plant or animal, where does it live, how is it used, and which ones must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the plants and animals, their uses and the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almost all the landscapes, plants and animals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be protected?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Rare plants and animals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rare plants and animals and denounce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and protect the living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Cameroon's forest and savanna have different plants and animals?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different climates and soils: each natural region has its own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big tree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tree is this, and how do people use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baobab: its leaves and fruits are 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tree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people get from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Palm oil (also palm wine and brooms): it is the oil palm.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forbidden to kill elephants?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rare and protected by law, and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if all the lions of Waza were killed?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would disappear forever, and tourists would no longer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Biological resources and Biodiversity.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Resources and their Uses. Cameroon has the following plant resources. Copy the point on Timber trees on the left, then draw the diagram on the right: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Oil palm on the left, then draw the diagram on the right: an oil palm.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Baobab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tree and acacia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Animal Resources. Cameroon has the following animal resources. On this slide we have Forest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Savanna animals on the left, then draw the diagram on the right: a lion.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Animal Resources. On this slide we have Fish and bees.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Animals are used in the following ways. On this slide we have Meat, Skins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Protected Species. The following species of the region are protected. Copy the point on Protected animals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Protected Species. On this slide we have Protected plants.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Protection. These species are protected for the following reasons. On this slide we have Biodiversity and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Protection. On this slide we have Heritage.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plant resources and their 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shea tree (butter) and sapele (timber).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protected animals.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elephant and gorilla.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biodiversity; number 2, gorilla; number 3,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largest hot desert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Man in the Hot Desert Milieu.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IDENTIFICATION OF THE BIOLOGICAL RESOURCES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Identification of the Biological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Biological resources, biodiversity, flora, fauna, protected species, natural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resources, biodiversity and natural region. Practical exercises: identify natural resources from samples and photographs in their natural region; state their uses. Contextualisation: identify protected species (plants and animals) of the locality or region. NB: debate on the protection of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Products Gathered from the Wild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two animal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trees and oil palms; elephants and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notions of resource, biodiversity and natural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plant and animal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protected species of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plants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protect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many plants and animals. The teacher shows the class photos and samples and asks: "What is each plant or animal, where does it live, how is it used, and which ones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the plants and animals, their uses and the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all the landscapes, plants and animals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plants and animals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rare plants and animals and denounce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and protect the living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Cameroon's forest and savanna have different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different climates and soils: each natural region has its own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tree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is this, and how do people use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its leaves and fruits are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get from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oil (also palm wine and brooms): it is the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forbidden to kill elephants?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rare and protected by law, and 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if all the lions of Waza were killed?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would disappear forever, and tourists would no longer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plants and animals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plant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Timber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Sapele, iroko and ebony of the forest give wood for furniture and building.</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Oil palm: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palm oil, palm wine and brooms.</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Baobab: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leaves and fruits are eaten in the savanna.</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tree and acacia: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shea butter and gum arabic.</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Animal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animal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forest elephants and antelopes live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Animal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Savanna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Lions, giraffes, elephants and antelopes live in parks such as Waza and Bénoué.</a:t>
            </a:r>
            <a:endParaRPr lang="en-US" sz="3600" dirty="0"/>
          </a:p>
        </p:txBody>
      </p:sp>
      <p:pic>
        <p:nvPicPr>
          <p:cNvPr id="6" name="Image 0" descr="/home/claude/f4/img/v2/lsa_lion.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Animal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and bees: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give fish, and bees give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Animals are used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and fish give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Skins are used to make shoes and bags.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pay to see wild animals in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Protected Species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species of the region are protected:</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Protected animals: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Elephants, gorillas, lions, giraffes and chimpanzees are protected by law.</a:t>
            </a:r>
            <a:endParaRPr lang="en-US" sz="3200" dirty="0"/>
          </a:p>
        </p:txBody>
      </p:sp>
      <p:pic>
        <p:nvPicPr>
          <p:cNvPr id="6"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Protected Species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plants: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trees such as ebony and moabi are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for Protection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species are protected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keeps the variety of plants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 animals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Reasons for Protection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Heritage: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part of our natural heritage.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tree (butter) and sapele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 and gorilla.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variety of living things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ape of the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is a national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Protégé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 sauvage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notions of resource, biodiversity and natural region. Identify plant and animal resources and their uses. Identify protected species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Plant Resources and their Uses; Animal Resources; Uses; Protected Species; Reasons for Protection.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largest hot desert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plants and animals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leaves or samples.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the oil palm.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hold a short debate.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(Timber trees):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(Shea tree and acacia): “Female shea tree (Vitellaria paradoxa) in full flower” by Joel Abroad, CC BY-NC-SA 2.0, via Flickr (https://www.flickr.com/photos/40295335@N00/5603751456)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2026-10-02T05:13:14Z</dcterms:created>
  <dcterms:modified xsi:type="dcterms:W3CDTF">2026-10-02T05:13:14Z</dcterms:modified>
</cp:coreProperties>
</file>