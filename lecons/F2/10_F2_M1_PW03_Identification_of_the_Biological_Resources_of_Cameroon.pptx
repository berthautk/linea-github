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Identification of the Biological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biological resources, biodiversity, flora, fauna, protected species, natural region. At the end, you should be able to do this: learners are able to identify plant and animal resources of Cameroon, state their uses and name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Products Gathered from the Wild in Cameroon. The question was: Visit the market and write the price of three wild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bundle of eru 500 FCFA; a cup of njangsa 1,000 FCFA; a bitter cola nut 100 FCFA.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notions of resource, biodiversity and natural region. Number 2: identify plant and animal resources and their uses. Number 3: identify protected species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 and savanna regions. People use plants and animals. National parks protect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it has many plants and animals. The teacher shows the class photos and samples and asks: "What is each plant or animal, where does it live, how is it used, and which ones must be protected?"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identify the plants and animals, their uses and the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Cameroon called "Africa in miniature"?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almost all the landscapes, plants and animals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be protected?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Rare plants and animals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rare plants and animals and denounce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and protect the living riches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natural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Cameroon's forest and savanna have different plants and animals?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different climates and soils: each natural region has its own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big tree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tree is this, and how do people use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baobab: its leaves and fruits are eaten.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tree of the forest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people get from this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Palm oil (also palm wine and brooms): it is the oil palm.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forbidden to kill elephants?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rare and protected by law, and they attract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would happen if all the lions of Waza were killed?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would disappear forever, and tourists would no longer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Biological resources and Biodiversity.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Plant Resources and their Uses. Cameroon has the following plant resources. Copy the point on Timber trees on the left, then draw the diagram on the right: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Oil palm on the left, then draw the diagram on the right: an oil palm.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Baobab on the left, then draw the diagram on the right: a baobab.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Shea tree and acacia on the left, then draw the diagram on the right: a shea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Animal Resources and their Uses. Cameroon has the following animal resources. On this slide we have Forest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Savanna animals on the left, then draw the diagram on the right: a lion.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Animal Resources and their Uses. On this slide we have Fish and bees and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Protected Species. Some species of the region must be protected. Copy the point on Protected animals on the left, then draw the diagram on the right: elephants.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Protected Species. On this slide we have Protected plants and Reasons for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plant resources and their 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shea tree (butter) and sapele (timber).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protected animals.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elephant and gorilla.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biodiversity; number 2, gorilla; number 3,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plants and three animals of your region and one use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Man in the Hot Desert Milieu.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IDENTIFICATION OF THE BIOLOGICAL RESOURCES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Identification of the Biological Resources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Biological resources, biodiversity, flora, fauna, protected species, natural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notion of resources, biodiversity and natural region. Practical exercises: identify natural resources from samples and photographs in their natural region; state their uses. Contextualisation: identify protected species (plants and animals) of the locality or region. NB: debate on the protection of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Products Gathered from the Wild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the market and write the price of three wild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bundle of eru 500 FCFA; a cup of njangsa 1,000 FCFA; a bitter cola nut 100 FCFA.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notions of resource, biodiversity and natural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plant and animal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protected species of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 and savanna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plants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protect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it has many plants and animals. The teacher shows the class photos and samples and asks: "What is each plant or animal, where does it live, how is it used, and which ones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identify the plants and animals, their uses and the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called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all the landscapes, plants and animals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Rare plants and animals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rare plants and animals and denounce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and protect the living riches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Cameroon's forest and savanna have different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different climates and soils: each natural region has its own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tree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 is this, and how do people use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baobab: its leaves and fruits are eaten.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of the forest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get from this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Palm oil (also palm wine and brooms): it is the oil palm.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forbidden to kill elephants?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rare and protected by law, and they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if all the lions of Waza were killed?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would disappear forever, and tourists would no longer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plants and animals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variety of plants and animals in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has the following plant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Timber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Sapele, iroko and ebony of the forest give wood for furniture and building.</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Oil palm: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gives palm oil, palm wine and brooms.</a:t>
            </a:r>
            <a:endParaRPr lang="en-US" sz="36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Baobab: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leaves and fruits are eaten in the savanna.</a:t>
            </a:r>
            <a:endParaRPr lang="en-US" sz="3600" dirty="0"/>
          </a:p>
        </p:txBody>
      </p:sp>
      <p:pic>
        <p:nvPicPr>
          <p:cNvPr id="5" name="Image 0" descr="/home/claude/f4/img/v2/f2t_baoba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baobab</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Shea tree and acacia: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give shea butter and gum arabic.</a:t>
            </a:r>
            <a:endParaRPr lang="en-US" sz="3600" dirty="0"/>
          </a:p>
        </p:txBody>
      </p:sp>
      <p:pic>
        <p:nvPicPr>
          <p:cNvPr id="5" name="Image 0" descr="/home/claude/f4/img/v2/f2t_shea_t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animal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Gorillas, chimpanzees, forest elephants and antelopes live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Savanna animals: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Lions, giraffes, elephants and antelopes live in parks such as Waza and Bénoué.</a:t>
            </a:r>
            <a:endParaRPr lang="en-US" sz="3600" dirty="0"/>
          </a:p>
        </p:txBody>
      </p:sp>
      <p:pic>
        <p:nvPicPr>
          <p:cNvPr id="5" name="Image 0" descr="/home/claude/f4/img/v2/lsa_lion.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 and bees: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lakes give fish, and bees give honey.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give meat, skins and income from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Some species of the region must be protected: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animals: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Elephants, gorillas, lions, giraffes and chimpanzees are protected by law.</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plants: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trees such as ebony and moabi are protected.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for 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Protection keeps biodiversity, attracts tourists and preserves our heritage.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tree (butter) and sapele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Elephant and gorilla.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variety of living things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protected ape of the forest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Waza is a national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plants and three animals of your region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L'espèce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Protégé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 sauvage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notions of resource, biodiversity and natural region. Identify plant and animal resources and their uses. Identify protected species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Plant Resources and their Uses; Animal Resources and their Uses;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plants and three animals of your region and one use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plants and animals known.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bring leaves or samples.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 of the oil palm.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hold a short debate.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(Timber trees):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(Shea tree and acacia): “Female shea tree (Vitellaria paradoxa) in full flower” by Joel Abroad, CC BY-NC-SA 2.0, via Flickr (https://www.flickr.com/photos/40295335@N00/5603751456)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2026-09-28T17:20:25Z</dcterms:created>
  <dcterms:modified xsi:type="dcterms:W3CDTF">2026-09-28T17:20:25Z</dcterms:modified>
</cp:coreProperties>
</file>