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Visit the market and write the price of three wild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bundle of eru 500 FCFA; a cup of njangsa 1,000 FCFA; a bitter cola nut 100 FCFA.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class receives photos and samples and must say what each one is, where it lives and how it is used.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biodiversity?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variety of plants and animals in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baobab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this tree, its region and one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of the savanna;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useful trees of the forest region and their 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Sapele and iroko for timber; oil palm for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protected animals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elephant and the gorilla (also the lion, the giraffe, the chimpanzee).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arguments for protecting species.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part of our heritage and bring tourists; if killed they disappear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Cameroon has the following plant resources. On this slide we have Forest region and Savanna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Cameroon has the following animal resources. On this slide we have Forest animals and Savanna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Some species must be protected for the following reasons. On this slide we have Protected species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plants and three animals of your region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Recall of resources, biodiversity and natural region; identifying natural resources from samples and photographs; stating their uses; identifying protected species; debate on protection.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bundle of eru 500 FCFA; a cup of njangsa 1,000 FCFA; a bitter cola nut 100 FCFA.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class receives photos and samples and must say what each one is, where it lives and how it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this tree, its region and one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of the savanna;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useful trees of the forest region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and iroko for timber; oil palm for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ANIMAL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ANIMAL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ANIMAL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elephant and the gorilla (also the lion, the giraffe, the chimpanzee).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PROTECTION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PROTECTION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arguments for protecting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PROTECTION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part of our heritage and bring tourists; if killed they disappear forever.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iroko, ebony and oil palm give timber and 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Baobab, shea, acacia and grass give food, butter, gum and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animal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many birds live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species must be protected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Elephants, gorillas, lions and giraffes are protected by law.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biodiversity, attracts tourists and preserves our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Animal Resources;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plants and three animals of your region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furniture woods.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2026-09-27T13:51:25Z</dcterms:created>
  <dcterms:modified xsi:type="dcterms:W3CDTF">2026-09-27T13:51:25Z</dcterms:modified>
</cp:coreProperties>
</file>