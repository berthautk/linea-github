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3: Identification of the Biological Resources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Exploitation of Resources in the Natural Environment. The key notions we shall use today are: biological resources, biodiversity, flora, fauna, protected species, natural region. At the end, you should be able to do this: learners are able to identify plant and animal resources of Cameroon, state their uses and name protected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3: Products Gathered from the Wild in Cameroon. The question was: Name two plant resources and two animal resources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Timber trees and oil palms; elephants and fish.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recall the notions of resource, biodiversity and natural region. Number 2: identify plant and animal resources and their uses. Number 3: identify protected species of their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forest and savanna regions. People use plants and animals. National parks protect animals.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is called "Africa in miniature" because it has many plants and animals. The teacher shows the class photos and samples and asks: "What is each plant or animal, where does it live, how is it used, and which ones must be protected?"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identify the plants and animals, their uses and the protected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Cameroon called "Africa in miniature"?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almost all the landscapes, plants and animals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must be protected?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Rare plants and animals (protected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rare plants and animals and denounce poaching.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know and protect the living riches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natural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Cameroon's forest and savanna have different plants and animals?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different climates and soils: each natural region has its own biodiversity.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big tree of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tree is this, and how do people use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baobab: its leaves and fruits are eaten.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tree of the forest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people get from this tree?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Palm oil (also palm wine and brooms): it is the oil palm.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elephants.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it forbidden to kill elephants?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rare and protected by law, and they attract tourists.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would happen if all the lions of Waza were killed?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would disappear forever, and tourists would no longer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Biological resources and Biodiversity.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Natural region.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Plant Resources and their Uses. Cameroon has the following plant resources. Copy the point on Timber trees on the left, then draw the diagram on the right: the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Oil palm on the left, then draw the diagram on the right: an oil palm.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Baobab on the left, then draw the diagram on the right: a baobab.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Shea tree and acacia on the left, then draw the diagram on the right: a shea tree.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Animal Resources and their Uses. The animal resources of Cameroon and their uses are the following. On this slide we have Forest animals.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Savanna animals on the left, then draw the diagram on the right: a lion.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Animal Resources and their Uses. On this slide we have Fish and bees and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Protected Species. The protected species of the region and the reasons for protecting them are the following. Copy the point on Protected animals on the left, then draw the diagram on the right: elephants.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Protected Species. On this slide we have Protected plants and Reasons for protection.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plant resources and their uses.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shea tree (butter) and sapele (timber).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protected animals.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elephant and gorilla.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biodiversity; number 2, gorilla; number 3,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largest hot desert of Africa.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Man in the Hot Desert Milieu.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3: IDENTIFICATION OF THE BIOLOGICAL RESOURCES OF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Identification of the Biological Resources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Exploitation of Resources in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3: Identification of the Biological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Biological resources, biodiversity, flora, fauna, protected species, natural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recall of the notion of resources, biodiversity and natural region. Practical exercises: identify natural resources from samples and photographs in their natural region; state their uses. Contextualisation: identify protected species (plants and animals) of the locality or region. NB: debate on the protection of species.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plant and animal resources of Cameroon, state their uses and name protected species.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3: Products Gathered from the Wild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plant resources and two animal resources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trees and oil palms; elephants and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Recall the notions of resource, biodiversity and natural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plant and animal resources and their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protected species of their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forest and savanna regions.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use plants and animals.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National parks protect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is called "Africa in miniature" because it has many plants and animals. The teacher shows the class photos and samples and asks: "What is each plant or animal, where does it live, how is it used, and which ones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identify the plants and animals, their uses and the protected species.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Cameroon called "Africa in miniature"?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almost all the landscapes, plants and animals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Rare plants and animals (protected species).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rare plants and animals and denounce poaching.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know and protect the living riches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natural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Cameroon's forest and savanna have different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different climates and soils: each natural region has its own biodiversity.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aoba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tree of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tree is this, and how do people use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baobab: its leaves and fruits are eaten.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tree of the forest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people get from this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PLANT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Palm oil (also palm wine and brooms): it is the oil palm.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PROTECTED SPECIES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Elephants.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PROTECTED SPECIES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forbidden to kill elephants?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PROTECTED SPECIES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rare and protected by law, and they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ion.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would happen if all the lions of Waza were killed?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would disappear forever, and tourists would no longer 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Exploitation of Resources in the Natural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3: Identification of the Biological Resources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Biological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plants and animals that people can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Biodiversity: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variety of plants and animals in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area with the same climate, vegetation and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Plant Resources and their 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Cameroon has the following plant resources: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Timber trees: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Sapele, iroko and ebony of the forest give wood for furniture and building.</a:t>
            </a:r>
            <a:endParaRPr lang="en-US" sz="3600" dirty="0"/>
          </a:p>
        </p:txBody>
      </p:sp>
      <p:pic>
        <p:nvPicPr>
          <p:cNvPr id="5" name="Image 0" descr="/home/claude/f4/img/v2/f2t_rainfore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Plant Resources and their 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Oil palm: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gives palm oil, palm wine and brooms.</a:t>
            </a:r>
            <a:endParaRPr lang="en-US" sz="3600" dirty="0"/>
          </a:p>
        </p:txBody>
      </p:sp>
      <p:pic>
        <p:nvPicPr>
          <p:cNvPr id="5" name="Image 0" descr="/home/claude/f4/img/v2/lsa_oilpalm.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oil palm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Plant Resources and their 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Baobab: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Its leaves and fruits are eaten in the savanna.</a:t>
            </a:r>
            <a:endParaRPr lang="en-US" sz="3600" dirty="0"/>
          </a:p>
        </p:txBody>
      </p:sp>
      <p:pic>
        <p:nvPicPr>
          <p:cNvPr id="5" name="Image 0" descr="/home/claude/f4/img/v2/f2t_baobab.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baobab</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Plant Resources and their 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Shea tree and acacia: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give shea butter and gum arabic.</a:t>
            </a:r>
            <a:endParaRPr lang="en-US" sz="3600" dirty="0"/>
          </a:p>
        </p:txBody>
      </p:sp>
      <p:pic>
        <p:nvPicPr>
          <p:cNvPr id="5" name="Image 0" descr="/home/claude/f4/img/v2/f2t_shea_tre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shea tree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Animal Resources and their Uses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animal resources of Cameroon and their uses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animals: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Gorillas, chimpanzees, forest elephants and antelopes live in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Animal Resources and their 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Savanna animals: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Lions, giraffes, elephants and antelopes live in parks such as Waza and Bénoué.</a:t>
            </a:r>
            <a:endParaRPr lang="en-US" sz="3600" dirty="0"/>
          </a:p>
        </p:txBody>
      </p:sp>
      <p:pic>
        <p:nvPicPr>
          <p:cNvPr id="5" name="Image 0" descr="/home/claude/f4/img/v2/lsa_lion.jpg">    </p:cNvPr>
          <p:cNvPicPr>
            <a:picLocks noChangeAspect="1"/>
          </p:cNvPicPr>
          <p:nvPr/>
        </p:nvPicPr>
        <p:blipFill>
          <a:blip r:embed="rId1"/>
          <a:stretch>
            <a:fillRect/>
          </a:stretch>
        </p:blipFill>
        <p:spPr>
          <a:xfrm>
            <a:off x="5349240" y="2070172"/>
            <a:ext cx="6659575" cy="36960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Animal Resources and their Uses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 and bees: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lakes give fish, and bees give honey.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give meat, skins and income from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Protected Species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protected species of the region and the reasons for protecting them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Protected animals: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Elephants, gorillas, lions, giraffes and chimpanzees are protected by law.</a:t>
            </a:r>
            <a:endParaRPr lang="en-US" sz="3200" dirty="0"/>
          </a:p>
        </p:txBody>
      </p:sp>
      <p:pic>
        <p:nvPicPr>
          <p:cNvPr id="5" name="Image 0" descr="/home/claude/f4/img/v2/f2t_elephants.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elephants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Protected Species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Protected plants: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trees such as ebony and moabi are protected.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for protection: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Protection keeps biodiversity, attracts tourists and preserves our heritage.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plant resources and their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Shea tree (butter) and sapele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protected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Elephant and gorilla.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variety of living things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protected ape of the forest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Waza is a national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largest hot desert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Man in the Hot Desert Milieu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Biodiversity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biodiversité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Species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L'espèce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Protected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Protégé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Wildlife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 sauvage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3: Identification of the Biological Resources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Recall the notions of resource, biodiversity and natural region. Identify plant and animal resources and their uses. Identify protected species of their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plant and animal resources of Cameroon, state their uses and name protected species.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Plant Resources and their Uses; Animal Resources and their Uses; Protected Species.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largest hot desert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plants and animals known.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bring leaves or samples.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uses of the oil palm.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animals of the parks.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hold a short debate.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“What happens if you let weeds grow in centre of road, Dakar, Senegal” by ambabheg, CC BY 2.0, via Flickr (https://www.flickr.com/photos/31518985@N04/5627872663)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“hunt is on” by @Doug88888, CC BY-NC-SA 2.0, via Flickr (https://www.flickr.com/photos/29468339@N02/2930690305)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(Timber trees):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(Shea tree and acacia): “Female shea tree (Vitellaria paradoxa) in full flower” by Joel Abroad, CC BY-NC-SA 2.0, via Flickr (https://www.flickr.com/photos/40295335@N00/5603751456)</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2026-09-28T21:32:32Z</dcterms:created>
  <dcterms:modified xsi:type="dcterms:W3CDTF">2026-09-28T21:32:32Z</dcterms:modified>
</cp:coreProperties>
</file>