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the farms are small. Her grandson asks: "Why are there so many more people today, and what will happen to our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population has grown so fast and what it means for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people share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About how many people lived on the Earth in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how many people live on the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8 billion: the population has grown very fast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births and deaths.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this is natural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forest cut when the population grows?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people need more land for farms and more wood for fuel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evolved as follows. On this slide we have Slow growth and Faster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Rapid growth on the left, then draw the diagram on the right: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Population Growth. The population grows for the following reasons. Copy the point on High birth rate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Falling death rate on the left, then draw the diagram on the right: a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Population Growth. On this slide we have Better food supply and Early marriages and big families.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natural resources. On this slide we have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Forests on the left, then draw the diagram on the right: forest cleared for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and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how many brothers and sisters they had and compare with families today.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the population growth; implications of the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the farms are small. Her grandson asks: "Why are there so many more people today, and what will happen to our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population has grown so fast and what it means for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share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lived on the Earth in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the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 the population has grown very fast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Births and deaths.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this is natural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cut when the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for farms and more wood for fuel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nature, such as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1800, the world had fewer than 1 billion people because many people died young.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about 2.5 billion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passed 8 billion in 2022, growing fastest in Africa and Asia.</a:t>
            </a:r>
            <a:endParaRPr lang="en-US" sz="3600" dirty="0"/>
          </a:p>
        </p:txBody>
      </p:sp>
      <p:pic>
        <p:nvPicPr>
          <p:cNvPr id="5"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3600" dirty="0"/>
          </a:p>
        </p:txBody>
      </p:sp>
      <p:pic>
        <p:nvPicPr>
          <p:cNvPr id="5"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3600" dirty="0"/>
          </a:p>
        </p:txBody>
      </p:sp>
      <p:pic>
        <p:nvPicPr>
          <p:cNvPr id="5"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marriages and big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places people marry young and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natural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cleared for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overused and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the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how many brothers and sisters they had and compare with families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(High birth rate):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2026-09-28T17:01:13Z</dcterms:created>
  <dcterms:modified xsi:type="dcterms:W3CDTF">2026-09-28T17:01:13Z</dcterms:modified>
</cp:coreProperties>
</file>