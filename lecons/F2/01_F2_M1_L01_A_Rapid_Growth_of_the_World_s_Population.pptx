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A Rapid Growth of the World's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The World's Population. The key notions we shall use today are: population, natural population growth, resources. At the end, you should be able to do this: learners are able to describe the growth of the world population and its effects on natural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evolution of the world's population. Number 2: explain the factors of population growth. Number 3: give the implications of rapid growth on natural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Many people live in towns and villages. Families have children. People use land, water and forests.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Grandmother Hawa says that when she was young, her village had only a few compounds and plenty of land. Today the village is crowded, the forest has disappeared and the farms are small. Her grandson asks: "Why are there so many more people today, and what will happen to our land?"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grandson does not know why the population has grown so fast and what it means for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has happened to the 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farms smaller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More people share the same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resources wisely and respect family planning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population growth and its effects on our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world population over time.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About how many people lived on the Earth in 1800?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world population over time.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About how many people live on the Earth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than 8 billion: the population has grown very fast since 1950.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child is vaccinated.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vaccines and hospitals increase the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reduce deaths, especially of children, so more people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births and deaths.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happens to the population when births are higher than deaths?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population grows: this is natural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forest cleared for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forest cut when the population grows?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people need more land for farms and more wood for fuel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and Natural population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Evolution of the World's Population. The world population has evolved as follows. On this slide we have Slow growth and Faster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Rapid growth on the left, then draw the diagram on the right: world population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the Population Growth. The population grows for the following reasons. Copy the point on High birth rate on the left, then draw the diagram on the right: children.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Falling death rate on the left, then draw the diagram on the right: a vaccination.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Population Growth. On this slide we have Better food supply and Early marriages and big families.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Implications on Natural Resources. Rapid growth has the following effects on natural resources. On this slide we have 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Forests on the left, then draw the diagram on the right: forest cleared for farms.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Implications on Natural Resources. On this slide we have Water and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factors of rapid population growth.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high birth rate and a falling death rate.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on natural resources.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deforestation and shortage of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8; number 2, growth; number 3,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the formula of the birth rate.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Calculation of the Demographic Indices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A RAPID GROWTH OF THE WORLD'S POPULATION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 Rapid Growth of the World's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A Rapid Growth of 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natural population growth,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Evolution of the world's population; factors of the population growth; implications of the rapid population growth on natural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growth of the world population and its effects on natural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evolution of the world's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implications of rapid growth on natural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people live in towns and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Families have children.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use land, water and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Grandmother Hawa says that when she was young, her village had only a few compounds and plenty of land. Today the village is crowded, the forest has disappeared and the farms are small. Her grandson asks: "Why are there so many more people today, and what will happen to our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grandson does not know why the population has grown so fast and what it means for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happened to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disappeared.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farms smaller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people share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resources wisely and respect family planning advice.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population growth and its effects on our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EVOLUTION OF THE WORLD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over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EVOLUTION OF THE WORLD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how many people lived on the Earth in 1800?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EVOLUTION OF THE WORLD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 billion.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EVOLUTION OF THE WORLD POPULATION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over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EVOLUTION OF THE WORLD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how many people live on the Earth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EVOLUTION OF THE WORLD POPULATION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8 billion: the population has grown very fast since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child is vaccinated.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vaccines and hospitals increase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deaths, especially of children, so more people survive.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birth_dea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Births and deaths.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population when births are higher than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grows: this is natural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 cleared for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cut when the population grows?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people need more land for farms and more wood for fuel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World's Population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A Rapid Growth of the World's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people living in a place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number of births and the number of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useful things that people get from nature, such as land, water and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Evolution of the World's Population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world population has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Until about 1800, the world had fewer than 1 billion people because many people died young.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Faster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reached about 2.5 billion in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Evolution of the World's Population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Rapid growth: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passed 8 billion in 2022, growing fastest in Africa and Asia.</a:t>
            </a:r>
            <a:endParaRPr lang="en-US" sz="3600" dirty="0"/>
          </a:p>
        </p:txBody>
      </p:sp>
      <p:pic>
        <p:nvPicPr>
          <p:cNvPr id="5" name="Image 0" descr="/home/claude/f4/img/v2/world_growth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world population growth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the Population Growth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population grows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High birth rate: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Many children are born, especially in poor countries.</a:t>
            </a:r>
            <a:endParaRPr lang="en-US" sz="3600" dirty="0"/>
          </a:p>
        </p:txBody>
      </p:sp>
      <p:pic>
        <p:nvPicPr>
          <p:cNvPr id="5" name="Image 0" descr="/home/claude/f4/img/v2/usa_childre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children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the Population Growth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Falling death rate: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Vaccines, hospitals and clean water reduce deaths.</a:t>
            </a:r>
            <a:endParaRPr lang="en-US" sz="3600" dirty="0"/>
          </a:p>
        </p:txBody>
      </p:sp>
      <p:pic>
        <p:nvPicPr>
          <p:cNvPr id="5" name="Image 0" descr="/home/claude/f4/img/v2/usa_vaccin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vaccination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the Population Growth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Better food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food allows more people to survive.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marriages and big families: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many places people marry young and want many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Implications on Natural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Rapid growth has the following effects on natural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Farmland becomes scarce, and farms become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Implications on Natural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Forests: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Forests are cut for farms, firewood and building.</a:t>
            </a:r>
            <a:endParaRPr lang="en-US" sz="3600" dirty="0"/>
          </a:p>
        </p:txBody>
      </p:sp>
      <p:pic>
        <p:nvPicPr>
          <p:cNvPr id="5" name="Image 0" descr="/home/claude/f4/img/v2/f2t_clear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forest cleared for farms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Implications on Natural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Clean water becomes scarce and polluted.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are overused and lose their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rapid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high birth rate and a falling death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on natural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shortage of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world population passed ______ billion in 2022.</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Births minus deaths is natural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Vaccines reduce the ______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Calculation of the Demographic Indices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Death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décès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A Rapid Growth of the World's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evolution of the world's population. Explain the factors of population growth. Give the implications of rapid growth on natural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growth of the world population and its effects on natural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Evolution of the World's Population; Factors of the Population Growth; Implications on Natural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the formula of the birth rate.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numbers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rising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about vaccination campaigns.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two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village of the situation.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(High birth rate):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2026-10-02T05:13:10Z</dcterms:created>
  <dcterms:modified xsi:type="dcterms:W3CDTF">2026-10-02T05:13:10Z</dcterms:modified>
</cp:coreProperties>
</file>