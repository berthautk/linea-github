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A Rapid Growth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natural population growth, resources. At the end, you should be able to do this: learners are able to describe the growth of the world population and its effects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evolution of the world's population. Number 2: explain the factors of population growth. Number 3: give the implications of rapid growth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live in towns and villages. Families have children. People use land, water and forests.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Grandmother Hawa says that when she was young, her village had only a few compounds and plenty of land. Today the village is crowded, the forest has disappeared and the farms are small. Her grandson asks: "Why are there so many more people today, and what will happen to our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population has grown so fast and what it means for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happened to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farms smaller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people share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and respect family planning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growth and its effects on our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About how many people lived on the Earth in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how many people live on the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8 billion: the population has grown very fast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is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vaccines and hospitals increase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deaths, especially of children, so more people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births and deaths.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population when births are higher than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grows: this is natural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cleared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forest cut when the population grows?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people need more land for farms and more wood for fuel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Natural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World's Population. The world population has evolved as follows. On this slide we have Slow growth and Faster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Rapid growth on the left, then draw the diagram on the right: world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Population Growth. The population grows for the following reasons. Copy the point on High birth rate on the left, then draw the diagram on the right: children.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Falling death rate on the left, then draw the diagram on the right: a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Population Growth. On this slide we have Better food supply and Early marriages and big families.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on Natural Resources. Rapid growth has the following effects on natural resources. On this slide we have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Forests on the left, then draw the diagram on the right: forest cleared for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Natural Resources. On this slide we have Water and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of rapid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high birth rate and a falling death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on natural resources.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shortage of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8; number 2, growth;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the birth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Calculation of the Demographic Indices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A RAPID GROWTH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 Rapid Growth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A Rapid Growth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natural population growth,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Evolution of the world's population; factors of the population growth; implications of the rapid population growth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implications of rapid growth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live in towns and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Families have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Grandmother Hawa says that when she was young, her village had only a few compounds and plenty of land. Today the village is crowded, the forest has disappeared and the farms are small. Her grandson asks: "Why are there so many more people today, and what will happen to our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population has grown so fast and what it means for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happened to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farms smaller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share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and respect family planning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growth and its effects on our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lived on the Earth in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the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 the population has grown very fast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is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hospitals increase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deaths, especially of children, so more people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Births and deaths.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population when births are higher than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this is natural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cleared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cut when the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for farms and more wood for fuel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A Rapid Growth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in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births and the number of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nature, such as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has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Until about 1800, the world had fewer than 1 billion people because many people died young.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reached about 2.5 billion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passed 8 billion in 2022, growing fastest in Africa and Asia.</a:t>
            </a:r>
            <a:endParaRPr lang="en-US" sz="3600" dirty="0"/>
          </a:p>
        </p:txBody>
      </p:sp>
      <p:pic>
        <p:nvPicPr>
          <p:cNvPr id="5" name="Image 0" descr="/home/claude/f4/img/v2/world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population grows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children are born, especially in poor countries.</a:t>
            </a:r>
            <a:endParaRPr lang="en-US" sz="3600" dirty="0"/>
          </a:p>
        </p:txBody>
      </p:sp>
      <p:pic>
        <p:nvPicPr>
          <p:cNvPr id="5" name="Image 0" descr="/home/claude/f4/img/v2/usa_childr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and clean water reduce deaths.</a:t>
            </a:r>
            <a:endParaRPr lang="en-US" sz="3600" dirty="0"/>
          </a:p>
        </p:txBody>
      </p:sp>
      <p:pic>
        <p:nvPicPr>
          <p:cNvPr id="5"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allows more people to survive.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marriages and big families: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places people marry young and want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growth has the following effects on natural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becomes scarce, and farms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Forests are cut for farms, firewood and building.</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cleared for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becomes scarce and polluted.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overused and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falling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shortage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A Rapid Growth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world's population. Explain the factors of population growth. Give the implications of rapid growth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World's Population; Factors of the Population Growth; Implications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the birth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vaccination campaigns.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village of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(High birth rate):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2026-09-29T03:11:17Z</dcterms:created>
  <dcterms:modified xsi:type="dcterms:W3CDTF">2026-09-29T03:11:17Z</dcterms:modified>
</cp:coreProperties>
</file>