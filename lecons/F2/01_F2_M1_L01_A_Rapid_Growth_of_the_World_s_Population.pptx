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A Rapid Growth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natural population growth, birth rate, death rate, resources. At the end, you should be able to do this: learners are able to describe the growth of the world population and its effects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evolution of the world's population. Number 2: explain the factors of population growth. Number 3: give the implications of rapid growth on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live in towns and villages. Families have children. People use land, water and forests.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Grandmother Hawa says that when she was young, her village had only a few compounds and plenty of land. Today the village is crowded, the forest has disappeared and farms are small.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of the village has grown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happened to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farms smaller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are more people sharing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and respect family planning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population growth and its effects on our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people lived on the Earth in 1800 and in 2022?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 billion in 1800 and 8 billion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the world population growing slowly or quickly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Quickly: it has grown very fast since about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is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vaccines and hospitals increase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deaths, especially of children, so more people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rate and death rate.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the population when births are higher than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grows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forest cleared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effects of rapid population growth on natural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Forests are cut for farms and firewood; land and water become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and Natural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of the World's Population. The world population has grown as follows. On this slide we have Slow growth and Rapid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Population Growth. The population grows for the following reasons. On this slide we have High birth rate and Falling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Population Growth. On this slide we have Better food supply.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Implications on Natural Resources. Rapid growth has the following effects on resources. On this slide we have Land and Forests.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Implications on Natural Resources.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of rapid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high birth rate and a falling death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on natural resources.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shortage of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8; number 2, growth; number 3,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how many brothers and sisters they had and compare with families today.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Calculation of the Demographic Indices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A RAPID GROWTH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 Rapid Growth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A Rapid Growth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natural population growth, birth rate, death rate,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Evolution of the world's population; factors of population growth; implications of rapid population growth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world's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implications of rapid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live in towns and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Families have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Grandmother Hawa says that when she was young, her village had only a few compounds and plenty of land. Today the village is crowded, the forest has disappeared and farms are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of the village has grown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happened to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farms smaller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more people sharing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and respect family planning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population growth and its effects on our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people lived on the Earth in 1800 and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in 1800 and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world population growing slowly or quickly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EVOLUTION OF THE WORLD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Quickly: it has grown very fast since about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is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and hospitals increase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deaths, especially of children, so more people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rate and death rate.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population when births are higher than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cleared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rapid population growth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cut for farms and firewood; land and water become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A Rapid Growth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in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births and the number of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has grown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fewer than 1 billion people until about 1800.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reached 8 billion in 2022, growing fastest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Evolution of the World's Population</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Growth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grows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children are born, especially in poor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hospitals and clean water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food allows more people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Rapid growth has the following effects on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becomes scarce and farms become smaller.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cut for farms, firewood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Implications on Natural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becomes scarce and polluted.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falling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on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shortage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population reached ______ billion in 2022.</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Vaccines reduce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A Rapid Growth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world's population. Explain the factors of population growth. Give the implications of rapid growth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growth of the world population and its effects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of the World's Population; Factors of Population Growth; Implications on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how many brothers and sisters they had and compare with families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crowded place.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vaccination campaigns.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village of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2026-09-27T13:51:22Z</dcterms:created>
  <dcterms:modified xsi:type="dcterms:W3CDTF">2026-09-27T13:51:22Z</dcterms:modified>
</cp:coreProperties>
</file>