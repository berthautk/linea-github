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7: Rural Exodus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rural exodus, push factors, pull factors, rural development. At the end, you should be able to do this: learners are able to explain rural exodus in Cameroon and propose ways to make villages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Relationships between Towns and Country Sides. The question was: List three products your family buys from villages and three goods villagers buy in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From villages: onions, groundnuts, maize (or firewood). From town: soap, cooking oil, clothes (also phones, sugar).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of rural exodus. Number 2: explain its consequences. Number 3: propose ways to make the country side more attractive.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lack some services. Towns offer jobs and services. Many young people go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Hamadou's village, most young people have left for Garoua, Douala and Yaoundé. Only old people and children remain, and many fields are no longer farmed. The village chief asks: "Why do our young people leave, and what can we do to keep them 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leave the village, and the chief does not know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remains in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people and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fields?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abandoned.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activities in your village and support its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why young people leave villages and how to keep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migration flows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Towards which towns do most migrants of Cameroon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in the village pushes young people to leave?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jobs, poverty, bad roads and poor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attracts young people to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hospitals, electricity and modern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slum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many migrants live when they arrive in a big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crowded poor quarters (slums).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 water point like this help to keep people in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improves daily life: clean water close to home, better health and more time for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Rural exodus and Push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Pull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Push Factors. The following conditions push people out of villages. Copy the point on Poverty and unemployment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Lack of social amenities and Bad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Push Factors. On this slide we have Shortage of land and hard work and Insecurity and traditions.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Pull Factors. The following attractions pull people to towns. Copy the point on Jobs on the left, then draw the diagram on the right: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Pull Factors. On this slide we have Social amenities, Modern life and Family links.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Country Side. Rural exodus has the following consequences in villages. On this slide we have Loss of young workers.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Country Side. On this slide we have Fall of food production, Money from migrants and Village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 the Towns. Rural exodus has the following consequences in towns. Copy the point on Rapid growth and slums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 the Towns. On this slide we have Unemployment, Pressure on services and Insecurity.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Making the Country Side More Attractive. The country side can be made more attractive by the following measures. On this slide we have Roads.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Social amenities on the left, then draw the diagram on the right: a village water pump.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Modern farming and Cooperatives and CIGs.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Making the Country Side More Attractive. On this slide we have Rural jobs and Culture and leisure.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rural exodus.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jobs in villages and attractive services in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make villages attractive.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roads and create jobs in modern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pull; number 3,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projects that could keep young people in your village.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7: RURAL EXODUS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Exodus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7: Rural Exodus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exodus, push factors, pull factors,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consequences of rural exodus; how the country side can be made more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Relationships between Towns and Country Sides):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your family buys from villages and three goods villagers buy in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villages: onions, groundnuts, maize (or firewood). From town: soap, cooking oil, clothes (also phones, sugar).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rural exodus.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make the country side more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lack some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young people go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Hamadou's village, most young people have left for Garoua, Douala and Yaoundé. Only old people and children remain, and many fields are no longer farmed. The village chief asks: "Why do our young people leave, and what can we do to keep them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leave the village, and the chief does not know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remains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and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activities in your village and support its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why young people leave villages and how to keep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Migration flows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which towns do most migrants of Cameroon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 the village pushes young people to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poverty, bad roads and poor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young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electricity and modern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many migrants live when they arrive in a big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crowded poor quarters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 point like this help to keep people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MAKING THE COUNTRY SIDE ATTRACTIVE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improves daily life: clean water close to home, better health and more time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Rural Exodus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massive movement of people from the country side to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conditions that make people leave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attractions that draw people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Push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following conditions push people out of villages: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Poverty and unemployment: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Farming gives low incomes, and there are few other jobs.</a:t>
            </a:r>
            <a:endParaRPr lang="en-US" sz="32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lack secondary schools, hospitals, electricity and pipe-borne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are isolated, and farm products are hard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Push Factors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Shortage of land and 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scarce in crowded areas, and farming with simple tools is tiring.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and traditions: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Conflicts, kidnappings and heavy traditional constraints make some young people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Pull Factors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attractions pull people to towns: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offer jobs in industries, offices, trade and the informal sector.</a:t>
            </a:r>
            <a:endParaRPr lang="en-US" sz="3600" dirty="0"/>
          </a:p>
        </p:txBody>
      </p:sp>
      <p:pic>
        <p:nvPicPr>
          <p:cNvPr id="6" name="Image 0" descr="/home/claude/f4/img/v2/lsa_yaoun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Pull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universities, hospitals, electricity and water.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are attracted by leisure, fashion and freedom.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links: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Relatives already living in town receive the new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exodus has the following consequences in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young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old people and children remain, and many fields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 the Country Side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 of 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produce less food for themselves and for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Money from migrants: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send money and goods that help their families.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Elites in town finance schools, wells and roads in their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 the Towns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Rural exodus has the following consequences in towns: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Rapid growth and slums: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Towns grow too fast, and migrants settle in crowded, unplanned quarters.</a:t>
            </a:r>
            <a:endParaRPr lang="en-US" sz="3200" dirty="0"/>
          </a:p>
        </p:txBody>
      </p:sp>
      <p:pic>
        <p:nvPicPr>
          <p:cNvPr id="6" name="Image 0" descr="/home/claude/f4/img/v2/usa_slum.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Rural Exodus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 the Towns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not enough jobs, so many migrants work in the informal sector.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water and transport become insufficient.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and unemployment favour theft and delinquency.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country side can be made more attractive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rural roads link villages to markets and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Social amenities: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Schools, health centres, water points and electricity improve daily life.</a:t>
            </a:r>
            <a:endParaRPr lang="en-US" sz="3600" dirty="0"/>
          </a:p>
        </p:txBody>
      </p:sp>
      <p:pic>
        <p:nvPicPr>
          <p:cNvPr id="5" name="Image 0" descr="/home/claude/f4/img/v2/usa_pump.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village water pump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tools, improved seeds and extension workers raise incomes.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Cooperatives and CIGs: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group together to buy inputs and sell at better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Making the Country Side More Attractive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Crafts, small processing units and self-employment projects give young people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and leisure: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Festivals, sports and community projects keep young people attached to their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in villages and attractive services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make villages attractive.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roads and create jobs in modern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from villages to towns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Jobs in towns are ______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Poverty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projects that could keep young people in your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7: Rural Exodus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of rural exodus. Explain its consequences. Propose ways to make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rural exodus in Cameroon and propose ways to make villages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Push Factors; Pull Factors; In the Country Side; In the Towns; Making the Country Side More Attractive.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projects that could keep young people in your village.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to big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reasons for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what attracts people to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consequences.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projects for a village.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2026-09-28T17:01:17Z</dcterms:created>
  <dcterms:modified xsi:type="dcterms:W3CDTF">2026-09-28T17:01:17Z</dcterms:modified>
</cp:coreProperties>
</file>