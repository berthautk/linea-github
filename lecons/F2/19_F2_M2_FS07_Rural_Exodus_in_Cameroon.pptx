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7: Rural Exodus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2: Space Occupation.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Space Occupation, and the sub-topic is Towns and Country Sides of Africa. The key notions we shall use today are: rural exodus, push factors, pull factors, rural development. At the end, you should be able to do this: learners are able to explain rural exodus in Cameroon and propose ways to make villages attractive.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8: Relationships between Towns and Country Sides. The question was: List three products your family buys from villages and three goods villagers buy in town.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From villages: onions, groundnuts, maize (or firewood). From town: soap, cooking oil, clothes (also phones, sugar).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causes of rural exodus. Number 2: explain its consequences. Number 3: propose ways to make the country side more attractive.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Villages lack some services. Towns offer jobs and services. Many young people go to towns.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Hamadou's village, most young people have left for Garoua, Douala and Yaoundé. Only old people and children remain, and many fields are no longer farmed. The village chief asks: "Why do our young people leave, and what can we do to keep them here?"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Young people leave the village, and the chief does not know how to keep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 remains in the village?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Old people and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to the fields?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are abandoned.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create activities in your village and support its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why young people leave villages and how to keep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migration flows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Towards which towns do most migrants of Cameroon go?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Douala and Yaoundé.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bad rural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in the village pushes young people to leave?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Lack of jobs, poverty, bad roads and poor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attracts young people to towns?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Jobs, schools, hospitals, electricity and modern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slum in a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do many migrants live when they arrive in a big town?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crowded poor quarters (slums).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village water pump.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a water point like this help to keep people in the village?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improves daily life: clean water close to home, better health and more time for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Rural exodus and Push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Pull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Push Factors. The following conditions push people out of villages. Copy the point on Poverty and unemployment on the left, then draw the diagram on the right: a bad rural road.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Push Factors. On this slide we have Lack of social amenities and Bad roads.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Push Factors. On this slide we have Shortage of land and hard work and Insecurity and traditions.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Pull Factors. The following attractions pull people to towns. Copy the point on Jobs on the left, then draw the diagram on the right: yaoundé.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Pull Factors. On this slide we have Social amenities, Modern life and Family links.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 the Country Side. Rural exodus has the following consequences in villages. On this slide we have Loss of young workers.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 the Country Side. On this slide we have Fall of food production, Money from migrants and Village development.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 the Towns. Rural exodus has the following consequences in towns. Copy the point on Rapid growth and slums on the left, then draw the diagram on the right: a slum.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 the Towns. On this slide we have Unemployment, Pressure on services and Insecurity.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Making the Country Side More Attractive. The country side can be made more attractive by the following measures. On this slide we have Roads.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Social amenities on the left, then draw the diagram on the right: a village water pump.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Making the Country Side More Attractive. On this slide we have Modern farming and Cooperatives and CIGs.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Making the Country Side More Attractive. On this slide we have Rural jobs and Culture and leisure.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causes of rural exodus.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lack of jobs in villages and attractive services in towns.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to make villages attractive.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build roads and create jobs in modern farming.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exodus; number 2, pull; number 3,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Propose three projects that could keep young people in your village.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7: RURAL EXODUS IN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Rural Exodus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Space Occupation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Space Occupation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Towns and Country Sides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7: Rural Exodus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exodus, push factors, pull factors, rural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Causes and consequences of rural exodus; how the country side can be made more attractive.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rural exodus in Cameroon and propose ways to make villages attractive.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8: Relationships between Towns and Country Sides):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products your family buys from villages and three goods villagers buy in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villages: onions, groundnuts, maize (or firewood). From town: soap, cooking oil, clothes (also phones, sugar).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rural exodus.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consequences.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ways to make the country side more attractive.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Villages lack some services.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offer jobs and services.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young people go to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Hamadou's village, most young people have left for Garoua, Douala and Yaoundé. Only old people and children remain, and many fields are no longer farmed. The village chief asks: "Why do our young people leave, and what can we do to keep them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Young people leave the village, and the chief does not know how to keep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remains in the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people and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abandoned.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Create activities in your village and support its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why young people leave villages and how to keep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migratio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Migration flows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Towards which towns do most migrants of Cameroon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bad rural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in the village pushes young people to leave?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jobs, poverty, bad roads and poor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yaou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attracts young people to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Jobs, schools, hospitals, electricity and modern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slum in a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many migrants live when they arrive in a big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crowded poor quarters (slums).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MAKING THE COUNTRY SIDE ATTRACTIVE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pump.jpg">    </p:cNvPr>
          <p:cNvPicPr>
            <a:picLocks noChangeAspect="1"/>
          </p:cNvPicPr>
          <p:nvPr/>
        </p:nvPicPr>
        <p:blipFill>
          <a:blip r:embed="rId1"/>
          <a:stretch>
            <a:fillRect/>
          </a:stretch>
        </p:blipFill>
        <p:spPr>
          <a:xfrm>
            <a:off x="2248479" y="1783080"/>
            <a:ext cx="7694738"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village water pump.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MAKING THE COUNTRY SIDE ATTRACTIVE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water point like this help to keep people in the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MAKING THE COUNTRY SIDE ATTRACTIVE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improves daily life: clean water close to home, better health and more time for 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Space Occupation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Towns and Country Sides of Africa</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7: Rural Exodus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 exodus: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massive movement of people from the country side to towns.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Push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conditions that make people leave the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Pull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attractions that draw people to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Rural Exodus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Push Factors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following conditions push people out of villages: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Poverty and unemployment: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Farming gives low incomes, and there are few other jobs.</a:t>
            </a:r>
            <a:endParaRPr lang="en-US" sz="3200" dirty="0"/>
          </a:p>
        </p:txBody>
      </p:sp>
      <p:pic>
        <p:nvPicPr>
          <p:cNvPr id="6" name="Image 0" descr="/home/claude/f4/img/v2/f2t_muddy_road.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bad rural road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Rural Exodus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Push Factors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social amenities: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lack secondary schools, hospitals, electricity and pipe-borne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Bad roads: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are isolated, and farm products are hard to sell.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Rural Exodus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Push Factors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Shortage of land and hard work: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is scarce in crowded areas, and farming with simple tools is tiring.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Insecurity and traditions: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Conflicts, kidnappings and heavy traditional constraints make some young people leave.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Rural Exodus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Pull Factors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following attractions pull people to towns: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Jobs: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Towns offer jobs in industries, offices, trade and the informal sector.</a:t>
            </a:r>
            <a:endParaRPr lang="en-US" sz="3600" dirty="0"/>
          </a:p>
        </p:txBody>
      </p:sp>
      <p:pic>
        <p:nvPicPr>
          <p:cNvPr id="6" name="Image 0" descr="/home/claude/f4/img/v2/lsa_yaounde.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Yaoundé</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Rural Exodus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Pull Factors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amenities: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have universities, hospitals, electricity and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Modern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Young people are attracted by leisure, fashion and freedom.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Family links: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Relatives already living in town receive the new 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 of Rural Exodus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In the Country Side</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Rural exodus has the following consequences in villages: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young workers: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Only old people and children remain, and many fields are abandoned.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 of Rural Exodus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In the Country Side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Fall of food production: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produce less food for themselves and for towns.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Money from migrants: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Migrants send money and goods that help their families.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Village 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Elites in town finance schools, wells and roads in their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 of Rural Exodus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In the Towns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Rural exodus has the following consequences in towns: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Rapid growth and slums: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Towns grow too fast, and migrants settle in crowded, unplanned quarters.</a:t>
            </a:r>
            <a:endParaRPr lang="en-US" sz="3200" dirty="0"/>
          </a:p>
        </p:txBody>
      </p:sp>
      <p:pic>
        <p:nvPicPr>
          <p:cNvPr id="6" name="Image 0" descr="/home/claude/f4/img/v2/usa_slum.jpg">    </p:cNvPr>
          <p:cNvPicPr>
            <a:picLocks noChangeAspect="1"/>
          </p:cNvPicPr>
          <p:nvPr/>
        </p:nvPicPr>
        <p:blipFill>
          <a:blip r:embed="rId1"/>
          <a:stretch>
            <a:fillRect/>
          </a:stretch>
        </p:blipFill>
        <p:spPr>
          <a:xfrm>
            <a:off x="5349240" y="2069407"/>
            <a:ext cx="6659575" cy="3697594"/>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slum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 of Rural Exodus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In the Towns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Unemployment: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not enough jobs, so many migrants work in the informal sector.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Pressure on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Schools, hospitals, water and transport become insufficient.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Insecurity: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Poverty and unemployment favour theft and delinquency.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Making the Country Side More Attractive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country side can be made more attractive by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Roads: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 rural roads link villages to markets and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Making the Country Side More Attractive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Social amenities: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Schools, health centres, water points and electricity improve daily life.</a:t>
            </a:r>
            <a:endParaRPr lang="en-US" sz="3600" dirty="0"/>
          </a:p>
        </p:txBody>
      </p:sp>
      <p:pic>
        <p:nvPicPr>
          <p:cNvPr id="5" name="Image 0" descr="/home/claude/f4/img/v2/usa_pump.jpg">    </p:cNvPr>
          <p:cNvPicPr>
            <a:picLocks noChangeAspect="1"/>
          </p:cNvPicPr>
          <p:nvPr/>
        </p:nvPicPr>
        <p:blipFill>
          <a:blip r:embed="rId1"/>
          <a:stretch>
            <a:fillRect/>
          </a:stretch>
        </p:blipFill>
        <p:spPr>
          <a:xfrm>
            <a:off x="5349240" y="2070315"/>
            <a:ext cx="6659575" cy="369577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village water pump</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Making the Country Side More Attractive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Modern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Credit, tools, improved seeds and extension workers raise incomes.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Cooperatives and CIGs: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group together to buy inputs and sell at better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Making the Country Side More Attractive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 jobs: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Crafts, small processing units and self-employment projects give young people income.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Culture and leisure: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Festivals, sports and community projects keep young people attached to their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rural exodus.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jobs in villages and attractive services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to make villages attractive.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roads and create jobs in modern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movement from villages to towns is rural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Jobs in towns are ______ factors.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Poverty in villages is a ______ factor.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three projects that could keep young people in your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Rural exodus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L'exode rural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Migrant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migrant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Job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L'emploi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Cooperative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coopérative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Development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développement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Space Occupation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7: Rural Exodus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causes of rural exodus. Explain its consequences. Propose ways to make the country side more attractive.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rural exodus in Cameroon and propose ways to make villages attractive.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Push Factors; Pull Factors; In the Country Side; In the Towns; Making the Country Side More Attractive.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Propose three projects that could keep young people in your village.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arrows to big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reasons for leaving.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what attracts people to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consequences.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propose projects for a village.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2: Space Occupation.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“Yaoundé” by wili_hybrid, CC BY-NC 2.0, via Flickr (https://www.flickr.com/photos/62223880@N00/5677034246)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“Girls from the village of Mwachilolo head to the Pump Aid Elephant wat” by PumpAid, CC BY 2.0, via Flickr (https://www.flickr.com/photos/84463652@N06/8161357208)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2026-09-28T21:14:07Z</dcterms:created>
  <dcterms:modified xsi:type="dcterms:W3CDTF">2026-09-28T21:14:07Z</dcterms:modified>
</cp:coreProperties>
</file>