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Rural Exodus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rural exodus, push factors, pull factors, rural development. At the end, you should be able to do this: learners are able to explain rural exodus in Cameroon and propose ways to make villages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Relationships between Towns and Country Sides. The question was: List three products your family buys from villages and three goods villagers buy in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villages: onions, groundnuts, maize (or firewood). From town: soap, cooking oil, clothes (also phones, sugar).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exodus. Number 2: explain its causes and consequences. Number 3: propose ways to make the country side more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lack some services. Towns offer jobs and services. Many young people go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Hamadou's village, most young people have left for Garoua, Douala and Yaoundé. Only old people and children remain, and many fields are no longer farmed.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leave the village for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remains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people and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activities in your village and support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why young people leave villages and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flows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rural exodus? Where do migrants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massive movement of people from villages to towns; they go mainly to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push factors of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jobs and poor services in villages (also bad roads,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pull factors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services such as schools, hospitals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consequence in villages and one in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lose young workers and fields are abandoned; towns get slums and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the country side be made more attractive?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building roads, schools, health centres and water points and creating jobs in farming and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exodus.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Rural exodus has the following causes. On this slide we have Push factors and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Rural exodus has the following consequences. On this slide we have In villages and In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Making the Country Side More Attractive. The country side can be made attractive by the following measures. On this slide we have Infrastructure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rural exodus.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jobs in villages and attractive services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make villages attractive.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roads and create jobs in modern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pull;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projects that could keep young people in your village.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7: RURAL EXODUS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Exodus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Rural Exodus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exodus, push factors, pull factors,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rural exodus; how the country side can be made more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Relationships between Towns and Country Sides):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your family buys from villages and three goods villagers buy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villages: onions, groundnuts, maize (or firewood). From town: soap, cooking oil, clothes (also phones, sugar).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make the country side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lack some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go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Hamadou's village, most young people have left for Garoua, Douala and Yaoundé. Only old people and children remain, and many fields are no longer farmed.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the village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remains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and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activities in your village and support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why young people leave villages and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rural exodus? Where do migrants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massive movement of people from villages to towns; they go mainly to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and poor services in villages (also bad roads,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pull factors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services such as schools, hospitals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in villages and one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young workers and fields are abandoned; towns get slums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country side be made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roads, schools, health centres and water points and creating jobs in farming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lack of jobs, bad roads and poor services push people out of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modern life attract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villages: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young workers, food production falls and old people remain alone.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too fast, with slums, unemployment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can be made attractive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electricity, water, schools and health centres improve village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farming, cooperatives and crafts give young people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festivals and community projects keep people attached to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in villages and attractive services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roads and create jobs in modern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in towns are ______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Poverty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projects that could keep young people in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Rural Exodus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exodus. Explain its causes and consequences. Propose ways to make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Making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projects that could keep young people in your village.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to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 for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what attracts people to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consequences.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projects for a village.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2026-09-27T13:51:27Z</dcterms:created>
  <dcterms:modified xsi:type="dcterms:W3CDTF">2026-09-27T13:51:27Z</dcterms:modified>
</cp:coreProperties>
</file>