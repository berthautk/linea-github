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Define rural exodus.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massive movement of people from villages to towns.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of rural exodus. Number 2: explain its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The village chief asks: "Why do our young people leave, and what can we do to keep them 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and the chief does not know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in the village pushes young people to leave?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poverty, bad roads and poor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attracts young people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electricity and modern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many migrants live when they arrive in a big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crowded poor quarters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water point like this help to keep people in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improves daily life: clean water close to home, better health and more time for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and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Push Factors. The following conditions push people out of villages. Copy the point on Poverty and unemployment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Lack of social amenities and Bad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Shortage of land and hard work and Insecurity and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Pull Factors. The following attractions pull people to towns. Copy the point on Jobs on the left, then draw the diagram on the right: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Pull Factors. On this slide we have Social amenities, Modern life and Family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Country Side. Rural exodus has the following consequences in villages. On this slide we have Loss of young workers.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Country Side. On this slide we have Fall of food production, Money from migrants and Village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Towns. Rural exodus has the following consequences in towns. Copy the point on Rapid growth and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Towns. On this slide we have Unemployment, Pressure on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more attractive by the following measures.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Social amenities on the left, then draw the diagram on the right: a village water pump.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Modern farming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Rural jobs and Culture and leisure.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to make villages more attractive.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 The village chief asks: "Why do our young people leave, and what can we do to keep them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and the chief does not know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 the village pushes young people to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bad roads and poor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young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modern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migrants live when they arrive in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poor quarters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 point like this help to keep people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improves daily life: clean water close to home, better health and more time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the country side to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conditions that make people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attractions that draw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Push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conditions push people out of villages: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Poverty and unemployment: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Farming gives low incomes, and there are few other jobs.</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secondary schools, hospitals, electricity and pipe-borne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isolated, and farm products are hard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land and 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scarce in crowded areas, and farming with simple tools is tiring.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kidnappings and heavy traditional constraints make some young people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Pull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attractions pull people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in industries, offices, trade and the informal sector.</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Pull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universities, hospitals, electricity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are attracted by leisure, fashion and freedom.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Relatives already living in town receive the new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and children remain, and many fields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of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produce less food for themselves and for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from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and goods that help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Elites in town finance schools, wells and roads in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Towns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 exodus has the following consequences in towns: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growth and slums: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grow too fast, and migrants settle in crowded, unplanned quarters.</a:t>
            </a:r>
            <a:endParaRPr lang="en-US" sz="32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Towns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so many migrants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transport become insufficient.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delinquency.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more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rural roads link villages to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health centres, water points and electricity improve daily life.</a:t>
            </a:r>
            <a:endParaRPr lang="en-US" sz="3600" dirty="0"/>
          </a:p>
        </p:txBody>
      </p:sp>
      <p:pic>
        <p:nvPicPr>
          <p:cNvPr id="5" name="Image 0" descr="/home/claude/f4/img/v2/usa_pump.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water pump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tools, improved seeds and extension workers raise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at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processing units and self-employment projects give young people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sports and community projects keep young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of rural exodus. Explain its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Push Factors; Pull Factors; In the Country Side; In the Towns;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to make villages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2026-10-02T05:13:19Z</dcterms:created>
  <dcterms:modified xsi:type="dcterms:W3CDTF">2026-10-02T05:13:19Z</dcterms:modified>
</cp:coreProperties>
</file>