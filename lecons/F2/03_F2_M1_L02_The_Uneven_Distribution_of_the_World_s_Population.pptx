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Uneven Distribution of the World's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The World's Population. The key notions we shall use today are: population density, population distribution. At the end, you should be able to do this: learners are able to identify densely and sparsely populated areas and explain the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Calculation of the Demographic Indices of Cameroon. The question was: A village of 5,000 people has 200 births and 50 deaths. Calculate the three indices.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Birth rate = (200 ÷ 5,000) × 1,000 = 40 ‰. Death rate = (50 ÷ 5,000) × 1,000 = 10 ‰. Natural growth rate = (40 − 10) ÷ 10 = 3 %.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and calculate population density. Number 2: describe the spatial distribution of the world population. Number 3: explain the factors of uneven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world has more than 8 billion people. Some places are crowded, others are empty. Deserts are very dry.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world map of population, Ali sees many dots in Asia and Europe, but very few in the Sahara and the Amazon forest. He asks his teacher: "Why do people not live everywhere on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Ali does not know why people are not spread evenly over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crowded areas.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East Asia and South Asia (also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nearly empty areas.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Sahara and the Amazon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population maps and compare the density of different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people live in some places and not in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people and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can we measure how crowded a place 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dividing the population by the area: this is the population density, in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where people live in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crowded areas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South Asia and Europe (also West Africa and the north-east of the 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sandy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very few people live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too dry and too hot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rice fields on a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many people live on fertile plains?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soil is good for farming, and there is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many people move to towns like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find jobs in industries and the port, and services such as schools and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Population density and Population distribution.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Concept of Population Density. Population density is understood as follows. Copy the point on Formula on the left, then draw the diagram on the right: population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Concept of Population Density. On this slide we have Example and Levels.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Distribution. The world population is distributed as follows. Copy the point on Densely populated areas on the left, then draw the diagram on the right: dense and sparse areas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Sparsely populated areas on the left, then draw the diagram on the right: a desert.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Uneven Distribution. The distribution depends on the following factors. On this slide we have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Relief and soils on the left, then draw the diagram on the right: a fertile plain.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Uneven Distribution. On this slide we have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Economic factors on the left, then draw the diagram on the right: douala, a port and industrial town.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Uneven Distribution. On this slide we have Social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region has 300,000 people and 1,000 km². Find its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300,000 ÷ 1,000 = 300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why deserts are sparsely populated.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water and very hot temperatures.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density; number 2, sparsely; number 3, attract.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population and the area of your region and calculate its density.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Population Densities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 THE UNEVEN DISTRIBUTION OF THE WORLD'S POPULATION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Uneven Distribution of the World's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Uneven Distribution of 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population density; spatial distribution; factors of uneven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densely and sparsely populated areas and explain the reasons.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Calculation of the Demographic Indices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 of 5,000 people has 200 births and 50 deaths. Calculate the three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 = (200 ÷ 5,000) × 1,000 = 40 ‰. Death rate = (50 ÷ 5,000) × 1,000 = 10 ‰. Natural growth rate = (40 − 10) ÷ 10 = 3 %.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and calculate population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spatial distribution of the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uneven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world has more than 8 billion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places are crowded, others are empty.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Deserts are very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world map of population, Ali sees many dots in Asia and Europe, but very few in the Sahara and the Amazon forest. He asks his teacher: "Why do people not live everywhere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does not know why people are not spread evenly over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crowded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and South Asia (also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nearly empty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and the Amazon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population maps and compare the density of different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people live in some places and not in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and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measure how crowded a place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dividing the population by the area: this is the population density, in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people live in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crowded areas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South Asia and Europe (also West Africa and the north-east of the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sandy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very few people live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dry and too hot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on a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people live on fertile 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good for farming, and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many people move to towns like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find jobs in industries and the port, and services such as schools and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Uneven Distribution of the World's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number of people per km², calculated as population ÷ area.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Concept of Population Density</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Population density is understood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Density = population ÷ area, in people per km².</a:t>
            </a:r>
            <a:endParaRPr lang="en-US" sz="3600" dirty="0"/>
          </a:p>
        </p:txBody>
      </p:sp>
      <p:pic>
        <p:nvPicPr>
          <p:cNvPr id="5" name="Image 0" descr="/home/claude/f4/img/v2/density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density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Concept of Population Density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has about 28,000,000 people on 475,000 km², so its density is about 59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Levels: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Areas can have a high, moderate or low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world population is distributed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Densely populated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East Asia, South Asia, Western Europe, West Africa and the north-east of the USA are crowded.</a:t>
            </a:r>
            <a:endParaRPr lang="en-US" sz="3600" dirty="0"/>
          </a:p>
        </p:txBody>
      </p:sp>
      <p:pic>
        <p:nvPicPr>
          <p:cNvPr id="5" name="Image 0" descr="/home/claude/f4/img/v2/world_density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dense and sparse areas of the world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Sparsely populated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Hot deserts, polar lands, high mountains and thick forests have very few people.</a:t>
            </a:r>
            <a:endParaRPr lang="en-US" sz="3600" dirty="0"/>
          </a:p>
        </p:txBody>
      </p:sp>
      <p:pic>
        <p:nvPicPr>
          <p:cNvPr id="5" name="Image 0" descr="/home/claude/f4/img/v2/f2t_er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desert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Uneven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distribution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mild climate with enough rain attracts people, while very hot, cold or dry places repel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Uneven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Relief and soils: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Flat land and fertile soils attract people.</a:t>
            </a:r>
            <a:endParaRPr lang="en-US" sz="3600" dirty="0"/>
          </a:p>
        </p:txBody>
      </p:sp>
      <p:pic>
        <p:nvPicPr>
          <p:cNvPr id="5" name="Image 0" descr="/home/claude/f4/img/v2/f2t_rice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fertile plain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Uneven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settle near rivers, lakes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Uneven Distribution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Jobs, industries, ports and mines attract people.</a:t>
            </a:r>
            <a:endParaRPr lang="en-US" sz="3600" dirty="0"/>
          </a:p>
        </p:txBody>
      </p:sp>
      <p:pic>
        <p:nvPicPr>
          <p:cNvPr id="5" name="Image 0" descr="/home/claude/f4/img/v2/lsa_doual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Douala, a port and industrial town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Uneven Distribution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Services, security and good government attract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300,000 people and 1,000 km². Find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300,000 ÷ 1,000 = 300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deserts are sparsely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very hot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Population ÷ area gives population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Sahara is a ______ populated area.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Fertile soils ______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and the area of your region and calculate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Population Densities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Sparse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Clairsemé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superficie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Uneven Distribution of the World's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and calculate population density. Describe the spatial distribution of the world population. Explain the factors of uneven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densely and sparsely populated areas and explain the reasons.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Concept of Population Density; Spatial Distribution; Factors of Uneven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population and the area of your region and calculate its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fertile areas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why people move to Douala.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2026-09-28T21:14:01Z</dcterms:created>
  <dcterms:modified xsi:type="dcterms:W3CDTF">2026-09-28T21:14:01Z</dcterms:modified>
</cp:coreProperties>
</file>