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Write the formula of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Density = population ÷ area, in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calculate population density. Number 2: describe the spatial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more than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many dots in Asia and Europe, but very few in the Sahara and the Amazon forest. He asks his teacher: "Why do people not live everywhere on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why people are not spread evenly over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people and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we measure how crowded a place 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dividing the population by the area: this is the population density,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people live in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crowded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and the north-east of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very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many people move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in industries and the port, and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Population Density. Population density is understood as follows. Copy the point on Formula on the left, then draw the diagram on the right: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Population Density. On this slide we have Example and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Copy the point on Densely populated areas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Sparsely populated areas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Economic factors on the left, then draw the diagram on the right: douala, a port and industrial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Social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Littoral: 3,850,000 people on 20,248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calculate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more than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many dots in Asia and Europe, but very few in the Sahara and the Amazon forest. He asks his teacher: "Why do people not live everywhere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why people are not spread evenly over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how crowded a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dividing the population by the area: this is the population density,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people live in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crowded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and the north-east of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very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move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in industries and the port, and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density is understood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3600" dirty="0"/>
          </a:p>
        </p:txBody>
      </p:sp>
      <p:pic>
        <p:nvPicPr>
          <p:cNvPr id="5" name="Image 0" descr="/home/claude/f4/img/v2/density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about 28,000,000 people on 475,000 km², so its density is about 59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can have a high, moderate or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East Asia, South Asia, Western Europe, West Africa and the north-east of the USA are crowded.</a:t>
            </a:r>
            <a:endParaRPr lang="en-US" sz="3600" dirty="0"/>
          </a:p>
        </p:txBody>
      </p:sp>
      <p:pic>
        <p:nvPicPr>
          <p:cNvPr id="5"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polar lands, high mountains and thick forests have very few people.</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mild climate with enough rain attracts people, while very hot, cold or dry places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Flat land and fertile soils attract people.</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rivers, lakes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industries, ports and mines attract people.</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 port and industrial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security and good government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calculate population density. Describe the spatial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Population Density;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Littoral: 3,850,000 people on 20,248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2026-09-28T21:32:30Z</dcterms:created>
  <dcterms:modified xsi:type="dcterms:W3CDTF">2026-09-28T21:32:30Z</dcterms:modified>
</cp:coreProperties>
</file>