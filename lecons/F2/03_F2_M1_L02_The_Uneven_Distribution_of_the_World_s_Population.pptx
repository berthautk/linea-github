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The Uneven Distribution of the World's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population density, population distribution, dense, sparse. At the end, you should be able to do this: learners are able to identify densely and sparsely populated areas and explain the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Calculation of the Demographic Indices of Cameroon. The question was: A village of 5,000 people has 200 births and 50 deaths. Calculate the three indices.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Birth rate = (200 ÷ 5,000) × 1,000 = 40 ‰. Death rate = (50 ÷ 5,000) × 1,000 = 10 ‰. Natural growth rate = (40 − 10) ÷ 10 = 3 %.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population density and calculate it. Number 2: describe the distribution of the world population. Number 3: explain the factors of uneven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world has 8 billion people. Some places are crowded, others are empty. Deserts are very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world map of population, Ali sees that many dots cover Asia and Europe, but very few cover the Sahara and the Amazon forest. He asks why people do not live everywhere.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 wants to know why the population is unevenly distributed.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crowded areas.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East Asia and South Asia (also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nearly empty areas.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Sahara and the Amazon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population maps and compare the density of different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people live in some places and not in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density.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we calculate population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 area, in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dense and sparse areas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densely populated areas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Asia, South Asia and Europe (also West Africa, NE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sandy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deserts sparsely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too dry and too hot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rice fields on a fertile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many people live on fertile plains?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good for farming and there is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human factors that attract people to towns like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and industries, and services such as schools and hospitals (also the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density and Population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Distribution. The world population is distributed as follows. On this slide we have Dense areas and Sparse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dense and sparse areas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Uneven Distribution. The distribution depends on the following factors. On this slide we have Physical factors and Unfavourable conditions.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Uneven Distribution.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region has 300,000 people and 1,000 km². Find its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300,000 ÷ 1,000 = 300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deserts are sparsely populated.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water and very hot temperatures.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density; number 2, sparsely; number 3, attract.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population and the area of your region and calculate its density.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Population Densities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 THE UNEVEN DISTRIBUTION OF THE WORLD'S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Uneven Distribution of the World's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The Uneven Distribution of 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population distribution, dense, sparse.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population density; spatial distribution; factors of uneven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densely and sparsely populated areas and explain the reasons.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Calculation of the Demographic Indices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of 5,000 people has 200 births and 50 deaths. Calculate the three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 = (200 ÷ 5,000) × 1,000 = 40 ‰. Death rate = (50 ÷ 5,000) × 1,000 = 10 ‰. Natural growth rate = (40 − 10) ÷ 10 = 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density and calculate it.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the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uneven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has 8 billion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places are crowded, others are empty.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are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of population, Ali sees that many dots cover Asia and Europe, but very few cover the Sahara and the Amazon forest. He asks why people do not live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wants to know why the population is unevenly distributed.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crowded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and South Asia (also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nearly empty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and the Amazon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population maps and compare the density of different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people live in some places and not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calculate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 area, in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Dense and sparse areas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densely populated areas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South Asia and Europe (also West Africa, NE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sandy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deserts sparsely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too dry and too hot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fertile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people live on fertile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good for farming and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factors that attract people to towns like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industries, and services such as schools and hospitals (also the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Uneven Distribution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people per km², calculated as population ÷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Distribution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world population is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South Asia, Europe and West Africa have many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Deserts, polar lands, high mountains and thick forests have very few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Distribution</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dense and sparse areas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Uneven Distribution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soils, a good climate, water and flat land attract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Unfavourable conditions: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much cold, heat, dryness or steep slopes keep people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Uneven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industries, towns, roads and security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300,000 people and 1,000 km². Find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300,000 ÷ 1,000 = 300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deserts are sparsely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very hot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Population ÷ area gives population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Sahara is a ______ populated area.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Fertile soils ______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and the area of your region and calculate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Densities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Clairsemé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superficie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The Uneven Distribution of the World's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density and calculate it. Describe the distribution of the world population. Explain the factors of uneven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densely and sparsely populated areas and explain the reasons.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Spatial Distribution; Factors of Uneven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population and the area of your region and calculate its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Sahara.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fertile areas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why people move to Douala.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2026-09-27T13:51:23Z</dcterms:created>
  <dcterms:modified xsi:type="dcterms:W3CDTF">2026-09-27T13:51:23Z</dcterms:modified>
</cp:coreProperties>
</file>