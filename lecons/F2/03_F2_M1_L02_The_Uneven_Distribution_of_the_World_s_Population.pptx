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Uneven Distribution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density, population distribution. At the end, you should be able to do this: learners are able to identify densely and sparsely populated areas and explain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Calculation of the Demographic Indices of Cameroon. The question was: Write the formula of population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Density = population ÷ area, in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and calculate population density. Number 2: describe the spatial distribution of the world population. Number 3: explain the factors of uneven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has more than 8 billion people. Some places are crowded, others are empty. Deserts are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world map of population, Ali sees many dots in Asia and Europe, but very few in the Sahara and the Amazon forest. He asks his teacher: "Why do people not live everywhere on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why people are not spread evenly over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crowded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East Asia and South Asia (also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nearly empty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Sahara and the Amazon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population maps and compare the density of different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people live in some places and not in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people and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can we measure how crowded a place 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dividing the population by the area: this is the population density, in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people live in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crowded areas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South Asia and Europe (also West Africa and the north-east of the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very few people live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too dry and too hot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rice fields on a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many people live on fertile plains?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good for farming,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many people move to towns like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jobs in industries and the port, and services such as schools and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density and Population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Concept of Population Density. Population density is understood as follows. Copy the point on Formula on the left, then draw the diagram on the right: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Concept of Population Density. On this slide we have Example and Levels.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The world population is distributed as follows. Copy the point on Densely populated areas on the left, then draw the diagram on the right: dense and sparse areas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Sparsely populated areas on the left, then draw the diagram on the right: a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Uneven Distribution. The distribution depends on the following factors.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and soils on the left, then draw the diagram on the right: a fertile 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Uneven Distribution. On this slide we have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Economic factors on the left, then draw the diagram on the right: douala, a port and industrial town.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Uneven Distribution. On this slide we have Social and political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300,000 people and 1,000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300,000 ÷ 1,000 = 300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deserts are sparsely populated.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very hot temperatures.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density; number 2, sparsely; number 3, attract.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density of the Littoral: 3,850,000 people on 20,248 km².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Densities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THE UNEVEN DISTRIBUTION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Uneven Distribution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Uneven Distribution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population density; spatial distribution; factors of uneven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densely and sparsely populated areas and explain the reasons.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Calculation of the Demographic Indices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 population ÷ area,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calculate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spatial distribution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uneven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has more than 8 billion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places are crowded, others are empty.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are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of population, Ali sees many dots in Asia and Europe, but very few in the Sahara and the Amazon forest. He asks his teacher: "Why do people not live everywhere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why people are not spread evenly over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crowded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and South Asia (also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nearly empty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and the Amazon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population maps and compare the density of different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people live in some places and not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and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measure how crowded a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dividing the population by the area: this is the population density,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people live in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crowded areas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and Europe (also West Africa and the north-east of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very few people live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too dry and too hot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live on fertile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good for farming,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move to towns like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jobs in industries and the port, and services such as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Uneven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km², calculated as population ÷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Population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Population density is understood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Density = population ÷ area, in people per km².</a:t>
            </a:r>
            <a:endParaRPr lang="en-US" sz="3600" dirty="0"/>
          </a:p>
        </p:txBody>
      </p:sp>
      <p:pic>
        <p:nvPicPr>
          <p:cNvPr id="5" name="Image 0" descr="/home/claude/f4/img/v2/density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Population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about 28,000,000 people on 475,000 km², so its density is about 59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can have a high, moderate or low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world population is distributed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Densely populated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East Asia, South Asia, Western Europe, West Africa and the north-east of the USA are crowded.</a:t>
            </a:r>
            <a:endParaRPr lang="en-US" sz="3600" dirty="0"/>
          </a:p>
        </p:txBody>
      </p:sp>
      <p:pic>
        <p:nvPicPr>
          <p:cNvPr id="5" name="Image 0" descr="/home/claude/f4/img/v2/world_density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dense and sparse areas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Sparsely populated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Hot deserts, polar lands, high mountains and thick forests have very few people.</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mild climate with enough rain attracts people, while very hot, cold or dry places repel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Relief and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Flat land and fertile soils attract people.</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settle near rivers, lakes and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Jobs, industries, ports and mines attract people.</a:t>
            </a:r>
            <a:endParaRPr lang="en-US" sz="3600" dirty="0"/>
          </a:p>
        </p:txBody>
      </p:sp>
      <p:pic>
        <p:nvPicPr>
          <p:cNvPr id="5"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 a port and industrial town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Services, security and good government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300,000 people and 1,000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300,000 ÷ 1,000 = 300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deserts are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very hot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Population ÷ area gives population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Sahara is a ______ populated area.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Fertile soils ______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Littoral: 3,850,000 people on 20,248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Clairsemé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Uneven Distribution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and calculate population density. Describe the spatial distribution of the world population. Explain the factors of uneven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densely and sparsely populated areas and explain the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Concept of Population Density; Spatial Distribution; Factors of Uneven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density of the Littoral: 3,850,000 people on 20,248 km².</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fertile areas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why people move to 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2026-10-02T05:13:11Z</dcterms:created>
  <dcterms:modified xsi:type="dcterms:W3CDTF">2026-10-02T05:13:11Z</dcterms:modified>
</cp:coreProperties>
</file>