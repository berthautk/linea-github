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Densities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dense, moderate and low density. At the end, you should be able to do this: learners are able to calculate and map the population densities of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Uneven Distribution of the World's Population. The question was: Find the population and the area of your region and calculate its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for the North Region: about 3,000,000 people ÷ 66,000 km² ≈ 45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 of population density. Number 2: calculate the density of regions of Cameroon. Number 3: identify areas of dense, moderate and low density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population ÷ area. Cameroon has ten regions. The West is crowded and the East is almost empty.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wants to build new schools where many people live. It gives the class the population and area of four regions and asks which region is the most crowded.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must find the most crowded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index shows crowding?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data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and the area of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numbers and maps to compare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compare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formula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the formula of population density and its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 area,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ten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West has about 2,000,000 people on 14,000 km². Calculate its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2,000,000 ÷ 14,000 ≈ 143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East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East has about 1,100,000 people on 109,000 km². Calculate its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1,100,000 ÷ 109,000 ≈ 10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regions of high density and two of low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West and Littoral (also North-West, Far North). Low: East and South (also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in the West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West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fertile volcanic soils, a cool climate and good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The density of some regions of Cameroon is calculated as follows. On this slide we have West and Littoral.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On this slide we have East.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Density in Cameroon. Cameroon has the following areas of density. On this slide we have High density and Moderate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Density in Cameroon. On this slide we have Low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900,000 people on 30,000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900,000 ÷ 30,000 = 30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region with the lowest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low; number 3,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density of the North Region: about 3,000,000 people on 66,000 km².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Man in the Equatorial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DENSITIES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Densities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dense, moderate and low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Recall of population density; calculation of density for different regions of Cameroon; identifying areas of dense, moderate and low density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Uneven Distribution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the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for the North Region: about 3,000,000 people ÷ 66,000 km² ≈ 45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 of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density of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areas of dense, moderate and low density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is crowded and the East is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wants to build new schools where many people live. It gives the class the population and area of four regions and asks which region is the most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must find the most crowded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shows crowding?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and the area of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numbers and maps to compare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compare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formula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formula of population density and its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 area,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ten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has about 2,000,000 people on 14,000 km².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2,000,000 ÷ 14,000 ≈ 143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has about 1,100,000 people on 109,000 km².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1,100,000 ÷ 109,000 ≈ 10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regions of high density and two of low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West and Littoral (also North-West, Far North). Low: East and South (also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in the West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good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per km², calculated as population ÷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density of some regions of Cameroon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2,000,000 ÷ 14,000 km² ≈ 143 people per km² (high density).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3,500,000 ÷ 20,000 km² ≈ 175 people per km² (high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1,100,000 ÷ 109,000 km² ≈ 10 people per km² (low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Density in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areas of density: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North-West, Littoral and the Mandara area of the Far North are crowded.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South-West and North have a moderate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Density in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South and Adamawa have few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Density in Cameroon</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900,000 people on 30,000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900,000 ÷ 30,000 = 30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region with the lowest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region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East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is given in people per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North Region: about 3,000,000 people on 66,000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Crowded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Densities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 of population density. Calculate the density of regions of Cameroon. Identify areas of dense, moderate and low density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 Areas of Density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density of the North Region: about 3,000,000 people on 66,000 km².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shade a map of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West Region.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2026-09-27T13:51:23Z</dcterms:created>
  <dcterms:modified xsi:type="dcterms:W3CDTF">2026-09-27T13:51:23Z</dcterms:modified>
</cp:coreProperties>
</file>