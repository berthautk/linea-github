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Population Densities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The World's Population. The key notions we shall use today are: population density; dense, moderate and low density. At the end, you should be able to do this: learners are able to calculate and map the population densities of the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Uneven Distribution of the World's Population. The question was: Find the population and the area of your region and calculate its density.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for the North Region: about 2,800,000 people ÷ 66,000 km² ≈ 42 people per km².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notion of population density. Number 2: calculate the density of the regions of Cameroon. Number 3: identify areas of dense, moderate and low density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 population ÷ area. Cameroon has ten regions. The West is crowded and the East is almost empty.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wants to build new schools where many people live. It gives the class the population and the area of the regions of Cameroon and asks: "Which regions are the most crowded, and which are almost empty?"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most crowded and the emptiest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index shows crowding?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data do we need?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population and the area of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numbers and maps to compare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compare the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formula of density.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formula of population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 area, in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population and area of the regions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density of the Littoral.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3,850,000 ÷ 20,248 ≈ 190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population and area of the regions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density of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1,200,000 ÷ 109,002 ≈ 11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density of the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regions have the darkest colour on this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Littoral, the West, the Far North and the North-West: they are the most densely populated.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village in the West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West densely 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fertile volcanic soils, a cool climate and good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 of Densities. The densities of the regions of Cameroon are calculated as follows (approximate). Copy the point on Littoral on the left, then draw the diagram on the right: population and area of the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 of Densities. On this slide we have West, North and East.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Areas of Dense, Moderate and Low Density. The map of Cameroon shows the following areas. Copy the point on High density (over 100 per km²) on the left, then draw the diagram on the right: density of the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Areas of Dense, Moderate and Low Density. On this slide we have Moderate density (20 to 100 per km²) and Low density (under 20 per km²).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region has 900,000 people on 30,000 km². Find its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900,000 ÷ 30,000 = 30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region with the lowest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 number 2, low; number 3,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density of the Far North: about 4,450,000 people on 34,263 km².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Man in the Equatorial Zone.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POPULATION DENSITIES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Densities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Population Densities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dense, moderate and low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recall of the notion of population density. Practical exercise: calculation of the density for different regions of Cameroon. Contextualisation: identify, from a map of population distribution in Cameroon, areas of dense, moderate and low population densities.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map the population densities of the regions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Uneven Distribution of the World's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and the area of your region and calculate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for the North Region: about 2,800,000 people ÷ 66,000 km² ≈ 42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notion of population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density of the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areas of dense, moderate and low density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 population ÷ area.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ten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West is crowded and the East is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wants to build new schools where many people live. It gives the class the population and the area of the regions of Cameroon and asks: "Which regions are the most crowded, and which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most crowded and the emptiest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crowding?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data do we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and the area of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numbers and maps to compare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compare the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formula of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formula of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 area, in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area of the regions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the Littoral.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3,850,000 ÷ 20,248 ≈ 190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area of the regions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1,200,000 ÷ 109,002 ≈ 11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of the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have the darkest colour on this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the West, the Far North and the North-West: they are the most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in the West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West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fertile volcanic soils, a cool climate and good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Population Densities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people per km², calculated as population ÷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Densities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densities of the regions of Cameroon are calculated as follows (approximate):</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Littoral: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3,850,000 ÷ 20,248 km² ≈ 190 people per km².</a:t>
            </a:r>
            <a:endParaRPr lang="en-US" sz="3600" dirty="0"/>
          </a:p>
        </p:txBody>
      </p:sp>
      <p:pic>
        <p:nvPicPr>
          <p:cNvPr id="5" name="Image 0" descr="/home/claude/f4/img/v2/cmr_popdata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and area of the regions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Densities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2,080,000 ÷ 13,892 km² ≈ 150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2,780,000 ÷ 66,090 km² ≈ 42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1,200,000 ÷ 109,002 km² ≈ 11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Areas of Dense, Moderate and Low Density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map of Cameroon shows the following areas: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High density (over 100 per km²):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Littoral, the West, the North-West and the Far North.</a:t>
            </a:r>
            <a:endParaRPr lang="en-US" sz="3600" dirty="0"/>
          </a:p>
        </p:txBody>
      </p:sp>
      <p:pic>
        <p:nvPicPr>
          <p:cNvPr id="5" name="Image 0" descr="/home/claude/f4/img/v2/choropleth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density of the regions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Areas of Dense, Moderate and Low Density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Moderate density (20 to 100 per km²):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Centre, the South-West and the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density (under 20 per km²):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the South and the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900,000 people on 30,000 km². Find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900,000 ÷ 30,000 = 30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region with the lowest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crowded region has a ______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East has a ______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Density is given in people per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the Far North: about 4,450,000 people on 34,263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Man in the Equatorial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Crowded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Surpeuplé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Population Densities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notion of population density. Calculate the density of the regions of Cameroon. Identify areas of dense, moderate and low density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map the population densities of the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 of Densities; Areas of Dense, Moderate and Low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density of the Far North: about 4,450,000 people on 34,263 km².</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work it out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work it out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shade a map of the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West Region.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2026-09-28T21:14:01Z</dcterms:created>
  <dcterms:modified xsi:type="dcterms:W3CDTF">2026-09-28T21:14:01Z</dcterms:modified>
</cp:coreProperties>
</file>