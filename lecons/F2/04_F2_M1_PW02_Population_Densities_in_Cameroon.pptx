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dense, moderate and low density. At the end, you should be able to do this: learners are able to calculate and map the population densities of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Uneven Distribution of the World's Population. The question was: Find the population and the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the North Region: about 2,800,000 people ÷ 66,000 km² ≈ 42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 of population density. Number 2: calculate the density of the regions of Cameroon. Number 3: identify areas of dense, moderate and low density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The West is crowded and the East is almost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wants to build new schools where many people live. It gives the class the population and the area of the regions of Cameroon and asks: "Which regions are the most crowded, and which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crowded and the emptiest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crowding?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data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and the area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numbers and maps to compare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compare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formula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formula of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density of the Littoral.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3,850,000 ÷ 20,248 ≈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1,200,000 ÷ 109,002 ≈ 11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regions have the darkest colour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the West, the Far North and the North-West: they are the most densely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in the 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West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fertile volcanic soils, a cool climate and 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Densities. The densities of the regions of Cameroon are calculated as follows (approximate). Copy the point on Littoral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Densities. On this slide we have West, North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Dense, Moderate and Low Density. The map of Cameroon shows the following areas. Copy the point on High density (over 100 per km²) on the left, then draw the diagram on the right: density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Dense, Moderate and Low Density. On this slide we have Moderate density (20 to 100 per km²) and Low density (under 20 per km²).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900,000 people on 30,000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900,000 ÷ 30,000 = 30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region with the lowest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low; number 3,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the Far North: about 4,450,000 people on 34,263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Man in the Equatorial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dense, moderate and low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population density. Practical exercise: calculation of the density for different regions of Cameroon. Contextualisation: identify, from a map of population distribution in Cameroon, areas of dense, moderate and low population densities.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Uneven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the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the North Region: about 2,800,000 people ÷ 66,000 km² ≈ 42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 of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density of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areas of dense, moderate and low density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is crowded and the East is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wants to build new schools where many people live. It gives the class the population and the area of the regions of Cameroon and asks: "Which regions are the most crowded, and which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crowded and the emptiest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and the area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numbers and maps to compare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compare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have the darkest colour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the West, the Far North and the North-West: they are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in the 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good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km², calculated as 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3,850,000 ÷ 20,248 km² ≈ 190 people per km².</a:t>
            </a:r>
            <a:endParaRPr lang="en-US" sz="3600" dirty="0"/>
          </a:p>
        </p:txBody>
      </p:sp>
      <p:pic>
        <p:nvPicPr>
          <p:cNvPr id="5"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2,080,000 ÷ 13,892 km² ≈ 150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2,780,000 ÷ 66,090 km² ≈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km²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map of Cameroon shows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density (over 100 per km²):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the West, the North-West and the Far North.</a:t>
            </a:r>
            <a:endParaRPr lang="en-US" sz="36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density (20 to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the South-West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density (under 20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the South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900,000 people on 30,000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900,000 ÷ 30,000 = 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region with the lowest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region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is given in people per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Far North: about 4,450,000 people on 34,263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 of population density. Calculate the density of the regions of Cameroon. Identify areas of dense, moderate and low density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Densities; Areas of Dense, Moderate and Low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the Far North: about 4,450,000 people on 34,263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 of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West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2026-09-28T17:20:24Z</dcterms:created>
  <dcterms:modified xsi:type="dcterms:W3CDTF">2026-09-28T17:20:24Z</dcterms:modified>
</cp:coreProperties>
</file>