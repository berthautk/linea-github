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Write the calendar of a farmer near Garoua: what he does in each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Rainy season (May–October): clearing, sowing, weeding and harvesting cotton, maize and sorghum. Dry season: harvesting late crops, onion gardening near rivers and repairing tools.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firewood becoming scarce?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use wood and charcoal, trees are cut faster than they grow, and there are few trees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loads over long distances.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see the firewood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walk far to find wood and its price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consequences of the firewood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desertification, and loss of time and money for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alternative sources of energy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and solar cookers (also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Manifestations. The firewood crisis has the following causes and signs. On this slide we have Causes and Manifestations.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On this slide we have Environment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and Alternative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family how much they spend on firewood or charcoal each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and solutions of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calendar of a farmer near Garoua: what he does in each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Rainy season (May–October): clearing, sowing, weeding and harvesting cotton, maize and sorghum. Dry season: harvesting late crops, onion gardening near rivers and repairing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firewood becoming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use wood and charcoal, trees are cut faster than they grow, and there are few trees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loads over long distances.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see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walk far to find wood and its price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desertification, and loss of time and money for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alternative sources of energy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and solar cookers (also biogas).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 and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 and cutting trees faster than they grow cause the crisis.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Manifestations: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walk long distances to find wood and prices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leads to soil erosion and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and families spend more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family how much they spend on firewood or charcoal each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family how much they spend on firewood or charcoal each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2026-09-27T13:51:24Z</dcterms:created>
  <dcterms:modified xsi:type="dcterms:W3CDTF">2026-09-27T13:51:24Z</dcterms:modified>
</cp:coreProperties>
</file>