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The Firewood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Exploitation of Resources in the Natural Environment. The key notions we shall use today are: firewood, charcoal, fuel, improved stove, alternative energy. At the end, you should be able to do this: learners are able to explain the firewood crisis and use energy that saves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Man in the Tropical Zone. The question was: Give two causes of the firewood crisis.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Population growth and over-cutting of trees.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the causes of the firewood crisis. Number 2: describe its manifestations and consequences.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families cook with firewood or charcoal. Trees are cut around towns. The North is dry.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Women in a village near Garoua now walk more than three hours to find firewood, and the price of a bundle of wood in town has doubled in five years. A mother asks: "Why is wood so hard to find now, and how will we cook tomorrow?"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Firewood is becoming scarce and expensive, and families do not know how to cook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shows the crisis?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Long walks and high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Who suffers most?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Women and children who fetch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improved stoves and cooking gas, and plant trees for firewood.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the firewood crisis and save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bags of charcoal for sale.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does the wood for this charcoal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trees cut in the bush around the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women carrying heavy loads.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must women walk farther and farther to find wood?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trees near the village have all been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cut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the land when all the trees are cut?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soil is eroded and the land becomes like a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solar energy.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energy can replace firewood for cooking?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Cooking gas, biogas or solar cookers.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trees in a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tree planting solve the crisis?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Fast-growing trees give firewood without destroying natural forests.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Firewood crisis and Charcoal.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The firewood crisis has the following causes. On this slide we have Population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Over-cutting on the left, then draw the diagram on the right: charcoal for sale.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On this slide we have Dry climate and Poverty.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Manifestations. The crisis shows itself in the following ways. Copy the point on Long distances on the left, then draw the diagram on the right: carrying heavy loads.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Manifestations. On this slide we have High prices and Bare land.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The crisis has the following consequences. Copy the point on Deforestation and desertification on the left, then draw the diagram on the right: cut trees.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On this slide we have Loss of time, Poverty and Health.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The crisis can be solved by the following measures. On this slide we have Improved stoves.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Alternative energy on the left, then draw the diagram on the right: solar energy.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Tree planting on the left, then draw the diagram on the right: planting trees.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Control of cutting.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of the firewood crisis.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population growth and over-cutting of trees.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improved stoves and cooking gas.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charcoal; number 2, improved; number 3, biogas.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products gathered from the wild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3: Products Gathered from the Wild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2: THE FIREWOOD CRISIS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Firewood Crisis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Exploitation of Resources in the Natural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The Firewood Crisis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Firewood, charcoal, fuel, improved stove, alternative energy.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Causes; manifestations; consequences;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firewood crisis and use energy that saves trees.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Man in the Tropical Zone):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the firewood crisis.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growth and over-cutting of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causes of the firewood crisis.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manifestations and consequences.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families cook with firewood or charcoal.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Trees are cut around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North is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Women in a village near Garoua now walk more than three hours to find firewood, and the price of a bundle of wood in town has doubled in five years. A mother asks: "Why is wood so hard to find now, and how will we cook tomorrow?"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Firewood is becoming scarce and expensive, and families do not know how to cook tomorrow.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shows the crisis?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walks and high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suffers most?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Women and children who fetch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improved stoves and cooking gas, and plant trees for firewood.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the firewood crisis and save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harco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Bags of charcoal for sale.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wood for this charcoal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trees cut in the bush around the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etchwat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Women carrying heavy loads.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must women walk farther and farther to find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trees near the village have all been cut.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lear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Cut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land when all the trees are cut?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eroded and the land becomes like 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energy.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energy can replace firewood for cooking?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Cooking gas, biogas or solar cookers.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 in a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tree planting solve the crisis?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Fast-growing trees give firewood without destroying natural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Exploitation of Resources in the Natural Environment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The Firewood Crisis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Firewood crisis: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shortage of wood used for cooking and heating.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Charcoal: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wood burnt slowly without much air, used as fuel.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firewood crisis has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people need more wood for cooking.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Over-cutting: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Trees are cut faster than they grow.</a:t>
            </a:r>
            <a:endParaRPr lang="en-US" sz="3600" dirty="0"/>
          </a:p>
        </p:txBody>
      </p:sp>
      <p:pic>
        <p:nvPicPr>
          <p:cNvPr id="5" name="Image 0" descr="/home/claude/f4/img/v2/f2t_charcoa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charcoal for sale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Dry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north, trees grow slowly because of the long dry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Poverty: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families cannot pay for gas or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crisis shows itself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Long distances: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Women and children walk far to find wood.</a:t>
            </a:r>
            <a:endParaRPr lang="en-US" sz="3600" dirty="0"/>
          </a:p>
        </p:txBody>
      </p:sp>
      <p:pic>
        <p:nvPicPr>
          <p:cNvPr id="5" name="Image 0" descr="/home/claude/f4/img/v2/f4_fetchwater.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carrying heavy loads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prices: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price of firewood and charcoal rises.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Bare 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trees remain around villages and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crisis has the following consequences: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Deforestation and desertification: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land becomes bare and dry.</a:t>
            </a:r>
            <a:endParaRPr lang="en-US" sz="3600" dirty="0"/>
          </a:p>
        </p:txBody>
      </p:sp>
      <p:pic>
        <p:nvPicPr>
          <p:cNvPr id="5" name="Image 0" descr="/home/claude/f4/img/v2/f2t_clear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cut trees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Women and children lose time for school and work.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Poverty: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Families spend more money on fuel.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Health: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Smoke from wood fires causes eye and lung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crisis can be solved by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Improved stoves: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less wood for cooking.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Alternative energy: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Cooking gas, biogas and solar cookers replace wood.</a:t>
            </a:r>
            <a:endParaRPr lang="en-US" sz="3600" dirty="0"/>
          </a:p>
        </p:txBody>
      </p:sp>
      <p:pic>
        <p:nvPicPr>
          <p:cNvPr id="5" name="Image 0" descr="/home/claude/f4/img/v2/f4_sola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solar energy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Tree planting: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Woodlots of fast-growing trees provide firewood.</a:t>
            </a:r>
            <a:endParaRPr lang="en-US" sz="3600" dirty="0"/>
          </a:p>
        </p:txBody>
      </p:sp>
      <p:pic>
        <p:nvPicPr>
          <p:cNvPr id="5" name="Image 0" descr="/home/claude/f4/img/v2/f2t_tree_planting_sahe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planting trees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Control of cutting: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 service controls wood cutting.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the firewood crisis.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growth and over-cutting of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Improved stoves and cooking 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Wood burnt without much air to make fuel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stove that uses less wood is an ______ stove.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Gas from animal waste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products gathered from the wild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Products Gathered from the Wild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Firewood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de chauffe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Charcoal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charbon de bois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Crisis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The Firewood Crisis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causes of the firewood crisis. Describe its manifestations and consequences.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firewood crisis and use energy that saves trees.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Manifestations; Consequences;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products gathered from the wild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how families cook.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about the price of wood.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effects on women.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energy sources.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plan a woodlot.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“Charcoal, made from tree branches” by World Bank Photo Collection, CC BY-NC-ND 2.0, via Flickr (https://www.flickr.com/photos/10816734@N03/25644159775)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“Women fetch water in Kilte-Awlaelo woreda, Tigray” by UNICEF Ethiopia, CC BY-NC-ND 2.0, via Flickr (https://www.flickr.com/photos/86783452@N02/14056445728)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“Slash and burn agriculture in the Amazon” by Matt-Zimmerman, CC BY 2.0, via Flickr (https://www.flickr.com/photos/16725630@N00/1524189000)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2026-09-28T21:32:31Z</dcterms:created>
  <dcterms:modified xsi:type="dcterms:W3CDTF">2026-09-28T21:32:31Z</dcterms:modified>
</cp:coreProperties>
</file>