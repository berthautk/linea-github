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Firewood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firewood, charcoal, fuel, improved stove, alternative energy. At the end, you should be able to do this: learners are able to explain the firewood crisis and use energy that saves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Man in the Tropical Zone. The question was: Write the calendar of a farmer near Garoua: what he does in each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Rainy season (May–October): clearing, sowing, weeding and harvesting cotton, maize and sorghum. Dry season: harvesting late crops, onion gardening near rivers and repairing tools.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the firewood crisis.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families cook with firewood or charcoal. Trees are cut around towns. The North is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Women in a village near Garoua now walk more than three hours to find firewood, and the price of a bundle of wood in town has doubled in five years. A mother asks: "Why is wood so hard to find now, and how will we cook tomorrow?"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is becoming scarce and expensive, and families do not know how to cook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the crisis?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 walks and high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most?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Women and children who fetch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and cooking gas, and plant trees for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firewood crisis and save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bags of charcoal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wood for this charcoal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trees cut in the bush around the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carrying heavy loads.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must women walk farther and farther to find wood?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trees near the village have all been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land when all the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eroded and the land becomes like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energy can replace firewood for cooking?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Cooking gas, biogas or solar cookers.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tree planting solve the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Fast-growing trees give firewood without destroying natural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Firewood crisis and Charcoal.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firewood crisis has the following causes.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Over-cutting on the left, then draw the diagram on the right: charcoal for sale.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Dry climate and Poverty.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The crisis shows itself in the following ways. Copy the point on Long distances on the left, then draw the diagram on the right: carrying heavy loads.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High prices and Bare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crisis has the following consequences. Copy the point on Deforestation and desertification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time, Poverty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crisis can be solved by the following measures. On this slide we have Improved stoves.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Alternative energy on the left, then draw the diagram on the right: solar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 planting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Control of cutting.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firewood crisis.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growth and over-cutting of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improved stoves and cooking gas.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charcoal; number 2, improved; number 3,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family how much they spend on firewood or charcoal each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Products Gathered from the Wild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THE FIREWOOD CRISIS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Firewood Crisis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Firewood Crisis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Firewood, charcoal, fuel, improved stove, alternative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Man in the Tropical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Rainy season (May–October): clearing, sowing, weeding and harvesting cotton, maize and sorghum. Dry season: harvesting late crops, onion gardening near rivers and repairing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the firewood crisis.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families cook with firewood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around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in a village near Garoua now walk more than three hours to find firewood, and the price of a bundle of wood in town has doubled in five years. A mother asks: "Why is wood so hard to find now, and how will we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is becoming scarce and expensive, and families do not know how to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walks and high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who fetch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and cooking gas, and plant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firewood crisis and save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wood for this charcoal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trees cut in the bush around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carrying heavy loads.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women walk farther and farther to find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the village have all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when all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eroded and the land becomes like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can replace firewood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gas, biogas or solar cookers.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tree planting solve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trees give firewood without destroying natural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shortage of wood used for cooking and heating.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 burnt slowly without much air, used as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firewood crisis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Over-cutting: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faster than they grow.</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 for sale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trees grow slowly because of the long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families cannot pay for gas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 distances: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far to find wood.</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carrying heavy loads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price of firewood and charcoal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trees remain around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and desertification: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becomes bare and dry.</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lose time for school and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spend more money on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wood fires causes eye and lung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crisis can be solved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less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Alternative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Cooking gas, biogas and solar cookers replace wood.</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energy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Woodlots of fast-growing trees provide firewood.</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cutting: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service controls wood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cooking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burnt without much air to make fuel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stove that uses less wood is an ______ stove.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family how much they spend on firewood or charcoal each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the firewood crisis.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family how much they spend on firewood or charcoal each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the price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women.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woodlot.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2026-09-28T21:14:03Z</dcterms:created>
  <dcterms:modified xsi:type="dcterms:W3CDTF">2026-09-28T21:14:03Z</dcterms:modified>
</cp:coreProperties>
</file>