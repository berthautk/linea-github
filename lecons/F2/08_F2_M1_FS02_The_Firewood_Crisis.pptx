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Write the calendar of a farmer near Garoua: what he does in each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Rainy season (May–October): clearing, sowing, weeding and harvesting cotton, maize and sorghum. Dry season: harvesting late crops, onion gardening near rivers and repairing tools.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A mother asks: "Why is wood so hard to find now, and how will we cook tomorrow?"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 and families do not know how to cook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wood for this charcoal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trees cut in the bush around the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heavy loads.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must women walk farther and farther to find wood?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near the village have all been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land when all the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eroded and the land becomes like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energy can replace firewood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biogas or solar cookers.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and Charcoal.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firewood crisis has the following causes.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Over-cutting on the left, then draw the diagram on the right: charcoal for sale.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Dry climate and Poverty.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The crisis shows itself in the following ways. Copy the point on Long distances on the left, then draw the diagram on the right: carrying heavy loads.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High prices and Bare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Copy the point on Deforestation and desertification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time, Poverty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Alternative energy on the left, then draw the diagram on the right: solar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Control of cutting.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family how much they spend on firewood or charcoal each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Rainy season (May–October): clearing, sowing, weeding and harvesting cotton, maize and sorghum. Dry season: harvesting late crops, onion gardening near rivers and repairing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 A mother asks: "Why is wood so hard to find now, and how will we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 and families do not know how to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wood for this charcoal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trees cut in the bush around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heavy loads.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women walk farther and farther to find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the village have all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when all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eroded and the land becomes like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can replace firewood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or solar cookers.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 burnt slowly without much air, used as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Over-cutting: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faster than they grow.</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 for sale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trees grow slowly because of the long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cannot pay for gas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distances: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far to find wood.</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heavy loads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price of firewood and charcoal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trees remain around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and desertification: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becomes bare and dry.</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for school and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spend more money on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wood fires causes eye and lung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energy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service controls wood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much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family how much they spend on firewood or charcoal each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2026-09-28T17:20:25Z</dcterms:created>
  <dcterms:modified xsi:type="dcterms:W3CDTF">2026-09-28T17:20:25Z</dcterms:modified>
</cp:coreProperties>
</file>