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Informal Sector Activities in African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informal sector, small trade, self-employment, tax. At the end, you should be able to do this: learners are able to describe the informal sector and judge its advantages and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Towns in Africa. The question was: List five informal activities you see on your way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Moto-taxi driving, selling roasted maize, selling fuel in bottles, shoe repairing, hairdressing in the street.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types of informal activities. Number 2: give their general characteristics. Number 3: explain their importance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towns have small jobs. Moto-taxis are common in Garoua. The informal sector is not registered.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failing to find a job in an office, Moussa buys a motorbike and becomes a moto-taxi driver in Garoua. He earns money every day but has no insurance and no pension.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works in the informal sector without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job does Moussa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and one limit of his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earns money every day; he has no insurance or 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traders to register and to save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small trades that feed many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types of informal activities.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(moto-taxi), street trade, crafts (tailoring) and repairs (also food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tailor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informal activity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craft (tailoring).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characteristics of informal activities.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capital, no registration or taxes, and family or self-employment.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informal sector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jobs and income to many people and provides cheap goods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limitations of the informal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social security or pension, and low, irregular income (also no taxes for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Characteristics. Informal activities have the following types and characteristics. On this slide we have Types and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The informal sector is important for the following reasons. On this slide we have Jobs and income and Cheap goods and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Limitations. The informal sector has the following limitations. On this slide we have For workers and For the state and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formal and informal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capital and no registration.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importance and one limitation.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jobs; workers have no pension.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registered; number 2, informal; number 3, pension (or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one informal worker: his job, his income and his main problem.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Location of the Regional and Divisional Headquarters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INFORMAL SECTOR ACTIVITIES IN AFRICAN CITIES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Informal Sector Activities in African Cities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Informal sector, small trade, self-employment, tax.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general characteristics, importance and limitations of informal sector activities (small trades)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informal sector and judge its advantages and limits.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Towns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informal activities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driving, selling roasted maize, selling fuel in bottles, shoe repairing, hairdressing in the street.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informal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general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limitations.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towns have small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Moto-taxis are common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informal sector is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failing to find a job in an office, Moussa buys a motorbike and becomes a moto-taxi driver in Garoua. He earns money every day but has no insurance and no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works in the informal sector without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job does Moussa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his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earns money every day; he has no insurance or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traders to register and to save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small trades that feed many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(moto-taxi), street trade, crafts (tailoring) and repairs (also food selling).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informal activity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craft (tailoring).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capital, no registration or taxes, and family or self-employment.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informal sector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and income to many people and provides cheap 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limitations of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social security or pension, and low, irregular income (also no taxes for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Characteristics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Informal activities have the following types and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small trade, moto-taxi transport, crafts, repairs and food selling.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little capital and little training and are run by individuals or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informal sector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most workers in African cities.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goods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food, transport and repairs at low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Limitations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informal sector has the following limitations: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have low, irregular incomes and no insurance or pension.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the state and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loses taxes and streets become crowded and dirty.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Limitations</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capital and no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importance and one limitation.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workers have no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activities are not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workers often have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one informal worker: his job, his income and his main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types of informal activities. Give their general characteristics. Explain their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informal sector and judge its advantages and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Characteristics; Importance;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one informal worker: his job, his income and his main problem.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craftsmen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interview a seller.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a civil servant.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2026-09-27T13:51:26Z</dcterms:created>
  <dcterms:modified xsi:type="dcterms:W3CDTF">2026-09-27T13:51:26Z</dcterms:modified>
</cp:coreProperties>
</file>