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5: Informal Sector Activities in African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2: Space Occupation.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Space Occupation, and the sub-topic is Towns and Country Sides of Africa. The key notions we shall use today are: informal sector, small trade, self-employment, tax. At the end, you should be able to do this: learners are able to describe the informal sector and judge its importance and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Towns in Africa. The question was: List three informal activities in towns.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Moto-taxi driving, street selling and tailoring.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types of informal activities. Number 2: give their general characteristics. Number 3: explain their importance and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Many people in towns have small jobs. Moto-taxis are common in Garoua. The informal sector is not registered.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failing to find an office job, Moussa buys a motorbike and becomes a moto-taxi driver in Garoua. He earns money every day, but after an accident he has no insurance to pay the hospital. He asks: "Is my small job a good solution or a trap?"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wonders whether his informal job is good for him, because it gives money but no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job does Moussa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is a moto-taxi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advantage and one limit of his job.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earns money every day; he has no insurance.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encourage small traders to register and to save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the small trades that feed many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moto-taxis.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To which type of informal activity do moto-taxis belong?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tailor at 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To which type of informal activity does this tailor belong?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Crafts (small workshops).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street seller.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much money does this seller need to start his business?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Very little: informal activities need small capital and little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busy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so many families depend on small trades?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give jobs and daily income to people who cannot find other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formal and informal sectors.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does the informal worker lack compared with the formal worker?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contract, a regular salary, insurance and a pension (CNPS).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Informal sector and Small trade.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Self-employment.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Informal Activities. The main types of informal activities are the following. Copy the point on Small trade on the left, then draw the diagram on the right: a street seller.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Transport on the left, then draw the diagram on the right: moto-taxis.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Crafts on the left, then draw the diagram on the right: a tailor.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Informal Activities. On this slide we have Repairs and Food services.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Characteristics. Informal activities have the following characteristics. On this slide we have Small capital and No registration.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Characteristics. On this slide we have Little training and Family or self-employment.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Characteristics. On this slide we have Irregular income and place.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the Informal Sector. The informal sector is important for the following reasons. Copy the point on Jobs on the left, then draw the diagram on the right: a busy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the Informal Sector. On this slide we have Income, Cheap goods and services and Training.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the Informal Sector. On this slide we have Links with the countryside.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Limitations of the Informal Sector. The informal sector has the following limitations. Copy the point on No social protection on the left, then draw the diagram on the right: formal and informal sectors.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Limitations of the Informal Sector. On this slide we have Low and irregular income, Loss of taxes and Disorder and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Limitations of the Informal Sector. On this slide we have Accidents and poor quality.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informal activities.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little capital and no registration.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importance and one limitation.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gives jobs; workers have no pension.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registered; number 2, informal; number 3, pension (or insurance).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headquarters of the North and Far North Regions.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4: Location of the Regional and Divisional Headquarters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5: INFORMAL SECTOR ACTIVITIES IN AFRICAN CITIES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Informal Sector Activities in African Cities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Space Occupation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Space Occupation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Towns and Country Sides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5: Informal Sector Activities in African Cities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Informal sector, small trade, self-employment, tax.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general characteristics, importance and limitations of informal sector activities (small trades) in African cities.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informal sector and judge its importance and its limits.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Towns in Africa):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informal activities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Moto-taxi driving, street selling and tailoring.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types of informal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their general characteristics.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importance and limitations.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people in towns have small jobs.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Moto-taxis are common in Garoua.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informal sector is not registered.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failing to find an office job, Moussa buys a motorbike and becomes a moto-taxi driver in Garoua. He earns money every day, but after an accident he has no insurance to pay the hospital. He asks: "Is my small job a good solution or a trap?"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wonders whether his informal job is good for him, because it gives money but no protection.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job does Moussa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is a moto-taxi driver.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limit of his job.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earns money every day; he has no insurance.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Encourage small traders to register and to save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the small trades that feed many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Moto-taxis.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which type of informal activity do moto-taxis belong?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ail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tailor at 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which type of informal activity does this tailor belong?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Crafts (small workshops).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treet_vend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street seller.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much money does this seller need to start his business?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little: informal activities need small capital and little training.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busy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 many families depend on small trades?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jobs and daily income to people who cannot find other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LIMITATIONS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ormal_inform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Formal and informal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LIMITATIONS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informal worker lack compared with the formal worker?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LIMITATIONS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contract, a regular salary, insurance and a pension (CNPS).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Space Occupation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Towns and Country Sides of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5: Informal Sector Activities in African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Informal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small economic activities that are not registered and do not pay taxes regularly.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business run by one person or a family with little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Self-employment: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working for oneself instead of working for an employer.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Informal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main types of informal activities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Small trade: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Street selling of food, fruits, clothes, fuel and phone credit.</a:t>
            </a:r>
            <a:endParaRPr lang="en-US" sz="3600" dirty="0"/>
          </a:p>
        </p:txBody>
      </p:sp>
      <p:pic>
        <p:nvPicPr>
          <p:cNvPr id="5" name="Image 0" descr="/home/claude/f4/img/v2/f2t_street_vendo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street seller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Informal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Moto-taxis, clandestine taxis, push-carts and porters.</a:t>
            </a:r>
            <a:endParaRPr lang="en-US" sz="3600" dirty="0"/>
          </a:p>
        </p:txBody>
      </p:sp>
      <p:pic>
        <p:nvPicPr>
          <p:cNvPr id="5" name="Image 0" descr="/home/claude/f4/img/v2/f2t_moto_taxi.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moto-taxis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Informal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Crafts: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Tailoring, carpentry, blacksmithing, pottery and hairdressing.</a:t>
            </a:r>
            <a:endParaRPr lang="en-US" sz="3600" dirty="0"/>
          </a:p>
        </p:txBody>
      </p:sp>
      <p:pic>
        <p:nvPicPr>
          <p:cNvPr id="5" name="Image 0" descr="/home/claude/f4/img/v2/f2t_tailo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tailor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Informal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Repairs: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Repairing of cars, motorbikes, shoes, phones and radios.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restaurants (tourne-dos), roasted fish and maize, and drinks.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General Characteristics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Informal activities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need very little money to start.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 registration: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not registered and pay few or no taxes.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General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Little training: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learnt on the job or by apprenticeship.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Family or self-employment: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run by one person or a family, without a written contract.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General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Irregular income and place: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 changes every day, and many workers have no fixed place of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the Informal Sector</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informal sector is important for the following reasons: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Jobs: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employs most of the workers in African cities, especially young people.</a:t>
            </a:r>
            <a:endParaRPr lang="en-US" sz="3600" dirty="0"/>
          </a:p>
        </p:txBody>
      </p:sp>
      <p:pic>
        <p:nvPicPr>
          <p:cNvPr id="5" name="Image 0" descr="/home/claude/f4/img/v2/f2t_marke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busy market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the Informal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daily income to families and reduces poverty.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Cheap goods and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provides food, transport and repairs at low prices.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Apprentices learn a trade in workshops.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the Informal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Links with the countryside: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Traders sell farm products from the villages in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Limitations of the Informal Sector</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informal sector has the following limitations: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No social protection: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Workers have no insurance, no pension and no paid leave.</a:t>
            </a:r>
            <a:endParaRPr lang="en-US" sz="3600" dirty="0"/>
          </a:p>
        </p:txBody>
      </p:sp>
      <p:pic>
        <p:nvPicPr>
          <p:cNvPr id="5" name="Image 0" descr="/home/claude/f4/img/v2/formal_informal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formal and informal sectors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Limitations of the Informal Sector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and irregular income: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Incomes are small and change from day to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taxes: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and the councils lose money because taxes are not paid.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Disorder and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Streets become crowded, dirty and dangerous.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Limitations of the Informal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Accidents and poor quality: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Moto-taxi accidents are frequent, and some goods and services are of poor 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informal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Little capital and no registration.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importance and one limitation.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jobs; workers have no 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Informal activities are not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moto-taxi driver works in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Informal workers often have no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headquarters of the North and Far North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Location of the Regional and Divisional Headquarters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Informal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informel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Small 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petit commerce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L'impôt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Income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revenu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Craftsman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L'artisan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retraite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Space Occupation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5: Informal Sector Activities in African Cities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types of informal activities. Give their general characteristics. Explain their importance and limitations.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informal sector and judge its importance and its limits.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Informal Activities; General Characteristics; Importance of the Informal Sector; Limitations of the Informal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headquarters of the North and Far North Regions.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small trades.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craftsmen of the quarter.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interview a seller.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in groups.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a civil servant.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2: Space Occupation.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 tailor of Wa” by 10b travelling / Carsten ten Brink, CC BY-NC-ND 2.0, via Flickr (https://www.flickr.com/photos/77334245@N00/8154947468)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“Roadside vendor roasts maize cobs for sale in Timau” by CIMMYT, CC BY-NC 2.0, via Flickr (https://www.flickr.com/photos/44760652@N05/25375356457)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2026-09-28T21:32:33Z</dcterms:created>
  <dcterms:modified xsi:type="dcterms:W3CDTF">2026-09-28T21:32:33Z</dcterms:modified>
</cp:coreProperties>
</file>