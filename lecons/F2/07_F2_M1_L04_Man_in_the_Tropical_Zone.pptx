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Man in the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tropical grassland, pastoral nomadism, wildlife, crop rotation, bush fallowing, cereals. At the end, you should be able to do this: learners are able to describe how people use the resources of the tropical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Deforestation in Cameroon. The question was: Write three things your family can do to reduce the use of firewood.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Use an improved stove; use cooking gas when possible; plant fast-growing trees for firewood.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zone and describe its climate and resources. Number 2: describe the methods of exploitation of its resources.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farmers grow cotton, maize and sorghum in the rainy season. In the dry season, herders move their cattle to find grass and water, and sometimes the cattle enter the farms. A farmer asks the chief: "How can farmers and herders share the land without fighting?"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herders compete for land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crops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sorghum (also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herders move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zones and protect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activities in our own tropical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savanna regions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northern Cameroon in the tropical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the tropical zone lies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savanna do these animals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which attracts tourists to parks such as Waza and Bénoué.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herders move with their cattle.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these herders move with their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in the dry season: this is pastoral nomadism or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damage do bush fires cause in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the grass and trees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zone and Pastoral nomadism.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Crop rotation.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the Tropical Zone. The tropical zone is presented as follows. Copy the point on Location on the left, then draw the diagram on the right: the savanna regions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Resources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of the Resources. The resources are exploited in the following ways. Copy the point on Crop farming on the left, then draw the diagram on the right: a cotton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Pastoral nomadism and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of the Resources. On this slide we have Fishing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Bush fires, Soil erosion and overgrazing and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are proposed. Copy the point on Irrigation on the left, then draw the diagram on the right: irrigated rice.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Firebreaks, Grazing zones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cereals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sorghum and millet (also maize).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tropical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nomadism; number 2, rotation; number 3, Bénoué (or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calendar of a farmer near Garoua: what he does in each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Firewood Crisis.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MAN IN THE TROPICAL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Tropical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Man in the Tropical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pastoral nomadism, wildlife, crop rotation, bush fallowing, cereals.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methods of exploitation of the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Deforestation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an improved stove; use cooking gas when possible; plant fast-growing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zone and describe its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of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farmers grow cotton, maize and sorghum in the rainy season. In the dry season, herders move their cattle to find grass and water, and sometimes the cattle enter the farms. A farmer asks the chief: "How can farmers and herders share the land without fighting?"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herders compete for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sorghum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zones and protect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activities in our own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regions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northern Cameroon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the tropical zone lies 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savanna do these animals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which attracts tourists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herders move with their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in the dry season: this is pastoral nomadism or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the grass and trees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zone with a rainy season and a dry season, covered by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different crops on the same land from year to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tropical zone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and 15° north and south of the Equator, including northern Cameroon.</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regions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with a rainy season and a long dry season.</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the Tropical Zone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grassland for animals, land for cereals and cotton, wildlife and rivers.</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Crop farming: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grow cereals (sorghum, millet, maize) and cotton using bush fallowing and crop rotation.</a:t>
            </a:r>
            <a:endParaRPr lang="en-US" sz="32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and transhumance: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move with cattle, sheep and goats to find grass and water.</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such as Waza and Bénoué attract tourists.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of the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fish and grow onions and rice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rains are short and irregular.</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burn the grass and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animals and bare soils damage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enter the farms and destroy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are proposed: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from rivers and wells is used for farming.</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irrigated rice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Firebreaks: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strips stop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Grazing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Separate zones for animals reduce conflicts.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cereals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millet (also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with animals to find grass is pastoral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national park in the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Man in the Tropical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zone and describe its climate and resources. Describe the methods of exploitation of its resources.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tropical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the Tropical Zone; Methods of Exploitation of the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calendar of a farmer near Garoua: what he does in each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seasons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resources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herders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(Resources):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(Crop farming):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(Irrigation):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2026-09-28T17:20:24Z</dcterms:created>
  <dcterms:modified xsi:type="dcterms:W3CDTF">2026-09-28T17:20:24Z</dcterms:modified>
</cp:coreProperties>
</file>