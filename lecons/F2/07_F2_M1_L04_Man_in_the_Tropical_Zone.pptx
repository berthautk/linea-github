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Man in the Tropical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tropical grassland, pastoral nomadism, wildlife, crop rotation, bush fallowing, cereals. At the end, you should be able to do this: learners are able to describe how people use the resources of the tropical zone and solve its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Deforestation in Cameroon. The question was: Write three things your family can do to reduce the use of firewood.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Use an improved stove; use cooking gas when possible; plant fast-growing trees for firewood.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tropical zone and describe its climate. Number 2: describe its resources and methods of exploitation. Number 3: explain the problems faced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Garoua has a rainy and a dry season. The savanna has grass and scattered trees. Many cattle are reared in the north.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Near Garoua, farmers grow cotton, maize and sorghum in the rainy season. In the dry season, herders move their cattle to find grass and water, and sometimes the cattle enter the farms.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Farmers and herders compete for land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crops of the area.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Cotton and sorghum (also maize).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herders move in the dry season?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find grass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grazing zones and protect wildlife.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life and activities in our own tropical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savanna regions of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Between which latitudes is the tropical zone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about 5° and 15° north and south of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tropical climate.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 all year, with a rainy season and a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wildlife in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three resources of the tropical zone.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Grass for cattle, land for cereals and cotton, and wildlife (also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herders move with their cattle.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pastoral nomadism?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Moving with animals from place to place to find grass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bush fire.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problems and two solutions.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Problems: drought, bush fires, farmer–herder conflicts. Solutions: irrigation, firebreaks and grazing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and Climate. The tropical zone is presented as follows. On this slide we have Location and Climate.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savanna regions of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Resources and Methods of Exploitation. The resources of the tropical zone are exploited as follows. On this slide we have Crop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Resources and Methods of Exploitation. On this slide we have Livestock and Wildlife.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and Solutions. People face the following problems and solutions. On this slide we have Problems and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cereals of the tropical zone.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sorghum and millet (also maize).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the tropical zone.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drought and bush fires.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nomadism; number 2, rotation; number 3, Bénoué (or Waza).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the calendar of a farmer near Garoua: what he does in each season.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2: The Firewood Crisis.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 MAN IN THE TROPICAL ZONE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gif"/><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 in the Tropical Zone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Man in the Tropical Zone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Tropical grassland, pastoral nomadism, wildlife, crop rotation, bush fallowing, cereals.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climatic characteristics; resources; methods of exploitation; problems faced; proposed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how people use the resources of the tropical zone and solve its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Deforestation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three things your family can do to reduce the use of firewood.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an improved stove; use cooking gas when possible; plant fast-growing trees for firewood.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tropical zone and describe its climate.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resources and methods of 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faced and 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has a rainy and a dry season.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savanna has grass and scattered trees.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cattle are reared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Garoua, farmers grow cotton, maize and sorghum in the rainy season. In the dry season, herders move their cattle to find grass and water, and sometimes the cattle enter the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and herders compete for land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crops of the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and sorghum (also maize).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herders move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find grass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grazing zones and protect wildlife.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life and activities in our own tropical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avanna_africa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savanna regions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is the tropical zone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about 5° and 15° north and south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tropical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all year, with a rainy season and a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elephant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Wildlife in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resources of the tropical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 for cattle, land for cereals and cotton, and wildlife (also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METHODS OF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ranshumanc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herders move with their cattle.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pastoral nomadism?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Moving with animals from place to place to find grass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 AND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bushfi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bush fire.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 AND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and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 AND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Problems: drought, bush fires, farmer–herder conflicts. Solutions: irrigation, firebreaks and grazing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Man in the Tropical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and Climate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tropical zone is presented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between about 5° and 15° north and south of the Equator, including northern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all year with a rainy season and a long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and Climate</a:t>
            </a:r>
            <a:endParaRPr lang="en-US" sz="3600" dirty="0"/>
          </a:p>
        </p:txBody>
      </p:sp>
      <p:pic>
        <p:nvPicPr>
          <p:cNvPr id="4" name="Image 0" descr="/home/claude/f4/img/v2/savanna_africa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savanna regions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Resources and Methods of Exploitation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resources of the tropical zone are exploited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Crop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cereals (sorghum, millet, maize) and cotton using bush fallowing and crop rotation.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Resources and Methods of Exploitation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Livestock: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Herders practise pastoral nomadism and transhumance with cattle, sheep and goats.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Wildlife: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National parks such as Waza and Bénoué attract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and Solutions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face the following problems and solutions: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bush fires, soil erosion and farmer–herder conflicts affect the zone.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firebreaks, tree planting and grazing zones reduce these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cereals of the tropical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Sorghum and millet (also maize).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the tropical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and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Moving with animals to find grass is pastoral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Changing crops on the same land each year is crop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park in the North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calendar of a farmer near Garoua: what he does in each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The Firewood Crisis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Savanna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Cattle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bétail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Herder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L'éleveur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Cereal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céréale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Cotton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coton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Drought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sécheresse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Man in the Tropical Zone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tropical zone and describe its climate. Describe its resources and methods of exploitation. Explain the problems faced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how people use the resources of the tropical zone and solve its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Location and Climate; Resources and Methods of Exploitation; Problems and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the calendar of a farmer near Garoua: what he does in each season.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4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seasons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resources of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herders of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problems of the North.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“20111216-NRCS-LSC-0355” by USDAgov, CC BY 2.0, via Flickr (https://www.flickr.com/photos/41284017@N08/6551564351)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2026-09-27T13:51:24Z</dcterms:created>
  <dcterms:modified xsi:type="dcterms:W3CDTF">2026-09-27T13:51:24Z</dcterms:modified>
</cp:coreProperties>
</file>