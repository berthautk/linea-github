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Man in the Tropical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tropical grassland, pastoral nomadism, wildlife, crop rotation, bush fallowing, cereals. At the end, you should be able to do this: learners are able to describe how people use the resources of the tropical zone and solve its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1: Deforestation in Cameroon. The question was: Name two resources of the tropical zone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Pasture for cattle and farmland for cotton (also wildlife and the Lagdo lake).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tropical zone and describe its climate and resources. Number 2: describe the methods of exploitation of its resources. Number 3: explain the problems faced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Garoua has a rainy season and a dry season. The savanna has grass and scattered trees. Many cattle are reared in the north.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Near Garoua, farmers grow cotton, maize and sorghum in the rainy season. In the dry season, herders move their cattle to find grass and water, and sometimes the cattle enter the farms. A farmer asks the chief: "How can farmers and herders share the land without fighting?"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and herders compete for land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crops of the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Cotton and sorghum (also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herders move in the dry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find grass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grazing zones and protect wildlife.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life and activities in our own tropical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savanna regions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northern Cameroon in the tropical zone?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the tropical zone lies between about 5° and 15°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many seasons does Garoua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Two: a rainy season and a long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wildlife in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resource of the savanna do these animals represent?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Wildlife, which attracts tourists to parks such as Waza and Bénoué.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herders move with their cattle.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these herders move with their cattle?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find grass and water in the dry season: this is pastoral nomadism or transhumance.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damage do bush fires cause in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burn the grass and trees and leave the soil bare.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Tropical zone and Pastoral nomadism.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Crop rotation.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Brief Presentation of the Tropical Zone. The tropical zone is presented as follows. Copy the point on Location on the left, then draw the diagram on the right: the savanna regions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Climate on the left, then draw the diagram on the right: the climate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Resources on the left, then draw the diagram on the right: the savanna.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Exploitation of the Resources. The resources are exploited in the following ways. Copy the point on Crop farming on the left, then draw the diagram on the right: a cotton farm.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Pastoral nomadism and transhumance on the left, then draw the diagram on the right: transhumance.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Tourism on the left, then draw the diagram on the right: a national park.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Exploitation of the Resources. On this slide we have Fishing and irrigation.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face the following problems. Copy the point on Drought on the left, then draw the diagram on the right: drought.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Bush fires, Soil erosion and overgrazing and Farmer–herder conflicts.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Proposed Solutions. The following solutions are proposed. Copy the point on Irrigation on the left, then draw the diagram on the right: irrigated rice.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Proposed Solutions. On this slide we have Firebreaks, Grazing zones and Tree planting.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cereals of the tropical zone.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sorghum and millet (also maize).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the tropical zone.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drought and bush fires.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nomadism; number 2, rotation; number 3, Bénoué (or Waza).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causes of the firewood crisis.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The Firewood Crisis.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 MAN IN THE TROPICAL ZONE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in the Tropical Zone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Man in the Tropical Zone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grassland, pastoral nomadism, wildlife, crop rotation, bush fallowing, cereals.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brief presentation of the climatic characteristics and resources; methods of exploitation of the resources; problems faced; proposed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people use the resources of the tropical zone and solve its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1: Deforestation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resources of the tropical zone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Pasture for cattle and farmland for cotton (also wildlife and the Lagdo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tropical zone and describe its climate and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exploitation of its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faced and 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rainy season and a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savanna has grass and scattered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cattle are reared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Garoua, farmers grow cotton, maize and sorghum in the rainy season. In the dry season, herders move their cattle to find grass and water, and sometimes the cattle enter the farms. A farmer asks the chief: "How can farmers and herders share the land without fighting?"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and herders compete for land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crops of the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and sorghum (also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herders move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grass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grazing zones and protect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life and activities in our own tropical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regions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northern Cameroon in the tropical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the tropical zone lies between about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seasons does Garoua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a rainy season and a long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Wildlife in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resource of the savanna do these animals represent?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Wildlife, which attracts tourists to parks such as Waza and Bénoué.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ranshumanc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herders move with their 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herders move with their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grass and water in the dry season: this is pastoral nomadism or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damage do bush fires cause in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burn the grass and trees and leave the soil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Man in the Tropical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hot zone with a rainy season and a dry season, covered by savanna.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Pastoral nomadism: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moving with animals from place to place to find grass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Crop rotation: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growing different crops on the same land from year to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Brief Presentation of the Tropical Zone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tropical zone is presented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lies between about 5° and 15° north and south of the Equator, including northern Cameroon.</a:t>
            </a:r>
            <a:endParaRPr lang="en-US" sz="3600" dirty="0"/>
          </a:p>
        </p:txBody>
      </p:sp>
      <p:pic>
        <p:nvPicPr>
          <p:cNvPr id="5" name="Image 0" descr="/home/claude/f4/img/v2/savanna_africa_big.png">    </p:cNvPr>
          <p:cNvPicPr>
            <a:picLocks noChangeAspect="1"/>
          </p:cNvPicPr>
          <p:nvPr/>
        </p:nvPicPr>
        <p:blipFill>
          <a:blip r:embed="rId1"/>
          <a:stretch>
            <a:fillRect/>
          </a:stretch>
        </p:blipFill>
        <p:spPr>
          <a:xfrm>
            <a:off x="5349240" y="2097226"/>
            <a:ext cx="6659575" cy="3641955"/>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savanna regions of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Brief Presentation of the Tropical Zone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hot all year, with a rainy season and a long dry season.</a:t>
            </a:r>
            <a:endParaRPr lang="en-US" sz="3600" dirty="0"/>
          </a:p>
        </p:txBody>
      </p:sp>
      <p:pic>
        <p:nvPicPr>
          <p:cNvPr id="5"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Brief Presentation of the Tropical Zone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Resources: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has grassland for animals, land for cereals and cotton, wildlife and rivers.</a:t>
            </a:r>
            <a:endParaRPr lang="en-US" sz="3600" dirty="0"/>
          </a:p>
        </p:txBody>
      </p:sp>
      <p:pic>
        <p:nvPicPr>
          <p:cNvPr id="5" name="Image 0" descr="/home/claude/f4/img/v2/f2t_savanna.jpg">    </p:cNvPr>
          <p:cNvPicPr>
            <a:picLocks noChangeAspect="1"/>
          </p:cNvPicPr>
          <p:nvPr/>
        </p:nvPicPr>
        <p:blipFill>
          <a:blip r:embed="rId1"/>
          <a:stretch>
            <a:fillRect/>
          </a:stretch>
        </p:blipFill>
        <p:spPr>
          <a:xfrm>
            <a:off x="5349240" y="2695548"/>
            <a:ext cx="6659575" cy="244531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savanna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of the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resources are exploited in the following ways: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Crop farming: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Farmers grow cereals (sorghum, millet, maize) and cotton using bush fallowing and crop rotation.</a:t>
            </a:r>
            <a:endParaRPr lang="en-US" sz="3200" dirty="0"/>
          </a:p>
        </p:txBody>
      </p:sp>
      <p:pic>
        <p:nvPicPr>
          <p:cNvPr id="5" name="Image 0" descr="/home/claude/f4/img/v2/f2t_cotton_f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cotton farm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of the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Pastoral nomadism and transhumance: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Herders move with cattle, sheep and goats to find grass and water.</a:t>
            </a:r>
            <a:endParaRPr lang="en-US" sz="3600" dirty="0"/>
          </a:p>
        </p:txBody>
      </p:sp>
      <p:pic>
        <p:nvPicPr>
          <p:cNvPr id="5" name="Image 0" descr="/home/claude/f4/img/v2/transhumance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transhumance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of the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National parks such as Waza and Bénoué attract tourists.</a:t>
            </a:r>
            <a:endParaRPr lang="en-US" sz="3600" dirty="0"/>
          </a:p>
        </p:txBody>
      </p:sp>
      <p:pic>
        <p:nvPicPr>
          <p:cNvPr id="5" name="Image 0" descr="/home/claude/f4/img/v2/f2t_safar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national park</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 of the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and 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fish and grow onions and rice near rivers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face the following problems: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rains are short and irregular.</a:t>
            </a:r>
            <a:endParaRPr lang="en-US" sz="3600" dirty="0"/>
          </a:p>
        </p:txBody>
      </p:sp>
      <p:pic>
        <p:nvPicPr>
          <p:cNvPr id="5" name="Image 0" descr="/home/claude/f4/img/v2/f2t_drough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drought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Faced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Bush fires: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Fires burn the grass and trees.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and overgrazing: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Too many animals and bare soils damage the 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Farmer–herder conflicts: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enter the farms and destroy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Proposed Solutions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solutions are proposed:</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 from rivers and wells is used for farming.</a:t>
            </a:r>
            <a:endParaRPr lang="en-US" sz="3600" dirty="0"/>
          </a:p>
        </p:txBody>
      </p:sp>
      <p:pic>
        <p:nvPicPr>
          <p:cNvPr id="5" name="Image 0" descr="/home/claude/f4/img/v2/f2t_rice_f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irrigated rice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Proposed Solutions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Firebreaks: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Bare strips stop bush fires.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Grazing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Separate zones for animals reduce conflicts.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protect the soil and give shade.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cereals of the tropical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Sorghum and millet (also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tropical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and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with animals to find grass is pastoral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Changing crops on the same land each year is crop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national park in the North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the firewood crisis.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The Firewood Crisis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Cattle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bétail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Cereal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céréale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Cotton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coton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Man in the Tropical Zone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tropical zone and describe its climate and resources. Describe the methods of exploitation of its resources. Explain the problems faced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people use the resources of the tropical zone and solve its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Brief Presentation of the Tropical Zone; Methods of Exploitation of the Resources; Problems Faced; Proposed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causes of the firewood crisis.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seasons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resources of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herders of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problems of the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(Resources):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(Crop farming):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(Tourism): “Sri Lankan Leopard” by Shanaka Kalubowila, CC BY-NC-ND 2.0, via Flickr (https://www.flickr.com/photos/50057113@N06/43689916724)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(Drought): “Imagine a world without trees” by aloshbennett, CC BY 2.0, via Flickr (https://www.flickr.com/photos/13203757@N00/3480223314)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(Irrigation):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2026-10-02T05:13:13Z</dcterms:created>
  <dcterms:modified xsi:type="dcterms:W3CDTF">2026-10-02T05:13:13Z</dcterms:modified>
</cp:coreProperties>
</file>