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Name two resources of the tropical zone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Pasture for cattle and farmland for cotton (also wildlife and the Lagdo lake).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and resources. Number 2: describe the methods of exploitation of its resources.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A farmer asks the chief: "How can farmers and herders share the land without fighting?"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northern Cameroon in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the tropical zone lies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savanna do these animals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which attracts tourists to parks such as Waza and Bénoué.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these herders move with their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in the dry season: this is pastoral nomadism or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damage do bush fires cause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the grass and trees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zone and Pastoral nomadism.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Crop rotation.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the Tropical Zone. The tropical zone is presented as follows. Copy the point on Location on the left, then draw the diagram on the right: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Resources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of the Resources. The resources are exploited in the following ways. Copy the point on Crop farming on the left, then draw the diagram on the right: a cotton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Pastoral nomadism and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of the Resources. On this slide we have Fishing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Bush fires, Soil erosion and overgrazing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are proposed. Copy the point on Irrigation on the left, then draw the diagram on the right: irrigated rice.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Firebreaks, Grazing zones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the firewood crisis.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methods of exploitation of the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resources of the tropical zone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 for cattle and farmland for cotton (also wildlife and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of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 A farmer asks the chief: "How can farmers and herders share the land without fighting?"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northern Cameroon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 tropical zone lies 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savanna do these animals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which attracts tourists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herders move with their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in the dry season: this is pastoral nomadism or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the grass and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zone with a rainy season and a dry season, covered by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different crops on the same land from year to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grassland for animals, land for cereals and cotton, wildlife and rivers.</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32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and transhumance: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with cattle, sheep and goats to find grass and water.</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and grow onions and rice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rains are short and irregular.</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grass and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and bare soils damage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farms and destroy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from rivers and wells is used for farming.</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irrigated rice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strips stop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Separate zones for animals reduce conflicts.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national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and resources. Describe the methods of exploitation of its resources.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the Tropical Zone; Methods of Exploitation of the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(Resources):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(Crop farming):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(Irrigation):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2026-09-28T21:32:31Z</dcterms:created>
  <dcterms:modified xsi:type="dcterms:W3CDTF">2026-09-28T21:32:31Z</dcterms:modified>
</cp:coreProperties>
</file>