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Urban Problems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urban problems, slum, unemployment, waste, floods, town planning, regulations. At the end, you should be able to do this: learners are able to identify urban problems in Cameroon and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Location of the Regional and Divisional Headquarters of Cameroon. The question was: Give three urban problems of Cameroonian towns.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Slums, floods and unemployment (also traffic jams and waste).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urban problems in Cameroon. Number 2: explain their causes and consequences. Number 3: propose practical solutions and know the regulations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quickly. Many people work in the informal sector. Waste pollutes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rain in Douala, gutters blocked with rubbish overflow and flood a quarter. Houses built on the riverbank are destroyed, and rescue vehicles cannot enter the narrow streets. A victim asks: "Why does this happen every year, and what can be done to stop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quarter of Douala is flooded every year, and people do not know the causes or the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gutters overflow?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blocked with rubbish.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were houses destroyed?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built on the riverbank, a risky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do not throw rubbish in gutters and respect building regulations.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solve the problems of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crowded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urban problem does this picture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housing: a slum.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towns in Cameroon grow faster than their roads, houses and services?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arrive from the villages (rural exodus), and planning is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diseases spread when rubbish and flood water stay in a quarter?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Cholera, typhoid and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traffic jams cost town dwellers?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Lost time, lost money, accidents and air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planned housing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document must you get from the council before building a house in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building permit.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problem and Town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Urban Problems. Cameroonian towns face the following problems. Copy the point on Poor housing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Urban Problems. On this slide we have Unemployment.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management on the left, then draw the diagram on the right: poor waste management.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jams and bad roads on the left, then draw the diagram on the right: a traffic jam.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Urban Problems. On this slide we have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Urban Problems. Urban problems have the following causes. Copy the point on Rapid population growth on the left, then draw the diagram on the right: a crowded town.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 Problems. On this slide we have Poor town planning, Poverty and Lack of means.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Urban Problems. On this slide we have Bad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Urban Problems. Urban problems have the following consequences. On this slide we have Diseases and Loss of life and property.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Urban Problems. On this slide we have Crime and insecurity and Loss of time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and Regulations in Force. Urban problems can be reduced by the following measures. Copy the point on Town planning on the left, then draw the diagram on the right: a planned housing area.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Regulations in Force. On this slide we have Risky zones and Waste collection.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Regulations in Force. On this slide we have Roads and drains and Jobs and housing.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urban problems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slums, floods and unemployment.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 planning with building permits and waste collection.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 number 2, permit;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products that villages send to towns.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Relationships between Towns and Country Sides.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6: URBAN PROBLEMS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Problems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Urban Problems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problems, slum, unemployment, waste, floods, town planning, regulations.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urban problems; causes; consequences; practical solutions and regulations in force.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Location of the Regional and Divisional Headquarters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urban problems of Cameroonian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floods and unemployment (also traffic jams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urban problems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 and know the regulations in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work in the informal sector.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Waste pollutes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rain in Douala, gutters blocked with rubbish overflow and flood a quarter. Houses built on the riverbank are destroyed, and rescue vehicles cannot enter the narrow streets. A victim asks: "Why does this happen every year, and what can be done to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quarter of Douala is flooded every year, and people do not know the causes or the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gutters overflow?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blocked with rubbish.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houses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built on the riverbank, a risky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not throw rubbish in gutters and respect building regulations.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solve the problems of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urban problem does this picture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housing: a slum.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in Cameroon grow faster than their roads, houses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arrive from the villages (rural exodus), and planning is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diseases spread when rubbish and flood water stay in a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Cholera, typhoid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traffic jams cost town dwellers?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Lost time, lost money, accidents and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planned housing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document must you get from the council before building a house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 AND REGULATIONS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building permit.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problem: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difficulty that affects the life of people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organisation of the use of land in a town: quarters, roads, drains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Cameroonian towns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housing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quarters are crowded, unplanned and built in risky zones.</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have no job or only an informal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is thrown into gutters, rivers and open dumps.</a:t>
            </a:r>
            <a:endParaRPr lang="en-US" sz="3600" dirty="0"/>
          </a:p>
        </p:txBody>
      </p:sp>
      <p:pic>
        <p:nvPicPr>
          <p:cNvPr id="5" name="Image 0" descr="/home/claude/f4/img/v2/waste_problem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poor waste management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Low quarters are flooded after heavy rains.</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jams and 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Roads are too narrow and full of potholes.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traffic jam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Urban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Theft and aggression are frequent in some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 problems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Rapid population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Rural exodus and high birth rates make towns grow very fast.</a:t>
            </a:r>
            <a:endParaRPr lang="en-US" sz="3600" dirty="0"/>
          </a:p>
        </p:txBody>
      </p:sp>
      <p:pic>
        <p:nvPicPr>
          <p:cNvPr id="5" name="Image 0" descr="/home/claude/f4/img/v2/usa_crow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crowded town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town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without permits, even in marshes and on riverbanks.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cannot afford decent houses or pay for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means: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Councils lack money and equipment for roads, drains and waste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Urban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throw rubbish anywhere and do not respect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Urban Problems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problems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and dirty water spread cholera, typhoid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and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collapsing houses kill people and destroy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Urban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Crime and 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poverty favour theft and drug abuse.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time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waste time and fuel and pollute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 problems can be reduced by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Town planning: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Councils plan quarters, roads and drains, and every building needs a building permit.</a:t>
            </a:r>
            <a:endParaRPr lang="en-US" sz="3600" dirty="0"/>
          </a:p>
        </p:txBody>
      </p:sp>
      <p:pic>
        <p:nvPicPr>
          <p:cNvPr id="5" name="Image 0" descr="/home/claude/f4/img/v2/usa_newtow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planned housing area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Risky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law forbids building in marshes, on riverbanks and on steep slopes, and illegal houses can be demolished.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collection: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such as HYSACAM collect waste, and throwing rubbish in gutters is punished.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 and Regulations in Force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and drains: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and councils build roads and clean gutters regularly.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creates jobs and builds social housing for low-income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floods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with building permits and waste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Permission to build a house is a building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in gutters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products that villages send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ordures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Building permit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 de bâtir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commune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Urban Problems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urban problems in Cameroon. Explain their causes and consequences. Propose practical solutions and know the regulations in force.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Urban Problems; Causes of Urban Problems; Consequences of Urban Problems; Solutions and Regulations in Force.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products that villages send to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problems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why towns grow.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gutters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rush hour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solutions for the quarter.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2026-09-29T03:11:31Z</dcterms:created>
  <dcterms:modified xsi:type="dcterms:W3CDTF">2026-09-29T03:11:31Z</dcterms:modified>
</cp:coreProperties>
</file>