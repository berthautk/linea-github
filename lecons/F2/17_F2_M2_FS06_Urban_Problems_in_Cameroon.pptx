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Urban Problems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2: Space Occupation.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Space Occupation, and the sub-topic is Towns and Country Sides of Africa. The key notions we shall use today are: urban problems, slum, unemployment, waste, floods, town planning, regulations. At the end, you should be able to do this: learners are able to identify urban problems in Cameroon and propose practical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Location of the Regional and Divisional Headquarters of Cameroon. The question was: On a base map of Cameroon, locate and name the ten regional headquarters.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map shows Maroua, Garoua, Ngaoundéré, Bertoua, Yaoundé, Ebolowa, Douala, Buea, Bafoussam and Bamenda, with a title, a key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of urban problems in Cameroon. Number 2: explain their causes and consequences. Number 3: propose practical solutions and know the regulations.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quickly. Many people work in the informal sector. Waste pollutes the environment.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heavy rain in Douala, gutters blocked with rubbish overflow and flood a quarter. Houses built on the riverbank are destroyed, and there is no road for rescue vehicles.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and poor planning damage a quarter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the gutters overflow?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blocked with rubbish.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were houses destroyed?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were built on the riverbank.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do not throw rubbish in gutters and respect building regulations.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solve the problems of our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types of urban problems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housing (slums), unemployment and waste (also floods, traffic,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Rapid population growth through rural exodus and poor town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consequences of poor waste management.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Floods and diseases such as cholera and malaria.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are the consequences of traffic jams?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Loss of time, accidents and air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planned new housing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to urban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and building permits, waste collection and job creation (also roads and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problem.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Causes. Cameroonian towns face the following problems and causes. On this slide we have Types and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problems.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Urban problems have the following consequences. On this slide we have Health and Social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and Regulations. Urban problems can be solved by the following measures. On this slide we have Town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and Regulations. On this slide we have Waste management and Jobs.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urban problems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floods and unemployment.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town planning and waste collection.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 number 2, permit;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one urban problem in your quarter and propose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Relationships between Towns and Country Sides.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6: URBAN PROBLEMS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Problems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Space 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Space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Towns and Country Sides of 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Urban Problems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problems, slum, unemployment, waste, floods, town planning, regulations.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urban problems; causes; consequences; practical solutions and regulations in force.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Location of the Regional and Divisional Headquarters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base map of Cameroon, locate and name the ten regional headquarters.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shows Maroua, Garoua, Ngaoundéré, Bertoua, Yaoundé, Ebolowa, Douala, Buea, Bafoussam and Bamenda, with a title, a key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urban problems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causes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practical solutions and know the regulations.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quickly.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work in the informal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Waste pollutes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heavy rain in Douala, gutters blocked with rubbish overflow and flood a quarter. Houses built on the riverbank are destroyed, and there is no road for rescue vehicles.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poor planning damage a quarter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gutters overflow?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blocked with rubbish.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houses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built on the riverbank.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not throw rubbish in gutters and respect building regulations.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solve the problems of our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types of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housing (slums), unemployment and waste (also floods, traffic,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population growth through rural exodus and poor town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consequences of poor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and diseases such as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consequences of traffic jams?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Loss of time, accidents and air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new housing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 to urban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and building permits, waste collection and job creation (also roads and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Space Occupation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Towns and Country Sides of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problem: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difficulty that affects the life of people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Cameroonian towns face the following problems and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unemployment, waste, floods, traffic jams and insecurity are common.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Rapid growth through rural exodus, poverty and poor town planning cause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Causes</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floods spread cholera, typhoid and malaria.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poverty increase crime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and Regulations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can be solved by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Councils plan quarters, roads and drains, and building permits are required.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and Regulations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such as HYSACAM collect waste and people must not dump it in gutters.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and private sector create jobs and train young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urban problems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floods and unemployment.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and waste collection.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crowded poor quarter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Permission to build a house is a building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Rubbish in gutters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urban problem in your quarter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Relationships between Towns and Country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ordures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Building permit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 de bâtir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Insecurity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Council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commune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Space Occupation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Urban Problems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of urban problems in Cameroon. Explain their causes and consequences. Propose practical solutions and know the regulations.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urban problems in Cameroon and propose practical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Causes; Consequences; Solutions and Regulations.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one urban problem in your quarter and propose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problems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why towns grow.</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gutters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rush hour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propose solutions for the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2: Space Occupation.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2026-09-27T13:51:26Z</dcterms:created>
  <dcterms:modified xsi:type="dcterms:W3CDTF">2026-09-27T13:51:26Z</dcterms:modified>
</cp:coreProperties>
</file>