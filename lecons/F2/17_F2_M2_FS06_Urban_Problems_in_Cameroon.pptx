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Lst>
  <p:notesMasterIdLst>
    <p:notesMasterId r:id="rId6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notesMaster" Target="notesMasters/notesMaster1.xml"/><Relationship Id="rId64" Type="http://schemas.openxmlformats.org/officeDocument/2006/relationships/presProps" Target="presProps.xml"/><Relationship Id="rId65" Type="http://schemas.openxmlformats.org/officeDocument/2006/relationships/viewProps" Target="viewProps.xml"/><Relationship Id="rId66" Type="http://schemas.openxmlformats.org/officeDocument/2006/relationships/theme" Target="theme/theme1.xml"/><Relationship Id="rId6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6: Urban Problems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2: Space Occupation.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Space Occupation, and the sub-topic is Towns and Country Sides of Africa. The key notions we shall use today are: urban problems, slum, unemployment, waste, floods, town planning, regulations. At the end, you should be able to do this: learners are able to identify urban problems in Cameroon and propose practical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4: Location of the Regional and Divisional Headquarters of Cameroon. The question was: On a base map of Cameroon, locate and name the ten regional headquarters.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map shows Maroua, Garoua, Ngaoundéré, Bertoua, Yaoundé, Ebolowa, Douala, Buea, Bafoussam and Bamenda, each in its region, with a title and a key.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types of urban problems in Cameroon. Number 2: explain their causes and consequences. Number 3: propose practical solutions and know the regulations in force.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Towns grow quickly. Many people work in the informal sector. Waste pollutes the environment.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After a heavy rain in Douala, gutters blocked with rubbish overflow and flood a quarter. Houses built on the riverbank are destroyed, and rescue vehicles cannot enter the narrow streets. A victim asks: "Why does this happen every year, and what can be done to stop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quarter of Douala is flooded every year, and people do not know the causes or the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did the gutters overflow?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were blocked with rubbish.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were houses destroyed?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were built on the riverbank, a risky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do not throw rubbish in gutters and respect building regulations.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understand and solve the problems of our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crowded poor quarter.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urban problem does this picture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Poor housing: a slum.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crowded town.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 towns in Cameroon grow faster than their roads, houses and services?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Many people arrive from the villages (rural exodus), and planning is poor.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flooded street.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diseases spread when rubbish and flood water stay in a quarter?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Cholera, typhoid and malaria.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traffic jam.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do traffic jams cost town dwellers?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Lost time, lost money, accidents and air pollution.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planned housing area.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document must you get from the council before building a house in town?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building permit.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Urban problem and Town planning.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Urban Problems. Cameroonian towns face the following problems. Copy the point on Poor housing (slums) on the left, then draw the diagram on the right: a slum.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Urban Problems. On this slide we have Unemployment.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Waste management on the left, then draw the diagram on the right: poor waste management.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Floods on the left, then draw the diagram on the right: a flooded street.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Traffic jams and bad roads on the left, then draw the diagram on the right: a traffic jam.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Urban Problems. On this slide we have Insecurity.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of Urban Problems. Urban problems have the following causes. Copy the point on Rapid population growth on the left, then draw the diagram on the right: a crowded town.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Urban Problems. On this slide we have Poor town planning, Poverty and Lack of means.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Urban Problems. On this slide we have Bad behaviour.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of Urban Problems. Urban problems have the following consequences. On this slide we have Diseases and Loss of life and property.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of Urban Problems. On this slide we have Crime and insecurity and Loss of time and pollution.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Solutions and Regulations in Force. Urban problems can be reduced by the following measures. Copy the point on Town planning on the left, then draw the diagram on the right: a planned housing area.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and Regulations in Force. On this slide we have Risky zones and Waste collection.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and Regulations in Force. On this slide we have Roads and drains and Jobs and housing.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three urban problems in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slums, floods and unemployment.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solutions.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town planning with building permits and waste collection.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slum; number 2, permit; number 3, floods.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Identify one urban problem in your quarter and propose two solutions.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8: Relationships between Towns and Country Sides.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FURTHER STUDY 6: URBAN PROBLEMS IN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Urban Problems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Space Occupation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Space Occupation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Towns and Country Sides of 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6: Urban Problems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problems, slum, unemployment, waste, floods, town planning, regulations.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Types of urban problems; causes; consequences; practical solutions and regulations in force.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urban problems in Cameroon and propose practical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4: Location of the Regional and Divisional Headquarters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base map of Cameroon, locate and name the ten regional headquarters.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map shows Maroua, Garoua, Ngaoundéré, Bertoua, Yaoundé, Ebolowa, Douala, Buea, Bafoussam and Bamenda, each in its region, with a title and a key.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types of urban problems in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their causes and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practical solutions and know the regulations in force.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grow quickly.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people work in the informal sector.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Waste pollutes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a heavy rain in Douala, gutters blocked with rubbish overflow and flood a quarter. Houses built on the riverbank are destroyed, and rescue vehicles cannot enter the narrow streets. A victim asks: "Why does this happen every year, and what can be done to stop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quarter of Douala is flooded every year, and people do not know the causes or the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the gutters overflow?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were blocked with rubbish.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were houses destroyed?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were built on the riverbank, a risky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 not throw rubbish in gutters and respect building regulations.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understand and solve the problems of our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slu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crowded poor quarter.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urban problem does this picture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Poor housing: a slum.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row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crowded town.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towns in Cameroon grow faster than their roads, houses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people arrive from the villages (rural exodus), and planning is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streetflood.jpg">    </p:cNvPr>
          <p:cNvPicPr>
            <a:picLocks noChangeAspect="1"/>
          </p:cNvPicPr>
          <p:nvPr/>
        </p:nvPicPr>
        <p:blipFill>
          <a:blip r:embed="rId1"/>
          <a:stretch>
            <a:fillRect/>
          </a:stretch>
        </p:blipFill>
        <p:spPr>
          <a:xfrm>
            <a:off x="2253375" y="1783080"/>
            <a:ext cx="768494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flooded street.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diseases spread when rubbish and flood water stay in a quarter?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Cholera, typhoid and malaria.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traffic.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traffic jam.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traffic jams cost town dwellers?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Lost time, lost money, accidents and air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 AND REGULATIONS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newtow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planned housing area.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 AND REGULATIONS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document must you get from the council before building a house in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 AND REGULATIONS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building permit.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Space Occupation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Towns and Country Sides of Africa</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6: Urban Problems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 problem: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difficulty that affects the life of people in towns.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Town planning: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organisation of the use of land in a town: quarters, roads, drains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Urban Problems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Cameroonian towns face the following problems: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Poor housing (slums):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Many quarters are crowded, unplanned and built in risky zones.</a:t>
            </a:r>
            <a:endParaRPr lang="en-US" sz="3600" dirty="0"/>
          </a:p>
        </p:txBody>
      </p:sp>
      <p:pic>
        <p:nvPicPr>
          <p:cNvPr id="5" name="Image 0" descr="/home/claude/f4/img/v2/usa_slum.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slum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Urban Problems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Unemployment: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young people have no job or only an informal job.</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Urban Problems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Waste management: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Rubbish is thrown into gutters, rivers and open dumps.</a:t>
            </a:r>
            <a:endParaRPr lang="en-US" sz="3600" dirty="0"/>
          </a:p>
        </p:txBody>
      </p:sp>
      <p:pic>
        <p:nvPicPr>
          <p:cNvPr id="5" name="Image 0" descr="/home/claude/f4/img/v2/waste_problem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poor waste management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Urban Problems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Floods: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Low quarters are flooded after heavy rains.</a:t>
            </a:r>
            <a:endParaRPr lang="en-US" sz="3600" dirty="0"/>
          </a:p>
        </p:txBody>
      </p:sp>
      <p:pic>
        <p:nvPicPr>
          <p:cNvPr id="5" name="Image 0" descr="/home/claude/f4/img/v2/lsa_streetflood.jpg">    </p:cNvPr>
          <p:cNvPicPr>
            <a:picLocks noChangeAspect="1"/>
          </p:cNvPicPr>
          <p:nvPr/>
        </p:nvPicPr>
        <p:blipFill>
          <a:blip r:embed="rId1"/>
          <a:stretch>
            <a:fillRect/>
          </a:stretch>
        </p:blipFill>
        <p:spPr>
          <a:xfrm>
            <a:off x="5349240" y="2067961"/>
            <a:ext cx="6659575" cy="370048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flooded street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Urban Problems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Traffic jams and bad roads: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Roads are too narrow and full of potholes.</a:t>
            </a:r>
            <a:endParaRPr lang="en-US" sz="3600" dirty="0"/>
          </a:p>
        </p:txBody>
      </p:sp>
      <p:pic>
        <p:nvPicPr>
          <p:cNvPr id="5" name="Image 0" descr="/home/claude/f4/img/v2/usa_traffic.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traffic jam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Urban Problems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Insecurity: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Theft and aggression are frequent in some quarters.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of Urban Problems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Urban problems have the following causes: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Rapid population growth: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Rural exodus and high birth rates make towns grow very fast.</a:t>
            </a:r>
            <a:endParaRPr lang="en-US" sz="3600" dirty="0"/>
          </a:p>
        </p:txBody>
      </p:sp>
      <p:pic>
        <p:nvPicPr>
          <p:cNvPr id="5" name="Image 0" descr="/home/claude/f4/img/v2/usa_crowd.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crowded town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of Urban Problems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Poor town planning: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build without permits, even in marshes and on riverbanks.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Poverty: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people cannot afford decent houses or pay for services.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Lack of means: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Councils lack money and equipment for roads, drains and waste collection.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of Urban Problems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Bad behaviour: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people throw rubbish anywhere and do not respect rules.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Consequences of Urban Problems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Urban problems have the following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Diseases: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Waste and dirty water spread cholera, typhoid and malaria.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of life and property: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Floods and collapsing houses kill people and destroy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Consequences of Urban Problems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Crime and insecurity: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Unemployment and poverty favour theft and drug abuse.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of time and pollution: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Traffic jams waste time and fuel and pollute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Solutions and Regulations in Force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Urban problems can be reduced by the following measures: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Town planning: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Councils plan quarters, roads and drains, and every building needs a building permit.</a:t>
            </a:r>
            <a:endParaRPr lang="en-US" sz="3600" dirty="0"/>
          </a:p>
        </p:txBody>
      </p:sp>
      <p:pic>
        <p:nvPicPr>
          <p:cNvPr id="5" name="Image 0" descr="/home/claude/f4/img/v2/usa_newtow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planned housing area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Solutions and Regulations in Force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Risky zones: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law forbids building in marshes, on riverbanks and on steep slopes, and illegal houses can be demolished.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Waste collection: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Companies such as HYSACAM collect waste, and throwing rubbish in gutters is punished.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Solutions and Regulations in Force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Roads and drains: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state and councils build roads and clean gutters regularly.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Jobs and housing: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state creates jobs and builds social housing for low-income families.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urban problems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Slums, floods and unemployment.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 planning with building permits and waste collection.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crowded poor quarter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Permission to build a house is a building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Rubbish in gutters causes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Identify one urban problem in your quarter and propose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Relationships between Towns and Country Sides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Town planning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L'urbanisme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Waste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ordures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L'inondation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Building permit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permis de bâtir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Insecurity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L'insécurité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Council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commune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Space Occupation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6: Urban Problems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types of urban problems in Cameroon. Explain their causes and consequences. Propose practical solutions and know the regulations in force.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urban problems in Cameroon and propose practical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of Urban Problems; Causes of Urban Problems; Consequences of Urban Problems; Solutions and Regulations in Force.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one urban problem in your quarter and propose two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problems of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discuss why towns grow.</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gutters of the quarter.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rush hour in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propose solutions for the quarter.</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2: Space Occupation.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“Mathare” by Book Aid International, CC BY-NC-ND 2.0, via Flickr (https://www.flickr.com/photos/45024905@N07/4135561707)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“Wax market” by zouzouwizman, CC BY 2.0, via Flickr (https://www.flickr.com/photos/61111202@N00/12129001)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“Vicenza flooding Nov.1, 2010” by US Army Africa, CC BY 2.0, via Flickr (https://www.flickr.com/photos/36281822@N08/5157191333)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“Nairobi Traffic Jam” by rogiro, CC BY-NC 2.0, via Flickr (https://www.flickr.com/photos/43132185@N00/48712135)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“New Town Housing, Fullers Slade, Milton Keynes” by The JR James Archive, University of Sheffield, CC BY-NC 2.0, via Flickr (https://www.flickr.com/photos/98068999@N05/9253665547)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61</Slides>
  <Notes>61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61</vt:i4>
      </vt:variant>
    </vt:vector>
  </HeadingPairs>
  <TitlesOfParts>
    <vt:vector size="6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2026-09-28T21:14:07Z</dcterms:created>
  <dcterms:modified xsi:type="dcterms:W3CDTF">2026-09-28T21:14:07Z</dcterms:modified>
</cp:coreProperties>
</file>