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3: Products Gathered from the Wild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It belongs to Module 1: Man in his Environment.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Exploitation of Resources in the Natural Environment. The key notions we shall use today are: non-timber forest products, gathering. At the end, you should be able to do this: learners are able to identify wild products of Cameroon and explain their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2: The Firewood Crisis. The question was: Ask your family how much they spend on firewood or charcoal each week.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about 3,000 to 5,000 FCFA a week for firewood or a bag of charcoal.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products gathered from the wild in Cameroon. Number 2: describe the methods of collection and processing. Number 3: explain their socio-cultural and economic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forest gives timber. People gather fruits and leaves. Markets sell many forest products.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market of Garoua, Aïcha sees eru leaves, njangsa seeds, bush mango, honey and bitter cola. The trader says that she earns her living from these products. Aïcha asks: "Where do these products come from, and why are they so important?"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Aïcha does not know where these products come from and why they are important.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three products she sees.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Eru, njangsa and bush mango (also bitter cola and honey).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are they important to the trader?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give her an income.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harvest wild products without destroying the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know the value of wild products and protect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products in a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Were these products planted by farmers?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No, they are gathered from the wild: eru, njangsa, bush mango and bitter cola.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tree of the northern savanna.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product of the North is made from the nuts of this tree?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Shea butter.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bee.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Where do people find wild honey?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hives of wild bees in trees and rocks.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wild products help the families that sell them?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give them money to buy food and pay school fees.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When are cola nuts and bitter cola shared?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At ceremonies such as weddings and funerals.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Wild product and Gathering.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Identification of the Products. Cameroon has the following wild products. Copy the point on Eru and njangsa on the left, then draw the diagram on the right: wild products in a market.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Identification of the Products. On this slide we have Bush mango and bitter cola.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Shea nuts on the left, then draw the diagram on the right: a shea tree.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Honey and medicinal plants on the left, then draw the diagram on the right: a bee.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Methods of Collection and Processing. Wild products are collected and processed in the following ways. On this slide we have Picking and Harvesting honey.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Methods of Collection and Processing. On this slide we have Drying and cracking and Pressing and boiling.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Socio-cultural and Economic Importance. Wild products are important in the following ways. Copy the point on Income on the left, then draw the diagram on the right: a market.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Socio-cultural and Economic Importance. On this slide we have Exports, Food and Ceremonies and medicine.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four wild products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eru, njangsa, bush mango and bitter cola.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economic importance.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give income to families.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shea; number 2, eru; number 3, medicine.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Visit the market and write the price of three wild products.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3: Identification of the Biological Resources of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FURTHER STUDY 3: PRODUCTS GATHERED FROM THE WILD IN CAMEROON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Products Gathered from the Wild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Man in his Environment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Exploitation of Resources in the Natural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3: Products Gathered from the Wild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Non-timber forest products, gathering.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Identification of various products (njangsa, eru, bush mango, bitter cola, etc.); methods of collection and processing; the socio-cultural and economic importance of these products.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wild products of Cameroon and explain their importance.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2: The Firewood Crisis):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your family how much they spend on firewood or charcoal each week.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about 3,000 to 5,000 FCFA a week for firewood or a bag of charcoal.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products gathered from the wild in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methods of collection and processing.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their socio-cultural and economic importance.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forest gives timber.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gather fruits and leaves.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Markets sell many forest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market of Garoua, Aïcha sees eru leaves, njangsa seeds, bush mango, honey and bitter cola. The trader says that she earns her living from these products. Aïcha asks: "Where do these products come from, and why are they so important?"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Aïcha does not know where these products come from and why they are important.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products she sees.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Eru, njangsa and bush mango (also bitter cola and honey).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they important to the trader?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give her an income.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Harvest wild products without destroying the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know the value of wild products and protect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herb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Products in a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IDENTIFICATION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Were these products planted by farmers?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IDENTIFICATION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they are gathered from the wild: eru, njangsa, bush mango and bitter cola.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shea_tre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tree of the northern savanna.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IDENTIFICATION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product of the North is made from the nuts of this tree?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IDENTIFICATION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Shea butter.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COLLECTION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be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bee.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COLLECTION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people find wild honey?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COLLECTION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hives of wild bees in trees and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ECONOMIC IMPORTANCE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ECONOMIC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wild products help the families that sell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ECONOMIC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give them money to buy food and pay school fees.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SOCIO-CULTURAL IMPORTANCE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SOCIO-CULTURAL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are cola nuts and bitter cola shared?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SOCIO-CULTURAL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ceremonies such as weddings and funerals.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 in his Environment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Exploitation of Resources in the Natural Environment</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Further Study 3: Products Gathered from the Wild in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Wild product: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plant or animal product collected from nature without being cultivated.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Gathering: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collection of wild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Identification of the Products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Cameroon has the following wild products: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Eru and njangsa: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Eru is a forest leaf eaten as a vegetable, and njangsa seeds are used to make sauces.</a:t>
            </a:r>
            <a:endParaRPr lang="en-US" sz="3600" dirty="0"/>
          </a:p>
        </p:txBody>
      </p:sp>
      <p:pic>
        <p:nvPicPr>
          <p:cNvPr id="5" name="Image 0" descr="/home/claude/f4/img/v2/lsa_herbs.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wild products in a market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Identification of the Products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Bush mango and bitter cola: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Bush mango seeds thicken sauces, and bitter cola nuts are chewed.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Identification of the Products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Shea nuts: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come from the shea tree of the savanna and give shea butter.</a:t>
            </a:r>
            <a:endParaRPr lang="en-US" sz="3600" dirty="0"/>
          </a:p>
        </p:txBody>
      </p:sp>
      <p:pic>
        <p:nvPicPr>
          <p:cNvPr id="5" name="Image 0" descr="/home/claude/f4/img/v2/f2t_shea_tree.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shea tree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Identification of the Products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Honey and medicinal plants: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Honey, mushrooms, barks and roots are also gathered.</a:t>
            </a:r>
            <a:endParaRPr lang="en-US" sz="3600" dirty="0"/>
          </a:p>
        </p:txBody>
      </p:sp>
      <p:pic>
        <p:nvPicPr>
          <p:cNvPr id="5" name="Image 0" descr="/home/claude/f4/img/v2/lsa_bee.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bee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Methods of Collection and Processing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Wild products are collected and processed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Picking: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Fruits, nuts and leaves are picked from trees or from the ground.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Harvesting honey: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Honey is taken from wild hives, often with smoke.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Methods of Collection and Processing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Drying and cracking: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Seeds and nuts are dried and cracked to remove the kernels.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Pressing and boiling: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Shea nuts are crushed and boiled to make butter.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Socio-cultural and Economic Importance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Wild products are important in the following ways: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Income: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give money to gatherers and traders.</a:t>
            </a:r>
            <a:endParaRPr lang="en-US" sz="3600" dirty="0"/>
          </a:p>
        </p:txBody>
      </p:sp>
      <p:pic>
        <p:nvPicPr>
          <p:cNvPr id="5" name="Image 0" descr="/home/claude/f4/img/v2/f2t_marke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market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Socio-cultural and Economic Importance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Exports: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Eru and other products are exported to Nigeria and Europe.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make local dishes rich and nutritious.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Ceremonies and medicine: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Cola nuts are shared at ceremonies, and many plants are used as traditional medicine.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wild products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Eru, njangsa, bush mango and bitter cola.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economic importance.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give income to families.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Shea butter comes from the ______ tree.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leaf vegetable gathered in the forest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Wild products are used as traditional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Visit the market and write the price of three wild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3: Identification of the Biological Resources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Gathering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cueillette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Honey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miel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noix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feuille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Market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marché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Medicine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médicament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3: Products Gathered from the Wild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products gathered from the wild in Cameroon. Describe the methods of collection and processing. Explain their socio-cultural and economic importance.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wild products of Cameroon and explain their importance.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Identification of the Products; Methods of Collection and Processing; Socio-cultural and Economic Importance.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Visit the market and write the price of three wild products.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bring examples from the market.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shea butter.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harvesting.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prices in the market.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ask about cola nuts at ceremonies.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2, Module 1: Man in his Environment.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“MEDICINE MARKET - SEOUL” by U.S. Army Korea (Historical Image Archive), CC BY-NC-ND 2.0, via Flickr (https://www.flickr.com/photos/28486074@N08/2920744660)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“Female shea tree (Vitellaria paradoxa) in full flower” by Joel Abroad, CC BY-NC-SA 2.0, via Flickr (https://www.flickr.com/photos/40295335@N00/5603751456)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“Bee pollinating flower” by tombayly13, CC BY-SA 2.0, via Flickr (https://www.flickr.com/photos/60174932@N05/5797724005)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2026-09-28T17:20:25Z</dcterms:created>
  <dcterms:modified xsi:type="dcterms:W3CDTF">2026-09-28T17:20:25Z</dcterms:modified>
</cp:coreProperties>
</file>