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3: Products Gathered from the Wild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non-timber forest products, njangsa, eru, bush mango, bitter cola, gathering. At the end, you should be able to do this: learners are able to identify wild products of Cameroon and explain their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The Firewood Crisis. The question was: Ask your family how much they spend on firewood or charcoal each week.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about 3,000 to 5,000 FCFA a week for firewood or a bag of charcoal.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products gathered from the wild in Cameroon. Number 2: describe methods of collection. Number 3: explain their socio-cultural and economic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forest gives timber. People gather fruits and leaves. Markets sell many forest products.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market of Garoua, Aïcha sees eru leaves, njangsa seeds, bush mango, honey and bitter cola that come from the forests of the South. The trader says she earns her living from these products.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Aïcha wants to know the products gathered from the wild.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three products she sees.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Eru, njangsa and bush mango (also bitter cola, honey).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they important to the trader?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give her an income.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harvest wild products without destroying the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know the value of wild products and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wild products in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four products gathered from the wild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Eru, njangsa, bush mango and bitter cola (also honey, shea nuts, mushrooms).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shea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wild product of the North is made from the shea tree?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Shea butter.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are honey and fruits collected from the wild?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Honey is taken from hives in trees; fruits and nuts are picked from the ground or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are wild products economically important?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sold for income and some, like eru, are exported to Nigeria and Europe.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socio-cultural use of wild products.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Bitter cola and cola nuts are shared at ceremonies; many plants are used as traditional medicine.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Wild product.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Identification. Cameroon has the following wild products. On this slide we have Leaves and seeds and Nuts and fruits.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Identification. On this slide we have Other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Collection. Wild products are collected in the following ways. On this slide we have Picking and Processing.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Wild products are important in the following ways. On this slide we have Economic importance and Socio-cultural importance.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wild products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eru, njangsa, bush mango and bitter cola.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economic importance.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give income to families.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shea; number 2, eru; number 3, medicine.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Visit the market and write the price of three wild products.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3: Identification of the Biological Resources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3: PRODUCTS GATHERED FROM THE WILD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Products Gathered from the Wild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3: Products Gathered from the Wild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Non-timber forest products, njangsa, eru, bush mango, bitter cola, gathering.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of various products (njangsa, eru, bush mango, bitter cola, etc.); methods of collection and processing; socio-cultural and economic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wild products of Cameroon and explain their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The Firewood Crisis):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family how much they spend on firewood or charcoal each week.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about 3,000 to 5,000 FCFA a week for firewood or a bag of charcoal.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products gathered from the wild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methods of collection.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socio-cultural and economic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forest gives timber.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gather fruits and leaves.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Markets sell many forest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market of Garoua, Aïcha sees eru leaves, njangsa seeds, bush mango, honey and bitter cola that come from the forests of the South. The trader says she earns her living from these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 wants to know the products gathered from the wild.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products she sees.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Eru, njangsa and bush mango (also bitter cola, honey).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they important to the trader?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her an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Harvest wild products without destroying the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know the value of wild products and protect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herb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Wild products in 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products gathered from the wild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Eru, njangsa, bush mango and bitter cola (also honey, shea nuts, mushrooms).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shea_t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shea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wild product of the North is made from the shea tree?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Shea butter.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COLLECTION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b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COLLECTION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honey and fruits collected from the wild?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COLLECTION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Honey is taken from hives in trees; fruits and nuts are picked from the ground or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wild products economically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sold for income and some, like eru, are exported to Nigeria and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SOCIO-CULTURAL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SOCIO-CULTURAL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socio-cultural use of wild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SOCIO-CULTURAL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Bitter cola and cola nuts are shared at ceremonies; many plants are used as traditional medicine.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Products Gathered from the Wild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Wild product: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plant or animal product collected from nature without being cultivated.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wild products: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Leaves and seeds: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Eru, njangsa and bush mango are used in cooking.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Nuts and fruits: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Bitter cola, cola nuts and shea nuts are gathered.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Honey, mushrooms, medicinal plants and rattan are also collected.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Collection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Wild products are collected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Picking: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Fruits, nuts and leaves are picked from trees or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Products are dried, cracked or pressed, as shea nuts are made into butter.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Wild products are important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income to gatherers and traders and some are exported.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Socio-cultural 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used in food, ceremonies and traditional medicine.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wild products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Eru, njangsa, bush mango and bitter cola.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economic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income to families.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Shea butter comes from the ______ tree.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leaf vegetable gathered in the forest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Wild products are used as traditional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Visit the market and write the price of three wild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Identification of the Biological Resources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cueillette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Honey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noix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feuille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Medicine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médicament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3: Products Gathered from the Wild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products gathered from the wild in Cameroon. Describe methods of collection. Explain their socio-cultural and economic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wild products of Cameroon and explain their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Identification; Methods of Collection;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Visit the market and write the price of three wild products.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bring examples from the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shea butter.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harvesting.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prices in the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about cola nuts at ceremonies.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“MEDICINE MARKET - SEOUL” by U.S. Army Korea (Historical Image Archive), CC BY-NC-ND 2.0, via Flickr (https://www.flickr.com/photos/28486074@N08/2920744660)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“Female shea tree (Vitellaria paradoxa) in full flower” by Joel Abroad, CC BY-NC-SA 2.0, via Flickr (https://www.flickr.com/photos/40295335@N00/5603751456)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“Bee pollinating flower” by tombayly13, CC BY-SA 2.0, via Flickr (https://www.flickr.com/photos/60174932@N05/5797724005)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2026-09-27T13:51:25Z</dcterms:created>
  <dcterms:modified xsi:type="dcterms:W3CDTF">2026-09-27T13:51:25Z</dcterms:modified>
</cp:coreProperties>
</file>