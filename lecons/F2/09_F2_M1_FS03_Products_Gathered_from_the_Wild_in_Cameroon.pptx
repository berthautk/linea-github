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Name three products gathered from the wild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Eru, njangsa and bush mango (also bitter cola, shea nuts and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the methods of collection and processing.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The trader says that she earns her living from these products. Aïcha asks: "Where do these products come from, and why are they so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where these products come from and why they are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and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Were these products planted by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gathered from the wild: eru, njangsa, bush mango and bitter 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of the northern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product of the North is made from the nuts of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people find wild honey?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hives of wild bees in trees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wild products help the families that sell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them money to buy food and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cola nuts and bitter cola shared?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ceremonies such as weddings and funerals.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the Products. Cameroon has the following wild products. Copy the point on Eru and njangsa on the left, then draw the diagram on the right: wild products in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the Products. On this slide we have Bush mango and bitter cola.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nuts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Honey and medicinal plants on the left, then draw the diagram on the right: a bee.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and Processing. Wild products are collected and processed in the following ways. On this slide we have Picking and Harvesting honey.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Collection and Processing. On this slide we have Drying and cracking and Pressing and boiling.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and Economic Importance. Wild products are important in the following ways. Copy the point on Income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and Economic Importance. On this slide we have Exports, Food and Ceremonies and medicine.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plant resources and two animal resources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the socio-cultural and economic importance of these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shea nuts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collection and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The trader says that she earns her living from these products. Aïcha asks: "Where do these products come from, and why are they so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where these products come from and why they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products planted by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gathered from the wild: 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northern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product of the North is made from the nuts of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people find wild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hives of wild bees in trees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wild products help the families that sell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them money to buy food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cola nuts and bitter cola shared?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ceremonies such as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 and njangsa: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 is a forest leaf eaten as a vegetable, and njangsa seeds are used to make sauces.</a:t>
            </a:r>
            <a:endParaRPr lang="en-US" sz="3600" dirty="0"/>
          </a:p>
        </p:txBody>
      </p:sp>
      <p:pic>
        <p:nvPicPr>
          <p:cNvPr id="5" name="Image 0" descr="/home/claude/f4/img/v2/lsa_herb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wild products in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mango and bitter cola: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mango seeds thicken sauces, and bitter cola nuts are chewed.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nuts: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shea tree of the savanna and give shea butter.</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Honey and medicinal 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Honey, mushrooms, barks and roots are also gathered.</a:t>
            </a:r>
            <a:endParaRPr lang="en-US" sz="3600" dirty="0"/>
          </a:p>
        </p:txBody>
      </p:sp>
      <p:pic>
        <p:nvPicPr>
          <p:cNvPr id="5" name="Image 0" descr="/home/claude/f4/img/v2/lsa_b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and processed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from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Harvesting honey: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wild hives, often with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and cracking: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nuts are dried and cracked to remove the kernels.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Pressing and boiling: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nuts are crushed and boiled to make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money to gatherers and traders.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and other products are exported to Nigeria and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local dishes rich and nutritious.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Ceremonies and 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Cola nuts are shared at ceremonies, and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two animal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the methods of collection and processing.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of the Products; Methods of Collection and Processing;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plant resources and two animal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2026-09-28T21:32:31Z</dcterms:created>
  <dcterms:modified xsi:type="dcterms:W3CDTF">2026-09-28T21:32:31Z</dcterms:modified>
</cp:coreProperties>
</file>