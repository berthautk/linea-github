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Products Gathered from the Wild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non-timber forest products, gathering. At the end, you should be able to do this: learners are able to identify wild products of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Firewood Crisis. The question was: Name three products gathered from the wild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Eru, njangsa and bush mango (also bitter cola, shea nuts and honey).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products gathered from the wild in Cameroon. Number 2: describe the methods of collection and processing. Number 3: explain their socio-cultural and economic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forest gives timber. People gather fruits and leaves. Markets sell many forest products.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Aïcha sees eru leaves, njangsa seeds, bush mango, honey and bitter cola. The trader says that she earns her living from these products. Aïcha asks: "Where do these products come from, and why are they so important?"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know where these products come from and why they are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Eru, njangsa and bush mango (also bitter cola and honey).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they important to the trader?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give her an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harvest wild products without destroying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the value of wild products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products in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Were these products planted by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gathered from the wild: eru, njangsa, bush mango and bitter 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tree of the northern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product of the North is made from the nuts of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people find wild honey?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hives of wild bees in trees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wild products help the families that sell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them money to buy food and pay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are cola nuts and bitter cola shared?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ceremonies such as weddings and funerals.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Wild product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the Products. Cameroon has the following wild products. Copy the point on Eru and njangsa on the left, then draw the diagram on the right: wild products in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the Products. On this slide we have Bush mango and bitter cola.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nuts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Honey and medicinal plants on the left, then draw the diagram on the right: a bee.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Collection and Processing. Wild products are collected and processed in the following ways. On this slide we have Picking and Harvesting honey.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Collection and Processing. On this slide we have Drying and cracking and Pressing and boiling.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and Economic Importance. Wild products are important in the following ways. Copy the point on Income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and Economic Importance. On this slide we have Exports, Food and Ceremonies and medicine.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wild products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eru, njangsa, bush mango and bitter cola.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economic importance.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give income to families.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shea; number 2, eru; number 3,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plant resources and two animal resources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Identification of the Biological Resources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3: PRODUCTS GATHERED FROM THE WILD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Products Gathered from the Wild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Non-timber forest products,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various products (njangsa, eru, bush mango, bitter cola, etc.); methods of collection and processing; the socio-cultural and economic importance of these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Firewood Crisis):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(also bitter cola, shea nuts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products gathered from the wild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collection and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socio-cultural and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forest gives timber.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gather fruits and leaves.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Markets sell many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Aïcha sees eru leaves, njangsa seeds, bush mango, honey and bitter cola. The trader says that she earns her living from these products. Aïcha asks: "Where do these products come from, and why are they so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know where these products come from and why they are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(also bitter cola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important to the trader?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her an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 wild products without destroying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the value of wild products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herb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Products in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products planted by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gathered from the wild: 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northern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product of the North is made from the nuts of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people find wild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hives of wild bees in trees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wild products help the families that sell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them money to buy food and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are cola nuts and bitter cola shared?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ceremonies such as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Wild product: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plant or animal product collected from nature without being cultivated.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of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wild products: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Eru and njangsa: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Eru is a forest leaf eaten as a vegetable, and njangsa seeds are used to make sauces.</a:t>
            </a:r>
            <a:endParaRPr lang="en-US" sz="3600" dirty="0"/>
          </a:p>
        </p:txBody>
      </p:sp>
      <p:pic>
        <p:nvPicPr>
          <p:cNvPr id="5" name="Image 0" descr="/home/claude/f4/img/v2/lsa_herb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wild products in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mango and bitter cola: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mango seeds thicken sauces, and bitter cola nuts are chewed.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nuts: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the shea tree of the savanna and give shea butter.</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Honey and medicinal plants: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Honey, mushrooms, barks and roots are also gathered.</a:t>
            </a:r>
            <a:endParaRPr lang="en-US" sz="3600" dirty="0"/>
          </a:p>
        </p:txBody>
      </p:sp>
      <p:pic>
        <p:nvPicPr>
          <p:cNvPr id="5" name="Image 0" descr="/home/claude/f4/img/v2/lsa_b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Wild products are collected and processed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Fruits, nuts and leaves are picked from trees or from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Harvesting honey: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Honey is taken from wild hives, often with smoke.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Drying and cracking: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Seeds and nuts are dried and cracked to remove the kernels.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Pressing and boiling: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nuts are crushed and boiled to make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Wild products are important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money to gatherers and traders.</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and other products are exported to Nigeria and Europe.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local dishes rich and nutritious.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Ceremonies and medicine: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Cola nuts are shared at ceremonies, and many plants are used as traditional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wild products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income to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Shea butter comes from the ______ tree.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leaf vegetable gathered in the forest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Wild products are used as traditional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two animal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Honey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products gathered from the wild in Cameroon. Describe the methods of collection and processing. Explain their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of the Products; Methods of Collection and Processing;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plant resources and two animal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bring examples from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shea butter.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harvesting.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prices in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about cola nuts at ceremonies.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“MEDICINE MARKET - SEOUL” by U.S. Army Korea (Historical Image Archive), CC BY-NC-ND 2.0, via Flickr (https://www.flickr.com/photos/28486074@N08/2920744660)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“Bee pollinating flower” by tombayly13, CC BY-SA 2.0, via Flickr (https://www.flickr.com/photos/60174932@N05/5797724005)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2026-09-29T03:11:24Z</dcterms:created>
  <dcterms:modified xsi:type="dcterms:W3CDTF">2026-09-29T03:11:24Z</dcterms:modified>
</cp:coreProperties>
</file>