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Relationships between Towns and Country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flows: population flows, flows of goods, information (newspapers). At the end, you should be able to do this: learners are able to identify the flows between towns and country sides and explain why they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6: Urban Problems in Cameroon. The question was: Give two products that villages send to towns.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Food crops and cattle (also firewood).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economic relationships between towns and country sides. Number 2: describe the socio-cultural relationships. Number 3: explain the flows of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produce food. Towns have factories, shops and services. Many young people move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Friday, a buyam-sellam takes onions and groundnuts from a village near Garoua to the town market and returns with soap, oil and clothes. At festivals, town dwellers go back to the village. A pupil asks: "Could the town live without the village, or the village without the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whether towns and villages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goes from the village to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such as onions and groundnuts.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goes from the town to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Manufactured goods such as soap, oil and clothes.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exchanges and development projects between your village and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towns and villages need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 the cattle sold in town markets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country side, where herders raise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loaded pick-up on a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vehicle bring back to the village from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Manufactured goods such as soap, oil, sugar, clothes and fertilisers.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bus stations crowded before festivals?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Town dwellers travel back to their villages for festivals and family ceremonies.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traditional chiefdom.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the elites in town help their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development associations that build schools, wells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farmer uses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this farmer learn the price of his crops in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phone; news also comes by radio, newspapers and travellers.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Flow and Population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From the Country Side to the Town. The country side sends the following to towns. Copy the point on Food on the left, then draw the diagram on the right: a town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Livestock on the left, then draw the diagram on the right: a cattle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From the Country Side to the Town. On this slide we have Raw materials, Firewood and charcoal and Labour.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From the Town to the Country Side. Towns send the following to the country side. Copy the point on Manufactured goods on the left, then draw the diagram on the right: goods carried to villages.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From the Town to the Country Side. On this slide we have Farm inputs and Money.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From the Town to the Country Side. On this slide we have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Actors of the Exchanges. The following actors link towns and country sides. Copy the point on Buyam-sellams on the left, then draw the diagram on the right: a trader.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Actors of the Exchanges. On this slide we have Clandestine transporters and Cooperatives and CIGs.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Actors of the Exchanges. On this slide we have Councils.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Socio-cultural Relationships. Towns and country sides are linked socially and culturally as follows. Copy the point on Population flows on the left, then draw the diagram on the right: a bus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Socio-cultural Relationships. On this slide we have Festivals and ceremonies.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Development associations on the left, then draw the diagram on the right: a village chiefdom.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Socio-cultural Relationships. On this slide we have Education and health and Spread of town ways of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Information. Information flows between towns and country sides as follows. On this slide we have Radio and television.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Telephone and internet on the left, then draw the diagram on the right: a farmer using a phone.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Information. On this slide we have Newspapers and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products sent from villages to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food crops and cattle.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socio-cultural links.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festivals and development associations.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buyam-sellam; number 2, flow; number 3, cooperative (or CIG).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rural exodus.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7: Rural Exodus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RELATIONSHIPS BETWEEN TOWNS AND COUNTRY SIDES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Relationships between Towns and Country Sides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Relationships between Towns and Country Sides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Flows: population flows, flows of goods, information (newspapers).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relationships; socio-cultural relationships; information.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flows between towns and country sides and explain why they depend on each other.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6: Urban Problems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products that villages send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and cattle (also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economic relationships between towns and country sides.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socio-cultural relationships.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flows of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produce food.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factories, shops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Friday, a buyam-sellam takes onions and groundnuts from a village near Garoua to the town market and returns with soap, oil and clothes. At festivals, town dwellers go back to the village. A pupil asks: "Could the town live without the village, or the village without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whether towns and villages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goes from the village to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such as onions and groundnuts.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goes from the town to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Manufactured goods such as soap, oil and clothes.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exchanges and development projects between your village and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towns and villages need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cattle sold in town markets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country side, where herders raise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loaded pick-up on a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vehicle bring back to the village from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Manufactured goods such as soap, oil, sugar, clothes and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bus stations crowded before festivals?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travel back to their villages for festivals and family ceremonies.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traditional chiefdom.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elites in town help their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development associations that build schools, wells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uses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farmer learn the price of his crops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phone; news also comes by radio, newspapers and travellers.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Relationships between Towns and Country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money or information between two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between places, for example between a village and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From the Country Side to the Town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country side sends the following to towns: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Villages supply towns with cereals, tubers, vegetables, fruits and fish.</a:t>
            </a:r>
            <a:endParaRPr lang="en-US" sz="3600" dirty="0"/>
          </a:p>
        </p:txBody>
      </p:sp>
      <p:pic>
        <p:nvPicPr>
          <p:cNvPr id="6"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town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From the Country Side to the Town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Livestock: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Cattle, sheep, goats and poultry are sold in town markets.</a:t>
            </a:r>
            <a:endParaRPr lang="en-US" sz="3600" dirty="0"/>
          </a:p>
        </p:txBody>
      </p:sp>
      <p:pic>
        <p:nvPicPr>
          <p:cNvPr id="6" name="Image 0" descr="/home/claude/f4/img/v2/f2t_cattle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cattle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From the Country Side to the Town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cocoa, coffee and timber feed town industries and 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Firewood and charcoal: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town households cook with wood and charcoal from the country side.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villagers go to work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From the Town to the Country Side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Towns send the following to the country side:</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Manufactured goods: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Soap, oil, sugar, clothes, tools and phones are sold in villages.</a:t>
            </a:r>
            <a:endParaRPr lang="en-US" sz="3400" dirty="0"/>
          </a:p>
        </p:txBody>
      </p:sp>
      <p:pic>
        <p:nvPicPr>
          <p:cNvPr id="6" name="Image 0" descr="/home/claude/f4/img/v2/usa_truck.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goods carried to villages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From the Town to the Country Side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 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seeds and pesticides come from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send money to their families, and traders pay farmers for their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100" b="1" dirty="0">
                <a:solidFill>
                  <a:srgbClr val="990011"/>
                </a:solidFill>
                <a:latin typeface="Times New Roman" pitchFamily="34" charset="0"/>
                <a:ea typeface="Times New Roman" pitchFamily="34" charset="-122"/>
                <a:cs typeface="Times New Roman" pitchFamily="34" charset="-120"/>
              </a:rPr>
              <a:t>B) From the Town to the Country Side (continued)</a:t>
            </a:r>
            <a:endParaRPr lang="en-US" sz="2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provide hospitals, secondary schools, banks and administration.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Actors of the Exchanges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actors link towns and country sides: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Buyam-sellams: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buy farm products in villages and sell them in towns.</a:t>
            </a:r>
            <a:endParaRPr lang="en-US" sz="3600" dirty="0"/>
          </a:p>
        </p:txBody>
      </p:sp>
      <p:pic>
        <p:nvPicPr>
          <p:cNvPr id="6"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trader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Actors of the Exchanges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Clandestine transporters: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people and goods on rural roads with cars and motorbikes.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Cooperatives and CIGs: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group together to buy inputs and sell their products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The Actors of the Exchanges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Councils: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build markets and rural roads that link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Towns and country sides are linked socially and culturally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Population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move between villages and towns for work, school, trade and family visits.</a:t>
            </a:r>
            <a:endParaRPr lang="en-US" sz="3600" dirty="0"/>
          </a:p>
        </p:txBody>
      </p:sp>
      <p:pic>
        <p:nvPicPr>
          <p:cNvPr id="5" name="Image 0" descr="/home/claude/f4/img/v2/usa_busst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Festivals and ceremonies: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return for festivals, weddings and funerals.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Development associations: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Elites in town build schools, wells and health centres in their villages.</a:t>
            </a:r>
            <a:endParaRPr lang="en-US" sz="3600" dirty="0"/>
          </a:p>
        </p:txBody>
      </p:sp>
      <p:pic>
        <p:nvPicPr>
          <p:cNvPr id="5"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village chiefdom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children study in town schools, and villagers go to town hospitals.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Spread of town ways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Fashion, music and new ideas spread from towns to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Information flows between towns and country sides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Radio and television: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 brings news, market prices and advice to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Telephone and internet: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Phones link families and give farmers the prices of crops in town.</a:t>
            </a:r>
            <a:endParaRPr lang="en-US" sz="3600" dirty="0"/>
          </a:p>
        </p:txBody>
      </p:sp>
      <p:pic>
        <p:nvPicPr>
          <p:cNvPr id="5" name="Image 0" descr="/home/claude/f4/img/v2/f2t_phone_farm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farmer using a phone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Newspapers: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Newspapers printed in towns reach villages through travellers and traders.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Travellers, traders and extension workers carry news and advice.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products sent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and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socio-cultural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Festivals and development associations.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trader who buys in villages and sells in town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goods or people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Farmers who group together form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Rural Exodus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commerçant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nouvelles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Relationships between Towns and Country Sides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economic relationships between towns and country sides. Describe the socio-cultural relationships. Explain the flows of information.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flows between towns and country sides and explain why they depend on each other.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From the Country Side to the Town; From the Town to the Country Side; The Actors of the Exchanges; Socio-cultural Relationships; Information.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rural exodus.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products in the Garoua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goods bought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about family trips.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associations of the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how villagers get news.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“Using mobile technology to give feedback about the crop trials” by Bioversity International, CC BY-NC-ND 2.0, via Flickr (https://www.flickr.com/photos/50383637@N07/15019002626)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(Food):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(Buyam-sellams):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2026-09-28T21:32:33Z</dcterms:created>
  <dcterms:modified xsi:type="dcterms:W3CDTF">2026-09-28T21:32:33Z</dcterms:modified>
</cp:coreProperties>
</file>