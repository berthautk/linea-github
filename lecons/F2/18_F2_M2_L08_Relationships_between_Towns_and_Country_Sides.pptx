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Lst>
  <p:notesMasterIdLst>
    <p:notesMasterId r:id="rId6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notesMaster" Target="notesMasters/notesMaster1.xml"/><Relationship Id="rId66" Type="http://schemas.openxmlformats.org/officeDocument/2006/relationships/presProps" Target="presProps.xml"/><Relationship Id="rId67" Type="http://schemas.openxmlformats.org/officeDocument/2006/relationships/viewProps" Target="viewProps.xml"/><Relationship Id="rId68" Type="http://schemas.openxmlformats.org/officeDocument/2006/relationships/theme" Target="theme/theme1.xml"/><Relationship Id="rId6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8: Relationships between Towns and Country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It belongs to Module 2: Space Occupation.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Space Occupation, and the sub-topic is Towns and Country Sides of Africa. The key notions we shall use today are: flows: population flows, flows of goods, information (newspapers). At the end, you should be able to do this: learners are able to identify the flows between towns and country sides and explain why they depend on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6: Urban Problems in Cameroon. The question was: Identify one urban problem in your quarter and propose two solutions.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Example: blocked gutters that flood the quarter; solutions: clean the gutters every week and put dustbins along the street.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economic relationships between towns and country sides. Number 2: describe the socio-cultural relationships. Number 3: explain the flows of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Villages produce food. Towns have factories, shops and services. Many young people move to towns.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Every Friday, a buyam-sellam takes onions and groundnuts from a village near Garoua to the town market and returns with soap, oil and clothes. At festivals, town dwellers go back to the village. A pupil asks: "Could the town live without the village, or the village without the town?"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know whether towns and villages depend on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goes from the village to the town?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Food such as onions and groundnuts.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goes from the town to the village?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Manufactured goods such as soap, oil and clothes.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support exchanges and development projects between your village and your town.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towns and villages need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cattle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do the cattle sold in town markets come from?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From the country side, where herders raise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loaded pick-up on a rural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does this vehicle bring back to the village from the town?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Manufactured goods such as soap, oil, sugar, clothes and fertilisers.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bus station.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bus stations crowded before festivals?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Town dwellers travel back to their villages for festivals and family ceremonies.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traditional chiefdom.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 the elites in town help their village?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Through development associations that build schools, wells and roads.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farmer uses a phone.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this farmer learn the price of his crops in town?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By phone; news also comes by radio, newspapers and travellers.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Flow and Population flow.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From the Country Side to the Town. The country side sends the following to towns. Copy the point on Food on the left, then draw the diagram on the right: a town market.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Livestock on the left, then draw the diagram on the right: a cattle market.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From the Country Side to the Town. On this slide we have Raw materials, Firewood and charcoal and Labour.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From the Town to the Country Side. Towns send the following to the country side. Copy the point on Manufactured goods on the left, then draw the diagram on the right: goods carried to villages.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From the Town to the Country Side. On this slide we have Farm inputs and Money.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From the Town to the Country Side. On this slide we have Services.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Actors of the Exchanges. The following actors link towns and country sides. Copy the point on Buyam-sellams on the left, then draw the diagram on the right: a trader.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Actors of the Exchanges. On this slide we have Clandestine transporters and Cooperatives and CIGs.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Actors of the Exchanges. On this slide we have Councils.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Socio-cultural Relationships. Towns and country sides are linked socially and culturally as follows. Copy the point on Population flows on the left, then draw the diagram on the right: a bus station.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Socio-cultural Relationships. On this slide we have Festivals and ceremonies.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Development associations on the left, then draw the diagram on the right: a village chiefdom.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Socio-cultural Relationships. On this slide we have Education and health and Spread of town ways of life.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Information. Information flows between towns and country sides as follows. On this slide we have Radio and television.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Telephone and internet on the left, then draw the diagram on the right: a farmer using a phone.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Information. On this slide we have Newspapers and People.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products sent from villages to towns.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food crops and cattle.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socio-cultural links.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festivals and development associations.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buyam-sellam; number 2, flow; number 3, cooperative (or CIG).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three products your family buys from villages and three goods villagers buy in town.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7: Rural Exodus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8: RELATIONSHIPS BETWEEN TOWNS AND COUNTRY SIDES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Relationships between Towns and Country Sides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Space Occupation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Space Occupation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Towns and Country Sides of Africa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8: Relationships between Towns and Country Sides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Flows: population flows, flows of goods, information (newspapers).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Economic relationships; socio-cultural relationships; information.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the flows between towns and country sides and explain why they depend on each other.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6: Urban Problems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Identify one urban problem in your quarter and propose two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Example: blocked gutters that flood the quarter; solutions: clean the gutters every week and put dustbins along the street.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economic relationships between towns and country sides.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socio-cultural relationships.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flows of information.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Villages produce food.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have factories, shops and services.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Many young people move to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Every Friday, a buyam-sellam takes onions and groundnuts from a village near Garoua to the town market and returns with soap, oil and clothes. At festivals, town dwellers go back to the village. A pupil asks: "Could the town live without the village, or the village without the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know whether towns and villages depend on each 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goes from the village to the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Food such as onions and groundnuts.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goes from the town to the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Manufactured goods such as soap, oil and clothes.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Support exchanges and development projects between your village and your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towns and villages need each 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ECONOMIC RELATIONSHIPS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cattle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cattle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ECONOMIC RELATIONSHIPS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the cattle sold in town markets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ECONOMIC RELATIONSHIPS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country side, where herders raise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ECONOMIC RELATIONSHIPS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tru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loaded pick-up on a rural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ECONOMIC RELATIONSHIPS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this vehicle bring back to the village from the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ECONOMIC RELATIONSHIPS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Manufactured goods such as soap, oil, sugar, clothes and fertilisers.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SOCIO-CULTURAL RELATIONSHIPS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busstati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bus station.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SOCIO-CULTURAL RELATIONSHIPS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bus stations crowded before festivals?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SOCIO-CULTURAL RELATIONSHIPS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 dwellers travel back to their villages for festivals and family ceremonies.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SOCIO-CULTURAL RELATIONSHIPS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bandjou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traditional chiefdom.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SOCIO-CULTURAL RELATIONSHIPS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the elites in town help their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SOCIO-CULTURAL RELATIONSHIPS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Through development associations that build schools, wells and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INFORMATION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phone_farm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farmer uses a phone.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INFORMATION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this farmer learn the price of his crops in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INFORMATION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phone; news also comes by radio, newspapers and travellers.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Space Occupation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Towns and Country Sides of Africa</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8: Relationships between Towns and Country Sides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movement of people, goods, money or information between two places.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flow: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movement of people between places, for example between a village and a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Economic Relationships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From the Country Side to the Town</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country side sends the following to towns: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Food: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Villages supply towns with cereals, tubers, vegetables, fruits and fish.</a:t>
            </a:r>
            <a:endParaRPr lang="en-US" sz="3600" dirty="0"/>
          </a:p>
        </p:txBody>
      </p:sp>
      <p:pic>
        <p:nvPicPr>
          <p:cNvPr id="6" name="Image 0" descr="/home/claude/f4/img/v2/f2t_market.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town market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Economic Relationships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From the Country Side to the Town</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Livestock: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Cattle, sheep, goats and poultry are sold in town markets.</a:t>
            </a:r>
            <a:endParaRPr lang="en-US" sz="3600" dirty="0"/>
          </a:p>
        </p:txBody>
      </p:sp>
      <p:pic>
        <p:nvPicPr>
          <p:cNvPr id="6" name="Image 0" descr="/home/claude/f4/img/v2/f2t_cattle_market.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cattle market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Economic Relationships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From the Country Side to the Town</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Raw materials: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Cotton, cocoa, coffee and timber feed town industries and ports.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Firewood and charcoal: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town households cook with wood and charcoal from the country side.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Labour: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Young villagers go to work in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Economic Relationships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From the Town to the Country Side</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400" i="1" dirty="0">
                <a:solidFill>
                  <a:srgbClr val="111111"/>
                </a:solidFill>
                <a:latin typeface="Times New Roman" pitchFamily="34" charset="0"/>
                <a:ea typeface="Times New Roman" pitchFamily="34" charset="-122"/>
                <a:cs typeface="Times New Roman" pitchFamily="34" charset="-120"/>
              </a:rPr>
              <a:t>Towns send the following to the country side:</a:t>
            </a:r>
            <a:endParaRPr lang="en-US" sz="3400" dirty="0"/>
          </a:p>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Manufactured goods: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Soap, oil, sugar, clothes, tools and phones are sold in villages.</a:t>
            </a:r>
            <a:endParaRPr lang="en-US" sz="3400" dirty="0"/>
          </a:p>
        </p:txBody>
      </p:sp>
      <p:pic>
        <p:nvPicPr>
          <p:cNvPr id="6" name="Image 0" descr="/home/claude/f4/img/v2/usa_truck.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goods carried to villages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Economic Relationships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From the Town to the Country Side</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Farm inputs: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Fertilisers, seeds and pesticides come from towns.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Money: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 dwellers send money to their families, and traders pay farmers for their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Economic Relationships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100" b="1" dirty="0">
                <a:solidFill>
                  <a:srgbClr val="990011"/>
                </a:solidFill>
                <a:latin typeface="Times New Roman" pitchFamily="34" charset="0"/>
                <a:ea typeface="Times New Roman" pitchFamily="34" charset="-122"/>
                <a:cs typeface="Times New Roman" pitchFamily="34" charset="-120"/>
              </a:rPr>
              <a:t>B) From the Town to the Country Side (continued)</a:t>
            </a:r>
            <a:endParaRPr lang="en-US" sz="21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Services: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provide hospitals, secondary schools, banks and administration.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Economic Relationships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C) The Actors of the Exchanges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following actors link towns and country sides: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Buyam-sellams: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buy farm products in villages and sell them in towns.</a:t>
            </a:r>
            <a:endParaRPr lang="en-US" sz="3600" dirty="0"/>
          </a:p>
        </p:txBody>
      </p:sp>
      <p:pic>
        <p:nvPicPr>
          <p:cNvPr id="6" name="Image 0" descr="/home/claude/f4/img/v2/f2t_street_vendor.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trader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Economic Relationships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The Actors of the Exchanges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Clandestine transporters: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carry people and goods on rural roads with cars and motorbikes.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Cooperatives and CIGs: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group together to buy inputs and sell their products in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Economic Relationships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400" b="1" dirty="0">
                <a:solidFill>
                  <a:srgbClr val="990011"/>
                </a:solidFill>
                <a:latin typeface="Times New Roman" pitchFamily="34" charset="0"/>
                <a:ea typeface="Times New Roman" pitchFamily="34" charset="-122"/>
                <a:cs typeface="Times New Roman" pitchFamily="34" charset="-120"/>
              </a:rPr>
              <a:t>C) The Actors of the Exchanges (continued)</a:t>
            </a:r>
            <a:endParaRPr lang="en-US" sz="24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Councils: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build markets and rural roads that link villages to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Socio-cultural Relationships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Towns and country sides are linked socially and culturally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Population flows: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People move between villages and towns for work, school, trade and family visits.</a:t>
            </a:r>
            <a:endParaRPr lang="en-US" sz="3600" dirty="0"/>
          </a:p>
        </p:txBody>
      </p:sp>
      <p:pic>
        <p:nvPicPr>
          <p:cNvPr id="5" name="Image 0" descr="/home/claude/f4/img/v2/usa_busstation.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bus station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Socio-cultural Relationships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Festivals and ceremonies: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 dwellers return for festivals, weddings and funerals.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Socio-cultural Relationships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Development associations: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Elites in town build schools, wells and health centres in their villages.</a:t>
            </a:r>
            <a:endParaRPr lang="en-US" sz="3600" dirty="0"/>
          </a:p>
        </p:txBody>
      </p:sp>
      <p:pic>
        <p:nvPicPr>
          <p:cNvPr id="5" name="Image 0" descr="/home/claude/f4/img/v2/usa_bandjoun.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village chiefdom</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Socio-cultural Relationships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Education and health: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Village children study in town schools, and villagers go to town hospitals.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Spread of town ways of life: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Fashion, music and new ideas spread from towns to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Information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Information flows between towns and country sides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Radio and television: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Radio brings news, market prices and advice to farmers.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Information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Telephone and internet: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Phones link families and give farmers the prices of crops in town.</a:t>
            </a:r>
            <a:endParaRPr lang="en-US" sz="3600" dirty="0"/>
          </a:p>
        </p:txBody>
      </p:sp>
      <p:pic>
        <p:nvPicPr>
          <p:cNvPr id="5" name="Image 0" descr="/home/claude/f4/img/v2/f2t_phone_farmer.jpg">    </p:cNvPr>
          <p:cNvPicPr>
            <a:picLocks noChangeAspect="1"/>
          </p:cNvPicPr>
          <p:nvPr/>
        </p:nvPicPr>
        <p:blipFill>
          <a:blip r:embed="rId1"/>
          <a:stretch>
            <a:fillRect/>
          </a:stretch>
        </p:blipFill>
        <p:spPr>
          <a:xfrm>
            <a:off x="5349240" y="2069407"/>
            <a:ext cx="6659575" cy="369759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farmer using a phone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Information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Newspapers: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Newspapers printed in towns reach villages through travellers and traders.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People: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Travellers, traders and extension workers carry news and advice.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products sent from villages to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Food crops and cattle.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socio-cultural links.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Festivals and development associations.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trader who buys in villages and sells in town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movement of goods or people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Farmers who group together form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three products your family buys from villages and three goods villagers buy in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7: Rural Exodus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Town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Village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village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flux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Trader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commerçant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Festival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fête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News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nouvelles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Space Occupation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8: Relationships between Towns and Country Sides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economic relationships between towns and country sides. Describe the socio-cultural relationships. Explain the flows of information.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the flows between towns and country sides and explain why they depend on each other.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From the Country Side to the Town; From the Town to the Country Side; The Actors of the Exchanges; Socio-cultural Relationships; Information.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three products your family buys from villages and three goods villagers buy in town.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products in the Garoua market.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goods bought in town.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about family trips.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name associations of the area.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ask how villagers get news.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2, Module 2: Space Occupation.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“Discussing the price” by 10b travelling / Carsten ten Brink, CC BY-NC-ND 2.0, via Flickr (https://www.flickr.com/photos/77334245@N00/7313656038)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“Traveling by truck” by World Bank Photo Collection, CC BY-NC-ND 2.0, via Flickr (https://www.flickr.com/photos/10816734@N03/2628517227)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“Wadi Halfa Bus Station” by D-Stanley, CC BY 2.0, via Flickr (https://www.flickr.com/photos/79721788@N00/8651154444)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“Bandjoun's chefferie: I - the approach past the royal quarters” by 10b travelling / Carsten ten Brink, CC BY-NC-ND 2.0, via Flickr (https://www.flickr.com/photos/77334245@N00/7326237514)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“Using mobile technology to give feedback about the crop trials” by Bioversity International, CC BY-NC-ND 2.0, via Flickr (https://www.flickr.com/photos/50383637@N07/15019002626)</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(Food): “Sandga Market in Douala, Cameroon” by The Advocacy Project, CC BY-NC-SA 2.0, via Flickr (https://www.flickr.com/photos/42487558@N00/3636438732)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(Buyam-sellams): “Roadside vendor roasts maize cobs for sale in Timau” by CIMMYT, CC BY-NC 2.0, via Flickr (https://www.flickr.com/photos/44760652@N05/25375356457)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63</Slides>
  <Notes>63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63</vt:i4>
      </vt:variant>
    </vt:vector>
  </HeadingPairs>
  <TitlesOfParts>
    <vt:vector size="6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2026-09-28T17:20:27Z</dcterms:created>
  <dcterms:modified xsi:type="dcterms:W3CDTF">2026-09-28T17:20:27Z</dcterms:modified>
</cp:coreProperties>
</file>