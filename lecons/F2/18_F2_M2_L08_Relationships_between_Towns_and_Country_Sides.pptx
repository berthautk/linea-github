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flows of goods, information (newspapers). At the end, you should be able to do this: learners are able to identify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Give two products that villages send to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Food crops and cattle (also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At festivals, town dwellers go back to the village. A pupil asks: "Could the town live without the village, or the village without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whether towns and villages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and development projects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the cattle sold in town markets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country side, where herders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vehicle bring back to the village from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such as soap, oil, sugar, clothes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bus stations crowded before festivals?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dwellers travel back to their villages for festivals and family ceremonies.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the elites in town help their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development associations that build schools, wells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farmer learn the price of his crops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news also comes by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and Population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Country Side to the Town. The country side sends the following to towns. Copy the point on Food on the left, then draw the diagram on the right: a town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Country Side to the Town. On this slide we have Raw materials, Firewood and charcoal and Labour.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Town to the Country Side. Towns send the following to the country side. Copy the point on Manufactured goods on the left, then draw the diagram on the right: goods carried to villages.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Farm inputs and Money.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Actors of the Exchanges. The following actors link towns and country sides. Copy the point on Buyam-sellams on the left, then draw the diagram on the right: a trader.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Clandestine transporters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Councils.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country sides are linked socially and culturally as follows. Copy the point on Population flows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Festivals and ceremonies.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Development associations on the left, then draw the diagram on the right: a village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Education and health and Spread of town ways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between towns and country sides as follows. On this slide we have Radio and television.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Telephone and internet on the left, then draw the diagram on the right: a farmer using a phone.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Information. On this slide we have Newspapers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cooperative (or CIG).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rural exodus.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flows of goods, information (newspapers).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that villages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 (also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At festivals, town dwellers go back to the village. A pupil asks: "Could the town live without the village, or the village without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whether towns and villages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and development projects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cattle sold in town markets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country side, where herders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vehicle bring back to the village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sugar, clothes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bus stations crowded before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travel back to their villages for festivals and family ceremonies.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elites in town help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development associations that build schools, wells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farmer learn the price of his crops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news also comes by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between places, for example between a village and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country side sends the following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Villages supply towns with cereals, tubers, vegetables, fruits and fish.</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town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sheep, goats and poultry are sold in town markets.</a:t>
            </a:r>
            <a:endParaRPr lang="en-US" sz="3600" dirty="0"/>
          </a:p>
        </p:txBody>
      </p:sp>
      <p:pic>
        <p:nvPicPr>
          <p:cNvPr id="6"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cocoa, coffee and timber feed town industries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town households cook with wood and charcoal from the country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villagers go to work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Towns send the following to the country side:</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Manufactured goods: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Soap, oil, sugar, clothes, tools and phones are sold in villages.</a:t>
            </a:r>
            <a:endParaRPr lang="en-US" sz="3400" dirty="0"/>
          </a:p>
        </p:txBody>
      </p:sp>
      <p:pic>
        <p:nvPicPr>
          <p:cNvPr id="6"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carried to villages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seeds and pesticides come from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send money to their families, and traders pay farmers for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From the Town to the Country Side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provide hospitals, secondary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actors link towns and country sides: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Buyam-sellams: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buy farm products in villages and sell them in towns.</a:t>
            </a:r>
            <a:endParaRPr lang="en-US" sz="3600" dirty="0"/>
          </a:p>
        </p:txBody>
      </p:sp>
      <p:pic>
        <p:nvPicPr>
          <p:cNvPr id="6"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Clandestine transporters: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on rural roads with cars and motorbikes.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their products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Actors of the Exchanges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Councils: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markets and rural roads that link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and country sides are linked socially and culturally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between villages and towns for work, school, trade and family visits.</a:t>
            </a:r>
            <a:endParaRPr lang="en-US" sz="3600" dirty="0"/>
          </a:p>
        </p:txBody>
      </p:sp>
      <p:pic>
        <p:nvPicPr>
          <p:cNvPr id="5"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and ceremonies: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Development associations: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Elites in town build schools, wells and health centres in their villages.</a:t>
            </a:r>
            <a:endParaRPr lang="en-US" sz="3600" dirty="0"/>
          </a:p>
        </p:txBody>
      </p:sp>
      <p:pic>
        <p:nvPicPr>
          <p:cNvPr id="5"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children study in town schools, and villagers go to town hospitals.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of town ways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Fashion, music and new ideas spread from towns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between towns and country sides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brings news, market prices and advice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Telephone and internet: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Phones link families and give farmers the prices of crops in town.</a:t>
            </a:r>
            <a:endParaRPr lang="en-US" sz="3600" dirty="0"/>
          </a:p>
        </p:txBody>
      </p:sp>
      <p:pic>
        <p:nvPicPr>
          <p:cNvPr id="5" name="Image 0" descr="/home/claude/f4/img/v2/f2t_phone_farm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farmer using a phone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Newspapers: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Newspapers printed in towns reach villages through travellers and traders.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extension workers carry news and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or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Farmers who group together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From the Country Side to the Town; From the Town to the Country Side; The Actors of the Exchanges;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associations of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(Buyam-sellams):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2026-10-02T05:13:18Z</dcterms:created>
  <dcterms:modified xsi:type="dcterms:W3CDTF">2026-10-02T05:13:18Z</dcterms:modified>
</cp:coreProperties>
</file>