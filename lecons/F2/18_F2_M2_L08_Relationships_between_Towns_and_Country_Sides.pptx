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Relationships between Towns and Country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flows, population flows, goods, information, rural exodus. At the end, you should be able to do this: learners are able to describe the flows between towns and country sides and explain why they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6: Urban Problems in Cameroon. The question was: Identify one urban problem in your quarter and propose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blocked gutters that flood the quarter; solutions: clean the gutters every week and put dustbins along the street.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economic relationships between towns and country sides. Number 2: describe the socio-cultural relationships. Number 3: explain the flows of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produce food. Towns have factories, shops and services.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Friday, a buyam-sellam takes onions and groundnuts from a village near Garoua to the town market, and returns with soap, oil and clothes for the villagers. At festivals, town dwellers go back to the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the exchanges between town and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goes from the village to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such as onions and groundnuts.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goes from the town to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Manufactured goods such as soap, oil and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exchanges between your village and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towns and villages need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products does the country side send to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crops, cattle, firewood and raw materials such as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loaded pick-up on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products and services do towns send to the country 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Manufactured goods, fertilisers, money and services such as health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people travel between towns and villages?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work, school, trade, family visits and festivals.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traditional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socio-cultural links between towns and villages.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Festivals and funerals in the village, and development associations of town dwellers.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uses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information circulate between towns and villages?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phone, radio, newspapers and travellers.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Relationships. Towns and country sides exchange the following. On this slide we have From villages to towns and From towns to villages.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Relationships. Towns and villages are linked socially as follows. On this slide we have Population flows and Culture and solidarity.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Information. Information flows as follows. On this slide we have Media and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products sent from villages to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crops and cattle.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socio-cultural links.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festivals and development associations.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buyam-sellam; number 2, flow; number 3, radio (or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products your family buys from villages and three goods villagers buy in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7: Rural Exodus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RELATIONSHIPS BETWEEN TOWNS AND COUNTRY SIDES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Relationships between Towns and Country Sides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Relationships between Towns and Country Sides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Flows, population flows, goods, information, rural exodus.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relationships; socio-cultural relationships;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flows between towns and country sides and explain why they depend on each 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6: Urban Problems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urban problem in your quarter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blocked gutters that flood the quarter; solutions: clean the gutters every week and put dustbins along the street.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economic relationships between towns and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socio-cultural relationships.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flows of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produce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factories, shops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Friday, a buyam-sellam takes onions and groundnuts from a village near Garoua to the town market, and returns with soap, oil and clothes for the villagers. At festivals, town dwellers go back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the exchanges between town and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village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such as onions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town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and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exchanges between your village and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towns and villages need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products does the country side send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cattle, firewood and raw materials such as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loaded pick-up on 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products and services do towns send to the country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fertilisers, money and services such as health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travel between towns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work, school, trade, family visits and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socio-cultural links between towns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and funerals in the village, and development associations of town dwellers.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uses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information circulate between towns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phone, radio, newspapers and travellers.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money or information between two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and country sides exchange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villages to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send food, cattle, firewood and raw materials.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towns to villages: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send manufactured goods, money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and villages are linked socially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for work, school, trade and family visits.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and solidarity: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return for festivals and funerals and help through development associations.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Information flows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phones and newspapers bring news to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Travellers and traders carry news between towns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sent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and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socio-cultural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and development associations.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trader who buys in villages and sells in town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News reaches villages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your family buys from villages and three goods villagers buy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commerçant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nouvelles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Relationships between Towns and Country Sides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economic relationships between towns and country sides. Describe the socio-cultural relationships. Explain the flows of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flows between towns and country sides and explain why they depend on each 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Economic Relationships; Socio-cultural Relationships;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products your family buys from villages and three goods villagers buy in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products in the Garoua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bought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family trips.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village festivals.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villagers get news.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2026-09-27T13:51:27Z</dcterms:created>
  <dcterms:modified xsi:type="dcterms:W3CDTF">2026-09-27T13:51:27Z</dcterms:modified>
</cp:coreProperties>
</file>