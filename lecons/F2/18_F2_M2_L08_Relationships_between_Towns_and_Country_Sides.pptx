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Relationships between Towns and Country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flows: population flows, flows of goods, information (newspapers). At the end, you should be able to do this: learners are able to identify the flows between towns and country sides and explain why they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6: Urban Problems in Cameroon. The question was: Give two products that villages send to towns.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Food crops and cattle (also firewood).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economic relationships between towns and country sides. Number 2: describe the socio-cultural relationships. Number 3: explain the flows of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produce food. Towns have factories, shops and services.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Friday, a buyam-sellam takes onions and groundnuts from a village near Garoua to the town market and returns with soap, oil and clothes. At festivals, town dwellers go back to the village. A pupil asks: "Could the town live without the village, or the village without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whether towns and villages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goes from the village to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such as onions and groundnuts.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goes from the town to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Manufactured goods such as soap, oil and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exchanges and development projects between your village and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towns and villages need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the cattle sold in town markets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country side, where herders raise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loaded pick-up on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vehicle bring back to the village from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Manufactured goods such as soap, oil, sugar, clothes and fertilisers.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bus stations crowded before festivals?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dwellers travel back to their villages for festivals and family ceremonies.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traditional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the elites in town help their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development associations that build schools, wells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uses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this farmer learn the price of his crops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phone; news also comes by radio, newspapers and travellers.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Flow and Population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Country Side to the Town. The country side sends the following to towns. Copy the point on Food on the left, then draw the diagram on the right: a town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Livestock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Country Side to the Town. On this slide we have Raw materials, Firewood and charcoal and Labour.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Town to the Country Side. Towns send the following to the country side. Copy the point on Manufactured goods on the left, then draw the diagram on the right: goods carried to villages.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Farm inputs and Money.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Actors of the Exchanges. The following actors link towns and country sides. Copy the point on Buyam-sellams on the left, then draw the diagram on the right: a trader.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Clandestine transporters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Councils.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Relationships. Towns and country sides are linked socially and culturally as follows. Copy the point on Population flows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Festivals and ceremonies.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Development associations on the left, then draw the diagram on the right: a village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Education and health and Spread of town ways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Information. Information flows between towns and country sides as follows. On this slide we have Radio and television.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Telephone and internet on the left, then draw the diagram on the right: a farmer using a phone.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Information. On this slide we have Newspapers and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products sent from villages to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crops and cattle.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socio-cultural links.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festivals and development associations.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buyam-sellam; number 2, flow; number 3, cooperative (or CIG).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rural exodus.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7: Rural Exodus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RELATIONSHIPS BETWEEN TOWNS AND COUNTRY SIDES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Relationships between Towns and Country Sides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Relationships between Towns and Country Sides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Flows: population flows, flows of goods, information (newspapers).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relationships; socio-cultural relationships;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6: Urban Problems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that villages send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and cattle (also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relationships between towns and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socio-cultural relationships.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flows of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produce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factories, shops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Friday, a buyam-sellam takes onions and groundnuts from a village near Garoua to the town market and returns with soap, oil and clothes. At festivals, town dwellers go back to the village. A pupil asks: "Could the town live without the village, or the village without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whether towns and villages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village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such as onions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town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and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exchanges and development projects between your village and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towns and villages need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cattle sold in town markets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country side, where herders raise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loaded pick-up on 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vehicle bring back to the village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sugar, clothes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bus stations crowded before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travel back to their villages for festivals and family ceremonies.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elites in town help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development associations that build schools, wells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uses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farmer learn the price of his crops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phone; news also comes by radio, newspapers and travellers.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money or information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between places, for example between a village and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country side sends the following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Villages supply towns with cereals, tubers, vegetables, fruits and fish.</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town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sheep, goats and poultry are sold in town markets.</a:t>
            </a:r>
            <a:endParaRPr lang="en-US" sz="3600" dirty="0"/>
          </a:p>
        </p:txBody>
      </p:sp>
      <p:pic>
        <p:nvPicPr>
          <p:cNvPr id="6"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cocoa, coffee and timber feed town industries and 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town households cook with wood and charcoal from the country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villagers go to work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Towns send the following to the country side:</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Manufactured goods: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Soap, oil, sugar, clothes, tools and phones are sold in villages.</a:t>
            </a:r>
            <a:endParaRPr lang="en-US" sz="3400" dirty="0"/>
          </a:p>
        </p:txBody>
      </p:sp>
      <p:pic>
        <p:nvPicPr>
          <p:cNvPr id="6" name="Image 0" descr="/home/claude/f4/img/v2/usa_truck.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goods carried to villages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seeds and pesticides come from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send money to their families, and traders pay farmers for their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From the Town to the Country Side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provide hospitals, secondary schools, banks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actors link towns and country sides: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Buyam-sellams: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buy farm products in villages and sell them in towns.</a:t>
            </a:r>
            <a:endParaRPr lang="en-US" sz="3600" dirty="0"/>
          </a:p>
        </p:txBody>
      </p:sp>
      <p:pic>
        <p:nvPicPr>
          <p:cNvPr id="6"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Clandestine transporters: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and goods on rural roads with cars and motorbikes.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their products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The Actors of the Exchanges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Councils: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markets and rural roads that link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Towns and country sides are linked socially and culturally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move between villages and towns for work, school, trade and family visits.</a:t>
            </a:r>
            <a:endParaRPr lang="en-US" sz="3600" dirty="0"/>
          </a:p>
        </p:txBody>
      </p:sp>
      <p:pic>
        <p:nvPicPr>
          <p:cNvPr id="5"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Festivals and ceremonies: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return for festivals,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Development associations: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Elites in town build schools, wells and health centres in their villages.</a:t>
            </a:r>
            <a:endParaRPr lang="en-US" sz="3600" dirty="0"/>
          </a:p>
        </p:txBody>
      </p:sp>
      <p:pic>
        <p:nvPicPr>
          <p:cNvPr id="5"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children study in town schools, and villagers go to town hospitals.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Spread of town ways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Fashion, music and new ideas spread from towns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Information flows between towns and country sides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Radio and television: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brings news, market prices and advice to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Telephone and internet: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Phones link families and give farmers the prices of crops in town.</a:t>
            </a:r>
            <a:endParaRPr lang="en-US" sz="3600" dirty="0"/>
          </a:p>
        </p:txBody>
      </p:sp>
      <p:pic>
        <p:nvPicPr>
          <p:cNvPr id="5" name="Image 0" descr="/home/claude/f4/img/v2/f2t_phone_farm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farmer using a phone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Newspapers: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Newspapers printed in towns reach villages through travellers and traders.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Travellers, traders and extension workers carry news and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sent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and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socio-cultural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and development associations.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trader who buys in villages and sells in town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or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Farmers who group together form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commerçant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nouvelles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Relationships between Towns and Country Sides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economic relationships between towns and country sides. Describe the socio-cultural relationships. Explain the flows of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From the Country Side to the Town; From the Town to the Country Side; The Actors of the Exchanges; Socio-cultural Relationships;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exodus.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bought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family trips.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associations of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villagers get news.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(Buyam-sellams):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2026-09-29T03:11:31Z</dcterms:created>
  <dcterms:modified xsi:type="dcterms:W3CDTF">2026-09-29T03:11:31Z</dcterms:modified>
</cp:coreProperties>
</file>