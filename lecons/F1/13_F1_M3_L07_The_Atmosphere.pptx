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the atmosphere, ozone layer, global warming, greenhouse effect. At the end, you should be able to do this: learners are able to describe the composition and layers of the atmosphere and explain why it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Solid Waste Management. The question was: At home, sort the waste of one day into two groups and write what you found in each group.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Biodegradable: peelings of cassava and plantain, leftover food, leaves, paper. Non-biodegradable: plastic sachets and bottles, tins, broken glass.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Number 2: give the composition of the atmosphere. Number 3: sketch and describe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covered by land, water and air. We breathe oxygen. Clouds and rain form in the sky.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flight from Garoua to Douala, Salif looks through the window. The plane is far above the clouds and the sky is very clear. Salif asks the flight attendant: "What is this air around the Earth made of, and are there layers in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what the air around the Earth is made of and whether it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Below the plane, in the lowest layer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name of the layer of air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air: avoid burning plastics and tyres.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air that protects life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sky seen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surrounds the Earth above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layer of air called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forms most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about 78 %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gas do we breathe to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Oxygen, about 21 %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part of the atmosphere do clouds, rain and wind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layer,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the South Pole.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ozone layer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harmful rays of the Sun that cause skin cancer and eye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the following elements. Copy the point on Nitrogen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Atmosphere. On this slide we have Oxygen, Carbon dioxide and Water vapour, dust and other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on the left, then draw the diagram on the right: the ozone layer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Mesosphere.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layer of air around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which layer is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stratosphere.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Atmospheric Circulation.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ozone layer, global warming, greenhouse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composition;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Solid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home, sort the waste of one day into two groups and write what you found in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peelings of cassava and plantain, leftover food, leaves, paper. Non-biodegradable: plastic sachets and bottles, tins, broken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composition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Sketch and describe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covered by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and rain form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flight from Garoua to Douala, Salif looks through the window. The plane is far above the clouds and the sky is very clear. Salif asks the flight attendant: "What is this air around the Earth made of, and are there layers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what the air around the Earth is made of and whether it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the plane, in the lowest layer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air: avoid burning plastics and tyres.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air that protects life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seen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surrounds the Earth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called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forms most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do we breathe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about 21 %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do clouds, rain and wind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layer,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the South Pole.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ozone layer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harmful rays of the Sun that cause skin cancer and eye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 and protects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atmosphere that stops harmful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about 78 % of the air.</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21 % of the air. People and animals breathe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 very small part of the air. Plants use it to make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vapour, dust and other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the rest of the air and help to form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up to about 12 km. Weather occurs in it.</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12 and 50 km and contains the ozone layer.</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50 and 85 km and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upper layer, above 85 km, where lights called auroras appear.</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is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that forms 78 % of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occurs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Give the composition of the atmosphere. Sketch and describe the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Atmosphere;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deeply: we breathe the atmosphere.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breathe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clouds seen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hole in the ozone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(Thermosphere):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2026-09-28T21:13:54Z</dcterms:created>
  <dcterms:modified xsi:type="dcterms:W3CDTF">2026-09-28T21:13:54Z</dcterms:modified>
</cp:coreProperties>
</file>