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Name the two main gases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Nitrogen (about 78 %) and oxygen (about 21 %).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far above the clouds and the sky is very clear. Salif asks the flight attendant: "What is this air around the Earth made of, and are there layers in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what the air around the Earth is made of and whether it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tyres.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surrounds the Earth above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layer of air called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forms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Oxygen, about 21 %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part of the atmosphere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layer,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Copy the point on Nitrogen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Oxygen, Carbon dioxide and Water vapour, dust and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on the left, then draw the diagram on the right: the ozone layer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and oxygen (about 21 %).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far above the clouds and the sky is very clear. Salif asks the flight attendant: "What is this air around the Earth made of, and are there layers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what the air around the Earth is made of and whether it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tyres.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surrounds the Earth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called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forms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about 21 %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layer,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atmosphere that stops harmful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about 78 % of the air.</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People and animals breathe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 very small part of the air. Plants use it to make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vapour, dust and 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the rest of the air and help to form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up to about 12 km. Weather occurs in it.</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12 and 50 km and contains the ozone layer.</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50 and 85 km and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upper layer, above 85 km, where lights called auroras appear.</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breathe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(Thermosphere):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