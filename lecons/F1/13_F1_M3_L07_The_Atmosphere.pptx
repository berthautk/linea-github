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3: Protection from the Wrath of Nature.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Protection against the Wrath of Nature, and the sub-topic is Climatic Disturbances. The key notions we shall use today are: the atmosphere, ozone layer, global warming, greenhouse effect. At the end, you should be able to do this: learners are able to describe the composition and layers of the atmosphere and explain why it must be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5: Solid Waste Management. The question was: At home, sort the waste of one day into two groups and write what you found in each group.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Biodegradable: peelings of cassava and plantain, leftover food, leaves, paper. Non-biodegradable: plastic sachets and bottles, tins, broken glass.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atmosphere. Number 2: give the composition of the atmosphere. Number 3: sketch and describe the structure of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Earth is covered by land, water and air. We breathe oxygen. Clouds and rain form in the sky.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flight from Garoua to Douala, Salif looks through the window. The plane is far above the clouds and the sky is very clear. Salif asks the flight attendant: "What is this air around the Earth made of, and are there layers in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Salif does not know what the air around the Earth is made of and whether it has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the clouds?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Below the plane, in the lowest layer of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name of the layer of air around the Earth?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air: avoid burning plastics and tyres.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air that protects life on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the sky seen from an aeroplane.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surrounds the Earth above the ground?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layer of air called the atmosphere.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gases of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gas forms most of the air?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Nitrogen, about 78 % of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gases of the air.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gas do we breathe to live?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Oxygen, about 21 % of the 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big storm cloud.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In which part of the atmosphere do clouds, rain and wind occur?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lowest layer, the troposphere.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ozone hole over the South Pole.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ozone layer important?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stops the harmful rays of the Sun that cause skin cancer and eye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Atmosphere and Ozone layer.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Composition of the Atmosphere. The atmosphere is made up of the following elements. Copy the point on Nitrogen on the left, then draw the diagram on the right: the gases of the air.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Composition of the Atmosphere. On this slide we have Oxygen, Carbon dioxide and Water vapour, dust and other gases.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Structure of the Atmosphere. The atmosphere has the following layers. Copy the point on Troposphere on the left, then draw the diagram on the right: the layers of the atmosphere.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Stratosphere on the left, then draw the diagram on the right: the ozone layer seen from space.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Structure of the Atmosphere. On this slide we have Mesosphere.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Thermosphere on the left, then draw the diagram on the right: an aurora.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atmosphere?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layer of air around the Earth.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In which layer is the ozone layer?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 the stratosphere.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nitrogen; number 2, troposphere; number 3, stratosphere.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and label the four layers of the atmosphere.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Atmospheric Circulation.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THE ATMOSPHERE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Atmosphere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Protection from the Wrath of Nature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Protection against the Wrath of Nature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Climatic Disturbances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The Atmosphere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atmosphere, ozone layer, global warming, greenhouse effect.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composition; structure.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composition and layers of the atmosphere and explain why it must be protected.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5: Solid Waste Management):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home, sort the waste of one day into two groups and write what you found in each group.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Biodegradable: peelings of cassava and plantain, leftover food, leaves, paper. Non-biodegradable: plastic sachets and bottles, tins, broken glass.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the composition of the atmosphere.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Sketch and describe the structure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is covered by land, water and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 breathe oxygen.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Clouds and rain form in the sky.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flight from Garoua to Douala, Salif looks through the window. The plane is far above the clouds and the sky is very clear. Salif asks the flight attendant: "What is this air around the Earth made of, and are there layers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Salif does not know what the air around the Earth is made of and whether it has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Below the plane, in the lowest layer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name of the layer of air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air: avoid burning plastics and tyres.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air that protects life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4_planewindow.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sky seen from an aeroplane.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surrounds the Earth above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layer of air called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gases of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forms most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Nitrogen, about 78 %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gases_pi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gases of the air.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gas do we breathe to live?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Oxygen, about 21 % of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cumulonimbus.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storm cloud.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part of the atmosphere do clouds, rain and wind occur?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lowest layer, the troposphere.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ozonehol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ozone hole over the South Pole.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ozone layer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STRUCTURE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stops the harmful rays of the Sun that cause skin cancer and eye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Protection against the Wrath of Nature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Climatic Disturbances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7: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Atmosphere: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layer of air that surrounds the Earth and protects life.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Ozone layer: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layer of ozone gas in the atmosphere that stops harmful rays of the Sun.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Composition of the Atmosphere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atmosphere is made up of the following elements: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Nitrogen: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forms about 78 % of the air.</a:t>
            </a:r>
            <a:endParaRPr lang="en-US" sz="3600" dirty="0"/>
          </a:p>
        </p:txBody>
      </p:sp>
      <p:pic>
        <p:nvPicPr>
          <p:cNvPr id="5" name="Image 0" descr="/home/claude/f4/img/v2/gases_pi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gases of the air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Composition of the Atmosphere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Oxygen: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about 21 % of the air. People and animals breathe it.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Carbon dioxide: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forms a very small part of the air. Plants use it to make food.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vapour, dust and other gases: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form the rest of the air and help to form clouds.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atmosphere has the following layers: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Troposphere: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lowest layer, up to about 12 km. Weather occurs in it.</a:t>
            </a:r>
            <a:endParaRPr lang="en-US" sz="3600" dirty="0"/>
          </a:p>
        </p:txBody>
      </p:sp>
      <p:pic>
        <p:nvPicPr>
          <p:cNvPr id="5" name="Image 0" descr="/home/claude/f4/img/v2/atmosphere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layers of the atmosphere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Stratosphere: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lies between about 12 and 50 km and contains the ozone layer.</a:t>
            </a:r>
            <a:endParaRPr lang="en-US" sz="3600" dirty="0"/>
          </a:p>
        </p:txBody>
      </p:sp>
      <p:pic>
        <p:nvPicPr>
          <p:cNvPr id="5" name="Image 0" descr="/home/claude/f4/img/v2/f4_ozonehol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ozone layer seen from space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Mesosphere: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between about 50 and 85 km and is very cold.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Structure of the Atmosphere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Thermosphere: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upper layer, above 85 km, where lights called auroras appear.</a:t>
            </a:r>
            <a:endParaRPr lang="en-US" sz="3600" dirty="0"/>
          </a:p>
        </p:txBody>
      </p:sp>
      <p:pic>
        <p:nvPicPr>
          <p:cNvPr id="5" name="Image 0" descr="/home/claude/f4/img/v2/lsa_aurora.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 aurora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layer of air around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layer is the ozone layer?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stratosphere.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gas that forms 78 % of the air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Weather occurs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ozone layer is in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and label the four layers of the atmosphere.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Atmospheric Circulation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Atmosphere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L'atmosphère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L'air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Oxygen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L'oxygène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Layer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Cloud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nuage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Protection against the Wrath of Nature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atmosphere. Give the composition of the atmosphere. Sketch and describe the structure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composition and layers of the atmosphere and explain why it must be protected.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Composition of the Atmosphere; Structure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and label the four layers of the atmosphere.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breathe deeply: we breathe the atmosphere.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pie chart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breathe in and out.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clouds seen today.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explain the hole in the ozone layer.</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3: Protection from the Wrath of Nature.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“flying” by { pranav }, CC BY 2.0, via Flickr (https://www.flickr.com/photos/29220600@N08/3469129491)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“06172012 Sunday evening pulse storms/cumulonimbi” by StormRider93 | Into the Storm, CC BY-NC-ND 2.0, via Flickr (https://www.flickr.com/photos/65232104@N04/7395715628)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“Sauron's Eye” by sjrankin, CC BY-NC 2.0, via Flickr (https://www.flickr.com/photos/24354425@N03/15252220086)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(Thermosphere): “Aurora Borealis” by Haukur H., CC BY-NC-ND 2.0, via Flickr (https://www.flickr.com/photos/34699962@N04/3256810738)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2026-09-28T16:51:25Z</dcterms:created>
  <dcterms:modified xsi:type="dcterms:W3CDTF">2026-09-28T16:51:25Z</dcterms:modified>
</cp:coreProperties>
</file>