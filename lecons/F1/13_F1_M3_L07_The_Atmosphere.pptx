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At home, sort the waste of one day into two groups and write what you found in each group.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peelings of cassava and plantain, leftover food, leaves, paper. Non-biodegradable: plastic sachets and bottles, tins, broken glass.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above the clouds and the sky is very clear. The pilot says the plane flies at 10 km in the lowest layer of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wants to know the layers of the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use products without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layer of air that surrounds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two gases form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and oxygen (about 21 %).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layers of the atmosphere from the ground upwards.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Troposphere, stratosphere, mesosphere and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layer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Atmosphere. The atmosphere is defined as follows. On this slide we have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On this slide we have Nitrogen and Oxygen.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On this slide we have Troposphere and Stratosphere.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and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peelings of cassava and plantain, leftover food, leaves, paper. Non-biodegradable: plastic sachets and bottles, tins, broken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above the clouds and the sky is very clear. The pilot says the plane flies at 10 km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wants to know the layers of the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use products without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gases form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and oxygen (about 21 %).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 from the ground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Troposphere, stratosphere, mesosphere and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atmosphere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78 % of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and people and animals breathe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water vapour and ozone form about 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Structure of the Atmosphere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lowest layer, up to about 12 km, where weather occurs.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12 and 50 km and contains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Structure of the Atmosphere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50 and 85 km and is very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85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Structure of the Atmosphere</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Atmosphere;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four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2026-09-27T13:44:21Z</dcterms:created>
  <dcterms:modified xsi:type="dcterms:W3CDTF">2026-09-27T13:44:21Z</dcterms:modified>
</cp:coreProperties>
</file>