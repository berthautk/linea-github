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 Earth: A Planet Moving in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rotation, revolution, axis, day and night, solstice, equinox, time zones, GMT. At the end, you should be able to do this: learners are able to explain the movements of the Earth and their effects on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Locate a Place on a Map. The question was: Find the coordinates of Douala, Ngaoundéré and Bertoua in your atlas.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about 4° N, 9.7° E. Ngaoundéré: about 7.3° N, 13.6° E. Bertoua: about 4.6° N, 13.7°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revolution. Number 2: explain day and night and time differences. Number 3: explain the seasons, solstices and equinoxes.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 planet that moves around the Sun. The Earth has an axis from the North Pole to the South Pole. Lines of longitude help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Aïcha calls her uncle in Canada to wish him a happy birthday. It is already night in Garoua, but her uncle says that it is still the middle of the day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understand why it is day in Canada and night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movement of the Earth causes 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earlier in Canada?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Canada is to the west, so it receives the Sun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your activities according to the time of day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 the time differences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on its axis.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direction does the Earth turn, and how long does one turn take?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west to east, in 24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sunrise.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rise in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 Earth turns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time different in different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Places to the east see the Sun first, so they are ahead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does the Earth take to go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which is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is the Sun overhead on 21 June and on 21 March?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21 June over the Tropic of Cancer; on 21 March over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Revolution.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Rotation and its Consequences. Rotation takes 24 hours from west to east and has the following consequences. On this slide we have Day and night and Sunrise in the east.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Rotation and its Consequences. On this slide we have Time differences and Time zones and GMT.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rotation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Revolution and its Consequences. Revolution takes 365¼ days and has the following consequences. On this slide we have Seasons and Equinoxes.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Revolution and its Consequences. On this slide we have Solstices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consequences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time differences between places.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equinox?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day when the Sun is overhead at the Equator and day and night are equal everywhere.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rotation; number 2, 365¼; number 3,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It is 12:00 in London (0°). What time is it in Garoua (15° E)? Explain your answer.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Calculation of Time.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 EARTH: A PLANET MOVING IN SPACE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 A Planet Moving in Space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 Earth: A Planet Moving in Space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revolution, axis, day and night, solstice, equinox, time zones,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and revolution of the Earth and their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coordinates of Douala, Ngaoundéré and Bertoua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about 4° N, 9.7° E. Ngaoundéré: about 7.3° N, 13.6° E. Bertoua: about 4.6° N, 13.7°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day and night and time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seasons, solstices and equinoxes.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 planet that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an axis from the North Pole to the South Pole.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Lines of longitude help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Aïcha calls her uncle in Canada to wish him a happy birthday. It is already night in Garoua, but her uncle says that it is still the middle of the day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understand why it is day in Canada and night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earlier in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is to the west, so it receives the Sun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your activities according to the time of day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 the time differences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 on its 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the Earth turn, and how long does one turn 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west to east, in 24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Sunrise.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rise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Earth turns 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time different in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which is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June and on 21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June over the Tropic of Cancer; on 21 March over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Rotation and its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Rotation takes 24 hours from west to east and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side of the Earth facing the Sun has day and the other side has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Sunrise in the 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in the east and sets in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Rotation and its Consequences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are ahead in time, with 1 hour for every 15° of longitude.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zones and GMT: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is divided into 24 time zones, and Cameroon uses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Rotation and its Consequences</a:t>
            </a:r>
            <a:endParaRPr lang="en-US" sz="3600" dirty="0"/>
          </a:p>
        </p:txBody>
      </p:sp>
      <p:pic>
        <p:nvPicPr>
          <p:cNvPr id="4" name="Image 0" descr="/home/claude/f4/img/v2/rotation_mi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rotation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Revolution and its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Revolution takes 365¼ days and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Revolution and the tilt of the axis cause the seasons.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Equinoxes: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March and 23 September, the Sun is overhead at the Equator and day equals night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Revolution and its Consequences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Cancer, and on 22 December at the Tropic of Capricorn.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fourth year has 366 days to use the extra quarter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Revolution and its Consequences</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time differences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equinox?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day when the Sun is overhead at the Equator and day and night are equal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revolution takes ______ days.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London (0°). What time is it in Garoua (15° E)? Explain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 Earth: A Planet Moving in Space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revolution. Explain day and night and time differences. Explain the seasons, solstices and equinoxes.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Rotation and its Consequences; Revolution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It is 12:00 in London (0°). What time is it in Garoua (15° E)? Explain your answer.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where the Sun rises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in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walk around a chair holding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tropics and the Equator.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2026-09-27T13:44:18Z</dcterms:created>
  <dcterms:modified xsi:type="dcterms:W3CDTF">2026-09-27T13:44:18Z</dcterms:modified>
</cp:coreProperties>
</file>