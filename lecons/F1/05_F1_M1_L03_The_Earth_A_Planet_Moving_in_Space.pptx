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Name the two movements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Rotation and revolution.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Length of day and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degrees the Earth turns in one hour.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movements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and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turned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Revolution and the tilt of the axis cause the seasons of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degrees the Earth turns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degrees the Earth turns in one hour.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2026-09-29T03:10:55Z</dcterms:created>
  <dcterms:modified xsi:type="dcterms:W3CDTF">2026-09-29T03:10:55Z</dcterms:modified>
</cp:coreProperties>
</file>