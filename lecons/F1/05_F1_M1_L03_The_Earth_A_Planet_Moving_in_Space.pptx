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The Earth: A Planet Moving in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1: The Earth in the Universe.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in the Universe, and the sub-topic is The Earth: A Planet in the Solar System. The key notions we shall use today are: rotation, revolution, time, solstice, equinox, time zones, GMT. At the end, you should be able to do this: learners are able to explain the movements of the Earth and their effects on daily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2: Locate a Place on a Map. The question was: Find the coordinates of Douala, Ngaoundéré and Bertoua in your atlas.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Douala: about 4° N, 9.7° E. Ngaoundéré: about 7.3° N, 13.6° E. Bertoua: about 4.6° N, 13.7° 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rotation and revolution. Number 2: explain the consequences of rotation. Number 3: explain the consequences of revolution.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a planet that moves around the Sun. The Earth has an axis from the North Pole to the South Pole. Lines of longitude help to locate places.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One evening, Aïcha calls her uncle in Canada to wish him a happy birthday. It is already night in Garoua, but her uncle says that it is still the middle of the day there. Aïcha asks her mother: "How can it be night here and day in Canada at the same time?"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Aïcha does not understand why it is night in Garoua and day in Canada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movement of the Earth causes day and night?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it earlier in Canada?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Canada is to the west, so it receives the Sun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your activities according to the time of day and the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day and night, the time differences and the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Earth turns.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long does the Earth take to make one full turn on its axis?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24 hours (one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In which direction does it turn?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west to 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Earth facing the Sun.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it day on one side of the Earth and night on the other?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Only the side facing the Sun receives light; the other side is in darkness.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time zones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time different in different countries?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Places to the east see the Sun first, so they are ahead in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the Earth moves around the Sun.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long does the Earth take to go once around the Sun?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365¼ days, which is one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overhead Sun during the year.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On which dates is the Sun overhead at the Equator?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21 March and 23 September (the equinoxes).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Rotation and Revolution.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Axis.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of Rotation. The rotation of the Earth has the following consequences. Copy the point on Day and night on the left, then draw the diagram on the right: day and night.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Sunrise and sunset on the left, then draw the diagram on the right: sunrise.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Time differences on the left, then draw the diagram on the right: time zones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Deflection of winds on the left, then draw the diagram on the right: planetary winds.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of Revolution. The revolution of the Earth has the following consequences. Copy the point on Seasons on the left, then draw the diagram on the right: the four seasons of temperate lands.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Equinoxes on the left, then draw the diagram on the right: the overhead Sun during the year.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of Revolution. On this slide we have Solstices and Length of day and night.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of Revolution. On this slide we have Leap year.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consequences of rotation.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day and night; time differences between places.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an equinox?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day when the Sun is overhead at the Equator and day and night are equal everywhere.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rotation; number 2, 365¼; number 3, Cancer.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It is 12:00 in London (0°). What time is it in Garoua (15° E)? Explain your answer.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3: Calculation of Time.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 THE EARTH: A PLANET MOVING IN SPACE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gif"/><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Earth: A Planet Moving in Space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The Earth in the Universe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in the Universe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The Earth: A Planet Moving in Space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Rotation, revolution, time, solstice, equinox, time zones, GMT.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Rotation and revolution of the Earth and their consequences.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movements of the Earth and their effects on daily life.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2: Locate a Place on a Map):</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coordinates of Douala, Ngaoundéré and Bertoua in your atlas.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about 4° N, 9.7° E. Ngaoundéré: about 7.3° N, 13.6° E. Bertoua: about 4.6° N, 13.7°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rotation and revolution.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consequences of rotation.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consequences of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a planet that moves around the Sun.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has an axis from the North Pole to the South Pole.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Lines of longitude help to locate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evening, Aïcha calls her uncle in Canada to wish him a happy birthday. It is already night in Garoua, but her uncle says that it is still the middle of the day there. Aïcha asks her mother: "How can it be night here and day in Canada at the same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Aïcha does not understand why it is night in Garoua and day in Canada at the same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movement of the Earth causes day and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earlier in Canada?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Canada is to the west, so it receives the Sun later.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your activities according to the time of day and the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day and night, the time differences and the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ota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Earth turns.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long does the Earth take to make one full turn on its axis?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24 hours (one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direction does it turn?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west to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 OF ROTATION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otation_mid.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Earth facing the Sun.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day on one side of the Earth and night on the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the side facing the Sun receives light; the other side is in darkness.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 OF ROTATION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time_zon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Time zones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time different in different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CONSEQUENCES OF ROTATION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Places to the east see the Sun first, so they are ahead in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REVOLUTION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revolu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Earth moves around the Sun.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long does the Earth take to go once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365¼ days, which is one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 OF REVOLUTION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overhead_su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overhead Sun during the year.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dates is the Sun overhead at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 OF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21 March and 23 September (the equinoxes).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in the Universe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Earth: A Planet in the Solar System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The Earth: A Planet Moving in Space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turning of the Earth on its axis from west to east in 24 hours.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Revolution: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the Earth around the Sun in 365¼ days.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Axis: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imaginary line through the Earth from the North Pole to the South Pole.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Consequences of Rotation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rotation of the Earth has the following consequences: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Day and night: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side of the Earth facing the Sun has day, and the other side has night.</a:t>
            </a:r>
            <a:endParaRPr lang="en-US" sz="3600" dirty="0"/>
          </a:p>
        </p:txBody>
      </p:sp>
      <p:pic>
        <p:nvPicPr>
          <p:cNvPr id="5" name="Image 0" descr="/home/claude/f4/img/v2/rotation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day and night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Consequences of Rotation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Sunrise and sunset: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Sun seems to rise in the east and to set in the west.</a:t>
            </a:r>
            <a:endParaRPr lang="en-US" sz="3600" dirty="0"/>
          </a:p>
        </p:txBody>
      </p:sp>
      <p:pic>
        <p:nvPicPr>
          <p:cNvPr id="5" name="Image 0" descr="/home/claude/f4/img/v2/f4_sunris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sunrise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Consequences of Rotation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Time differences: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Places to the east are ahead in time: 1 hour for every 15° of longitude.</a:t>
            </a:r>
            <a:endParaRPr lang="en-US" sz="3600" dirty="0"/>
          </a:p>
        </p:txBody>
      </p:sp>
      <p:pic>
        <p:nvPicPr>
          <p:cNvPr id="5" name="Image 0" descr="/home/claude/f4/img/v2/time_zones_big.png">    </p:cNvPr>
          <p:cNvPicPr>
            <a:picLocks noChangeAspect="1"/>
          </p:cNvPicPr>
          <p:nvPr/>
        </p:nvPicPr>
        <p:blipFill>
          <a:blip r:embed="rId1"/>
          <a:stretch>
            <a:fillRect/>
          </a:stretch>
        </p:blipFill>
        <p:spPr>
          <a:xfrm>
            <a:off x="5349240" y="2513450"/>
            <a:ext cx="6659575" cy="280950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time zones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Consequences of Rotation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Deflection of winds: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Winds and ocean currents are turned to the right in the Northern Hemisphere and to the left in the Southern Hemisphere.</a:t>
            </a:r>
            <a:endParaRPr lang="en-US" sz="3600" dirty="0"/>
          </a:p>
        </p:txBody>
      </p:sp>
      <p:pic>
        <p:nvPicPr>
          <p:cNvPr id="5" name="Image 0" descr="/home/claude/f4/img/v2/planetary_wind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planetary winds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of Revolution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revolution of the Earth has the following consequences: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Seasons: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Revolution and the tilt of the axis cause the seasons of the year.</a:t>
            </a:r>
            <a:endParaRPr lang="en-US" sz="3600" dirty="0"/>
          </a:p>
        </p:txBody>
      </p:sp>
      <p:pic>
        <p:nvPicPr>
          <p:cNvPr id="5" name="Image 0" descr="/home/claude/f4/img/v2/four_season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four seasons of temperate lands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of Revolution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Equinoxes: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On 21 March and 23 September, the Sun is overhead at the Equator. Day and night are equal everywhere.</a:t>
            </a:r>
            <a:endParaRPr lang="en-US" sz="3600" dirty="0"/>
          </a:p>
        </p:txBody>
      </p:sp>
      <p:pic>
        <p:nvPicPr>
          <p:cNvPr id="5" name="Image 0" descr="/home/claude/f4/img/v2/overhead_sun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overhead Sun during the year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of Revolution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Solstices: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21 June the Sun is overhead at the Tropic of Cancer. On 22 December it is overhead at the Tropic of Capricorn.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Length of day and night: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Days are longer in summer and shorter in winter, except at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of Revolution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Leap year: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fourth year has 366 days to use the extra quarter days.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consequences of rotation.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Day and night; time differences between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equinox?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day when the Sun is overhead at the Equator and day and night are equal everywhere.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turning of the Earth on its axis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One revolution takes ______ days.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 21 June the Sun is overhead at the Tropic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12:00 in London (0°). What time is it in Garoua (15° E)? Explain your answer.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3: Calculation of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Revolution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révolution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Axis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L'axe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Equinox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L'équinoxe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Solstice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solstice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in the Universe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The Earth: A Planet Moving in Space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rotation and revolution. Explain the consequences of rotation. Explain the consequences of revolution.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movements of the Earth and their effects on daily life.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Consequences of Rotation; Consequences of Revolution.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It is 12:00 in London (0°). What time is it in Garoua (15° E)? Explain your answer.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1 and 4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turn a ball in front of a torch.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a torch and a ball.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the time in Garoua and Paris.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walk around a chair holding a ball.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the tropics and the Equator.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1: The Earth in the Universe.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(Sunrise and sunset): “African Sunrise, Amboseli National Park” by Ray in Manila, CC BY 2.0, via Flickr (https://www.flickr.com/photos/21186555@N07/30385097358)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2026-09-28T16:51:23Z</dcterms:created>
  <dcterms:modified xsi:type="dcterms:W3CDTF">2026-09-28T16:51:23Z</dcterms:modified>
</cp:coreProperties>
</file>