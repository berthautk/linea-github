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 Earth: A Planet Moving in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in the Solar System. The key notions we shall use today are: rotation, revolution, time, solstice, equinox, time zones, GMT. At the end, you should be able to do this: learners are able to explain the movements of the Earth and their effects on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Locate a Place on a Map. The question was: Name the two movements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Rotation and revolution.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rotation and revolution. Number 2: explain the consequences of rotation. Number 3: explain the consequences of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 planet that moves around the Sun. The Earth has an axis from the North Pole to the South Pole. Lines of longitude help to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Aïcha calls her uncle in Canada to wish him a happy birthday. It is already night in Garoua, but her uncle says that it is still the middle of the day there. Aïcha asks her mother: "How can it be night here and day in Canada at the same time?"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understand why it is night in Garoua and day in Canada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movement of the Earth causes day and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earlier in Canada?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Canada is to the west, so it receives the Sun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your activities according to the time of day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day and night, the time differences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turns.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long does the Earth take to make one full turn on its axis?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24 hours (one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 which direction does it turn?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west to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facing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it day on one side of the Earth and night on the other?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the side facing the Sun receives light; the other side is in darkness.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time different in different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Places to the east see the Sun first, so they are ahead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Earth moves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long does the Earth take to go once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365¼ days, which is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overhead Sun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On which dates is the Sun overhead at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21 March and 23 September (the equinoxes).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Rotation and Revolution.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Axis and Orbit.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Movements of the Earth. The Earth makes the following two movements. On this slide we have Rotation and Revolution.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Movements of the Earth. On this slide we have Tilt of the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Rotation. The rotation of the Earth has the following consequences. Copy the point on Day and night on the left, then draw the diagram on the right: day and night.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Sunrise and sunset on the left, then draw the diagram on the right: sunrise.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Time differences on the left, then draw the diagram on the right: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Deflection of winds on the left, then draw the diagram on the right: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Revolution. The revolution of the Earth has the following consequences. Copy the point on Change of seasons on the left, then draw the diagram on the right: the four seasons of temperate 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Revolution. On this slide we have Varying length of day and night and Change in the height of the midday Sun.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Equinoxes on the left, then draw the diagram on the right: the overhead Sun during the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Revolution. On this slide we have Solstices and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consequences of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day and night; time differences between places.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an equinox?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day when the Sun is overhead at the Equator and day and night are equal everywhere.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rotation; number 2, 365¼; number 3,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many degrees the Earth turns in one hour.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Calculation of Time.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 EARTH: A PLANET MOVING IN SPACE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Earth: A Planet Moving in Space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 Earth: A Planet Moving in Space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revolution, time, solstice, equinox, time zones, GMT.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and revolution of the Earth and their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Locate a Place on a Map):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movements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 and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rotation and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rotation.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 planet that moves around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an axis from the North Pole to the South Pole.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Lines of longitude help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Aïcha calls her uncle in Canada to wish him a happy birthday. It is already night in Garoua, but her uncle says that it is still the middle of the day there. Aïcha asks her mother: "How can it be night here and day in Canada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understand why it is night in Garoua and day in Canada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of the Earth causes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earlier in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is to the west, so it receives the Sun later.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your activities according to the time of day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 the time differences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t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turns.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make one full turn on its 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24 hours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it turn?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otation_mid.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facing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day on one side of the Earth and night on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side facing the Sun receives light; the other side is in darkness.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time different in different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they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moves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go once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which is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overhead Sun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dates is the Sun overhead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March and 23 September (the equinoxes).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in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 Earth: A Planet Moving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 from west to east in 24 hours.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 in 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through the Earth from the North Pole to the South Pole.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Orbit: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path that the Earth follows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Movements of the Earth</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Earth makes the following two movements: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on its own axis, from west to east, once every 24 hours.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moves around the Sun on its orbit, once every 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Movements of the Earth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 of the 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23½° as it moves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side of the Earth facing the Sun has day, and the other side has night.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day and night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Sunrise and sunset: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seems to rise in the east and to set in the west.</a:t>
            </a:r>
            <a:endParaRPr lang="en-US" sz="3600" dirty="0"/>
          </a:p>
        </p:txBody>
      </p:sp>
      <p:pic>
        <p:nvPicPr>
          <p:cNvPr id="5" name="Image 0" descr="/home/claude/f4/img/v2/f4_sunri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sunrise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Time differences: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Places to the east are ahead in time by 1 hour for every 15° of longitude.</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Deflection of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Winds and ocean currents turn to the right in the Northern Hemisphere and to the left in the Southern Hemisphere.</a:t>
            </a:r>
            <a:endParaRPr lang="en-US" sz="36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revolution of the Earth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Change of seasons: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As the Earth moves round the Sun with its axis tilted, the seasons change during the year.</a:t>
            </a:r>
            <a:endParaRPr lang="en-US" sz="3600" dirty="0"/>
          </a:p>
        </p:txBody>
      </p:sp>
      <p:pic>
        <p:nvPicPr>
          <p:cNvPr id="5" name="Image 0" descr="/home/claude/f4/img/v2/four_seaso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seasons of temperate 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Varying length of 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are longer in summer and shorter in winter, except at the Equator.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Change in the height of the midday Sun: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midday Sun is higher in the sky in some months and lower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Equinoxes: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 21 March and 23 September, the Sun is overhead at the Equator, so day and night are equal everywhere.</a:t>
            </a:r>
            <a:endParaRPr lang="en-US" sz="3600" dirty="0"/>
          </a:p>
        </p:txBody>
      </p:sp>
      <p:pic>
        <p:nvPicPr>
          <p:cNvPr id="5" name="Image 0" descr="/home/claude/f4/img/v2/overhead_su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overhead Sun during the year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Revolution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Cancer, and on 22 December it is overhead at the Tropic of Capricorn.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fourth year has 366 days, so February then has 29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time differences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equinox?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day when the Sun is overhead at the Equator and day and night are equal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revolution takes ______ days.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many degrees the Earth turns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Calculation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Equinox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L'équinoxe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 Earth: A Planet Moving in Space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rotation and revolution. Explain the consequences of rotation. Explain the consequences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Movements of the Earth; Consequences of Rotation; Consequences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many degrees the Earth turns in one hour.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turn a ball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torch and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time in Garoua and Paris.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walk around a chair holding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tropics and the Equator.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(Sunrise and sunset):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2026-10-09T07:47:42Z</dcterms:created>
  <dcterms:modified xsi:type="dcterms:W3CDTF">2026-10-09T07:47:42Z</dcterms:modified>
</cp:coreProperties>
</file>