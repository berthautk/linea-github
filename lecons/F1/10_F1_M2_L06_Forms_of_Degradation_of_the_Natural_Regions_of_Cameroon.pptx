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Forms of Degradation of the Natural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poaching, soil erosion, pollution, sustainable development, over-exploitation, deforestation, reforestation. At the end, you should be able to do this: learners are able to identify the forms of degradation of their environment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Construction and Reading of a Climograph. The question was: Give two causes of the degradation of natural regions.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Deforestation and bush fires (also overgrazing and population growth).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causes of the degradation of the natural regions. Number 2: describe its manifestations and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an equatorial and a tropical region. People use forests, soils and animals. Plants protect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Garoua, people cut trees for firewood and set bush fires every dry season. The soil becomes bare, and the rain washes it away. Worried, a farmer asks the agricultural officer: "Why is our land becoming poor, and what can we do to save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natural environment around Garoua is being destroyed, and the land is becoming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human causes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Cutting trees and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bare soil?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 washes it away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avoid bush fires and report poachers.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destroy the environment and how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forest cleared and burnt.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people clear forests like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make farms and to get wood for building and firewood.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land after a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damage do bush fires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burn plants and animals and leave the soil bare.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deep channel in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was this deep channel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washed away the bare soil and cut a deep channel: this is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rubbish thrown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are the consequences of this rubbish for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Diseases such as cholera and malaria, bad smells and dirty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planting trees help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protect the soil from erosion, give shade and wood, and shelter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Degradation and Sustainable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Degradation. The natural regions of Cameroon are degraded for the following reasons. Copy the point on Farming on the left, then draw the diagram on the right: a forest cleared for farming.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Over-exploitation of wood on the left, then draw the diagram on the right: timber transport.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Overgrazing on the left, then draw the diagram on the right: cattle grazing.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Degradation. On this slide we have Population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Drought on the left, then draw the diagram on the right: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of Degradation. Degradation appears in the following forms. Copy the point on Deforestation on the left, then draw the diagram on the right: a cleared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Bush fires on the left, then draw the diagram on the right: burnt 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erosion on the left, then draw the diagram on the right: a gully.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Poaching on the left, then draw the diagram on the right: elephants, a protected species.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Pollution on the left, then draw the diagram on the right: litter.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Degradation. Degradation has the following consequences. On this slide we have Poor soils and Loss of plants and animals.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Degradation. On this slide we have Water shortage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The natural regions can be protected by the following solutions. Copy the point on Reforestation on the left, then draw the diagram on the right: planting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Protected areas on the left, then draw the diagram on the right: a national park.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Laws and control, Good farming practices and Education.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forms of degradation of the natural regions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deforestation, bush fires and soil erosion (also poaching and pollution).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reforestation and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poaching; number 2, reforestation; number 3,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forms of damage to the environment of a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Guided Work 1: Degradation of the Natural Environment of the School.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6: FORMS OF DEGRADATION OF THE NATURAL REGIONS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Forms of Degradation of the Natural Regions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Forms of Degradation of the Natural Regions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Poaching, soil erosion, pollution, sustainable development, over-exploitation, deforestation, reforestation.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manifestations;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forms of degradation of their environment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Construction and Reading of a Climograph):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degradation of natural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bush fires (also overgrazing and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causes of the degradation of the natural regions.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an equatorial and a tropical region.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use forests, soils and animals.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Garoua, people cut trees for firewood and set bush fires every dry season. The soil becomes bare, and the rain washes it away. Worried, a farmer asks the agricultural officer: "Why is our land becoming poor, and what can we do to save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natural environment around Garoua is being destroyed, and the land is becoming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causes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Cutting trees and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bare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washes it away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avoid bush fires and report poachers.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destroy the environment and how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cleared and burnt.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clear forests like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make farms and to get wood for building and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after a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 do bush fires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burn plants and animals and leave the soil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deep channel in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was this deep channel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washed away the bare soil and cut a deep channel: this is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Rubbish thrown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consequences of this rubbish for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such as cholera and malaria, bad smells and dirty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planting trees help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protect the soil from erosion, give shade and wood, and shelter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6: Forms of Degradation of the Natural Regions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damage caused to the natural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Sustainable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using resources today while keeping them for future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natural regions of Cameroon are degraded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clear and burn forests and grasslands to make farms.</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forest cleared for farming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Over-exploitation of wood: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Timber companies and villagers cut too many trees for timber and firewood.</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timber transport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Overgrazing: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Too many cattle eat the grass and trample the soil.</a:t>
            </a:r>
            <a:endParaRPr lang="en-US" sz="3600" dirty="0"/>
          </a:p>
        </p:txBody>
      </p:sp>
      <p:pic>
        <p:nvPicPr>
          <p:cNvPr id="5" name="Image 0" descr="/home/claude/f4/img/v2/f2t_cattl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cattle grazing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need more land, wood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Long dry periods kill plants, especially in the Far North.</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Degradation appears in the following forms: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areas of forest disappear.</a:t>
            </a:r>
            <a:endParaRPr lang="en-US" sz="3600" dirty="0"/>
          </a:p>
        </p:txBody>
      </p:sp>
      <p:pic>
        <p:nvPicPr>
          <p:cNvPr id="5" name="Image 0" descr="/home/claude/f4/img/v2/usa_clearcu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Bush fires: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Fires burn the vegetation every dry season.</a:t>
            </a:r>
            <a:endParaRPr lang="en-US" sz="3600" dirty="0"/>
          </a:p>
        </p:txBody>
      </p:sp>
      <p:pic>
        <p:nvPicPr>
          <p:cNvPr id="5" name="Image 0" descr="/home/claude/f4/img/v2/f2t_bushfir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burnt 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Rain and wind remove the bare soil and form gullies.</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gully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Poaching: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kill protected animals such as elephants without permission.</a:t>
            </a:r>
            <a:endParaRPr lang="en-US" sz="3600" dirty="0"/>
          </a:p>
        </p:txBody>
      </p:sp>
      <p:pic>
        <p:nvPicPr>
          <p:cNvPr id="5" name="Image 0" descr="/home/claude/f4/img/v2/f2t_elephants.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elephants, a protected species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 of Degradation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Rubbish, smoke and chemicals make the air, water and land dirty.</a:t>
            </a:r>
            <a:endParaRPr lang="en-US" sz="3600" dirty="0"/>
          </a:p>
        </p:txBody>
      </p:sp>
      <p:pic>
        <p:nvPicPr>
          <p:cNvPr id="5" name="Image 0" descr="/home/claude/f4/img/v2/usa_lit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litter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Degradation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Degradation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loses its fertility, and harvests fall.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plants and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plants and animals disappear.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of Degradation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shortage: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springs dry up more quickly.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Dirty water and rubbish spread diseases such as cholera and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natural regions can be protected by the following solutions: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plant trees where forests have been cut.</a:t>
            </a:r>
            <a:endParaRPr lang="en-US" sz="3600" dirty="0"/>
          </a:p>
        </p:txBody>
      </p:sp>
      <p:pic>
        <p:nvPicPr>
          <p:cNvPr id="5" name="Image 0" descr="/home/claude/f4/img/v2/f2t_tree_planting_sahe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National parks and reserves protect plants and animals.</a:t>
            </a:r>
            <a:endParaRPr lang="en-US" sz="3600" dirty="0"/>
          </a:p>
        </p:txBody>
      </p:sp>
      <p:pic>
        <p:nvPicPr>
          <p:cNvPr id="5" name="Image 0" descr="/home/claude/f4/img/v2/f2t_safar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national park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and control: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punishes illegal logging, poaching and bush fires.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farming practices: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use manure, terraces and controlled fires to protect the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to use resources in a sustainable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forms of degradation of the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bush fires and soil erosion (also poaching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illegal killing of animals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planting of trees where they were cut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washing away bare soil is soil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forms of damage to the environment of a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Guided Work 1: Degradation of the Natural Environment of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Degradation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dégradation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Forms of Degradation of the Natural Regions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causes of the degradation of the natural regions. Describe its manifestations and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forms of degradation of their environment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Degradation; Manifestations of Degradation; Consequences of Degradation;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forms of damage to the environment of a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where firewood comes from.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bush fires in the dry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gullies near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look for litter around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tree-planting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(Over-exploitation of wood): “Logging truck, Cameroon” by World Resources, CC BY-NC-SA 2.0, via Flickr (https://www.flickr.com/photos/26107309@N05/4764354366)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(Overgrazing):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(Drought):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(Deforestation):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(Poaching):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(Protected areas): “Sri Lankan Leopard” by Shanaka Kalubowila, CC BY-NC-ND 2.0, via Flickr (https://www.flickr.com/photos/50057113@N06/43689916724)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2026-09-28T21:32:27Z</dcterms:created>
  <dcterms:modified xsi:type="dcterms:W3CDTF">2026-09-28T21:32:27Z</dcterms:modified>
</cp:coreProperties>
</file>