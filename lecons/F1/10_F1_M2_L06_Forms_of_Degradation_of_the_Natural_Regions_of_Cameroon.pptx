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Forms of Degradation of the Natural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degradation, poaching, soil erosion, pollution, over-exploitation, deforestation, reforestation, sustainable development. At the end, you should be able to do this: learners are able to identify the forms of degradation of their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Construction and Reading of a Climograph. The question was: Draw the climograph of Garoua using the data given in class.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climograph should show 12 months, blue bars high from May to October (peak in August) and nearly zero from November to March, and a red line between 26 °C and 33 °C with a peak in April.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causes of the degradation of the natural regions.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an equatorial and a tropical region. People use forests, soils and animals.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people cut trees for firewood and set bush fires every dry season. The soil becomes bare and the rain washes it away. Some animals are also killed by poachers.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natural environment around Garoua is being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human causes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Cutting trees and bush fires (also poaching).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bare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 washes it away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report poachers.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destroy the environment and how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cleared and burnt for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causes of deforestation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(slash and burn) and cutting wood for timber and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land after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damage do bush fires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plants and animals and leave the soil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gully caused by soil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this gully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washes away bare soil and cuts deep channels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rubbish thrown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the consequences of pollution for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Diseases such as cholera and malaria, bad smells and dirty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the degradation of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Reforestation, stopping bush fires and protecting animals in parks (also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Degradation and Sustainable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Manifestations. The natural regions of Cameroon are degraded in the following ways. On this slide we have Deforestation and Bush fires.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Manifestations. On this slide we have Poaching, Soil erosion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Degradation has the following consequences. On this slide we have On nature and On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environment can be protected by the following solutions. On this slide we have Reforestation and Protection.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Good practices.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forms of degradation of the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bush fires, soil erosion (also poaching, pollution).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stopping bush fires.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poaching; number 2, reforestation;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your school surroundings and write two examples of damage to the environment.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Guided Work 1: Degradation of the Natural Environment of the School.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FORMS OF DEGRADATION OF THE NATURAL REGIONS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Degradation of the Natural Regions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Degradation, poaching, soil erosion, pollution, over-exploitation, deforestation, reforestation,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and solutions of the degradation of the natural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Construction and Reading of a Climograph):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climograph of Garoua using the data given in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climograph should show 12 months, blue bars high from May to October (peak in August) and nearly zero from November to March, and a red line between 26 °C and 33 °C with a peak in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causes of the degradation of the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an equatorial and a tropical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forests, soils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people cut trees for firewood and set bush fires every dry season. The soil becomes bare and the rain washes it away. Some animals are also killed by poachers.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natural environment around Garoua is being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trees and bush fires (also poaching).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washes it away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report poachers.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destroy the environment and how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cleared and burnt for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(slash and burn) and cutting wood for timber and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after 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do bush fires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plants and animals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caused by soil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this gully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washes away bare soil and cuts deep channels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thrown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consequences of pollution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such as cholera and malaria, bad smells and dirty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the degradation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stopping bush fires and protecting animals in parks (also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damage caused to the natural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using resources today while keeping them for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Manifestations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natural regions of Cameroon are degraded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cut trees for farms, timber and firewood.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Fires set by farmers, herders and hunters burn the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Manifestations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kill protected animals such as elephants without permission.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wind remove the soil left bare.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smoke and chemicals make the air, water and land dirty.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Degradation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animals disappear and soils become poor.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Harvests fall, water becomes scarce and diseases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environment can be protected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plant trees where forests have been cut.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National parks and laws protect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practices: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Controlled fires, soil conservation and proper waste disposal protect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bush fires, soil erosion (also poaching,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stopping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illegal killing of animals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planting of trees where they were cut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washing away bare soil is soil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your school surroundings and write two examples of damage 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causes of the degradation of the natural regions.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and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your school surroundings and write two examples of damage to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firewood comes from.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bush fires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gullies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for litter around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2026-09-27T13:44:20Z</dcterms:created>
  <dcterms:modified xsi:type="dcterms:W3CDTF">2026-09-27T13:44:20Z</dcterms:modified>
</cp:coreProperties>
</file>