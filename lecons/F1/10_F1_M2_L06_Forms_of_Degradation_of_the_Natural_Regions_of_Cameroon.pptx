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poaching, soil erosion, pollution, sustainable development, over-exploitation, deforestation, reforestation.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Draw the climograph of Garoua using the data given in class.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climograph should show 12 months, blue bars high from May to October (peak in August) and nearly zero from November to March, and a red line between 26 °C and 33 °C with a peak in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Worried, a farmer asks the agricultural officer: "Why is our land becoming poor, and what can we do to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 and the land is becoming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people clear forests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make farms and to get wood for building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channel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this deep channel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washed away the bare soil and cut a deep channel: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this rubbish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from erosion, give shade and wood, and shelter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Degradation. The natural regions of Cameroon are degraded for the following reasons. Copy the point on Farming on the left, then draw the diagram on the right: a forest cleared for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of wood on the left, then draw the diagram on the right: timber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Overgrazing on the left, then draw the diagram on the right: cattle 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Degradation.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of Degradation. Degradation appears in the following forms. 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Poaching on the left, then draw the diagram on the right: elephants, a protected species.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Degradation. Degradation has the following consequences. On this slide we have Poor soils and Loss of plants and animals.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Degradation. On this slide we have Water shortage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natural regions can be protected by the following solutions. Copy the point on Reforestation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Good farming practices and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and soil erosion (also poaching and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your school surroundings and write two examples of damage to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Poaching, soil erosion, pollution, sustainable development, over-exploitation, deforestation,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should show 12 months, blue bars high from May to October (peak in August) and nearly zero from November to March, and a red line between 26 °C and 33 °C with a peak in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Worried, a farmer asks the agricultural officer: "Why is our land becoming poor, and what can we do to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 and the land is becoming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clear forests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farms and to get wood for building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channel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this deep channel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washed away the bare soil and cut a deep channel: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this rubbish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from erosion, give shade and wood, and shelter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of Cameroon are degraded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clear and burn forests and grasslands to make farms.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cleared for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of wood: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and villagers cut too many trees for timber and firewood.</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Too many cattle eat the grass and trample the soil.</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 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wood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kill plants, especially in the Far North.</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Degradation appears in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Fires burn the vegetation every dry season.</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and wind remove the bare soil and form gullies.</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 a protected species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springs dry up more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and rubbish spread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can be protected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protect plants and animals.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punishes illegal logging, poaching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terraces and controlled fires to protect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use resources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soil erosion (also poaching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Degradation; Manifestations of Degradation; Consequences of Degradation;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your school surroundings and write two examples of damage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(Over-exploitation of wood): “Logging truck, Cameroon” by World Resources, CC BY-NC-SA 2.0, via Flickr (https://www.flickr.com/photos/26107309@N05/4764354366)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(Overgrazing):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(Poaching):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(Protected areas):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2026-09-28T21:13:52Z</dcterms:created>
  <dcterms:modified xsi:type="dcterms:W3CDTF">2026-09-28T21:13:52Z</dcterms:modified>
</cp:coreProperties>
</file>