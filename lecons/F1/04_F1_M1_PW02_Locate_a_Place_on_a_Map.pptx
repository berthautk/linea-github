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Locate a Place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1: The Earth in the Universe.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in the Universe, and the sub-topic is The Earth: A Planet of the Solar System. The key notions we shall use today are: latitude, longitude, geographical coordinates, Equator, Greenwich Meridian. At the end, you should be able to do this: learners are able to read and write the geographical coordinates of 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Representation of the Earth's Shape and Size. The question was: Give the latitude of the Equator.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0°.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read the coordinates of a place on a map. Number 2: locate Cameroon on the map of Africa with coordinates. Number 3: situate towns of Cameroon with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Equator is the line of latitude 0°. The Greenwich Meridian is the line of longitude 0°. Maps have grid lines.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pilot must fly from Douala to Garoua. On the radio, Hassan hears the control tower give the position of Garoua as "9° N, 13° E". He asks his teacher: "What do these numbers mean, and how can I find a town with them?"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Hassan does not understand the position of Garoua given to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"9° N" and "13° E" represent?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latitude and the longitude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the pilot need them?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find the exact position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write the latitude first and the longitude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find the exact position of any place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lines of latitude.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the latitude of a place tell 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How far north or south of the Equator the place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lines of longitude.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the longitude of a place tell 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How far east or west of the Greenwich Meridian the place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finding a place on a grid.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do we write first: the latitude or the longitude?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latitude first, then the longitude, for example 9° N, 13°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africa with lines of latitude and longitude.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Between which lines of latitude is Cameroon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about 2° N and 13°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towns of Cameroon on a grid.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are the coordinates of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9° N, 13°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Latitude.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Longitude and Geographical coordinates.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Reading the Coordinates of a Place. We read the coordinates of a place in the following steps. Copy the point on Step 1 on the left, then draw the diagram on the right: reading coordinates on a grid.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Reading the Coordinates of a Place. On this slide we have Step 2 and Step 3.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Reading the Coordinates of a Place. On this slide we have Step 4.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Locating Cameroon on the Map of Africa. Cameroon is located as follows. Copy the point on Latitudes on the left, then draw the diagram on the right: cameroon on the map of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Locating Cameroon on the Map of Africa. On this slide we have Longitudes.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Situating Towns of Cameroon. Some towns of Cameroon have the following coordinates. Copy the point on Garoua on the left, then draw the diagram on the right: towns of Cameroon on a grid.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Situating Towns of Cameroon. On this slide we have Maroua, Yaoundé and Douala.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Write the coordinates of Maroua (about 11° N, 14° E) and explain them.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11° north of the Equator and 14° east of the Greenwich Meridian.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comes first in coordinates?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latitude.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Equator; number 2, Greenwich; number 3, latitude.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two movements of the Earth.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The Earth: A Planet Moving in Space.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2: LOCATE A PLACE ON A MAP</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Locate a Place on a Map</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The Earth in the Universe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in the Universe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 Planet of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Locate a Place on a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Latitude, longitude, geographical coordinates, Equator, Greenwich Meridian.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Theoretical basis: the Earth in the solar system. Practical exercise: read the coordinates of a place on a map; locate Cameroon on the map of Africa using geographical coordinates. Contextualisation: situate a town in Cameroon using geographical coordinates.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and write the geographical coordinates of a place.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Representation of the Earth's Shape and Size):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latitude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Read the coordinates of a place on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Cameroon on the map of Africa with coordinates.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Situate towns of Cameroon with coordinates.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 is the line of latitude 0°.</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Greenwich Meridian is the line of longitude 0°.</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have grid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pilot must fly from Douala to Garoua. On the radio, Hassan hears the control tower give the position of Garoua as "9° N, 13° E". He asks his teacher: "What do these numbers mean, and how can I find a town with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Hassan does not understand the position of Garoua given to the pilot.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"9° N" and "13° E" represent?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latitude and the longitude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pilot need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find the exact position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write the latitude first and the longitude second.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find the exact position of any place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at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Lines of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latitude of a place tell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far north or south of the Equator the place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ongitu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Lines of longitude.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longitude of a place tell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REVISION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far east or west of the Greenwich Meridian the place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READING COORDINATES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oordinates.gif">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finding a place on a grid.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READING COORDINATES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do we write first: the latitude or the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READING COORDINATES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latitude first, then the longitude, for example 9° N,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LOCATING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africa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Africa with lines of latitude and longitude.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LOCATING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lines of latitude is Cameroon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LOCATING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about 2° N and 13° 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SITUATING TOWNS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ameroon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Towns of Cameroon on a grid.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SITUATING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coordinates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SITUATING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9° N,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in the Universe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Earth: A Planet of the Solar 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Locate a Place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of a place north or south of the Equator, measured in degrees.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of a place east or west of the Greenwich Meridian, measured in degrees.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Geographical coordinates: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latitude and the longitude of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Reading the Coordinates of a Place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We read the coordinates of a place in the following steps: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Step 1: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find the place on the map.</a:t>
            </a:r>
            <a:endParaRPr lang="en-US" sz="3600" dirty="0"/>
          </a:p>
        </p:txBody>
      </p:sp>
      <p:pic>
        <p:nvPicPr>
          <p:cNvPr id="5" name="Image 0" descr="/home/claude/f4/img/v2/coordinates_last.pn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reading coordinates on a grid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Reading the Coordinates of a Place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follow the line of latitude to the side of the map and read its value with N or 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follow the line of longitude to the top or bottom of the map and read its value with E or 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Reading the Coordinates of a Place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4: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write the latitude first and the longitude second, for example 9° N,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Locating Cameroon on the Map of Africa</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Cameroon is located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Latitudes: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Cameroon lies between about 2° N and 13° N, just north of the Equator.</a:t>
            </a:r>
            <a:endParaRPr lang="en-US" sz="3600" dirty="0"/>
          </a:p>
        </p:txBody>
      </p:sp>
      <p:pic>
        <p:nvPicPr>
          <p:cNvPr id="5" name="Image 0" descr="/home/claude/f4/img/v2/africa_grid_big.pn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Cameroon on the map of Africa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Locating Cameroon on the Map of Africa</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Longitudes: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lies between about 8° E and 16° E, east of the Greenwich Meridian.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Situating Towns of Cameroon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Some towns of Cameroon have the following coordinates: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Garoua: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at about 9° N, 13° E.</a:t>
            </a:r>
            <a:endParaRPr lang="en-US" sz="3600" dirty="0"/>
          </a:p>
        </p:txBody>
      </p:sp>
      <p:pic>
        <p:nvPicPr>
          <p:cNvPr id="5" name="Image 0" descr="/home/claude/f4/img/v2/cameroon_grid_big.pn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towns of Cameroon on a grid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Situating Towns of Cameroon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Maroua: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at about 11° N, 14° 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Yaoundé: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at about 4° N, 12° 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Douala: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at about 4° N, 10°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coordinates of Maroua (about 11° N, 14° E) and explain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11° north of the Equator and 14° east of the Greenwich Meridian.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comes first in coordinates?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line of latitude 0°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line of longitude 0° is the ______ Meridian.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coordinates, we write the ______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movements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The Earth: A Planet Moving in Space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longitude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Coordinates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coordonnées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Degree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degré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in the Universe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Locate a Place on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Read the coordinates of a place on a map. Locate Cameroon on the map of Africa with coordinates. Situate towns of Cameroon with coordinates.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and write the geographical coordinates of a place.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Reading the Coordinates of a Place; Locating Cameroon on the Map of Africa; Situating Towns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two movements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Equator and the tropics.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meridians from pole to pole.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the steps on a grid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use the atlas.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1: The Earth in the Universe.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2026-10-02T05:12:58Z</dcterms:created>
  <dcterms:modified xsi:type="dcterms:W3CDTF">2026-10-02T05:12:58Z</dcterms:modified>
</cp:coreProperties>
</file>