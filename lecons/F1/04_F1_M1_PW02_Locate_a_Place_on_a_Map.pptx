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latitude, longitude, geographical coordinates, Equator, Greenwich Meridian. At the end, you should be able to do this: learners are able to read and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Representation of the Earth's Shape and Size. The question was: On the map of Cameroon in your atlas, measure the distance from Garoua to Ngaoundéré and change it into kilometres with the scale.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atlas. Example: 2.8 cm on a map of 1 cm to 75 km gives 2.8 × 75 = 210 km (the road distance is about 280 km because roads are not straight).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meaning of latitude and longitude. Number 2: read the coordinates of a place on a map. Number 3: locate Cameroon and some of its towns with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The Greenwich Meridian is the line of longitude 0°. Maps have grid lines.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pilot must fly from Douala to Garoua. The control tower gives him the position of Garoua as "9° N, 13° E". Hassan, who listens to the radio, does not understand these numbers.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Hassan does not understand the position given to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"9° N" and "13° E" represent?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pilot need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the exact position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write the latitude first and the longitude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the exact position of any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latitude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north or south of the Equator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longitude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east or west of the Greenwich Meridian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reading the coordinates of a place.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do we write first: the latitude or the longitude?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latitude first, then the longitude, for example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africa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Between which latitudes and longitudes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 and between about 8° E and 16°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towns of Cameroon on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the coordinates of Garoua and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Garoua: about 9° N, 13° E. Yaoundé: about 4° N, 12°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and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Steps to Read Coordinates. We read the coordinates of a place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Steps to Read Coordinates. On this slide we have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reading coordinates.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Exercise. Cameroon and some of its towns are located as follows. On this slide we have Cameroon, Garoua and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Write the coordinates of Maroua (about 11° N, 14° E) correctly and explain them.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11° N, 14° E: 11° north of the Equator and 14° east of Greenwich.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comes first in coordinates?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coordinates of Douala, Ngaoundéré and Bertoua in your atlas.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 Earth: A Planet Moving in Space.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geographical coordinates, Equator, Greenwich Meridian.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Reading the coordinates of a place on a map; locating Cameroon on the map of Africa and towns of Cameroon using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Representation of the Earth's Shape and Size):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map of Cameroon in your atlas, measure the distance from Garoua to Ngaoundéré and change it into kilometres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atlas. Example: 2.8 cm on a map of 1 cm to 75 km gives 2.8 × 75 = 210 km (the road distance is about 280 km because roads are not straight).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meaning of latitude and longitude.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coordinates of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and some of its towns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Greenwich Meridian is the line of longitude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pilot must fly from Douala to Garoua. The control tower gives him the position of Garoua as "9° N, 13° E". Hassan, who listens to the radio, does not understand these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does not understand the position given to the pilot.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"9° N" and "13° E"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pilot need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the exact position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the exact position of any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latitude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north or south of the Equator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longitude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east or west of the Greenwich Meridian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reading the coordinates of a place.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do we write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first, then the longitude,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and longitudes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 and between about 8° E and 16°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Towns of Cameroon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coordinates of Garoua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about 9° N, 13° E. Yaoundé: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north or south of the Equator,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east or west of the Greenwich Meridian,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Steps to Read Coordinates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read the coordinates of a place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place on the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latitude to the side of the map and read its value with N or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Steps to Read Coordinates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longitude to the top or bottom of the map and read its value with E or 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Steps to Read Coordinates</a:t>
            </a:r>
            <a:endParaRPr lang="en-US" sz="3600" dirty="0"/>
          </a:p>
        </p:txBody>
      </p:sp>
      <p:pic>
        <p:nvPicPr>
          <p:cNvPr id="4" name="Image 0" descr="/home/claude/f4/img/v2/coordinates_last.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reading coordinates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Exercise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and some of its towns are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2° N and 13° N and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9° N, 13°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coordinates of Maroua (about 11° N, 14° E) correctly and explain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 N, 14° E: 11° north of the Equator and 14° east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latitude 0°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longitude 0°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coordinates, we write the ______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coordinates of Douala, Ngaoundéré and Bertoua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meaning of latitude and longitude. Read the coordinates of a place on a map. Locate Cameroon and some of its towns with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Steps to Read Coordinates;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coordinates of Douala, Ngaoundéré and Bertoua in your atlas.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and the tropics.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meridians from pole to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steps on a grid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2026-09-27T13:44:18Z</dcterms:created>
  <dcterms:modified xsi:type="dcterms:W3CDTF">2026-09-27T13:44:18Z</dcterms:modified>
</cp:coreProperties>
</file>